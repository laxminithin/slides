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6b1b391c734a3e" /><Relationship Type="http://schemas.openxmlformats.org/officeDocument/2006/relationships/extended-properties" Target="/docProps/app.xml" Id="R1090def944244901" /><Relationship Type="http://schemas.openxmlformats.org/officeDocument/2006/relationships/officeDocument" Target="/ppt/presentation.xml" Id="R64a34c8a491e48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27643a300549a0"/>
  </p:sldMasterIdLst>
  <p:notesMasterIdLst>
    <p:notesMasterId xmlns:r="http://schemas.openxmlformats.org/officeDocument/2006/relationships" r:id="R7ad3dc4771014142"/>
  </p:notesMasterIdLst>
  <p:sldIdLst>
    <p:sldId xmlns:r="http://schemas.openxmlformats.org/officeDocument/2006/relationships" id="256" r:id="R191a7f3fd82d4056"/>
    <p:sldId xmlns:r="http://schemas.openxmlformats.org/officeDocument/2006/relationships" id="257" r:id="R1ed555b507d34f82"/>
    <p:sldId xmlns:r="http://schemas.openxmlformats.org/officeDocument/2006/relationships" id="258" r:id="R5affc3afb18f4b83"/>
    <p:sldId xmlns:r="http://schemas.openxmlformats.org/officeDocument/2006/relationships" id="259" r:id="Rff28428dd15a434d"/>
    <p:sldId xmlns:r="http://schemas.openxmlformats.org/officeDocument/2006/relationships" id="260" r:id="R026de7d360fe4eb3"/>
    <p:sldId xmlns:r="http://schemas.openxmlformats.org/officeDocument/2006/relationships" id="261" r:id="Re55834a8df2341d8"/>
    <p:sldId xmlns:r="http://schemas.openxmlformats.org/officeDocument/2006/relationships" id="262" r:id="R8e6240f211fe4dee"/>
    <p:sldId xmlns:r="http://schemas.openxmlformats.org/officeDocument/2006/relationships" id="263" r:id="Ra612b58127aa4cba"/>
    <p:sldId xmlns:r="http://schemas.openxmlformats.org/officeDocument/2006/relationships" id="264" r:id="R8ec4d37f5a364bee"/>
    <p:sldId xmlns:r="http://schemas.openxmlformats.org/officeDocument/2006/relationships" id="265" r:id="R2ffc6e3217aa4219"/>
    <p:sldId xmlns:r="http://schemas.openxmlformats.org/officeDocument/2006/relationships" id="266" r:id="R939548ee97ea43b9"/>
    <p:sldId xmlns:r="http://schemas.openxmlformats.org/officeDocument/2006/relationships" id="267" r:id="R6c24a89829e14bf9"/>
    <p:sldId xmlns:r="http://schemas.openxmlformats.org/officeDocument/2006/relationships" id="268" r:id="R129dee2d11584e49"/>
    <p:sldId xmlns:r="http://schemas.openxmlformats.org/officeDocument/2006/relationships" id="269" r:id="Rd49d56e84a254bb1"/>
    <p:sldId xmlns:r="http://schemas.openxmlformats.org/officeDocument/2006/relationships" id="270" r:id="R54c95b6df9d043d1"/>
    <p:sldId xmlns:r="http://schemas.openxmlformats.org/officeDocument/2006/relationships" id="271" r:id="R4876361e81f74fa1"/>
    <p:sldId xmlns:r="http://schemas.openxmlformats.org/officeDocument/2006/relationships" id="272" r:id="R294e9c895bd54570"/>
    <p:sldId xmlns:r="http://schemas.openxmlformats.org/officeDocument/2006/relationships" id="273" r:id="Rb6f80b5db4cf4b25"/>
    <p:sldId xmlns:r="http://schemas.openxmlformats.org/officeDocument/2006/relationships" id="274" r:id="Ra9182c74004b485f"/>
    <p:sldId xmlns:r="http://schemas.openxmlformats.org/officeDocument/2006/relationships" id="275" r:id="R2d3465d3b7e1442c"/>
    <p:sldId xmlns:r="http://schemas.openxmlformats.org/officeDocument/2006/relationships" id="276" r:id="R861612c9cd7d4881"/>
    <p:sldId xmlns:r="http://schemas.openxmlformats.org/officeDocument/2006/relationships" id="277" r:id="R5888c9b017ed4885"/>
    <p:sldId xmlns:r="http://schemas.openxmlformats.org/officeDocument/2006/relationships" id="278" r:id="R395d19e7e07f41b5"/>
    <p:sldId xmlns:r="http://schemas.openxmlformats.org/officeDocument/2006/relationships" id="279" r:id="Rc9c3dfce619b4bec"/>
    <p:sldId xmlns:r="http://schemas.openxmlformats.org/officeDocument/2006/relationships" id="280" r:id="Rf2655f1c5f194f2f"/>
    <p:sldId xmlns:r="http://schemas.openxmlformats.org/officeDocument/2006/relationships" id="281" r:id="Ra03553aaa3de4fa4"/>
    <p:sldId xmlns:r="http://schemas.openxmlformats.org/officeDocument/2006/relationships" id="282" r:id="Rfb7d245a4f634df0"/>
    <p:sldId xmlns:r="http://schemas.openxmlformats.org/officeDocument/2006/relationships" id="283" r:id="Rf7c66b98220944f4"/>
    <p:sldId xmlns:r="http://schemas.openxmlformats.org/officeDocument/2006/relationships" id="284" r:id="R843131b631674ea9"/>
    <p:sldId xmlns:r="http://schemas.openxmlformats.org/officeDocument/2006/relationships" id="285" r:id="Rfbcf1da59e154e42"/>
    <p:sldId xmlns:r="http://schemas.openxmlformats.org/officeDocument/2006/relationships" id="286" r:id="Rd0bf9c8b32074548"/>
    <p:sldId xmlns:r="http://schemas.openxmlformats.org/officeDocument/2006/relationships" id="287" r:id="R27f1b1b2fb2245f4"/>
    <p:sldId xmlns:r="http://schemas.openxmlformats.org/officeDocument/2006/relationships" id="288" r:id="R04832d7dcd8d434a"/>
    <p:sldId xmlns:r="http://schemas.openxmlformats.org/officeDocument/2006/relationships" id="289" r:id="Rd4e83571bd9d4071"/>
    <p:sldId xmlns:r="http://schemas.openxmlformats.org/officeDocument/2006/relationships" id="290" r:id="R7b9fefb936354cb9"/>
    <p:sldId xmlns:r="http://schemas.openxmlformats.org/officeDocument/2006/relationships" id="291" r:id="R07b6a34c452c4e30"/>
    <p:sldId xmlns:r="http://schemas.openxmlformats.org/officeDocument/2006/relationships" id="292" r:id="R89e19b3148384cde"/>
    <p:sldId xmlns:r="http://schemas.openxmlformats.org/officeDocument/2006/relationships" id="293" r:id="Ra6ed026f96be4b6d"/>
    <p:sldId xmlns:r="http://schemas.openxmlformats.org/officeDocument/2006/relationships" id="294" r:id="Rcea2b939d99744cf"/>
    <p:sldId xmlns:r="http://schemas.openxmlformats.org/officeDocument/2006/relationships" id="295" r:id="Rfdcbc3b92a3c40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394f03ed3640a7" /><Relationship Type="http://schemas.openxmlformats.org/officeDocument/2006/relationships/slideMaster" Target="/ppt/slideMasters/slideMaster1.xml" Id="R8b27643a300549a0" /><Relationship Type="http://schemas.openxmlformats.org/officeDocument/2006/relationships/notesMaster" Target="/ppt/notesMasters/notesMaster1.xml" Id="R7ad3dc4771014142" /><Relationship Type="http://schemas.openxmlformats.org/officeDocument/2006/relationships/presProps" Target="/ppt/presProps.xml" Id="Rb7072caf20094a44" /><Relationship Type="http://schemas.openxmlformats.org/officeDocument/2006/relationships/tableStyles" Target="/ppt/tableStyles.xml" Id="R41d552534a1c4d2e" /><Relationship Type="http://schemas.openxmlformats.org/officeDocument/2006/relationships/slide" Target="/ppt/slides/slide1.xml" Id="R191a7f3fd82d4056" /><Relationship Type="http://schemas.openxmlformats.org/officeDocument/2006/relationships/slide" Target="/ppt/slides/slide2.xml" Id="R1ed555b507d34f82" /><Relationship Type="http://schemas.openxmlformats.org/officeDocument/2006/relationships/slide" Target="/ppt/slides/slide3.xml" Id="R5affc3afb18f4b83" /><Relationship Type="http://schemas.openxmlformats.org/officeDocument/2006/relationships/slide" Target="/ppt/slides/slide4.xml" Id="Rff28428dd15a434d" /><Relationship Type="http://schemas.openxmlformats.org/officeDocument/2006/relationships/slide" Target="/ppt/slides/slide5.xml" Id="R026de7d360fe4eb3" /><Relationship Type="http://schemas.openxmlformats.org/officeDocument/2006/relationships/slide" Target="/ppt/slides/slide6.xml" Id="Re55834a8df2341d8" /><Relationship Type="http://schemas.openxmlformats.org/officeDocument/2006/relationships/slide" Target="/ppt/slides/slide7.xml" Id="R8e6240f211fe4dee" /><Relationship Type="http://schemas.openxmlformats.org/officeDocument/2006/relationships/slide" Target="/ppt/slides/slide8.xml" Id="Ra612b58127aa4cba" /><Relationship Type="http://schemas.openxmlformats.org/officeDocument/2006/relationships/slide" Target="/ppt/slides/slide9.xml" Id="R8ec4d37f5a364bee" /><Relationship Type="http://schemas.openxmlformats.org/officeDocument/2006/relationships/slide" Target="/ppt/slides/slide10.xml" Id="R2ffc6e3217aa4219" /><Relationship Type="http://schemas.openxmlformats.org/officeDocument/2006/relationships/slide" Target="/ppt/slides/slide11.xml" Id="R939548ee97ea43b9" /><Relationship Type="http://schemas.openxmlformats.org/officeDocument/2006/relationships/slide" Target="/ppt/slides/slide12.xml" Id="R6c24a89829e14bf9" /><Relationship Type="http://schemas.openxmlformats.org/officeDocument/2006/relationships/slide" Target="/ppt/slides/slide13.xml" Id="R129dee2d11584e49" /><Relationship Type="http://schemas.openxmlformats.org/officeDocument/2006/relationships/slide" Target="/ppt/slides/slide14.xml" Id="Rd49d56e84a254bb1" /><Relationship Type="http://schemas.openxmlformats.org/officeDocument/2006/relationships/slide" Target="/ppt/slides/slide15.xml" Id="R54c95b6df9d043d1" /><Relationship Type="http://schemas.openxmlformats.org/officeDocument/2006/relationships/slide" Target="/ppt/slides/slide16.xml" Id="R4876361e81f74fa1" /><Relationship Type="http://schemas.openxmlformats.org/officeDocument/2006/relationships/slide" Target="/ppt/slides/slide17.xml" Id="R294e9c895bd54570" /><Relationship Type="http://schemas.openxmlformats.org/officeDocument/2006/relationships/slide" Target="/ppt/slides/slide18.xml" Id="Rb6f80b5db4cf4b25" /><Relationship Type="http://schemas.openxmlformats.org/officeDocument/2006/relationships/slide" Target="/ppt/slides/slide19.xml" Id="Ra9182c74004b485f" /><Relationship Type="http://schemas.openxmlformats.org/officeDocument/2006/relationships/slide" Target="/ppt/slides/slide20.xml" Id="R2d3465d3b7e1442c" /><Relationship Type="http://schemas.openxmlformats.org/officeDocument/2006/relationships/slide" Target="/ppt/slides/slide21.xml" Id="R861612c9cd7d4881" /><Relationship Type="http://schemas.openxmlformats.org/officeDocument/2006/relationships/slide" Target="/ppt/slides/slide22.xml" Id="R5888c9b017ed4885" /><Relationship Type="http://schemas.openxmlformats.org/officeDocument/2006/relationships/slide" Target="/ppt/slides/slide23.xml" Id="R395d19e7e07f41b5" /><Relationship Type="http://schemas.openxmlformats.org/officeDocument/2006/relationships/slide" Target="/ppt/slides/slide24.xml" Id="Rc9c3dfce619b4bec" /><Relationship Type="http://schemas.openxmlformats.org/officeDocument/2006/relationships/slide" Target="/ppt/slides/slide25.xml" Id="Rf2655f1c5f194f2f" /><Relationship Type="http://schemas.openxmlformats.org/officeDocument/2006/relationships/slide" Target="/ppt/slides/slide26.xml" Id="Ra03553aaa3de4fa4" /><Relationship Type="http://schemas.openxmlformats.org/officeDocument/2006/relationships/slide" Target="/ppt/slides/slide27.xml" Id="Rfb7d245a4f634df0" /><Relationship Type="http://schemas.openxmlformats.org/officeDocument/2006/relationships/slide" Target="/ppt/slides/slide28.xml" Id="Rf7c66b98220944f4" /><Relationship Type="http://schemas.openxmlformats.org/officeDocument/2006/relationships/slide" Target="/ppt/slides/slide29.xml" Id="R843131b631674ea9" /><Relationship Type="http://schemas.openxmlformats.org/officeDocument/2006/relationships/slide" Target="/ppt/slides/slide30.xml" Id="Rfbcf1da59e154e42" /><Relationship Type="http://schemas.openxmlformats.org/officeDocument/2006/relationships/slide" Target="/ppt/slides/slide31.xml" Id="Rd0bf9c8b32074548" /><Relationship Type="http://schemas.openxmlformats.org/officeDocument/2006/relationships/slide" Target="/ppt/slides/slide32.xml" Id="R27f1b1b2fb2245f4" /><Relationship Type="http://schemas.openxmlformats.org/officeDocument/2006/relationships/slide" Target="/ppt/slides/slide33.xml" Id="R04832d7dcd8d434a" /><Relationship Type="http://schemas.openxmlformats.org/officeDocument/2006/relationships/slide" Target="/ppt/slides/slide34.xml" Id="Rd4e83571bd9d4071" /><Relationship Type="http://schemas.openxmlformats.org/officeDocument/2006/relationships/slide" Target="/ppt/slides/slide35.xml" Id="R7b9fefb936354cb9" /><Relationship Type="http://schemas.openxmlformats.org/officeDocument/2006/relationships/slide" Target="/ppt/slides/slide36.xml" Id="R07b6a34c452c4e30" /><Relationship Type="http://schemas.openxmlformats.org/officeDocument/2006/relationships/slide" Target="/ppt/slides/slide37.xml" Id="R89e19b3148384cde" /><Relationship Type="http://schemas.openxmlformats.org/officeDocument/2006/relationships/slide" Target="/ppt/slides/slide38.xml" Id="Ra6ed026f96be4b6d" /><Relationship Type="http://schemas.openxmlformats.org/officeDocument/2006/relationships/slide" Target="/ppt/slides/slide39.xml" Id="Rcea2b939d99744cf" /><Relationship Type="http://schemas.openxmlformats.org/officeDocument/2006/relationships/slide" Target="/ppt/slides/slide40.xml" Id="Rfdcbc3b92a3c40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611b9c000745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41c8b0e2924c3d" /><Relationship Type="http://schemas.openxmlformats.org/officeDocument/2006/relationships/notesMaster" Target="/ppt/notesMasters/notesMaster1.xml" Id="R20bd0420ab8a49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14b288053847ed" /><Relationship Type="http://schemas.openxmlformats.org/officeDocument/2006/relationships/notesMaster" Target="/ppt/notesMasters/notesMaster1.xml" Id="R4361b980d4b147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f967006a584712" /><Relationship Type="http://schemas.openxmlformats.org/officeDocument/2006/relationships/notesMaster" Target="/ppt/notesMasters/notesMaster1.xml" Id="R19ae35d9225648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2778f97c4547ba" /><Relationship Type="http://schemas.openxmlformats.org/officeDocument/2006/relationships/notesMaster" Target="/ppt/notesMasters/notesMaster1.xml" Id="R68ac82a939f748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bb7a3005084ca5" /><Relationship Type="http://schemas.openxmlformats.org/officeDocument/2006/relationships/notesMaster" Target="/ppt/notesMasters/notesMaster1.xml" Id="Rb4d032d92c7141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a53fac5dbd4dff" /><Relationship Type="http://schemas.openxmlformats.org/officeDocument/2006/relationships/notesMaster" Target="/ppt/notesMasters/notesMaster1.xml" Id="R28098b7f3eed41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b36a7215b04ae4" /><Relationship Type="http://schemas.openxmlformats.org/officeDocument/2006/relationships/notesMaster" Target="/ppt/notesMasters/notesMaster1.xml" Id="R142b6cccdf1844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7fd535da1e4c1a" /><Relationship Type="http://schemas.openxmlformats.org/officeDocument/2006/relationships/notesMaster" Target="/ppt/notesMasters/notesMaster1.xml" Id="R0b1433822ff34e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ffa436cf244ce0" /><Relationship Type="http://schemas.openxmlformats.org/officeDocument/2006/relationships/notesMaster" Target="/ppt/notesMasters/notesMaster1.xml" Id="R50141b03406f46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c154dadfad427c" /><Relationship Type="http://schemas.openxmlformats.org/officeDocument/2006/relationships/notesMaster" Target="/ppt/notesMasters/notesMaster1.xml" Id="Rf1940969ce7240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c97234cefe495f" /><Relationship Type="http://schemas.openxmlformats.org/officeDocument/2006/relationships/notesMaster" Target="/ppt/notesMasters/notesMaster1.xml" Id="Rd0f3dfe0e480416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0db640b47042f5" /><Relationship Type="http://schemas.openxmlformats.org/officeDocument/2006/relationships/notesMaster" Target="/ppt/notesMasters/notesMaster1.xml" Id="Rba65b8a4e8cf475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f9c10d271784e55" /><Relationship Type="http://schemas.openxmlformats.org/officeDocument/2006/relationships/notesMaster" Target="/ppt/notesMasters/notesMaster1.xml" Id="R2671fd0e969d490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945ce2d4bbf4ca0" /><Relationship Type="http://schemas.openxmlformats.org/officeDocument/2006/relationships/notesMaster" Target="/ppt/notesMasters/notesMaster1.xml" Id="R5b5c7dcc5bee4bd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b35b5646b5544b8" /><Relationship Type="http://schemas.openxmlformats.org/officeDocument/2006/relationships/notesMaster" Target="/ppt/notesMasters/notesMaster1.xml" Id="R871786641aae436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a0075956e984632" /><Relationship Type="http://schemas.openxmlformats.org/officeDocument/2006/relationships/notesMaster" Target="/ppt/notesMasters/notesMaster1.xml" Id="R484f31b85d59434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276cff593b24356" /><Relationship Type="http://schemas.openxmlformats.org/officeDocument/2006/relationships/notesMaster" Target="/ppt/notesMasters/notesMaster1.xml" Id="R47c046c3546b4bd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bc9907c526d44b3" /><Relationship Type="http://schemas.openxmlformats.org/officeDocument/2006/relationships/notesMaster" Target="/ppt/notesMasters/notesMaster1.xml" Id="R9ea64358d2554be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213b19dc042404f" /><Relationship Type="http://schemas.openxmlformats.org/officeDocument/2006/relationships/notesMaster" Target="/ppt/notesMasters/notesMaster1.xml" Id="R739fbfb3ee964b5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739a6d494a04da6" /><Relationship Type="http://schemas.openxmlformats.org/officeDocument/2006/relationships/notesMaster" Target="/ppt/notesMasters/notesMaster1.xml" Id="Rbc64205f6f76476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4425552c5cc46dd" /><Relationship Type="http://schemas.openxmlformats.org/officeDocument/2006/relationships/notesMaster" Target="/ppt/notesMasters/notesMaster1.xml" Id="R643cdfb9abae43f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bfdacc519b24210" /><Relationship Type="http://schemas.openxmlformats.org/officeDocument/2006/relationships/notesMaster" Target="/ppt/notesMasters/notesMaster1.xml" Id="Rf5e4cae1c42b461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43b69a1872a4b67" /><Relationship Type="http://schemas.openxmlformats.org/officeDocument/2006/relationships/notesMaster" Target="/ppt/notesMasters/notesMaster1.xml" Id="Rb7216de9053c4e1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e21101d16794d03" /><Relationship Type="http://schemas.openxmlformats.org/officeDocument/2006/relationships/notesMaster" Target="/ppt/notesMasters/notesMaster1.xml" Id="R8d35d4839331419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346e57a29ff4068" /><Relationship Type="http://schemas.openxmlformats.org/officeDocument/2006/relationships/notesMaster" Target="/ppt/notesMasters/notesMaster1.xml" Id="R5458d8f9aef1415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296bea2682c4e87" /><Relationship Type="http://schemas.openxmlformats.org/officeDocument/2006/relationships/notesMaster" Target="/ppt/notesMasters/notesMaster1.xml" Id="Rffe9e5ce81b24d0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2198f0435a14b73" /><Relationship Type="http://schemas.openxmlformats.org/officeDocument/2006/relationships/notesMaster" Target="/ppt/notesMasters/notesMaster1.xml" Id="R406f990742974f9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98fa818ab5b4298" /><Relationship Type="http://schemas.openxmlformats.org/officeDocument/2006/relationships/notesMaster" Target="/ppt/notesMasters/notesMaster1.xml" Id="R5b1b2463ca2a48f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40e20c696724e65" /><Relationship Type="http://schemas.openxmlformats.org/officeDocument/2006/relationships/notesMaster" Target="/ppt/notesMasters/notesMaster1.xml" Id="Rff1c447dca1544c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d0733c1815c4112" /><Relationship Type="http://schemas.openxmlformats.org/officeDocument/2006/relationships/notesMaster" Target="/ppt/notesMasters/notesMaster1.xml" Id="R111243f67b8c475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8813b3b72b541eb" /><Relationship Type="http://schemas.openxmlformats.org/officeDocument/2006/relationships/notesMaster" Target="/ppt/notesMasters/notesMaster1.xml" Id="R70ed4b605333409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212b73e95dc437e" /><Relationship Type="http://schemas.openxmlformats.org/officeDocument/2006/relationships/notesMaster" Target="/ppt/notesMasters/notesMaster1.xml" Id="Rad3ed2ff329441b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77b260382d048f4" /><Relationship Type="http://schemas.openxmlformats.org/officeDocument/2006/relationships/notesMaster" Target="/ppt/notesMasters/notesMaster1.xml" Id="R325464c48e68429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00d2c94ef3d41d6" /><Relationship Type="http://schemas.openxmlformats.org/officeDocument/2006/relationships/notesMaster" Target="/ppt/notesMasters/notesMaster1.xml" Id="R17eb2fd270bb496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9564deef124443a" /><Relationship Type="http://schemas.openxmlformats.org/officeDocument/2006/relationships/notesMaster" Target="/ppt/notesMasters/notesMaster1.xml" Id="R851999abdd154fa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0c29053e71c4ac7" /><Relationship Type="http://schemas.openxmlformats.org/officeDocument/2006/relationships/notesMaster" Target="/ppt/notesMasters/notesMaster1.xml" Id="R82282944fa594a8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01f5c0b49754f42" /><Relationship Type="http://schemas.openxmlformats.org/officeDocument/2006/relationships/notesMaster" Target="/ppt/notesMasters/notesMaster1.xml" Id="Rba20f339bd1f452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c671972ff0e4b28" /><Relationship Type="http://schemas.openxmlformats.org/officeDocument/2006/relationships/notesMaster" Target="/ppt/notesMasters/notesMaster1.xml" Id="R5474c1ce6fd54cb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704b8b0363f4177" /><Relationship Type="http://schemas.openxmlformats.org/officeDocument/2006/relationships/notesMaster" Target="/ppt/notesMasters/notesMaster1.xml" Id="R755b74ca2b57401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9e6b61071744586" /><Relationship Type="http://schemas.openxmlformats.org/officeDocument/2006/relationships/notesMaster" Target="/ppt/notesMasters/notesMaster1.xml" Id="R136461f3886e4c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cb75439dca47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4c4c1e939845b4" /><Relationship Type="http://schemas.openxmlformats.org/officeDocument/2006/relationships/slideLayout" Target="/ppt/slideLayouts/slideLayout1.xml" Id="Ra23ec5e62cd44a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3ec5e62cd44a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bcf6de1c44306" /><Relationship Type="http://schemas.openxmlformats.org/officeDocument/2006/relationships/notesSlide" Target="/ppt/notesSlides/notesSlide1.xml" Id="Red64b11a14db42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4e087810740e2" /><Relationship Type="http://schemas.openxmlformats.org/officeDocument/2006/relationships/notesSlide" Target="/ppt/notesSlides/notesSlide2.xml" Id="R873819d4d7c743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874a2a09a47f5" /><Relationship Type="http://schemas.openxmlformats.org/officeDocument/2006/relationships/notesSlide" Target="/ppt/notesSlides/notesSlide3.xml" Id="R3dfebc80e8364a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cba0c48fa4d2d" /><Relationship Type="http://schemas.openxmlformats.org/officeDocument/2006/relationships/notesSlide" Target="/ppt/notesSlides/notesSlide4.xml" Id="R1940cbab539947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857ed6b1640f7" /><Relationship Type="http://schemas.openxmlformats.org/officeDocument/2006/relationships/notesSlide" Target="/ppt/notesSlides/notesSlide5.xml" Id="Rafacc2e3b4e248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355a5f074432f" /><Relationship Type="http://schemas.openxmlformats.org/officeDocument/2006/relationships/notesSlide" Target="/ppt/notesSlides/notesSlide6.xml" Id="Rc2ff1eb2925145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e69f131464f8d" /><Relationship Type="http://schemas.openxmlformats.org/officeDocument/2006/relationships/notesSlide" Target="/ppt/notesSlides/notesSlide7.xml" Id="R9ae578cc671c43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3c15270ef4828" /><Relationship Type="http://schemas.openxmlformats.org/officeDocument/2006/relationships/notesSlide" Target="/ppt/notesSlides/notesSlide8.xml" Id="R39290c2bd2dc45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78437ae4043f2" /><Relationship Type="http://schemas.openxmlformats.org/officeDocument/2006/relationships/notesSlide" Target="/ppt/notesSlides/notesSlide9.xml" Id="R3beb68cebca747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b8fba21bc447e" /><Relationship Type="http://schemas.openxmlformats.org/officeDocument/2006/relationships/notesSlide" Target="/ppt/notesSlides/notesSlide10.xml" Id="R52fa2021eb3344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d8a5d1ded483d" /><Relationship Type="http://schemas.openxmlformats.org/officeDocument/2006/relationships/notesSlide" Target="/ppt/notesSlides/notesSlide11.xml" Id="R93e62951d3884fa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08e10782548ae" /><Relationship Type="http://schemas.openxmlformats.org/officeDocument/2006/relationships/notesSlide" Target="/ppt/notesSlides/notesSlide12.xml" Id="Reeae6223c6794f4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1390a8faa425c" /><Relationship Type="http://schemas.openxmlformats.org/officeDocument/2006/relationships/notesSlide" Target="/ppt/notesSlides/notesSlide13.xml" Id="R4b4c7d374f99494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121e6fa17452f" /><Relationship Type="http://schemas.openxmlformats.org/officeDocument/2006/relationships/notesSlide" Target="/ppt/notesSlides/notesSlide14.xml" Id="R3ae16cda313146d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ba93302104ace" /><Relationship Type="http://schemas.openxmlformats.org/officeDocument/2006/relationships/notesSlide" Target="/ppt/notesSlides/notesSlide15.xml" Id="R44171b6492fd4bd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3b52aabd24489" /><Relationship Type="http://schemas.openxmlformats.org/officeDocument/2006/relationships/notesSlide" Target="/ppt/notesSlides/notesSlide16.xml" Id="R85d8f9c8e832427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88b6f434a498e" /><Relationship Type="http://schemas.openxmlformats.org/officeDocument/2006/relationships/notesSlide" Target="/ppt/notesSlides/notesSlide17.xml" Id="Ra3176167afe54a7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bbd506e764b9d" /><Relationship Type="http://schemas.openxmlformats.org/officeDocument/2006/relationships/notesSlide" Target="/ppt/notesSlides/notesSlide18.xml" Id="Ra30da20d013547a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e8c8354c6497c" /><Relationship Type="http://schemas.openxmlformats.org/officeDocument/2006/relationships/notesSlide" Target="/ppt/notesSlides/notesSlide19.xml" Id="Rbb5f567d64c04dd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a83407ba34d63" /><Relationship Type="http://schemas.openxmlformats.org/officeDocument/2006/relationships/notesSlide" Target="/ppt/notesSlides/notesSlide20.xml" Id="R89baf04504994e3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8b25e503a4a1a" /><Relationship Type="http://schemas.openxmlformats.org/officeDocument/2006/relationships/notesSlide" Target="/ppt/notesSlides/notesSlide21.xml" Id="R7e641c59ae7f465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a16c8babe45f8" /><Relationship Type="http://schemas.openxmlformats.org/officeDocument/2006/relationships/notesSlide" Target="/ppt/notesSlides/notesSlide22.xml" Id="R1c649521090a472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3134ff6fc4a20" /><Relationship Type="http://schemas.openxmlformats.org/officeDocument/2006/relationships/notesSlide" Target="/ppt/notesSlides/notesSlide23.xml" Id="R9277833ca7fc416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6b3b9063846b1" /><Relationship Type="http://schemas.openxmlformats.org/officeDocument/2006/relationships/notesSlide" Target="/ppt/notesSlides/notesSlide24.xml" Id="R99c719a7dbb34af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ecee217ee45a0" /><Relationship Type="http://schemas.openxmlformats.org/officeDocument/2006/relationships/notesSlide" Target="/ppt/notesSlides/notesSlide25.xml" Id="Rc1a4cc29b09b4c3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295b2207e425e" /><Relationship Type="http://schemas.openxmlformats.org/officeDocument/2006/relationships/notesSlide" Target="/ppt/notesSlides/notesSlide26.xml" Id="Rc2d4d68c7127493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c3f2fdfc14e7b" /><Relationship Type="http://schemas.openxmlformats.org/officeDocument/2006/relationships/notesSlide" Target="/ppt/notesSlides/notesSlide27.xml" Id="R2c9f70f79001451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37411b8384970" /><Relationship Type="http://schemas.openxmlformats.org/officeDocument/2006/relationships/notesSlide" Target="/ppt/notesSlides/notesSlide28.xml" Id="R8e020d18e34b481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23be17fe44ff7" /><Relationship Type="http://schemas.openxmlformats.org/officeDocument/2006/relationships/notesSlide" Target="/ppt/notesSlides/notesSlide29.xml" Id="Rc6acc4f1356348e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0301aa2a2450e" /><Relationship Type="http://schemas.openxmlformats.org/officeDocument/2006/relationships/notesSlide" Target="/ppt/notesSlides/notesSlide30.xml" Id="R89e9297d3f6641e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873fc9d1d49cc" /><Relationship Type="http://schemas.openxmlformats.org/officeDocument/2006/relationships/notesSlide" Target="/ppt/notesSlides/notesSlide31.xml" Id="R2d5850246ac5453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aae9b554b49b1" /><Relationship Type="http://schemas.openxmlformats.org/officeDocument/2006/relationships/notesSlide" Target="/ppt/notesSlides/notesSlide32.xml" Id="R77160a0c005f4b2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19b4895994507" /><Relationship Type="http://schemas.openxmlformats.org/officeDocument/2006/relationships/notesSlide" Target="/ppt/notesSlides/notesSlide33.xml" Id="R6776d728f90e45b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966ca80c04de0" /><Relationship Type="http://schemas.openxmlformats.org/officeDocument/2006/relationships/notesSlide" Target="/ppt/notesSlides/notesSlide34.xml" Id="R3faf61388e8948c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67769e1f24b5e" /><Relationship Type="http://schemas.openxmlformats.org/officeDocument/2006/relationships/notesSlide" Target="/ppt/notesSlides/notesSlide35.xml" Id="Rb639e3bceb90435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b07b36a6c49eb" /><Relationship Type="http://schemas.openxmlformats.org/officeDocument/2006/relationships/notesSlide" Target="/ppt/notesSlides/notesSlide36.xml" Id="Rada6b138b4c0406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198a2b7d649d5" /><Relationship Type="http://schemas.openxmlformats.org/officeDocument/2006/relationships/notesSlide" Target="/ppt/notesSlides/notesSlide37.xml" Id="R12f14ee90960454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ce49457224297" /><Relationship Type="http://schemas.openxmlformats.org/officeDocument/2006/relationships/notesSlide" Target="/ppt/notesSlides/notesSlide38.xml" Id="R282a42f0533a4c4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bb95ca76149ec" /><Relationship Type="http://schemas.openxmlformats.org/officeDocument/2006/relationships/notesSlide" Target="/ppt/notesSlides/notesSlide39.xml" Id="R74b3ccad188d4a0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1c7dc930e462b" /><Relationship Type="http://schemas.openxmlformats.org/officeDocument/2006/relationships/notesSlide" Target="/ppt/notesSlides/notesSlide40.xml" Id="R2188206dd58043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E96112-309C-47BD-8601-EB45CED2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16BC9-63D8-4C24-B429-1CA6468A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Analog Communication Schemes : Introduction, Modern Communication System Scheme : Information Source a nd Input Transduc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0B117-B103-43D3-B0D3-383C44A1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Introduction to Electronics and Communication Engineering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1BESC104C/204C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EAADAE-A049-4EEF-9585-B4E5687B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8ED95C-B588-448F-8763-462CEC0A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3A85A-8ED6-4BB3-B9A5-B4E7A979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641D0E-92CE-4F14-AC04-648BEAF6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964811-805E-4E9E-B7FB-CE622C7A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EE7F58-85FA-41BF-B11B-B6C3FB05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3F79EC-4274-4F9E-839C-C61C5250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EB380-9D0B-490D-9834-06D78332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A74016-2FDB-47E3-A467-2F406953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0491FF-0C70-4FA3-AE1D-B9B52EBB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360882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093C00-BBD6-48AB-8CCE-4999221D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0FB0B-738A-4D5F-82E4-AD24BDB9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F4136A-FD7E-4FF2-ACEB-BA86E89B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F3263-3A8A-4A5A-B2CF-C0F3C63E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4769F-7407-4B94-A762-0A332ED4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8516D5-E296-4C67-87E6-4A5FD3FE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B0F367-1680-4B10-909F-04B7A654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978960-F301-4151-94B9-A6F9B592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EDBE8F-8901-46A7-90CE-A8417BAD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30643E-40D4-41C6-9BAF-653A0DC1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B9EB9C-5CE9-4627-BAE4-48E7EE3B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B1C181-9585-4295-B371-5514AEBF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1E9772-D664-4DD6-B112-7F0BCBA5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EE4572-CA49-4FBE-99E1-CF57618D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841EB1-41A1-444A-8A8C-6EEF7AF4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2209119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6C1735-0705-4347-B56F-CC04C12D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3EF6CB-70AE-4673-B647-C801054F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0038B-F974-4223-B65B-7276C250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68CBB-411B-4282-B98D-FE05E555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5A8EA-496B-476F-9C7E-72CF2E2C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94A83A-506D-4A75-87CA-4D7FCF97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DA1B6E-7811-496C-AE9B-8E892888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EB8FDC-4F80-4A71-83B8-D6E58656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0A0EF8-13DA-42E2-A7A5-D49F194C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Schemes : Introduction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ED6ED2-06B7-456D-B760-CB42192C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A88051-338B-4248-B81C-4122BCD2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80477D-7578-4F3F-9071-46E1CEF4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Scheme : Information Source a nd Input Transducer, Transm...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3D283B-5C5F-41BC-AA5D-625C7828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24928C-ABBC-4B2E-B473-A4A67F7C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3E51C2-DC3F-46E2-A980-B8E1F8A2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Schemes: Amplitude Modulation , Angle Modulation , Advant...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D1A4BA-40D8-4B37-B04E-357C55F7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949C97-C846-49B2-B6FF-51EFD440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7C3893-8E63-4B41-876F-1BDFA964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Schemes: ASK, FSK, PSK, (Explanation with Waveform) Text...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9225C2-63CF-429C-9DE5-382076DF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423106-AC28-43CA-BCB5-4341A73C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4028623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4437DC-5AA3-4B33-B095-5E938100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EF485-ECA9-4B16-95AC-D126E023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3A0B4A-A5FA-46D4-8042-E346D169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1E65B7-FF86-4A01-AC5A-7680D9DD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3CF0A-995F-4491-B551-11C9F7F9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ECC9E-5506-4AA6-A473-5A8912B8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798C1-B4D0-42D3-8E9B-5272693A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5B1477-3DEC-4198-97EE-47A4AA4C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Schemes : 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67640-0B83-4C9B-A84E-3EB34F8C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3EBAA6-1B64-4639-8A9A-58C04515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3CC78C-98F6-4E5F-A494-ADE1E0C4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Scheme : Information Source a nd Input Transducer, Transm...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AA5D14-5FC4-44A0-9E16-93CCC19A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C29F9A-A71C-462D-A970-A38C69CB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17BD8E-2CFC-4BF1-BAF7-39969505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Schemes: Amplitude Modulation , Angle Modulation , Advant...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51A478-7CBE-4E32-B966-94A17095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7B617D-3029-4B00-B87B-C4B6331C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2180BE-77D5-407B-A01A-26396A5A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Schemes: ASK, FSK, PSK, (Explanation with Waveform) Text....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6FA8C6-3E03-4B80-94CA-14D24E4A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4D67A3-967F-43E9-97ED-80F07A7E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BF5E14-CFC8-4973-83CB-8B118E9A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0839167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EAAA2D-6BE3-4145-8F2C-D4A01D8E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19BF6-A943-45E1-95B3-F01C8BFF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83F29A-6B85-442E-8F16-6220EACE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5E856-F08A-44A9-9974-B86AC0A4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15AFC-EB57-4AA1-A936-D97F8C71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Analog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32D2F-9C0A-4413-985B-57D0CEEE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Communication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577661-968A-4AAC-AE9A-2367E8A1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Schemes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507E0A-FBB1-4451-A312-4FE4B7FD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Modern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252D5D-EB3A-41D1-B716-DFFF776A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Scheme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51507A-F535-4435-8EF4-C25E8A87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5787D-191B-4A6B-8EE1-0E09864D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Source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B7F493-0435-4D9C-BC07-1788328E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421E21-E5BC-4194-AE77-11D79DAB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Transduc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D29829-39E9-4A7C-A16B-35FFA5BC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Transducer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474C4F-8B11-4247-959A-82119C2D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88F658-EA95-4EFA-9CF8-0B229759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4091582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9BF342-EB1D-40C7-AE93-C5BA73FA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01C25-8DE0-4C08-98BB-75406047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9C535E-D810-4237-9405-FD78254B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5EDDA5-0151-4ED5-944A-B19F7F88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1A32B-D944-4911-B9CE-D768F529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Schemes : 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6DE34A-83F8-42A2-9AA6-5F9DC2F4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Schemes : Introduction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444DF-92ED-4B33-983C-5C7EEB9D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FBC679-BCB1-4625-9054-9F5EF528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1D9EE7-D391-42EB-9493-B9E84E77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9E841-C4A1-48A1-B58A-8F249B00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940E7B-74E2-48A8-BA13-CDE13772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72108E-26E9-4603-8867-36BDD00F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B48678-416B-401F-9687-0BFCCE9A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C95B7E-5587-4A5C-95B7-6D6BC183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7EA39C-8720-4553-9D60-076CDBFF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DE5052-6E6B-49B2-979B-1E0B4239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4204165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1013BF-91B1-4509-93FC-24D9DCA4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B232D-899D-48C9-8778-B7E5A113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45B36-C3FB-430A-A1F1-9B0567B4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BE6F1-6F78-4BC2-BFC6-74ECDEDB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7ECA3-D6B1-412B-BFC7-059DB615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06E57-F2BC-4310-887C-F2F23C2F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4F103-8C73-4D56-A1DF-894BDB4F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CB3988-0E1F-40E3-AEE7-DBC01024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CC8978-BAB1-46BD-8E6E-98819AD5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Schemes : Int...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63B180-7321-4AD5-9A19-4FB9C2C2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850133-B0BF-4E64-9E59-40A60ADA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425830-BD3C-4CA9-A0EA-6F4FAF7B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Schemes : 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19589-B18C-4B9D-9B5A-7DC051CB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30E412-99DF-4818-8596-1DE584C6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2D794A-EC13-4F9F-8D8E-E25B5C4C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Schemes...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C2D265-2C40-4636-9259-F8125382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069221-5B73-4D44-8581-240F2B44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9C244B-9053-4FA0-B62D-0615984E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Schemes 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CF5A1E-C120-48CC-93ED-E4F7C255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950148-2723-4BCE-9552-7808DA49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BDD462-F0A8-4C4F-8BCB-F7465810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Schemes : Intr...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10A07F-5B1B-4989-AA49-60C745F7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EFF948-C976-48F8-8A55-4DCC7AE9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4200991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10FF51-515A-493A-9D83-BF369701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386749-0C06-4E47-A8DA-C2FEA969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31088-BFE8-420F-A92E-5A1E0172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E9F604-3386-40A5-A0FE-948C7687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F0807-C40C-471D-9E36-65B150F3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CAE3B-B9E0-4882-9B3F-6F559535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065D5B-F130-4BB3-9AC6-5E9FEC3F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8ECBC-FC03-468D-845E-3BD68D81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484F56-78CF-457A-940F-16B6D14D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515161-2436-46A3-BEB2-8DEEB8F8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5FBB33-FCDC-4352-8D0E-E5A4097F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A669C5-F54C-4082-A721-ECB212D4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9341EF-C061-4F0E-9F4A-04962D7A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08E296-9B3C-436F-A57C-746AB9F4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99C833-9849-4631-8B7F-D3D1EB39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1007609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B1DBE2-E151-4640-A1D3-C01C2065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B0805B-A78C-4CDB-A9EB-A7E7A85E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1DC99-5110-4C47-AADE-D3D2918B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A684AC-FCB8-4D58-BF84-F77E1C8B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11478-2288-4933-9854-25D52697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1C412-C9ED-4923-8ACA-80D38675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Schemes : Introduction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193AAF-3025-43BC-A86F-CB21E467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17F72E-E4B6-413A-8C51-698A7F9B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6058C1-F50C-45C4-BCE6-FCCA2CBE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6DE1D-7F87-4CD8-B5E7-4AA03473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867656-FE71-4A13-9BDF-6F36A888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8485843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9B51C3-2DC0-4D34-AF57-88854541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BA30E-448F-4277-9CC7-D8AFE48A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10A698-7C00-4178-9CFB-E501881B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15F25-8BDE-4BCF-AC35-AD435EE3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13D75-1001-43EF-8403-76FBB920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Scheme : Information Source a nd Input Transducer, Transmitter, Channel or Medium, Noise, Receiver, Concept of...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DDFAB-A304-4C70-8668-244A481F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Scheme : Information Source a nd Input Tr...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39B3F-7C55-4FBA-9D1C-F4A51DFD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653A2-DE58-458A-BC82-DE98CD03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D05DBD-4DE4-4603-958A-D526158E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F4B29F-F7ED-4E33-997B-A737F584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7FF2D3-0E31-460B-8644-2E9DC424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85C871-7ADA-4830-87BF-721B9189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FA4518-1CCC-4259-AD5C-437CC3EA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0465DE-C522-41E8-899C-5C650458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AE39C8-0CF2-441B-AE69-490BE459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F9310C-ED11-4750-9F5D-9331A181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4353761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C51687-DEFD-4E48-9596-E0C6C06C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12C6A9-5AB8-40EC-AFEF-BB5081AE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D106B6-B493-4518-89B9-F9C308C3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5A032-DFBF-48C7-BB09-0CF7B6B5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0F66FE-2879-42D0-A0F6-A83D98A5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2C7D7B-1452-4354-AB23-6675CC6B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59A9BD-F407-47B2-BFE0-51E163F4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50A713-E1A7-4DFD-86D7-2469F9CA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4E7E62-55F4-4C1F-ABB2-9021C441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Scheme : Info...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205753-1200-40B9-A618-0E598356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4F103A-5B8B-453D-881E-A8C3010C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FE87F9-A7DA-4F0A-9E28-413A00A8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Scheme : In...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68BEC0-4791-436B-98AF-F2592102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ED6967-A758-4B5B-851C-4E99D6C2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853887-36A0-4D7F-964B-3185791F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Scheme...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EB263E-8671-4DE3-98DC-E6D45A4E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7AD8DE-5241-4BB4-8C46-945B767E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108822-127D-4DCF-868D-B336D83B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Scheme : 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6EBD9A-6F1F-46DA-B82B-87FB9CB1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171B3D-0ED5-4201-A8F4-2CACD708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6CC0F5-079C-45A2-A370-2F217B4F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Scheme : Infor...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AF408C-09F0-4F03-B4BD-594E8C37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1BBA85-F708-43CB-B8EF-403CF7DC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0032450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87C5D7-81EA-47E2-9AAE-4FFCB336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E5EC4-AA4F-478B-96FE-9C540643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E47C6-EAF1-4014-B2E7-6F58AF79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1D7B7-A689-4ECF-BDE8-EBFE4FEC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760279-E748-4E60-80EF-CD20B47F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B92CFE-D94C-4063-848A-FD4CBA08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F029E-C52F-4E83-AA7B-863B4540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3D6DBB-A66A-4CAD-AF7B-AAAC54FF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49561C-A441-47B1-A536-6EBB9CB8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EC76AB-CDA7-482C-B36D-F1E84A2C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0124EF-A1C1-48BB-B811-15C64DC9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4E66FF-4A56-41F3-AA0B-A6D54DA1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ECE954-0F44-4FA6-A420-00FA9BA5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659EE3-3A97-40B2-A6F0-36A52CFF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BAFC20-88AA-4C4E-A232-FB7C4DE0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3005281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BA1070-10C4-4D56-9CF0-A62004A8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63E83-AB24-4AD2-ABDB-01BCDB39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A18AC-6FB2-4944-AE57-DB0B4134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D66F9-B7A8-4873-AB3A-08A097F2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EED9F-D1C5-44DD-BA39-D0E1E57B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0BD3D-9295-4C86-98D4-4FC05EC1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Scheme : Information Source a nd Input Transducer, Transm...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2D3503-6A73-4C32-96C4-706754DB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491CDC-5643-42EA-91F3-4213202B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59CD23-3C04-4F56-AD8E-44711603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3ED0A5-D97F-4B5A-92BB-D380DBEF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2AE45-C84F-4582-A80C-92747AAA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8144389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75A487-F3EA-4721-B02A-903A21FE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69FB8-2024-463B-AB3C-6A717724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6435C-A5EA-4BE1-AC6B-9B77C87D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3E62EF-8A64-4A14-B58B-50EA2FEA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5DAB8C-09CF-4307-8987-76C7E586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Schemes: Amplitude Modulation , Angle Modulation , Advantages of Digital Communication Over Analog Communicatio...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0F80E6-021E-49F7-902C-6E65F16D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Schemes: Amplitude Modulation , Angle Mod...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5CB31B-6361-446B-ACD2-584E2998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4D846E-D699-45C9-A93A-548A1FD0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043AE-4AF8-480F-A739-A7B5330D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37A55-9E83-4393-A562-CE6D4CA6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5C7C68-1B36-4FED-B4B8-C7F8DE4E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E9EA03-5077-4371-A798-BCDA09A5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D1FD85-A067-4EEF-BDC0-B17FD70D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D069A9-3328-40D5-8AA8-CFEB424C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5BC7D2-AF19-4C36-B3F6-57FA2C5D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276B7C-37BA-4EFB-A5B0-53E41FEA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1123368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36D52F-CE09-4B42-95BE-F63455B4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D004F9-0EFA-45C6-8B36-006F764C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38D7E-301D-415B-956B-42FFDB2C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67B5A-4D96-4C20-8217-07702B4F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58A6F-39F5-470B-8324-5792A0A3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8DD661-DE24-4C5E-8EBB-83AD1F2B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CCEDD-9414-4F9A-937D-251A8F68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F2C9FF-73F8-4A45-A202-790827C0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1C74D-569F-44EB-9C2A-154472C9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Schemes: Ampl...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2A3343-5475-4A23-A2C1-A68A5578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89ED42-5134-47DF-9740-E4D31ACE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73A7B0-C2D4-4AD1-80AF-B12A973A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Schemes: Am...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AA1158-29AF-42DB-9D19-0E1C558C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C72A57-5CF6-45FB-BDF0-AB597CA2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53ED9E-1DD3-400F-9C90-8D9B65C8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Schemes...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F8DF7E-2C94-4EB1-8A8C-33077E9F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F2959E-B159-4B34-8888-BCD0C2E0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783639-A657-41A5-A438-D2409753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Schemes: 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52DE27-198D-4E9E-8B7D-639BE7E9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B6BD3F-DBD4-4A62-BF7F-681863D7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FDFCFE-ADF6-4ACE-864C-A7AE1879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Schemes: Ampli...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155807-CCC9-47D7-8D70-7F77FFBE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10C11B-7769-436D-9890-01FC1DAC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2925183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107942-090D-4394-8479-9F519561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0699B-C6AE-4312-B2BA-F3281230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F3B65E-234A-465B-8BA9-91331595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65A24-A9E4-4303-9D0B-D159E022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EF8C7-D0F5-487E-918B-332842C8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EEF43-F523-423D-AB85-63B69F65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484EFB-7C15-4804-AEB6-EBE55847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BA04D1-BC99-408C-A672-75149B35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4CCB62-7878-41DC-8EDB-54FBC3EF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AB240A-BC28-4364-A6BA-1A96AA4A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00A2FC-2858-4D8C-955D-FD81F8AD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57B0FF-2D58-4311-811E-7149ACBF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279882-72FC-4F89-964E-48932BDC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66520D-7DE7-4676-8F47-35256764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D65E3C-2949-454C-A050-90E53392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2370818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92300D-1F81-4F35-8CD8-0FF001A2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82595-8642-44EF-A06F-51492413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2D398-B579-4E6C-BCD0-A4803649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D53BD-4FF5-43E4-ABD5-9A2096E4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04C63-0858-4C4A-A67F-359E4851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1B269-7DBD-4F42-B09E-5DAEE868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Schemes: Amplitude Modulation , Angle Modulation , Advant...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3457CB-7718-423C-86A8-0F2EF18C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C4D3A-4086-4AD0-884A-FD8FBAF6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EFC43F-9D21-4E58-B65B-C1490F54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E0CBBC-E047-427A-A8E7-AE19F9FD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82D0C-AF86-4DDC-8269-9E2CC085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3499522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379432-80C9-4181-9A1E-FC3D5416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F5DC6-A17C-43A9-8A95-E8A9675D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77842-05E1-4CD8-8A3C-6354EE63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B3B6CE-01BD-4071-8E37-6DCABEF0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AC859-D61D-4128-AC08-7A58E5D5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Schemes: ASK, FSK, PSK, (Explanation with Waveform) Text 2: 1.1, 1.2, 1.3, 1.4, 1.5, 1.6, 1.9, 1.12, 1.15, 2.2....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D643B-85A6-4FB3-8467-449625FE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Schemes: ASK, FSK, PSK, (Explanation with...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FE159C-A284-40D2-BD3C-10EBD90F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7E5EEF-3AF0-4C9F-AA56-5D3DA67E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9DD43-92BC-4B99-BACC-82DDF701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6035C2-B5C4-48C6-AD83-66AAE6D2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49F0F5-E46B-4721-8A87-0212D906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1E1EE-28BE-416A-81E0-A92EE228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96169E-488E-4A06-B81A-234BA6A2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C6673-3BD8-402C-A370-25E3F094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6F0DB0-129E-4A6C-8BAD-0C07C935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D796E5-63BC-410E-A6C6-BA9F074C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78218388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3708CB-1D6A-430B-8F6C-27A98FD7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92C60-DBDE-4874-9969-28B1F10B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00544D-467A-48D5-BC5A-954AF69F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6CD60-52B4-4CBA-B645-27CA8126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96B81-CF4F-4CB8-B19A-29A5FE63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E4948-8C89-4635-ACFE-CB3719C6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85093A-0944-440A-8BCE-1ED40770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C867F-FD90-4E25-80F3-466CD90D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D4778-5543-4940-B240-549C2ADE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Schemes: ASK,...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70C96-4B07-4EA6-A029-7B962CB5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8E4D76-FDF3-4769-A08C-A348FC21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36439E-DF1D-4101-A336-7B5AFCF7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Schemes: AS...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A7B896-41C9-4C8B-87EF-B8F1130B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0DDEAA-CA77-4208-9CDA-B5B40512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E3072D-806A-4F5B-B779-83F94E36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Schemes...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6D8A5F-0068-4C1A-9E27-20DC7ED3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38A674-DCE4-49C9-A71E-D8AC0239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A759A7-B153-4656-BB12-850699B8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Schemes: 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FA0086-35B3-442E-82F2-8FA6C66F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D4878A-513A-44D1-9FE4-D1A013CD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052116-6557-4D75-88D0-6EE33F2C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Schemes: ASK,...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4736BC-98F0-465B-AAD9-FEA6E246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A08FBF-8661-45FA-B8A4-475820D6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97567774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476FF6-F4FA-4118-BCAC-224D1BD6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CBA514-AB8B-484F-B985-AD46D203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7BF197-E09A-4382-BFD2-45653198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F36CE6-DB54-44CD-9CDD-651D0151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AAC47-956D-438A-8FAC-AA30A8C0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480A04-ED5A-429B-84B3-53C29480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4587DE-F077-46C0-BE5D-DD99B83B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23CE3-FA2F-4E06-A0CF-E29D73F1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CB1E16-DC4B-4A8C-8011-6AC4E9AA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1467A5-3360-47FB-8D90-EED93592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B2039A-496F-46EA-A3B8-670793AF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EDBF8-9BE3-454F-B1DF-E3EBB840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F159A5-12FD-4E60-9690-7AF1D311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9126C9-3EBD-45D7-B6BD-89C472AC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DA002-E26C-4D21-B529-7D12F3E2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29389841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918609-D816-4225-B38A-86C1EE31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CADDF-BA26-4E0B-BACF-60EFB687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3FDBC8-94FF-4682-9206-3CE955A0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C0360-FFCA-454A-98C3-F3843D6B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C44C2-1AB3-4914-9F2F-EE68122C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E2DA63-ABFB-4949-9408-144DFC1C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Schemes: ASK, FSK, PSK, (Explanation with Waveform) Text...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461F73-BE08-4F44-BD37-0AA51CFD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E147E4-3C67-43D7-9E35-34B0997A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24C90-AF55-45C4-AF49-795AE76B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320628-FE4B-475C-9AB6-6B92A683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10EE8D-6163-40FB-889E-FB63B2E5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59996535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F8E2A6-3830-41FD-8CFA-ABF68F29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6DAFB-889C-4E25-A302-48DC9C11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0D3F2-F6F9-4172-A4A6-E5B1C7B1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6F245-FD8A-452A-9D12-207044EA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880B4-CD42-49D6-8BB1-81C8507E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D3DB9-C083-4225-9FAA-DB463395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11334378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7A6A81-E549-43D4-A9F3-83CEF6BE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21CE0-AD66-4841-B815-BB5EF872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D13BF2-2BB4-4716-8FFF-82684C14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BDC9D-0B5F-44F9-9667-B5A44FAB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27A6F-B66E-4CA1-963B-105DF372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Analog: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Communication: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Schemes: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Modern: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Scheme: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6B9B1-C874-4719-943C-580877FD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93619528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03B71B-BAE7-465E-8846-DA8F86ED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23CA8-9E47-4D09-A582-B185161E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91957E-B5E6-46A9-A5D9-4644F2EC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6D38C1-60DE-4F0D-A13F-E9305D7B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9ACE5-D8B0-4207-9EAC-EEA655D7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Input/source: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Component role: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Circuit/system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Waveform/output: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903DA-7A64-431D-857E-238E5095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59132087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1B4E02-30AE-483A-BDA6-477B69EC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8D0677-C498-4C85-9B32-E3EE2496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92562-3489-43CB-855A-2F1F6B98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777B6F-CCFB-4E46-AFA0-9D1A3CC9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00A81-4536-4BC0-989D-4D951177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Naming components without explaining their effect on voltage, current, signal, or power.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482BF5-833B-4E42-9710-0F1C0978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02586345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69583-F756-4372-A3A1-5EFB7780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5B5B46-567E-4F9D-BB52-099EC617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F4D34F-DA3E-4478-B696-4C4C66F7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C1693C-E2F7-4D92-9DAD-12A17AD3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C9AD5-56A5-48BC-832C-3D76FED8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Schemes : Introduction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Scheme : Information Source a nd Input Transducer, Transmitter, Channel...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Schemes: Amplitude Modulation , Angle Modulation , Advantages of Digita...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Schemes: ASK, FSK, PSK, (Explanation with Waveform) Text 2: 1.1, 1.2, 1...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3EB865-507C-4269-8C74-05231938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FFA40-66EF-4DBF-AC3F-A6DA2E40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C0607E-EC3F-49F8-8110-70D8D06F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86885416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B561DA-B688-4FC2-B77F-20C27C83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20028-5437-4E48-BBFF-5B54D595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Scheme : Information Source a nd Input Tran...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771608-7234-459A-BED5-21B9C5C2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CB772-5416-46CF-994E-FC8D512F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D0A41-FC5C-4BB5-89D3-5E092635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7B313-B318-4504-9C91-2F365826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8A03A2-25E1-4F6C-B6BB-E2E7F305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B0D831-4C5D-4FC6-9D12-A29D3E79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525DFF-0FBD-4061-9317-2B0AF2B4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F5910-B92B-4F8A-922F-26D7F0D1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3E9262-5B2D-491F-AF1E-56409909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3BF0A8-70A0-418B-AD2F-30D444D0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753A35-06E1-452F-AB3B-2BE1122B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402DFF-7A58-4647-928E-0C76F952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2569E4-FB26-436F-A33F-2E366408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4F900C-3416-4C71-9501-05AC43A3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A44423-7C9A-43A3-8708-ADDBF095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04E163-08EE-4CF6-B558-4EE6C80C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1E29DD-D7C2-4D17-AB57-FD3324BC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706C6D-CCBF-4857-A6EE-C2DACE8C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266AFC-A239-4DA3-AFE0-9BA8942C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451AA5-503F-411C-89C4-4D1F69EB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88C550-7D83-4A20-BC93-8971D13A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0FEBB2-8788-4119-88E5-BBC5B338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A52C1E-6553-4B64-8DF7-6A496FE1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8C2AF9-6733-4C03-A8F1-78A2D5C3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F2C278-7B57-4501-A161-606EEE1F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F77314-D553-466D-BBD4-D0EAA816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6A2477-8430-437E-A4B3-09EB9B56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DEC773-A4C3-4945-9DE0-98854D6D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5FCED9-27B2-4D2A-8856-3AD9CB68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5BE92F-D24D-4587-8188-F6A131C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62310193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BFA82C-A145-4B4F-8D00-8570D0C5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38877B-A166-4AF9-9321-9F2AB9C0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Schemes: Amplitude Modulation , Angle Modul...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D95FA-3D5E-423D-B900-2FE197A9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A6218-B95C-4EB8-A94D-5DC4181D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74784-3707-4CF3-8256-4852FE05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882A7-24DB-4660-AC09-4BF70FC1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2F92B-A6F4-4914-AD16-F0143C4F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E61337-E621-4E05-96BE-B95D3234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53F2AF-A7E7-4346-9AB5-652CAF85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42EA6-264F-4DAD-8385-44DA0F07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0C2CDA-40FD-4021-BA76-02B96D41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BE6A33-BFC3-45A3-9030-EF28A5F1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F4337F-F9DF-44F0-AB22-96AB73A4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CDAD9A-3ADB-42AA-AFB1-2BB13CD7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D9C7CD-7147-4C5B-B32F-63B5F364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CBEF4B-D723-47DA-86E2-3133E484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B1ACA1-9CEF-41DC-9727-BCBF26CA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C47C6E-D45B-476E-A19C-72E0A2F8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AD1D60-8BC8-4B9B-9D24-F034AFA6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E2F283-45EB-43E6-86C8-8D317248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EE8EFD-F59B-4C64-8DEE-37900F26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1B4D37-77D5-4103-AABE-42303084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E54D47-3337-451B-8EC1-F1E5AB73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A526FB-262D-4869-840F-3418B299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1A16FC-E803-483C-B7D3-925232B4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797B51-745B-406C-85C9-3E2604ED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EFCF9E-E9CC-4691-B011-9FCCD7EA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8D4B24-7CA3-48F2-9F5D-B3F32C94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169197-3ECC-4709-AA2F-FCA01BFE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D7AA40-D4AF-47E2-BD90-521E5E8B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94FCB8-B28B-49D3-BADE-A3807E21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1D7040-4969-4DED-B9C9-03C5F3CF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77690157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4F7AC1-A4F4-4B48-8834-C417D927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E02AB4-4B9B-4CF3-99ED-117257B2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Schemes: ASK, FSK, PSK, (Explanation with W...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A38F8-599F-4842-A78B-5D1B2CBE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5B51FD-407B-4480-BC23-1C9D88ED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BED97-8BAF-4B0B-B78A-9A5F2F6B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35D00-3073-4E94-98B2-A980139C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3C7373-C0B8-458D-BBF2-9AF57D28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60036F-4A5D-4AEE-86C4-A4D6D736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23EEFA-C385-48B0-86FC-1994979C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515A36-F44F-4103-ACD4-556C99BD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15D881-A280-4F25-9D83-2C19EC17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52CE72-2ECB-425C-9500-A6E5BD20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9CD63D-2131-4A7F-8923-22328583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618B80-03D6-41EE-BDC6-E5BEA6C3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2689EC-DDDD-42DB-8345-4737A5E3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97A675-60A6-49F0-AE3E-632D4FC6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8001E2-5CA6-47C3-A6B1-6BF61151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5B34C0-D030-4432-8E04-02D6E0A7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EAD266-71F9-4AFB-B5E3-7D1CE484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C4DD7F-6729-444C-A49C-920AEE38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8A49DC-6135-46B6-B274-1B6FE81F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A149B6-388D-4CE8-AC73-C35B6C04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519A57-B3AE-4348-ADBB-49DF4ECC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F29C44-3A3A-4890-A556-52E7227C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5C6F92-F633-4C9C-81BF-8FBFD2C9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F4F9AD-DE3A-43DF-801F-5F57878B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FDD0D6-DEE2-43F6-ADFB-E9483C86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A010C1-B682-41D8-BEAC-82619399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A56DDA-AB9B-42C0-B855-EF297643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73A76D-A183-43D0-A2C8-C7E7ED62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D16E32-A9AA-4148-9544-409D127B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836309-784B-4403-9698-F9F7D3BF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0731879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BF91A0-C328-4036-A5C7-64BA7225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5FA6F-12C9-48B4-B8EB-841E9AFB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Schemes :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BDC4F-CF03-497C-AE08-FD27D202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7523E-53DE-4031-B339-BD55ACDA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DE41D-967E-45AA-95FD-99D75784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C6F113-9D0C-4E89-A9BD-C37316A9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2340F4-2E6A-4D0F-BA07-30485DF9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43844-9D46-4871-B980-7C2E8CA4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D10292-7721-476D-8123-83427117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6C557-4FE6-484A-8626-91778910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295AD8-4EC0-46B3-905A-483001D1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D4FE9-C2E7-4BD3-9CA1-9E4D856B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ABC126-E2F4-4DA4-B708-24624223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6DD7D4-95AE-47E5-91C2-D30B662B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B81261-93FB-4521-A7D2-B969DD85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313C3B-C85F-4773-8A04-1E94D6CC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7E05DF-F7F3-4FB2-BAEC-1D7D3D1C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F7855E-B080-48CF-BE0D-4E836758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ABBC5D-889C-4E3D-AE84-969AC1C5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0E913F-01F0-47C6-8E53-07D2DD29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47294F-6501-4278-83B3-9BABCB62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6AE60F-D241-4B3D-9557-752C9CE3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0B7A9F-90AD-4E8C-9981-E9B6F640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873FB1-1A07-4174-BE69-CF63DCCC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8BC996-D110-46D0-BBBF-7D677CC2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BDC108-CD4D-4530-B167-0712C899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12AE43-3497-49FB-BAB4-5D9BDD4A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B404E0-13BA-4F46-907B-50123422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894FCD-8174-45FF-BD94-DBD1FAF3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A5DD7E-5A41-475B-943F-976729D9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05090B-1EC3-46C0-905A-3A64A406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2735E3-C803-488C-BCBD-80DF05C8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80632968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76BE26-5516-457B-9522-BD3B7BD7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A1B209-728E-4D2F-A830-0C84DDA4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Scheme : Information Source a nd Input Tran...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6FB92-5F0B-4A79-A448-1E1DCAF2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C7807-2330-433D-9CAA-E0DB2C57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6179D7-ECED-4E6D-BA4F-2F51F110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37459-092B-42B2-909C-8685F541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68F20-7B6E-46AD-A317-9B5610D6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018980-463E-4A36-B418-536638CC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A71574-4420-4EE3-A327-4C9EE2C1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209C80-1BF5-4B39-BF64-9D05B0F6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DEFB9D-3ED4-4E50-B6DD-921FA129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CF8E04-490B-441D-BE11-4CA22E9F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28E4A0-B1E8-449C-ABE8-50393C98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666785-EBCB-4CF2-9BC2-05E068A3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31624D-B7DE-4A84-AAAC-F219B189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96E8D2-262A-4BAA-B894-07380A98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F73E97-68AA-4F62-9F25-670E974F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3DC980-BE29-47DD-B082-AC29680F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0977FF-3306-40AF-A1E0-74F7BF28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0FCAE2-E565-4558-8425-7C31381D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035416-83C0-4BA4-9939-D5839230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2B07E1-EA7D-45B1-B1B5-EBB3BE9B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A2BA8A-18A5-42F1-A26C-49E7325F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393C69-9310-40D1-B695-9A7F599F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2503C9-A1B7-46CB-83B1-4C30A22F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278714-3B80-41BD-98B1-452F9649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D40816-EC84-47CD-A676-FD0A0C35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DB61E7-9E4B-4EFA-AE72-1C2286B2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EC74A8-2251-4595-8049-7AE22B0C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83A943-C16B-4A24-AB41-5E971BEF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527E1E-C203-4477-B1A7-6B76F525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E48C51-3F52-4DF2-B390-03D2023F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30770142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3ECCAF-4CE8-40ED-850C-A6D3F3B3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EDF0D-3069-4DB6-A630-24507163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Schemes: Amplitude Modulation , Angle Modul...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97EC6-D4B7-4A6F-BAC7-AAB099D0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A4AF61-3FB4-4810-921C-DAAADFE4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D98D8-7C5E-4AA1-A558-C41B5C3F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C4CDC3-B4E6-47A0-905D-7FE6BD45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F7245-E035-4034-AFE7-50B89C1A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9AB2A-601B-44FC-BE79-93B8F941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E45AE8-5C69-4C2E-A266-9B684791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23CFD3-BFB9-48CA-9D79-2B88E8D5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0FA1EA-7F0E-4A95-BD2C-B45D126B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C2ACAB-52B8-4823-A9DB-AA6E947E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C08FB5-9561-472B-B234-AE928432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E7B5BA-D939-463F-9A74-D8438015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7C727D-7449-4A7D-AA4C-C782408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3E34DC-1B34-4333-8D04-366D734F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EB0058-E737-4D72-8FB0-4F7A718B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5B2BD0-5F65-4E7C-920B-562A3172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BC5FA5-2E9B-44E1-82C4-74CE84C3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5DF5ED-1EB4-4BC6-A3EA-2CCD21F8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221A08-466B-40DB-885D-FE4C813F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991AA3-FFD4-48D7-9052-D988AE26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215B5C-7800-42EB-AB21-092B0F37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60EECD-6D5E-4015-B146-84F90681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7B633D-748B-4779-A7AF-CF10CBCE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B6E135-072F-4E84-A538-E1CA3190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693C47-C9A5-45A7-B21B-203B7C97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7323C2-BCE3-4030-B0A7-BD16F75E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76888E-59B5-4A7C-8F1C-3B93F503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40AA98-40E7-4C16-A577-7F4DF8B2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07981B-E22E-42AE-B8FA-135FBA9E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DA66EE-B4A7-4E26-AA59-B32D7B08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32637410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1EECA9-A4E9-4D05-9D51-8F79D2A5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806C7-C321-43B1-8C8F-9781BB98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Schemes: ASK, FSK, PSK, (Explanation with W...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1F4FE-6EA9-4082-9D71-16EFA60F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04ECA-111E-4E21-96B9-A248A29C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D9DDF-41C4-4BD1-8C66-9AD294A4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3E64E-49C1-4CB5-A53D-C984FBAD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56A49-AF70-40A9-BF89-3C1A952E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6D4AE9-D0B1-4C7A-B849-91178AA0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ADB812-4C58-469B-B12A-52CBB026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30869-72E4-41DC-AC71-99398F00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7CB318-82FF-4573-9F39-5893C041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A98B68-3534-4BEA-B622-08F51E33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993356-FC58-45C8-9099-73A6F0C3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994B0E-5589-4C93-99F0-F9EC137B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37B3F0-81E5-4FF9-8AE3-0B076C48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399CA0-3F53-4BAF-9F82-1777D5A1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C4C43A-7E9A-4806-BFA4-0D295227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CB261E-DC59-4A4F-BDD0-2B35952F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770444-D6F7-4606-A8A6-9B41ABF4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9CEE4E-C708-445B-8098-2C4029AA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A1B397-E233-44FA-80FA-0403E91B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47F042-EE67-4FE6-8550-E77FE794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2EFBF3-BD10-4226-A397-37CEB79C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1FBE6C-80BE-4662-BF88-956C7471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938F16-DAC3-46B4-A4E6-926AE21E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41F116-DF90-45CC-956D-91F5AF16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6F2028-5969-4AD8-B164-C0E22DAA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C6156C-CDEF-4887-B55D-AFD5B2E8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D890C1-CA7D-4347-826C-C4415670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577FDD-13E5-4D01-B9D8-D29BF2E1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2B0258-E23B-4E90-AAF0-4150C578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0DD34B-F6BB-4B26-8BB0-10E56239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79461577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F8A273-7D87-4040-B561-3DCB2C43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ED536-EE8E-407D-8C8D-AB5AE396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Schemes :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F7B47E-8437-450D-9829-6FD3ABB8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20ABE-91FA-46D6-87F9-FC3BD566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279789-0795-457E-A315-33558D8B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27641F-82E7-4F20-AF67-4AD57945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3B9985-DD0B-4FFA-B8E9-E07B96D1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1E08B-2793-4192-AD3E-BE13A23F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EA913-C7B2-4800-AAFD-D9706A25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63C884-4B74-4FD6-BD29-1B0E0DB5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4F93A7-EFD2-4A8D-A3B3-97CB5C65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839386-F76B-4AC5-B5BE-E069FE7B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0D9D8A-A62D-4336-95CF-64395FBF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FE194-885A-495E-AF03-F8B4681D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96BC21-ADD1-4E77-A4A6-4A6E259B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D96324-5DA0-49DC-982A-8CF55AEE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E4FA67-08B1-4F69-8BD7-F3EC1643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53FB29-DB9B-40F9-910F-643451B5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80DE81-15DC-4C3E-B1C8-7B1C8A71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E1E856-9A96-4510-8123-8B8237D2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FB27D3-F1A0-46D5-9825-77EB5389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8F2C2F-5F69-42C7-9570-A77FE58A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2D95C5-4A58-4144-986F-397F8263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15F132-68C5-41DD-B8D1-4DFD435A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34B49C-6483-403A-9605-84407A87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3CA4FE-B697-43EA-994E-DB870F09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624775-FF3F-463D-88D0-DEAA0232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FBD997-A235-4FFB-AD0E-6067A91E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C01598-8FAB-419C-8740-D18514DB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97513A-5FDA-465B-954A-9DCE408A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E9D046-D1C2-452C-91A9-8AD98564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244A02-4A95-440B-9A22-2D1E2593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09474854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7A60FD-02EE-4596-AB97-AB62CEC2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1B42D6-08F8-49B1-80D9-E0C68CA5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Scheme : Information Source a nd Input Tran...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E63A45-784A-44D0-BF56-EE896DA5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425BE-A55D-4D93-9067-913F2FFD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34C18-67CE-43E7-85F9-111AD774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7A7C2-3465-4EBF-AF1F-2A3C3737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5D13D-C489-4ECA-B49C-A89E572F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9F7BD-DB38-4904-B1DB-F4BDA939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FF7017-6B48-4251-B760-413DE9A4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8A192F-66C4-420B-9FD5-AE6E7CD7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1DD56A-D40B-41F9-A5CC-8F123FF3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DCAD95-C079-4E7B-B63C-4577E67F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539709-87A6-4F5B-9B3F-D05A854B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4795F0-6258-4804-9A55-F434D62D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D7EA73-D553-4024-868A-EF19BBB7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7BEFB8-6689-4AA5-A969-6315DC21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498B0C-B02A-4947-9BC0-E59CC740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690AD1-0291-4011-A66B-E412E419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220477-BA33-4024-9D49-6203AD1D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B89CBE-FE42-493B-BC3B-B0ED4AE4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66593F-67D8-49AB-8D3B-BDAD8838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4BBF28-B73C-4346-BC19-5C9B6A6B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402DC0-0B46-4C9E-A155-89197C60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A0184D-42DA-410C-A5BC-04C4125C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B7B32C-1B61-4C9E-8A90-D0A3CCC4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920375-EC10-4A25-BB9A-6306D15A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99382E-914D-421D-A156-6DA33CE7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742C9C-3BFE-4DAB-A232-8FEE6A56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4A723C-0F64-423A-A827-625FE295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F3D1EE-9865-447A-93E3-EB5195EC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ADC135-1A07-4E7B-A5C9-38D1F256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A95A05-F784-44A9-9E65-B940A7CF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50819278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5D17AD-E595-4CC4-9209-B7520AFA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0B471-950B-4221-9EBF-CA833738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Schemes: Amplitude Modulation , Angle Modul...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597E71-D638-4872-A14F-16E92AA1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63BF30-81C6-4F07-8128-C883AA1E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D60DFF-F6D3-46F3-9E1C-BAF8CAFD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838E3-7270-4230-A2F3-403D6E01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2362A-DD3A-40C7-9B20-DA18E9B9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8E227-B552-49E0-AC28-A4F15816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441ECE-92F0-408B-B440-32070559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DB2470-6F57-4906-9AFB-92A62838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6D89FD-8442-48CE-9C10-9C55EC26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DA8582-ABD3-45CB-A3BC-32A9133F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0A116-BE32-4E0F-A047-B837B599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8E5917-39DF-40BD-8E69-275FC3B0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EB8534-3E2E-4FEE-8F1C-9440B171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B1B55C-12FD-4505-ADF8-68EC65C6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B7C59D-9D29-460A-B34A-37E789D5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54AE18-A8EC-41AF-87C3-1B478A1E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9F3388-01B3-4E1A-B624-164ADAD9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326743-BE6E-47E5-AF4C-64D5F473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BE3B05-E9EC-4429-A6C7-4347F3A8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5E105D-D39A-4C72-976E-EE460AB0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681473-C74A-454C-9F90-3FA97AAF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E67E2D-1B6C-47F6-9CB8-F1547DD2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271033-E6E7-45EF-B24A-E5B3CCD9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505619-5DD9-4A0F-A564-36CFA0B7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2877EE-5E0D-4E21-86AD-FC0585B5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53EA3E-8D4A-49BB-9367-8651833A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2CF46B-8F72-4308-97ED-D52428F5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6ACB75-86E0-493F-86C7-E5984FE9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AD7CB3-C70D-4023-93F2-D84C59DE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B8778F-D925-4540-9B5D-0D38580E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5631316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E2D90A-6232-4D66-BBF1-FDB36719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060F1-E7D3-4DC2-820B-327AC462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Schemes: ASK, FSK, PSK, (Explanation with W...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8CF6A3-6834-4515-AF32-90B558AE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89629-CFA8-45AB-800D-8ED40B0D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65B5B-6E9E-495E-9035-FFCE793D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50FB6-F5C8-4201-951F-140ECA3D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59397C-263F-480A-A097-95A433AF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783CB0-79BC-4C37-AA23-4CB60F2B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D5AD1-614E-4FB2-B00C-504CC615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8CB387-9691-4F06-92E3-DD2CF140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E89C46-3969-4DE7-81E9-817B8808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0D90E3-37EA-4FE5-A2D6-50F3C921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F01F02-BA06-47C0-B105-E27A986E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A4FFD1-B8CD-4A46-BE4C-3E1E5527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1C2436-6A64-4091-B74A-9028CA52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290F5E-05EF-40E3-A66D-BB5377BC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609303-1751-4915-8307-1BFE0C70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FEF6F3-20D9-4DAA-A8C0-3502E2CE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6768C9-02F1-4222-9EBD-5B08A85D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58860A-E557-41E9-A72C-A75CAF38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65A555-0DF0-43E9-A4AF-1C82312D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1E84C8-7AE8-4248-8CEB-60A0D4BB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C2DE63-0351-4917-87B6-81006768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3F941A-402A-4B6D-B629-7382A193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02EB1D-BF6D-4EF4-9A90-5D59F5A5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087579-1FA4-48B2-881A-7B32B4F7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1FE5CE-48D8-4128-89C9-FB03C9E3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78A6E1-0710-48B8-BA00-27143AAC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501408-B9B4-47FA-8145-BD1F11DB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19EA6D-2673-477E-AD43-AE8F4AB3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8B38B4-035A-403B-A15C-43B56A82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A617A3-24C3-4460-BB99-A13034A1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4253712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9920AB-3CFA-4158-941E-6E18A2AF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94DA5-861D-4300-A6FF-F4695901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Schemes :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ADC95-DF80-4C36-BCC3-0E6A325C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DFC38-9E88-4051-A1EF-4275937A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7C5157-CD2F-4B7D-84C0-782A073E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93D87-83EB-42BD-8BBB-539F0EBA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5EBF2-6952-4E90-9AF0-62D046C1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1351F3-8B49-46D2-B245-DCE696FF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5158EA-4781-49D1-ADF9-0A8AC655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9B393-8DFE-4ED7-A5C1-817981B2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5C4D03-310D-46B7-B817-CF516246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9402B4-1694-4B30-9E03-B896320C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C50D64-877A-4736-841B-1CEFBB29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B5F236-160F-45A2-9072-2667E447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7C96FE-664E-4E5D-94EC-7816A359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47BBBB-CEBA-4829-8868-F18A7926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AE93C1-0FD5-4338-9040-D506FE6C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2088E3-86F4-48E6-AE25-BAF5BC7D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CF018A-C8C8-4E07-ACFC-E0C36A2F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A9156C-1BA3-4AD1-8221-279CE53E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A6016C-A365-487F-AF1D-438AABA6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3790E4-7358-475F-A64B-26F26E52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FC50EA-798A-43C6-BF24-CD42BFB4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7CC0E1-BF52-4504-83A9-A76ACF41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841251-CE36-42F2-ABC4-2EDB6D55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000B03-B2C6-4145-BCE8-B77E5C0F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73E677-6853-41E6-93C4-01513032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D4F824-2A41-4D6A-A08D-66FF8E54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8BCF36-0DA4-42EC-B09A-9F7AEE82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644D04-C9E6-400F-9C85-973ECAD3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AFF977-86AF-4E82-B46B-A8EB2999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E91F78-7023-4D3C-B5A0-B75712FF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09111131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64BC65-C39E-4EBC-8CE4-4892BD10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63AD6D-64B3-4134-AD9D-06F24D81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Scheme : Information Source a nd Input Tran...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76FA6-3C41-44B6-BDC6-011C69BF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881C1-BF11-4D3D-BB5C-02882488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D6F7B3-3C8A-4451-9A52-1DA1414C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9E919A-1354-4122-9085-E24AD286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DFE9CA-AC65-44F7-986E-A9B50227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397C51-F8FC-4949-962C-82103BB1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1402D-1B40-4917-98E5-84B569B6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1F18C-BC1D-43C1-A2F8-D178A946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DAB8BC-871C-4FF1-B89D-40763D85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6ABBA4-827A-47A1-9B0D-7C5A7AD2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E58F1C-838A-4F52-95CB-2251354E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F8938A-A09A-40E3-BD68-EE1E7EDB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84D3D6-669C-4000-8BC7-DB3D2E92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5654BF-1B97-4FFF-96D5-996AACE9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B8CD4E-8075-40CC-963D-E870C869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469033-D0C6-4836-878E-F24CADC6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9B8145-3961-477F-887B-B673C074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6013F9-9452-4BDC-BD63-F85DCB9E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9D6D14-8180-4645-B627-EE821D63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BEDBAC-CB0E-493C-9533-87AEDC92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2FF493-AD91-4804-B890-EFA27463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C31E5F-985C-43D9-9401-11B162A1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148244-32B9-4528-97C4-F4F05786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7ACC3B-AE05-4710-BC8F-FD2D5588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868A5D-F7BD-4EE1-9F3C-FFD932CA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C72D03-F82D-4011-B278-5CD229A0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27FE3D-F578-4F74-977D-2456A2BE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0B62E7-5AF6-4974-AD42-0749F1C0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0A07BF-0460-45D9-829F-A831A962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166EE6-E55F-4424-B20A-23032E10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44897899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4DEB77-F3E8-44FC-AEBD-0B8772B6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E458B1-D649-4B91-B7E4-F1C9300E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Schemes: Amplitude Modulation , Angle Modul...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B9C6B-081A-49C8-A643-63FC4CF2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F87001-27EB-4401-B9EB-7BCF7780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E1B20-E8E5-4004-8A69-CAE87E22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C64944-CB02-404E-ADF9-92FBC80B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A6463-2EC0-4926-997D-16063947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6AC0D7-0AAE-4DA6-B4D7-33415388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B7D4E7-0B5A-4B7E-AC1B-761A9A45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B1607A-2471-4B6A-A7AB-40F3C3CB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9CB250-A011-499D-B8A4-BA2D0572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5D5AF8-A6C1-4944-8D95-C6CF083C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49292A-3127-4E99-9BC7-3C7075A2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A53B95-A385-4ED1-AFE4-117FC9FA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1FB153-9E04-4E6C-911B-A495E730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9A7D58-4238-42DB-A8D8-6E0E7ABC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3AA9B4-836C-4457-BE88-80279035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33D01C-4AAD-4A0E-81C3-ECB42845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FC6FAE-012F-4FA8-A565-5095B358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77DCE1-AF56-4323-9E79-866896A0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20B8A4-E57C-4041-954E-5E1EC9B2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3F7687-D44E-4495-BFAC-9A3432BC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D769DD-F487-41B7-A11E-BE0D2CB1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1FE6D7-6A42-4963-B3B1-EB6967DD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E0405D-3925-4258-9381-E4283EE8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B7DA4D-8A83-4A00-B132-BA92B049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FB43B8-6311-4F81-AAA1-24CF67D8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7349DF-BB86-4259-9A04-563462F9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B2C4B1-0120-4D15-8E67-9C39AFDF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E4AE18-8298-4D7C-BCEC-110DF393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6CB37B-55CC-45BD-9277-8F675E6D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2CE847-EB18-43B8-AA97-CEB84525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6287499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2026-08-24T16:02:48.6080000Z</dcterms:created>
  <dcterms:modified xsi:type="dcterms:W3CDTF">2026-08-24T16:02:48.6080000Z</dcterms:modified>
</coreProperties>
</file>