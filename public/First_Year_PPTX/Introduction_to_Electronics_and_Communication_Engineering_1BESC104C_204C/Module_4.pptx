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28daf855e4000" /><Relationship Type="http://schemas.openxmlformats.org/officeDocument/2006/relationships/extended-properties" Target="/docProps/app.xml" Id="R4dbccf7a8ec54acd" /><Relationship Type="http://schemas.openxmlformats.org/officeDocument/2006/relationships/officeDocument" Target="/ppt/presentation.xml" Id="R19217759bfe548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445c629d64229"/>
  </p:sldMasterIdLst>
  <p:notesMasterIdLst>
    <p:notesMasterId xmlns:r="http://schemas.openxmlformats.org/officeDocument/2006/relationships" r:id="R40377b4bdc514928"/>
  </p:notesMasterIdLst>
  <p:sldIdLst>
    <p:sldId xmlns:r="http://schemas.openxmlformats.org/officeDocument/2006/relationships" id="256" r:id="R852da8c9f52d46a1"/>
    <p:sldId xmlns:r="http://schemas.openxmlformats.org/officeDocument/2006/relationships" id="257" r:id="Rd637e8d867dd475e"/>
    <p:sldId xmlns:r="http://schemas.openxmlformats.org/officeDocument/2006/relationships" id="258" r:id="R23858af198b64474"/>
    <p:sldId xmlns:r="http://schemas.openxmlformats.org/officeDocument/2006/relationships" id="259" r:id="R86975bd9e0374bef"/>
    <p:sldId xmlns:r="http://schemas.openxmlformats.org/officeDocument/2006/relationships" id="260" r:id="Rb9b78f3bba5b4857"/>
    <p:sldId xmlns:r="http://schemas.openxmlformats.org/officeDocument/2006/relationships" id="261" r:id="R39be0513106e4974"/>
    <p:sldId xmlns:r="http://schemas.openxmlformats.org/officeDocument/2006/relationships" id="262" r:id="Rf3ef001be1c844fb"/>
    <p:sldId xmlns:r="http://schemas.openxmlformats.org/officeDocument/2006/relationships" id="263" r:id="Ra8fb33c5caff47e5"/>
    <p:sldId xmlns:r="http://schemas.openxmlformats.org/officeDocument/2006/relationships" id="264" r:id="R69d18771e5324fa5"/>
    <p:sldId xmlns:r="http://schemas.openxmlformats.org/officeDocument/2006/relationships" id="265" r:id="R5d707b72cc454d65"/>
    <p:sldId xmlns:r="http://schemas.openxmlformats.org/officeDocument/2006/relationships" id="266" r:id="Rfeaa4c5c854d4e58"/>
    <p:sldId xmlns:r="http://schemas.openxmlformats.org/officeDocument/2006/relationships" id="267" r:id="R02e380851aef44f2"/>
    <p:sldId xmlns:r="http://schemas.openxmlformats.org/officeDocument/2006/relationships" id="268" r:id="R3ab3efc8895a43cc"/>
    <p:sldId xmlns:r="http://schemas.openxmlformats.org/officeDocument/2006/relationships" id="269" r:id="Rd4f82762527c4f0d"/>
    <p:sldId xmlns:r="http://schemas.openxmlformats.org/officeDocument/2006/relationships" id="270" r:id="Rb700eb4c45524237"/>
    <p:sldId xmlns:r="http://schemas.openxmlformats.org/officeDocument/2006/relationships" id="271" r:id="R07cc1e391fe343ff"/>
    <p:sldId xmlns:r="http://schemas.openxmlformats.org/officeDocument/2006/relationships" id="272" r:id="R53dadb86377c4d9f"/>
    <p:sldId xmlns:r="http://schemas.openxmlformats.org/officeDocument/2006/relationships" id="273" r:id="Rccb69939e6204cc4"/>
    <p:sldId xmlns:r="http://schemas.openxmlformats.org/officeDocument/2006/relationships" id="274" r:id="Rdc50b3a40e7348b9"/>
    <p:sldId xmlns:r="http://schemas.openxmlformats.org/officeDocument/2006/relationships" id="275" r:id="R45792d1f45c349f0"/>
    <p:sldId xmlns:r="http://schemas.openxmlformats.org/officeDocument/2006/relationships" id="276" r:id="R829ef32fc17f4d34"/>
    <p:sldId xmlns:r="http://schemas.openxmlformats.org/officeDocument/2006/relationships" id="277" r:id="R6b3dd76ac33b425c"/>
    <p:sldId xmlns:r="http://schemas.openxmlformats.org/officeDocument/2006/relationships" id="278" r:id="R0b83c41e00fa45b9"/>
    <p:sldId xmlns:r="http://schemas.openxmlformats.org/officeDocument/2006/relationships" id="279" r:id="R5027281fec6c42f4"/>
    <p:sldId xmlns:r="http://schemas.openxmlformats.org/officeDocument/2006/relationships" id="280" r:id="Rd2ab8cb6928a4083"/>
    <p:sldId xmlns:r="http://schemas.openxmlformats.org/officeDocument/2006/relationships" id="281" r:id="R4612741e631d4f33"/>
    <p:sldId xmlns:r="http://schemas.openxmlformats.org/officeDocument/2006/relationships" id="282" r:id="Ra59f026d15394ee0"/>
    <p:sldId xmlns:r="http://schemas.openxmlformats.org/officeDocument/2006/relationships" id="283" r:id="Rfc10c9337f72411e"/>
    <p:sldId xmlns:r="http://schemas.openxmlformats.org/officeDocument/2006/relationships" id="284" r:id="R1cbeb9acb0394268"/>
    <p:sldId xmlns:r="http://schemas.openxmlformats.org/officeDocument/2006/relationships" id="285" r:id="Rae52dbd81cb04955"/>
    <p:sldId xmlns:r="http://schemas.openxmlformats.org/officeDocument/2006/relationships" id="286" r:id="Rc33d6a124a344ad5"/>
    <p:sldId xmlns:r="http://schemas.openxmlformats.org/officeDocument/2006/relationships" id="287" r:id="Rb7fdbe94b5ac40bb"/>
    <p:sldId xmlns:r="http://schemas.openxmlformats.org/officeDocument/2006/relationships" id="288" r:id="Re494e88bd646456a"/>
    <p:sldId xmlns:r="http://schemas.openxmlformats.org/officeDocument/2006/relationships" id="289" r:id="R26558a5280c5449e"/>
    <p:sldId xmlns:r="http://schemas.openxmlformats.org/officeDocument/2006/relationships" id="290" r:id="R4c10684f54a2499b"/>
    <p:sldId xmlns:r="http://schemas.openxmlformats.org/officeDocument/2006/relationships" id="291" r:id="R36fd662b37594393"/>
    <p:sldId xmlns:r="http://schemas.openxmlformats.org/officeDocument/2006/relationships" id="292" r:id="Rfb72c33bd5a34212"/>
    <p:sldId xmlns:r="http://schemas.openxmlformats.org/officeDocument/2006/relationships" id="293" r:id="R3cc94b73735b459c"/>
    <p:sldId xmlns:r="http://schemas.openxmlformats.org/officeDocument/2006/relationships" id="294" r:id="Rd63a2dc45ad24f46"/>
    <p:sldId xmlns:r="http://schemas.openxmlformats.org/officeDocument/2006/relationships" id="295" r:id="R822d49af519348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a37eab5e1e4497" /><Relationship Type="http://schemas.openxmlformats.org/officeDocument/2006/relationships/slideMaster" Target="/ppt/slideMasters/slideMaster1.xml" Id="Rdcb445c629d64229" /><Relationship Type="http://schemas.openxmlformats.org/officeDocument/2006/relationships/notesMaster" Target="/ppt/notesMasters/notesMaster1.xml" Id="R40377b4bdc514928" /><Relationship Type="http://schemas.openxmlformats.org/officeDocument/2006/relationships/presProps" Target="/ppt/presProps.xml" Id="R9ebfb7236a0f432a" /><Relationship Type="http://schemas.openxmlformats.org/officeDocument/2006/relationships/tableStyles" Target="/ppt/tableStyles.xml" Id="R7f8c7afa53ab4e3c" /><Relationship Type="http://schemas.openxmlformats.org/officeDocument/2006/relationships/slide" Target="/ppt/slides/slide1.xml" Id="R852da8c9f52d46a1" /><Relationship Type="http://schemas.openxmlformats.org/officeDocument/2006/relationships/slide" Target="/ppt/slides/slide2.xml" Id="Rd637e8d867dd475e" /><Relationship Type="http://schemas.openxmlformats.org/officeDocument/2006/relationships/slide" Target="/ppt/slides/slide3.xml" Id="R23858af198b64474" /><Relationship Type="http://schemas.openxmlformats.org/officeDocument/2006/relationships/slide" Target="/ppt/slides/slide4.xml" Id="R86975bd9e0374bef" /><Relationship Type="http://schemas.openxmlformats.org/officeDocument/2006/relationships/slide" Target="/ppt/slides/slide5.xml" Id="Rb9b78f3bba5b4857" /><Relationship Type="http://schemas.openxmlformats.org/officeDocument/2006/relationships/slide" Target="/ppt/slides/slide6.xml" Id="R39be0513106e4974" /><Relationship Type="http://schemas.openxmlformats.org/officeDocument/2006/relationships/slide" Target="/ppt/slides/slide7.xml" Id="Rf3ef001be1c844fb" /><Relationship Type="http://schemas.openxmlformats.org/officeDocument/2006/relationships/slide" Target="/ppt/slides/slide8.xml" Id="Ra8fb33c5caff47e5" /><Relationship Type="http://schemas.openxmlformats.org/officeDocument/2006/relationships/slide" Target="/ppt/slides/slide9.xml" Id="R69d18771e5324fa5" /><Relationship Type="http://schemas.openxmlformats.org/officeDocument/2006/relationships/slide" Target="/ppt/slides/slide10.xml" Id="R5d707b72cc454d65" /><Relationship Type="http://schemas.openxmlformats.org/officeDocument/2006/relationships/slide" Target="/ppt/slides/slide11.xml" Id="Rfeaa4c5c854d4e58" /><Relationship Type="http://schemas.openxmlformats.org/officeDocument/2006/relationships/slide" Target="/ppt/slides/slide12.xml" Id="R02e380851aef44f2" /><Relationship Type="http://schemas.openxmlformats.org/officeDocument/2006/relationships/slide" Target="/ppt/slides/slide13.xml" Id="R3ab3efc8895a43cc" /><Relationship Type="http://schemas.openxmlformats.org/officeDocument/2006/relationships/slide" Target="/ppt/slides/slide14.xml" Id="Rd4f82762527c4f0d" /><Relationship Type="http://schemas.openxmlformats.org/officeDocument/2006/relationships/slide" Target="/ppt/slides/slide15.xml" Id="Rb700eb4c45524237" /><Relationship Type="http://schemas.openxmlformats.org/officeDocument/2006/relationships/slide" Target="/ppt/slides/slide16.xml" Id="R07cc1e391fe343ff" /><Relationship Type="http://schemas.openxmlformats.org/officeDocument/2006/relationships/slide" Target="/ppt/slides/slide17.xml" Id="R53dadb86377c4d9f" /><Relationship Type="http://schemas.openxmlformats.org/officeDocument/2006/relationships/slide" Target="/ppt/slides/slide18.xml" Id="Rccb69939e6204cc4" /><Relationship Type="http://schemas.openxmlformats.org/officeDocument/2006/relationships/slide" Target="/ppt/slides/slide19.xml" Id="Rdc50b3a40e7348b9" /><Relationship Type="http://schemas.openxmlformats.org/officeDocument/2006/relationships/slide" Target="/ppt/slides/slide20.xml" Id="R45792d1f45c349f0" /><Relationship Type="http://schemas.openxmlformats.org/officeDocument/2006/relationships/slide" Target="/ppt/slides/slide21.xml" Id="R829ef32fc17f4d34" /><Relationship Type="http://schemas.openxmlformats.org/officeDocument/2006/relationships/slide" Target="/ppt/slides/slide22.xml" Id="R6b3dd76ac33b425c" /><Relationship Type="http://schemas.openxmlformats.org/officeDocument/2006/relationships/slide" Target="/ppt/slides/slide23.xml" Id="R0b83c41e00fa45b9" /><Relationship Type="http://schemas.openxmlformats.org/officeDocument/2006/relationships/slide" Target="/ppt/slides/slide24.xml" Id="R5027281fec6c42f4" /><Relationship Type="http://schemas.openxmlformats.org/officeDocument/2006/relationships/slide" Target="/ppt/slides/slide25.xml" Id="Rd2ab8cb6928a4083" /><Relationship Type="http://schemas.openxmlformats.org/officeDocument/2006/relationships/slide" Target="/ppt/slides/slide26.xml" Id="R4612741e631d4f33" /><Relationship Type="http://schemas.openxmlformats.org/officeDocument/2006/relationships/slide" Target="/ppt/slides/slide27.xml" Id="Ra59f026d15394ee0" /><Relationship Type="http://schemas.openxmlformats.org/officeDocument/2006/relationships/slide" Target="/ppt/slides/slide28.xml" Id="Rfc10c9337f72411e" /><Relationship Type="http://schemas.openxmlformats.org/officeDocument/2006/relationships/slide" Target="/ppt/slides/slide29.xml" Id="R1cbeb9acb0394268" /><Relationship Type="http://schemas.openxmlformats.org/officeDocument/2006/relationships/slide" Target="/ppt/slides/slide30.xml" Id="Rae52dbd81cb04955" /><Relationship Type="http://schemas.openxmlformats.org/officeDocument/2006/relationships/slide" Target="/ppt/slides/slide31.xml" Id="Rc33d6a124a344ad5" /><Relationship Type="http://schemas.openxmlformats.org/officeDocument/2006/relationships/slide" Target="/ppt/slides/slide32.xml" Id="Rb7fdbe94b5ac40bb" /><Relationship Type="http://schemas.openxmlformats.org/officeDocument/2006/relationships/slide" Target="/ppt/slides/slide33.xml" Id="Re494e88bd646456a" /><Relationship Type="http://schemas.openxmlformats.org/officeDocument/2006/relationships/slide" Target="/ppt/slides/slide34.xml" Id="R26558a5280c5449e" /><Relationship Type="http://schemas.openxmlformats.org/officeDocument/2006/relationships/slide" Target="/ppt/slides/slide35.xml" Id="R4c10684f54a2499b" /><Relationship Type="http://schemas.openxmlformats.org/officeDocument/2006/relationships/slide" Target="/ppt/slides/slide36.xml" Id="R36fd662b37594393" /><Relationship Type="http://schemas.openxmlformats.org/officeDocument/2006/relationships/slide" Target="/ppt/slides/slide37.xml" Id="Rfb72c33bd5a34212" /><Relationship Type="http://schemas.openxmlformats.org/officeDocument/2006/relationships/slide" Target="/ppt/slides/slide38.xml" Id="R3cc94b73735b459c" /><Relationship Type="http://schemas.openxmlformats.org/officeDocument/2006/relationships/slide" Target="/ppt/slides/slide39.xml" Id="Rd63a2dc45ad24f46" /><Relationship Type="http://schemas.openxmlformats.org/officeDocument/2006/relationships/slide" Target="/ppt/slides/slide40.xml" Id="R822d49af5193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eceecc9c140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de84d5e1049ce" /><Relationship Type="http://schemas.openxmlformats.org/officeDocument/2006/relationships/notesMaster" Target="/ppt/notesMasters/notesMaster1.xml" Id="R8698fc95757a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8c90ac94f4f9b" /><Relationship Type="http://schemas.openxmlformats.org/officeDocument/2006/relationships/notesMaster" Target="/ppt/notesMasters/notesMaster1.xml" Id="R98532b88c522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d354a4ed114ac0" /><Relationship Type="http://schemas.openxmlformats.org/officeDocument/2006/relationships/notesMaster" Target="/ppt/notesMasters/notesMaster1.xml" Id="R81ae3dc8b5964d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0278353a004e6c" /><Relationship Type="http://schemas.openxmlformats.org/officeDocument/2006/relationships/notesMaster" Target="/ppt/notesMasters/notesMaster1.xml" Id="R3682fa3cc621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a3a0dd124437d" /><Relationship Type="http://schemas.openxmlformats.org/officeDocument/2006/relationships/notesMaster" Target="/ppt/notesMasters/notesMaster1.xml" Id="R7dbcca6ef08d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cd41c2a354021" /><Relationship Type="http://schemas.openxmlformats.org/officeDocument/2006/relationships/notesMaster" Target="/ppt/notesMasters/notesMaster1.xml" Id="R1da53ba4768c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c3c9a763a34dff" /><Relationship Type="http://schemas.openxmlformats.org/officeDocument/2006/relationships/notesMaster" Target="/ppt/notesMasters/notesMaster1.xml" Id="R7b28108b36f644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62c4752fd4450" /><Relationship Type="http://schemas.openxmlformats.org/officeDocument/2006/relationships/notesMaster" Target="/ppt/notesMasters/notesMaster1.xml" Id="Ra46333160f7844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2a5bfdcd7b4ee4" /><Relationship Type="http://schemas.openxmlformats.org/officeDocument/2006/relationships/notesMaster" Target="/ppt/notesMasters/notesMaster1.xml" Id="R564dfe254a5a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0f7d70e93849c8" /><Relationship Type="http://schemas.openxmlformats.org/officeDocument/2006/relationships/notesMaster" Target="/ppt/notesMasters/notesMaster1.xml" Id="R3bdb2c5a070042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0e60e8eee444a3" /><Relationship Type="http://schemas.openxmlformats.org/officeDocument/2006/relationships/notesMaster" Target="/ppt/notesMasters/notesMaster1.xml" Id="R1d967141b57549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ee431d095a418d" /><Relationship Type="http://schemas.openxmlformats.org/officeDocument/2006/relationships/notesMaster" Target="/ppt/notesMasters/notesMaster1.xml" Id="R6b20ce3a29bd41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52e8dafb3b4374" /><Relationship Type="http://schemas.openxmlformats.org/officeDocument/2006/relationships/notesMaster" Target="/ppt/notesMasters/notesMaster1.xml" Id="R49b38e2c1b0247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5a025860284875" /><Relationship Type="http://schemas.openxmlformats.org/officeDocument/2006/relationships/notesMaster" Target="/ppt/notesMasters/notesMaster1.xml" Id="Ra7e03d4361fd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3612d500b94e8c" /><Relationship Type="http://schemas.openxmlformats.org/officeDocument/2006/relationships/notesMaster" Target="/ppt/notesMasters/notesMaster1.xml" Id="R610b8359a19146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95d40442f74656" /><Relationship Type="http://schemas.openxmlformats.org/officeDocument/2006/relationships/notesMaster" Target="/ppt/notesMasters/notesMaster1.xml" Id="Ra880c72c522d40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176e4213804fe1" /><Relationship Type="http://schemas.openxmlformats.org/officeDocument/2006/relationships/notesMaster" Target="/ppt/notesMasters/notesMaster1.xml" Id="R01fae82917914e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3a42ea092842cc" /><Relationship Type="http://schemas.openxmlformats.org/officeDocument/2006/relationships/notesMaster" Target="/ppt/notesMasters/notesMaster1.xml" Id="Rd5ea578461304d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bc5d3763214d41" /><Relationship Type="http://schemas.openxmlformats.org/officeDocument/2006/relationships/notesMaster" Target="/ppt/notesMasters/notesMaster1.xml" Id="Ra5899f11e9014f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55845f1f444206" /><Relationship Type="http://schemas.openxmlformats.org/officeDocument/2006/relationships/notesMaster" Target="/ppt/notesMasters/notesMaster1.xml" Id="Rd756840d78c542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5e6c1f2f914a70" /><Relationship Type="http://schemas.openxmlformats.org/officeDocument/2006/relationships/notesMaster" Target="/ppt/notesMasters/notesMaster1.xml" Id="R3ea74f3f74ed4d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46126dec5b42c4" /><Relationship Type="http://schemas.openxmlformats.org/officeDocument/2006/relationships/notesMaster" Target="/ppt/notesMasters/notesMaster1.xml" Id="R8e03bf105eaa44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c3b75231d541d8" /><Relationship Type="http://schemas.openxmlformats.org/officeDocument/2006/relationships/notesMaster" Target="/ppt/notesMasters/notesMaster1.xml" Id="Rf04d656122e749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32f0f79cfb476c" /><Relationship Type="http://schemas.openxmlformats.org/officeDocument/2006/relationships/notesMaster" Target="/ppt/notesMasters/notesMaster1.xml" Id="Rd211302ef53d40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6e8f300b124d83" /><Relationship Type="http://schemas.openxmlformats.org/officeDocument/2006/relationships/notesMaster" Target="/ppt/notesMasters/notesMaster1.xml" Id="R0e55a659973c4f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87835b8c8b40bb" /><Relationship Type="http://schemas.openxmlformats.org/officeDocument/2006/relationships/notesMaster" Target="/ppt/notesMasters/notesMaster1.xml" Id="R112b013c774b48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4169d624844d5f" /><Relationship Type="http://schemas.openxmlformats.org/officeDocument/2006/relationships/notesMaster" Target="/ppt/notesMasters/notesMaster1.xml" Id="Rba448c879b934a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d04424bbf8496b" /><Relationship Type="http://schemas.openxmlformats.org/officeDocument/2006/relationships/notesMaster" Target="/ppt/notesMasters/notesMaster1.xml" Id="Rd9ed9eae967a40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01db87c0754a59" /><Relationship Type="http://schemas.openxmlformats.org/officeDocument/2006/relationships/notesMaster" Target="/ppt/notesMasters/notesMaster1.xml" Id="R8a459d07eaba44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db722b9b464695" /><Relationship Type="http://schemas.openxmlformats.org/officeDocument/2006/relationships/notesMaster" Target="/ppt/notesMasters/notesMaster1.xml" Id="R2e58c9620d104df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42176fac8274358" /><Relationship Type="http://schemas.openxmlformats.org/officeDocument/2006/relationships/notesMaster" Target="/ppt/notesMasters/notesMaster1.xml" Id="Rfc894ce08fe649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fecce4a634417b" /><Relationship Type="http://schemas.openxmlformats.org/officeDocument/2006/relationships/notesMaster" Target="/ppt/notesMasters/notesMaster1.xml" Id="Raaa28931849349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790425f1f543b8" /><Relationship Type="http://schemas.openxmlformats.org/officeDocument/2006/relationships/notesMaster" Target="/ppt/notesMasters/notesMaster1.xml" Id="Re0e6e790061c43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9fe60197e2c4c5b" /><Relationship Type="http://schemas.openxmlformats.org/officeDocument/2006/relationships/notesMaster" Target="/ppt/notesMasters/notesMaster1.xml" Id="R00e223a395a549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67ae68ba29f4e47" /><Relationship Type="http://schemas.openxmlformats.org/officeDocument/2006/relationships/notesMaster" Target="/ppt/notesMasters/notesMaster1.xml" Id="R224bea30d2b248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a701769c3d496d" /><Relationship Type="http://schemas.openxmlformats.org/officeDocument/2006/relationships/notesMaster" Target="/ppt/notesMasters/notesMaster1.xml" Id="R578a8553091d4a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827acdee9dc40ab" /><Relationship Type="http://schemas.openxmlformats.org/officeDocument/2006/relationships/notesMaster" Target="/ppt/notesMasters/notesMaster1.xml" Id="Rf6dac2a98a244a8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58352dbd1941c6" /><Relationship Type="http://schemas.openxmlformats.org/officeDocument/2006/relationships/notesMaster" Target="/ppt/notesMasters/notesMaster1.xml" Id="Re9568919a9b14f0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a5af93a2f841a8" /><Relationship Type="http://schemas.openxmlformats.org/officeDocument/2006/relationships/notesMaster" Target="/ppt/notesMasters/notesMaster1.xml" Id="R3d77718930f94a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ee37859c4764de7" /><Relationship Type="http://schemas.openxmlformats.org/officeDocument/2006/relationships/notesMaster" Target="/ppt/notesMasters/notesMaster1.xml" Id="R94ccc6797543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1ae68c13c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74a4fb1484d21" /><Relationship Type="http://schemas.openxmlformats.org/officeDocument/2006/relationships/slideLayout" Target="/ppt/slideLayouts/slideLayout1.xml" Id="Rce2f135dbc9e46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f135dbc9e46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3d62b42764e21" /><Relationship Type="http://schemas.openxmlformats.org/officeDocument/2006/relationships/notesSlide" Target="/ppt/notesSlides/notesSlide1.xml" Id="R960823e39dfd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b9d761e2d4ddf" /><Relationship Type="http://schemas.openxmlformats.org/officeDocument/2006/relationships/notesSlide" Target="/ppt/notesSlides/notesSlide2.xml" Id="R8a4fee51ffa141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9f46e04a74d32" /><Relationship Type="http://schemas.openxmlformats.org/officeDocument/2006/relationships/notesSlide" Target="/ppt/notesSlides/notesSlide3.xml" Id="Rf8fbdbf4a533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18a2882f14b18" /><Relationship Type="http://schemas.openxmlformats.org/officeDocument/2006/relationships/notesSlide" Target="/ppt/notesSlides/notesSlide4.xml" Id="R5375975c9edf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52afb4674566" /><Relationship Type="http://schemas.openxmlformats.org/officeDocument/2006/relationships/notesSlide" Target="/ppt/notesSlides/notesSlide5.xml" Id="Re6cb262de2fb4d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4424ffc504e04" /><Relationship Type="http://schemas.openxmlformats.org/officeDocument/2006/relationships/notesSlide" Target="/ppt/notesSlides/notesSlide6.xml" Id="Rfa7187fee84b4c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63d923f304dc0" /><Relationship Type="http://schemas.openxmlformats.org/officeDocument/2006/relationships/notesSlide" Target="/ppt/notesSlides/notesSlide7.xml" Id="R53d42be2a4f849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910c637784de8" /><Relationship Type="http://schemas.openxmlformats.org/officeDocument/2006/relationships/notesSlide" Target="/ppt/notesSlides/notesSlide8.xml" Id="R916e022cba36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3708f9a624e3f" /><Relationship Type="http://schemas.openxmlformats.org/officeDocument/2006/relationships/notesSlide" Target="/ppt/notesSlides/notesSlide9.xml" Id="R4c5054239f3641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080dbb934574" /><Relationship Type="http://schemas.openxmlformats.org/officeDocument/2006/relationships/notesSlide" Target="/ppt/notesSlides/notesSlide10.xml" Id="Rcaed3be71b064a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ac6503b294a07" /><Relationship Type="http://schemas.openxmlformats.org/officeDocument/2006/relationships/notesSlide" Target="/ppt/notesSlides/notesSlide11.xml" Id="Rb24ea2fa51bc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99fe6268f4843" /><Relationship Type="http://schemas.openxmlformats.org/officeDocument/2006/relationships/notesSlide" Target="/ppt/notesSlides/notesSlide12.xml" Id="Ra4475e08b43d49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27335f6134f09" /><Relationship Type="http://schemas.openxmlformats.org/officeDocument/2006/relationships/notesSlide" Target="/ppt/notesSlides/notesSlide13.xml" Id="R2f61a595894c43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7b7b2055f4b35" /><Relationship Type="http://schemas.openxmlformats.org/officeDocument/2006/relationships/notesSlide" Target="/ppt/notesSlides/notesSlide14.xml" Id="R858041704adb45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f74203f4042a1" /><Relationship Type="http://schemas.openxmlformats.org/officeDocument/2006/relationships/notesSlide" Target="/ppt/notesSlides/notesSlide15.xml" Id="R77ec1a1b992f42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0edd1fce4381" /><Relationship Type="http://schemas.openxmlformats.org/officeDocument/2006/relationships/notesSlide" Target="/ppt/notesSlides/notesSlide16.xml" Id="R2f55d2b18a604d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f6cf89f34e8b" /><Relationship Type="http://schemas.openxmlformats.org/officeDocument/2006/relationships/notesSlide" Target="/ppt/notesSlides/notesSlide17.xml" Id="R46f0b3a851a94c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28ff070ee4da3" /><Relationship Type="http://schemas.openxmlformats.org/officeDocument/2006/relationships/notesSlide" Target="/ppt/notesSlides/notesSlide18.xml" Id="Rd96516fdbdc644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50cade3d44b4e" /><Relationship Type="http://schemas.openxmlformats.org/officeDocument/2006/relationships/notesSlide" Target="/ppt/notesSlides/notesSlide19.xml" Id="R1e8ea61bd4064b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f7d42fb604ebe" /><Relationship Type="http://schemas.openxmlformats.org/officeDocument/2006/relationships/notesSlide" Target="/ppt/notesSlides/notesSlide20.xml" Id="R35b78246d37c49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169c2d97b483d" /><Relationship Type="http://schemas.openxmlformats.org/officeDocument/2006/relationships/notesSlide" Target="/ppt/notesSlides/notesSlide21.xml" Id="Rbad15f78d2a243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457777fff461c" /><Relationship Type="http://schemas.openxmlformats.org/officeDocument/2006/relationships/notesSlide" Target="/ppt/notesSlides/notesSlide22.xml" Id="R77d098976c4841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b9aaa6a8349a5" /><Relationship Type="http://schemas.openxmlformats.org/officeDocument/2006/relationships/notesSlide" Target="/ppt/notesSlides/notesSlide23.xml" Id="Rbdad71b526e846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b4420bb2f4b67" /><Relationship Type="http://schemas.openxmlformats.org/officeDocument/2006/relationships/notesSlide" Target="/ppt/notesSlides/notesSlide24.xml" Id="Rcb245c1fd2844e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ce1ae5e24d1a" /><Relationship Type="http://schemas.openxmlformats.org/officeDocument/2006/relationships/notesSlide" Target="/ppt/notesSlides/notesSlide25.xml" Id="Ra8db01ff641547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e2a773da466f" /><Relationship Type="http://schemas.openxmlformats.org/officeDocument/2006/relationships/notesSlide" Target="/ppt/notesSlides/notesSlide26.xml" Id="R45b87ed736ef49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a3cf156ae44a5" /><Relationship Type="http://schemas.openxmlformats.org/officeDocument/2006/relationships/notesSlide" Target="/ppt/notesSlides/notesSlide27.xml" Id="R0ea152e4b8e54a8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0de663394013" /><Relationship Type="http://schemas.openxmlformats.org/officeDocument/2006/relationships/notesSlide" Target="/ppt/notesSlides/notesSlide28.xml" Id="R1c19fec7320949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c8e2b56a34846" /><Relationship Type="http://schemas.openxmlformats.org/officeDocument/2006/relationships/notesSlide" Target="/ppt/notesSlides/notesSlide29.xml" Id="Rcd47a55c1a7c4aa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6858565664386" /><Relationship Type="http://schemas.openxmlformats.org/officeDocument/2006/relationships/notesSlide" Target="/ppt/notesSlides/notesSlide30.xml" Id="R29da7a0279614b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d34aaa3894dee" /><Relationship Type="http://schemas.openxmlformats.org/officeDocument/2006/relationships/notesSlide" Target="/ppt/notesSlides/notesSlide31.xml" Id="Ra345dadae39a4f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e3d37e2614f00" /><Relationship Type="http://schemas.openxmlformats.org/officeDocument/2006/relationships/notesSlide" Target="/ppt/notesSlides/notesSlide32.xml" Id="R1fc8ab01df444f7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b77977f047d4" /><Relationship Type="http://schemas.openxmlformats.org/officeDocument/2006/relationships/notesSlide" Target="/ppt/notesSlides/notesSlide33.xml" Id="R3396adf35fbb49e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2a5dd57164aa1" /><Relationship Type="http://schemas.openxmlformats.org/officeDocument/2006/relationships/notesSlide" Target="/ppt/notesSlides/notesSlide34.xml" Id="Rc9e05f2ac8fd4d1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08f59ad7f4eec" /><Relationship Type="http://schemas.openxmlformats.org/officeDocument/2006/relationships/notesSlide" Target="/ppt/notesSlides/notesSlide35.xml" Id="Rea29d14ed63449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ceb2fe5154cfd" /><Relationship Type="http://schemas.openxmlformats.org/officeDocument/2006/relationships/notesSlide" Target="/ppt/notesSlides/notesSlide36.xml" Id="R344a7d4e0d5542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57f2e5964c68" /><Relationship Type="http://schemas.openxmlformats.org/officeDocument/2006/relationships/notesSlide" Target="/ppt/notesSlides/notesSlide37.xml" Id="R6a2e240f197841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7bbf2558845ea" /><Relationship Type="http://schemas.openxmlformats.org/officeDocument/2006/relationships/notesSlide" Target="/ppt/notesSlides/notesSlide38.xml" Id="Rd459bbd4eace44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def0a97bd4651" /><Relationship Type="http://schemas.openxmlformats.org/officeDocument/2006/relationships/notesSlide" Target="/ppt/notesSlides/notesSlide39.xml" Id="R647b93d8d80848e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6dc603cae47e3" /><Relationship Type="http://schemas.openxmlformats.org/officeDocument/2006/relationships/notesSlide" Target="/ppt/notesSlides/notesSlide40.xml" Id="R71bc0cb811c1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9E694-47D2-431A-A661-529D4E2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67C32-F7A1-491F-BD99-5E33573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Embedded Systems: Definition, Embedded Systems Vs General Computing Systems , Classification of Embedded Systems, Major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898CA-2461-40C7-8B82-43C73168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F66C7-056C-4E32-B1DC-95F8E165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A4364-756A-4456-A7C8-F5A6D4FF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54E4F-4A6E-40F8-A2F7-F334054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3E3F-DB3C-4107-83B7-9324F6F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E93B3-1356-45F5-BC9B-D96AEBE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854D8-7F30-4671-848E-4474A64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09AA2-C2D9-472F-A15B-B80EFCF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613C7-294F-4CAC-863E-A573322E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DD3FF-6756-4E10-A787-42CCD43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B838F-58EB-40BA-B456-B9D3A89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61118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63280-4BC8-4731-AA91-42C237B1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07863-F808-4D57-89DF-B4B7A51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3B53F-E68E-409B-A744-01AF286D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A92A1-90D1-42BC-A9EA-E2F823C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9D67-6F5F-4B35-AC55-2F3E50B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DE5E3-C09A-45B3-B9AE-90EB25D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5C3B5-B751-4245-B9CF-4A5BD628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36BA1-4F7A-4DC4-B741-D000CF5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7FA2D-26DD-4BC0-B9AE-71808BAE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678D9-DA9F-42C2-8007-DFA5498A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66DA7-D8A1-404C-8E46-35C3D6A0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0D863-AC26-49BE-937F-FDE94D4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7D126-84CD-47E0-9D30-AC1D30F7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DF64F-ED56-47F4-9394-BED15CA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131FE-1C3F-4879-828F-F7E3A37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6011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C0A8B-E958-4132-B351-BFFABA7B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1F36F-4D4A-477B-B91D-F20C33A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F872-A2E2-4A7F-902D-3591FE53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79BA6-EF57-4592-AAC2-0BDBEF8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32A4-30F8-432D-8CF6-BE2881A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23C2B-03EA-4A96-B209-2691B5D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794DD-2EDE-4ABE-B215-9D55BBC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27AD5-E1BB-434A-82FB-EA4A6BFB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E09A7-ABAD-44D7-9D5D-59FF924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Systems: Definition, Embedded Systems Vs General Computin...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38EEC-FCD3-4F2F-998F-516B6541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F44A7-314F-4051-9765-FD00F53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F3487-9F1B-441A-9392-3785298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System: Microprocessors, GPP Vs ASIP, Microcontrollers,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F537B-09EE-4CBA-9CCA-B020F987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520C3-636F-438A-A505-7AD52A69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3688E-216A-46DF-A1EE-366BCB0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Memory: ROM, Sensors, Actuators, LED, 7-Segment LED Displ...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C0904-A50A-4FD5-B054-89C32FD6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02A88-27B4-414D-9DA1-CE35B29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CF750-45BB-4B27-9345-B531EC55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 3: 1.1, 1.2, 1.4, 1.5, 1.6, 2.1.1.1-2.1.1.6, 2.2.1,...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CE5D3-16EC-4A95-84AD-094143E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66305-3362-4B70-9C5D-2874283A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6292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3C11E-8D8A-4342-A8CA-9E23C02F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5DB60-C34A-4E16-98CC-096E2F5C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4600A-D2A7-45A7-94D5-E3DE4A3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FFCB-921F-4A4F-940C-EFAB803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5901B-E32E-4155-8610-D5C8928C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7F94F-7D1C-4BBF-8582-BE42BEE4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15605-DDB0-4FE8-ADC6-0B812C3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C245B-40C7-41A4-AC16-B156072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Systems: Definition, Embedded Systems Vs General Computin...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B9D2-E5C9-48B1-AD4B-888E094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46EC1-85BE-4EB1-815B-6695670F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2EFA1-108E-4D00-AADB-7E4D592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System: Microprocessors, GPP Vs ASIP, Microcontrollers, M...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B93B5-21DF-485B-BFBD-D53CFB0C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37A8D-90B7-48DF-BF8A-3C74B697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10E5-CEB1-4E44-9927-FAC03373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Memory: ROM, Sensors, Actuators, LED, 7-Segment LED Displ...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04F20-242A-4AAF-AA99-9A54C8B7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4B89C-9B5E-472C-A1F5-1E0DE4A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C04C9-3FF4-4568-AA12-FD76E0A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 3: 1.1, 1.2, 1.4, 1.5, 1.6, 2.1.1.1-2.1.1.6, 2.2.1,....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F3509-E651-413E-8BD6-5B4B4B82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E0852-17FF-47CD-9531-C5E2C93F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65840-5385-45F7-BA3E-6FB5924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95242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A8B70-530A-4974-BDE3-D024EEE4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37C89-C8D0-4218-9BC5-A5201792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B31C1-93C0-446A-A0AE-C7FD260A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E5E9D-4C40-4A95-942A-CDC9C6F0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3061-11F2-4F40-81DD-21DD977E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Embedded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72E04-67F5-4A4B-B3F3-013FC45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771E8-ABFF-4D3B-B2E8-4BBFC61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0FA1-0170-4D43-BB84-25C02CD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60694-401F-41C0-8890-935379E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FDA0C-0173-455D-9646-2F09F87F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Major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72DBD-F6C4-4067-89B2-5ADE430F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91C3-A511-4AC3-9202-81D64BD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83DB2-D98B-4BDE-8C1A-D7E7FB85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2D31D-60D0-411E-BC0C-D337F8E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Microprocessors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C060D-52C4-44AF-A052-91BEC81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E0BDC-013E-4D83-984E-F8ECCD7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8724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8F857-8AFD-4FF9-9FD1-74C7A49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4D491-AA2E-4FE8-A97C-5ED2343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93F29-89B3-4FBF-BEAD-4994389F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BF0C-8707-4DAC-AD67-FA110017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2916-A18D-4630-BFA9-14DF732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Systems: Definition, Embedded Systems Vs General Computing Systems , Classification of Embedded Systems, Major...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868D4-A7A6-4585-B848-2CCA309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Definition, Embedded Systems Vs...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3C0E5-BF80-4FC9-AEE4-23FB2E1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D7AA7-AB57-4F1C-BD00-892CD88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CA3D4-CB9F-476F-8FA0-6905135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32BCD-00C1-4FAB-8B46-6B4E9EBB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D08EB-83B8-45ED-AF88-BFB5FB41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3F6FE-2F6C-4F9E-9D5D-6630538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E6BE-CBF7-454D-B9E4-A6D1663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3CD04-1C6E-4509-8CDE-150AF6E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B2FA4-1EC0-4348-B6A6-B9C17C3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092E-1CFA-4BB8-B23A-D8B583EA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8541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2E19D-83EA-4340-B5D8-85164FF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C8D2C-213C-4698-B12C-2DF36DE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0ABA8-D331-4833-A794-B87BE55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C2EDA-7103-4665-9564-D57B8B2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3ED7-414C-4C8D-9F8D-9B2192CE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E0F20-1230-436C-8B0A-75E7FF9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BBE47-DE14-4463-BA12-654520A9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B78A1-94A8-473F-8FC6-011253E7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7E040-C175-40AD-8C94-E58DDCD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Systems: Defi...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13E95-AED2-4B31-80F8-F86D2F7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78A29-5DB1-478A-BDE8-C74108CD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C503C-228E-4EF6-99CA-86F5548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Systems: 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A8C91-A98A-4F6A-B121-5DF9A32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0FB82-DC1B-4502-898E-1E0C17C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E84BA-5DB7-45B9-A6C9-E1B03937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Systems...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0D4A1-A685-47B7-B2CC-B0A09AA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9228C-9EA5-4BD7-A748-303AE7B8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726E4-2A26-4EC3-80A5-A1CA39CD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Systems: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461ED-7326-4BE5-95FC-3D436BE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2ACCC-E958-4EA9-8EC8-6DC17EF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F1E95-BD1E-4C59-8579-BD4F9DB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Systems: Defin...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7A5A4-E99A-4CF7-BC9A-2BE6EA4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A1F53-2ABB-43BB-B2F1-D165C37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3156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80EC9-0AF0-48D8-BD2F-E1F9877A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D591E-1D29-49CC-9919-C131B7B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9441-35A6-49B4-9474-AA01E6C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4BD8-7354-4225-A5EE-F6D1AC4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1F9B4-F8D0-45FF-8D21-EE4FA1A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09A38-F4A9-44C4-B2C3-93736AF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C9D9B-EDF1-4229-9214-7A09D7D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4B769-317B-4CAE-83EE-FE4E90B8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AA3E6-939A-4906-848F-BB57242D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D2EFE-5726-40D5-9766-D92AC46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D2175-2488-462A-B9E3-16AD4390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A1898-39E8-4E9E-B0AC-B335436B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409F0-AF25-4A6E-845C-5702419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2F9BB-2FAB-42EC-B844-3C885A2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B0062-9F61-49E2-B927-81A32B7E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6480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BB2CC-80E0-478A-A560-E6E461B0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73196-4BC4-4620-A3B8-67B518FA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09ECC-34A7-420F-B2A0-28882C9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884E-003A-4099-9FA4-E41A358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9A57A-81F2-4A25-A268-9B5AA6D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C97DD-EB61-4869-B01F-7FCF16B7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Systems: Definition, Embedded Systems Vs General Computin...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C54FC-C65D-4FC4-B3D4-D5C670AF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CF765-8635-4798-A837-F38DE23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E5C36-7B5D-407D-BCC2-465EC73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F76CD-43DF-4FE7-BAE2-16421C76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0D7B6-CDF9-4488-82B5-6B9C29AC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7514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77303-22C3-4181-8B30-BF27ADAC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C5F2A-CC5D-427E-BA9F-A55C4BB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26792-A3B4-4F63-AEE6-77B8013B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3E216-EE11-4407-92FA-BE014FA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5970C-8180-4D79-A6A4-55780D1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System: Microprocessors, GPP Vs ASIP, Microcontrollers, Microprocessor Vs Microcontroller, DSP, RISC V/S CISC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9D037-FF01-4EA8-BD8A-794248B6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System: Microprocessors, GPP Vs ASIP, Mic...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06CDE-760E-4703-A532-254F3E35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A0383-74FC-4EE9-95C9-F3A61E2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F2AA3-EEBE-4062-8E7B-4A3B4323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147BE-1D58-4593-96C8-1565BA0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D4BDB-AD0A-47FF-B7DC-2CCC9768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278F2-150A-46A6-A7EB-B291F858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AB31B-8CD7-4904-8F3B-8DC6F3DE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D04B7-5184-43B3-B392-3EE265A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8EDAC-597D-4433-81BA-749147C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317F8-BB4A-4F22-873F-5EA7F55C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5168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F058C-BA60-4FFA-A3F4-A1E1F055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942B-1D05-41D0-B937-07B65B1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B94C4-AEF7-4DD8-92CB-A6E37F5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FCFFC-BF91-4AE7-8450-D6EA765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94FBF-1E71-490D-83B3-7FD205B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A8C63-1284-4551-9586-25933689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1CEEB-ABD2-43B9-B6D3-003DE89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37F92-5C63-4790-9005-31662614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0C491-1DF8-4EB3-8E06-F7D686B0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System: Micro...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C26FA-827A-4DBA-8E29-173587A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869C6-56C4-44D1-A48F-B216BCD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A1738-E581-4C4F-888B-C004B57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System: Mic...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0660C-3611-4962-A89C-A8C7E710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D8666-6F29-40B5-A1E4-060C7DF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E8C06-9C26-4A0C-9E84-A6BDC6B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System:...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7DBAB-EC5D-41EE-99AC-D38B3EAC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B8E1F-E986-4101-A1C3-F07C91C8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878E1-C536-40D8-9940-D28951B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System: Mi...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5983F-6851-49C6-BCD5-DDAB009E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16AF0-25FC-4FBE-A22B-6A4C86D3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5CB2D-20AA-478D-A752-B6D7920A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System: Microp...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A3A5F-C716-4986-BBC3-568871A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ED975-30B6-4F48-B366-209020F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43655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6CE12-C3DB-43B3-9A15-D4F9CAE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E9BF3-42EA-4D2A-848F-096635C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AA344-BF52-423F-A4F3-216D3D3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CC1B1-0C6F-47B6-B351-EC31F138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9103D-9F70-4DDF-884F-84D9A4A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CFFC-F943-4912-8283-09750EC6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1BF4B-C1DF-4C0A-96E2-B21DA5FB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2A276-4048-4D13-9121-1ED75FE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A43A3-DEC1-4028-B9A1-9B1DFA3B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E4204-F5C8-47A0-8FB0-FAD346B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B9BF1-DB60-452A-88AA-34EA259B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3076E-0A2D-4148-9456-2CE58B9B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597B4-082A-4A33-8A71-9719C55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AFA7E-0CA7-49FF-849B-2AD336A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AF235-DB27-443C-93D4-8EC6FCE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4159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C9A54-053C-4650-8F01-BC92885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1A051-140A-43BD-B060-F1045FDA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2E4EC-EC21-4E99-8248-648683C5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88A8C-69A4-4AC8-A7A4-7993B2E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05C9B-6A1D-4CE5-A0E9-3C2ED9A9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7BA35-3375-47C4-A4B6-B70D76C0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System: Microprocessors, GPP Vs ASIP, Microcontrollers, 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1CFD0-0613-4640-BA4A-41B6179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5F052-E077-4B6F-8D3D-667CD955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22C0D-188A-44F3-8FD1-E5D7EBB9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2B611-5B8B-4D63-BDD9-D72E0056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E906C-00A8-4D02-BFAA-6F477AA0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28829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28AB9-CEA5-44A1-B3B3-6C79A41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05E45-5FD8-497F-AB31-C1755FDB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01487-8E69-4AA6-B7BB-99F6E72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48874-0F12-4834-A498-3903DD8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7000-F834-4B3A-9C44-E054A817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Memory: ROM, Sensors, Actuators, LED, 7-Segment LED Display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AC7D3-571C-431C-BFF7-6E92B590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Memory: ROM, Sensors, Actuators, LED, 7-S...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8786F-2202-4F7E-9FF5-9AE33BE2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AE1A9-9270-437F-B074-2F3FA7E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2E999-E8BA-402A-8967-A0DDD90F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A4482-AEC4-4B6D-8479-2B87A30C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3717A-FB3C-4917-88EC-8B16D20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E4C2F-D04C-4173-8AF4-E4FEE37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4F028-0AF9-411F-B0D8-3916474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74174-E50D-406F-8BF4-1CB25B91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683F1-B96C-4A25-935F-9822358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5B987-DB8B-491F-825F-875E781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09388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CD2E2-9867-4197-A9DA-038A9E4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15E0-1747-460E-90EF-D601FCB7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F077B-02E7-497D-8FC0-AF73904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A4C7D-EA9D-41BE-ACB6-FAEF78C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8C8BB-F302-4EEF-B97B-2FA8D615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2193A-78CA-4CBC-955B-142400E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45D4A-5CAC-4276-BAEB-192F8AA9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77D28-A484-4000-9FFD-BC25E59E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AF564-5534-4049-B225-7DA7411B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Memory: ROM,...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46A14-02CE-440C-BADA-01933F49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2D511-2370-4C4A-9161-BFFE686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B3617-E4E8-4FCC-BD04-A443AD05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Memory: ROM...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E5939-A512-4DE5-8A53-DC6AC37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F65F0-C330-4EB2-9590-7EBF4BDE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885CD-E9CD-4094-B58E-33E2F05D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Memory:...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19293-3BC5-4218-9A2C-47C00714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9793F-434D-4E7C-A114-5028199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CB780-F26B-4D71-9E96-34AFB2E6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Memory: 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65CCA-617C-43C7-9EEA-5068AAE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1DF61-2D0C-4EF9-B4BF-B6982062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C57D2-F6C3-48A0-B6FC-82BB81B3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Memory: ROM,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BE3D-7413-43B5-BA1E-FF3BDA06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AA585-14A7-4B4A-A63B-9048B9E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55702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BC275-F7C5-4481-9E88-E40D89E2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7D161-CB79-46E2-8483-D00003F2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8220C-D746-4595-A7FF-810CBAE1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199EC-2B75-4F9C-A9FB-BA51E42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BB304-F3C1-4877-8136-B97F1D19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91685-A44C-4BBA-B955-46E8D0A8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972CE-D576-476C-A83B-BB4BC43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083C1-5AFB-4513-8861-46BC09C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0BA32-23A0-4177-B4C8-71E32E20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6D066-20C9-448E-949E-041E0C4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850A-AD71-4E8D-A5A8-56F0E8A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25A6F-A268-4866-AF50-6A08A42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D90A3-6866-4FA1-B96E-DBACD2B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5B96-C205-4D78-BFB3-37E7B786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569F4-9A64-450A-B4EF-44C34D20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252189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93833-CEC1-495C-A999-3157B32E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05C29-4478-4254-A20D-B818E53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9191E-1DCE-468A-8D0F-CBCC906C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F4B92-A755-4047-9226-0A8B0CC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4912-35FC-433D-A78B-3119DBB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0761E-3E7C-4E2F-9BE7-AF56DF1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Memory: ROM, Sensors, Actuators, LED, 7-Segment LED Displ...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8C9B2-D68B-4BBD-A76A-D50931D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20F79-23C5-40A5-94E4-2C753CA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77514-E0D9-42F1-B22A-D1556CA4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86DD8-98E6-4DA9-98A2-70162937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8FB67-69EE-4634-8822-8C2899E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4766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D8597-35C1-4399-A3AA-C53A5F9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1B95F-D6E0-48F4-9772-C35CC96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62A11-B058-485D-A552-7282150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04DBB-02D5-4FF7-800A-03B44C96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A2FF8-C9FB-446C-859E-A44CC1A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 3: 1.1, 1.2, 1.4, 1.5, 1.6, 2.1.1.1-2.1.1.6, 2.2.1, 2.3.1, 2.3.2, 2.3.3.1, 2.3.3.2.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85622-9F7B-49B8-8697-F9A1406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Text 3: 1.1, 1.2, 1.4, 1.5, 1.6, 2.1.1.1-...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4C34-52FB-4866-84E0-F77A1C58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5BCFB-DCAD-4DE3-8A32-2E0A76E4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D4837-DE5D-46A0-9B37-2550843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44172-3BA1-4F5C-BDD5-8E2237B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BE0D8-6F29-412B-A22F-8232202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45933-074D-4579-91C6-926D645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02CA4-3B30-4432-B07D-D51685B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2CDC1-CB14-452F-BEE7-01CA392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7D8B9-1F4E-4ECD-89D2-835591EB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391CC-BF6A-4943-8943-6E401EF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5729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D942D-3542-4818-B42A-1C3D8E7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71DB2-6999-46AC-831A-920D370F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A1568-46EF-4494-B3D3-22ADC9F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7D7C2-7A93-42F3-A6D7-D0CAD23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75AF-2F10-4A6C-B5E0-0A52A3C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B8DF8-C4C1-43AA-96B9-EEFB0CDA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7325B-668F-4E32-9A84-15B29E5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537C2-EEB6-4B36-92D0-16D37A9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6BA3F-133A-4B50-B78D-E9EAC44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Text 3: 1.1,...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CD6A1-34A7-4430-A971-7F18E9D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01242-0DA8-4E82-A62C-90A33D79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1447-56AF-4DE7-B681-476A4AA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Text 3: 1.1...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3B472-C899-411B-AE76-1358129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9824B-1D3B-4949-9CD6-38D08EA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52E28-48F2-47A8-A7B9-62312B3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Text 3:...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6F0A8-BE3C-45DF-8B7F-5F8B6F9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8488A-4F94-49AC-912E-838FAEC4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3F3E6-B91C-4510-837D-8F60448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Text 3: 1....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E21E2-BDF1-4C35-BFDB-B597F5E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21B76-7E45-40C8-881C-8D903EB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BFA64-0C14-42B5-AD76-31C89BB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Text 3: 1.1, 1...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80E52-DDAF-4A46-9DF4-BBA43A2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0E8D8-88A4-4039-9536-74DB72F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40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A5C9C-5AC8-4A43-AF65-93DBD309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2ACDC-E25F-4440-B1DB-1BFD9F88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137E-B4C3-4685-AD03-EF9C6E1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AEC4-D785-4FFB-99D8-60919746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8ACCC-3078-462B-B554-77748F4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9978F-0709-44AB-A2CC-0D6DF818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8C7BD-BCD3-4258-ACC2-77C2BA81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AD1F9-DD38-4BEF-86BF-3C0BBFC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4E4CB-5ACA-4C4B-B4C0-6A10F10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95544-E05A-4616-9C9A-136CF13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AE431-877D-4046-8E7E-37CFB4A8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4CD65-E327-4F9C-84E8-6B3657A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7B815-6EDF-4B7A-9F6C-7B6B4C56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28295-DE12-4AAF-AD57-CA4B9F1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1F336-A022-4AF1-898B-CEC0BF7E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12225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66B23-EE17-4808-840F-2D953EEB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23E53-CACC-4A02-9ED6-5CF0EEC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CD3-285A-4D22-B72B-89A00135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0DC38-EF86-45DF-96A2-A8E2F79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FE4E6-7626-4F36-9765-5A0E948C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2E0D8-3D66-4704-8429-F605E2E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 3: 1.1, 1.2, 1.4, 1.5, 1.6, 2.1.1.1-2.1.1.6, 2.2.1,...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D1985-F980-4D1E-908D-CAA55A22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439AA-9CE8-4AEA-8F20-D1967FE2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AFFE-3705-4171-9334-D26AAC2F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3F190-5C3C-43BA-8166-A6DA1B57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4228E-CEAA-4425-BFF9-D4E117EC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441874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D8E2E-0D26-4490-B755-73E45F2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3ABFD-5C37-413B-825B-5D3A456F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473F5-E7D7-497F-BA47-C81F6BDE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6A59E-20E5-4221-B8BA-E12F2C25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3B49F-4A5E-446B-BCEE-D321CA21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28A01-FAC7-408A-B0B1-485A6D3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595124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28BB2-DE4D-41FF-BC66-3097F974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28C4-1D17-495D-88CF-D003D9F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2957D-C54B-4A5B-BAF0-74BBA48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4E8D0-AE06-4043-95B6-900EDEF5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D3500-F620-42A1-8DDD-D4372E34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Embedded: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67194-EB79-4770-AF33-9A9F0AD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48216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2BB54-EB3C-4786-9EF1-1ED33D0E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D4F8B-BEC2-4D26-94F9-DD7AF742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B5D66-FCE7-4381-9237-B67F0174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2E38F-0782-40A5-AC48-51EA7DC7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F8CCE-A754-40D2-9FCB-18D5FF7E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716FA-D608-40FA-8D84-F8E555FD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84788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A6A4D-24CF-41CD-B8C2-51429A8A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68397-BF17-40B0-87CC-EE6DE63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14E71-2271-44F1-8379-DC65D96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82980-F118-484D-9804-B0BA99E7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782C4-2C8F-45D0-857B-5BD040CB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05008-EF3A-49A4-9464-4B0D0C9E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599521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C2EEE-72D0-46A6-8FCD-BD57C60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CFDF7-B23C-480E-8093-50210C7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BCAD5-8261-4B38-B633-9A590CB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0CFDB-4BB2-4006-80A3-9296DC2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A5276-D1A5-4FA5-9CC8-7763EC4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Systems: Definition, Embedded Systems Vs General Computing Systems , Cl...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System: Microprocessors, GPP Vs ASIP, Microcontrollers, Microprocessor...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Memory: ROM, Sensors, Actuators, LED, 7-Segment LED Display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 3: 1.1, 1.2, 1.4, 1.5, 1.6, 2.1.1.1-2.1.1.6, 2.2.1, 2.3.1, 2.3.2,...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30D7B-677E-49A1-9607-E944EAF8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384E0-9E56-4590-B84B-65EE45C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483C5-DE58-41C3-8468-A57097C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62323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3FCB3-3849-4167-B501-7CFB68AC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30BBE-1F64-4FDB-8558-77218FC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System: Microprocessors, GPP Vs ASIP, Micro...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20551-3ECD-4E16-B11D-406EFB55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789D1-9384-4911-BD1C-02933EC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C6D95-42A3-4433-AE21-40640240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4B28E-4800-46B3-A19E-8288102B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1D9F8-B9BD-47C7-AA4A-A1341FC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DEF7F-888E-4482-A306-FAB05EC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A14E-53FC-491D-98CD-4E83D359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2FC15-466B-4F4D-B2BE-B1A77A0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B8769-5964-4ACD-B755-143F137E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F0585-7B38-4839-8836-C5DF385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7D7E8-34AA-49F3-A206-A37B40A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EAB21-7F7C-48A8-B9DB-0A49C7D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D5F20-A7BD-4E62-ABA9-86534E4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FFCD2-5522-494A-9EFC-9E35B18A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2ABD7-010A-40AB-A434-3BE1E28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46CA8-FF9E-48AD-B94D-9EE80E1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F2DDB-AC6A-46F3-9016-3BD2E5F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AB70D-4F79-44F0-9F57-68A6F7EC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C5BC8-1C0F-4A4B-8440-226F3F18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A5DFA-1FFA-49B4-B0E2-C9F2820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7E960-9FDF-4DD2-BA14-D7FF0FED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87826D-E985-4EFE-8F45-83D8CD50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EF648-F4E9-4234-AE28-7DECD9B6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1DC8E-5C63-4FAE-B1D6-A85B6DE9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8B8BE-C267-446F-AA63-672A106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C09B4-0644-4DCF-BFE2-8DBAB6E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62F0DF-669F-4944-AB53-3808718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001272-BD94-431A-A933-16503F10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28ABD-95A1-42A3-BFA8-8A13F56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9ABDD-E84B-4909-ACF1-40165CAD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806836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46D79-06D3-490D-8F4B-58878A2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514FE-0375-4DD8-A56A-FAB0E73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Memory: ROM, Sensors, Actuators, LED, 7-Seg...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24B70-2AB6-43C5-A140-6B1EFE2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96586-F14B-4A25-A067-E15DD717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5633A-5268-41C6-9FC7-FE879DA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8DF5-B8ED-4461-BE59-E8577A45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1DA3E-B0C4-4ECE-AC83-05997C0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425CF-7CBC-45AA-8FA5-32E7062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E10DE-B73A-4EDB-B1E0-F68F29E3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22E14-32DD-402E-9312-656C390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B4D37-91D4-45A1-AA81-3D459411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80B1B-CABD-4DC3-A644-B40DBF3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91E1E-C380-4C6E-99F5-5A9080D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DA765-2D75-458E-A6BF-6B04488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38843-BCF7-49E5-8A33-77AC594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A169F-C3F9-4A0C-BBF3-55FEEFF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C103C-61D6-42DD-B8A1-4331867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516D9-BA91-4A37-B3EB-C67354A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75BF8-946E-4F55-81AE-C9C7E9E2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C32A1-3DF8-48B9-8734-077B48B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25CA0-1ED3-4674-9E92-33375375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294AA-5A93-4DE4-8FF4-AF861FB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1C6D0-8171-40D0-BC2F-889B40D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78322-A410-4A67-AA5C-A2CD469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F4717-8A31-483F-A2F4-B76A5C2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8360D-AE5E-400D-8B61-FF90F5CF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887F8-5FF4-4B6B-AB55-A28412B9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FB1FF-7EFE-41FB-BCF4-811C691C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00667-F4AE-448D-8E53-C1EE3E2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3A66E-6978-40BC-A45B-986A742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0312A7-CC0B-4887-AA94-B2B8E71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1509A-9F17-47BB-8D7A-711301E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445183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A75F9F-33CA-41C2-90DD-900D69DB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F2D87-7261-4907-A37C-7DD0F30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3: 1.1, 1.2, 1.4, 1.5, 1.6, 2.1.1.1-2....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6A7AD-483C-45ED-865D-7AF45CF7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078AD-FB1E-4462-A3D3-47020FA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2E6B7-01F5-4016-BA02-C85F39A0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1A4CA-A745-4665-8929-61BA9BEF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C3C40-FED3-4E45-B48C-CEFF09C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2D789-41F3-4084-A00E-C258912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24122-CB19-45B9-AB04-EA782A5E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C2EC-CDAD-4688-A7D0-AD06E78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92C66-5CF9-4238-96DA-EA77CE97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CF8CF-61B9-4AF8-8500-11844836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84C70-6984-4107-956D-BB07A96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222D6-6E3B-4576-BC90-6074F94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6E2C5-BFAD-4793-8885-DFC3816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30F74-D38A-440F-989B-3D0CA309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555FC-F5B4-4D7F-91D2-06952833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12F0F-2FFC-4593-A95A-4D245DE9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4F644-21AA-41CD-98F1-A7B829CB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8C4EF-567C-4C9C-8BB8-1245E45E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27D5F-E3A8-4177-8A5E-7B064CB7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CE5D7-0BF9-4D4F-97BB-96AFA70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5756D-A0B6-4E85-9E15-6A6E4A04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8926CA-9B0D-4BCA-AC18-069EBC0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EA612-F8F7-46FE-8D9E-D21E8C3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E9E50-9CE2-4088-8ECB-6F276B0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E395E-0DE9-4893-A9B3-EEB170A7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0FA96-C37F-4BBA-AAE8-511E7215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05DF3-629A-4F35-B34A-4D65B54E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8D4E1-4415-4FF0-BC2E-BD923374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0DF54-1576-4D53-ABF2-29E0438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21566-33AC-4019-8D68-04169EF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311453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5EC1B4-D0FF-4B7B-93EC-446F374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067C-E0BB-4CDC-9D5B-85E97156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Systems: Definition, Embedded Systems Vs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1C7C0-43C2-4058-985A-BB809F0E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F050A-7B2E-4CD6-8EB1-3D6E441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4F1E4-C330-436E-BDE6-C21D735C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37092-DCF5-4B2A-A7DB-E6F1989B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4278-D0C1-4D9F-B1E1-1248E38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3A350-5B75-4BB7-9132-F83E62B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3AC3-2DC9-4865-BBEA-EAA18FA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86B1C-B79B-4A2D-9B0F-957622EC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934AF-0F5A-4CEF-A6CE-9ECB498C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9A00F-B51F-4D2A-AB39-FB46C5D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90179-EB83-44C1-AA5B-8D571A81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CC97F-FBA2-4F0B-9588-D407525F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100B3-CFDC-422C-B50D-5FAB7CAD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D9740-E636-41C5-9F47-F6A40D2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44C94-9D59-44DF-8848-2C3BAF3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80457-BFFD-4338-9B0B-4A76679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2E1AE-5068-4A81-97F5-B426D916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A3496-FBF1-4A54-BDA9-C7E978D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E5657-3434-4B85-9CB0-62E6C3E3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B29BC-44DE-4BF7-8E69-CC684DE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67C3A-B4CF-41C1-AA85-D5B5F7E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B4BD8-D82A-49BA-9ECE-11657C6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22110-2B40-4A08-94DC-8E83535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81679-8096-4CA7-B052-C3BB7E8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6EEE8-2256-4711-B7E0-945C9E69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AABE6-F42D-4F8C-9BBF-C19B1515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F2078-BC27-468B-B78A-7CA27FA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325E6-70AE-4650-849D-C2A599B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993AD-2FEE-4F18-ABAC-E048FB1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57F09B-AED5-48FE-B3D2-226EBF42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12672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EDB98-187C-49AD-8E6C-F774E103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4B503-3C2D-4695-ADA7-A6B03A7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System: Microprocessors, GPP Vs ASIP, Micro...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067C0-CE1D-4F80-B82F-3D2CFD90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38248-2039-428E-BF01-9111B494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665D4-8771-482E-8F2D-58CB8635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306F7-7DF4-4276-9356-8DF9FAF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46D6-0777-4DCE-BB5A-54E056A4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451C2-4752-41AF-9845-2DCAD96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F42F3-385E-473F-9C95-8660B47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EA792-A565-4CD5-A23A-9284D376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E2001-397E-476F-8ABB-042CEE5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3E09D-A984-4F3D-B16C-4304F89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6AD34-CEC2-4AD5-B04A-1A23A1B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E1B0B-B262-4A24-91C5-FA7738B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F1A3D-CE07-4EBE-A643-0D79005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CA991-7844-4BBC-BB9F-AE75DE4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ECB07-553B-4544-B02A-F74DD0B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E5A1-2FBD-499E-9AA3-FC97C64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C5D28-BE57-430B-B2CA-3A5790F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31251-2D79-4777-BEC8-697337D2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805CF-325F-43D0-B580-AE2CD63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8B090-F756-459E-BB23-05123BC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3B528-B811-41FB-8A8D-FC7A615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C7EDE-368B-49B3-97FC-7536B68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67FD2-70BD-46E2-9662-AE051667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3FAAC-6292-45A0-923E-3B18671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42ACF-E61F-49DD-A1F0-E51D743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E3C2D-5BD4-46EA-AB05-205E233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C7C5C-124F-4AFD-B851-66A3DDD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2CC5F-1921-4F90-A078-92A531B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F674C-66B4-4833-95BE-3831CCF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44175E-DF89-43E4-83E7-8AAD6EA8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69802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D5F5A9-328C-4996-8340-6BA884F3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73DA2-5E43-4864-9925-5D4A8E45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Memory: ROM, Sensors, Actuators, LED, 7-Seg...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38A1B-2421-40DD-A771-386940C6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E8F76-D0DD-4F20-AFDF-03379EC5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0A5AE-B1B2-49A8-8829-A835FD24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309E4-AD0E-4129-B684-A49BEC97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320D-293D-477D-B0E4-D250F625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BBC18-4D6C-4C86-958A-027503CF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88150-5074-4DDA-814D-2DC89F2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781EB-A048-4060-9F78-50005C4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B9AFC-589B-4439-889C-D7F2B6AA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34CFE-F9FD-4779-924E-2D18D6CC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F681C-0528-4F6C-8586-DEB242E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153FF-25DE-4C5B-8EBB-53600180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26F5E-0EEA-4EEE-8AD8-9266229B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29698-83FE-41F9-8DC3-DBB546D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1DAEA-5F1E-4CA8-AD61-524F9F4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33DF3-1C89-46D7-9565-F153C48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2C0BC-FA20-4ABC-88C0-03D7F7C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AAA0D-39EF-4BF8-BF74-63C8F0F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2FE58-F408-4E1A-A04E-F75AF08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4AF7-2AED-4371-9C53-DD881DF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1CF9A-BF50-4247-8FF6-BE04F10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AFD8A-82C0-425D-B010-93D216FD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E76E1-2B8E-4422-B3A0-EE19098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09049-EAD8-4361-8515-3341736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648E2-D8CF-468B-9890-72C8352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C5D84-82E4-48E4-B1A2-96E8A2E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ED441-9F77-46A5-B60D-844521B6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01AE2-6DAA-4A9A-8670-16495AA5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DFCE1-224C-4A21-8BFD-5CDCB56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EB028-5B13-4279-A5AA-4255E6F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56000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55BC5B-61F1-4CA5-9EB2-B05121B3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28E66-EA60-4DAB-BB63-F770D52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3: 1.1, 1.2, 1.4, 1.5, 1.6, 2.1.1.1-2....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F46A0-E565-4288-9C30-D94EC01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D1F54-D7DA-4813-91B3-D29AF13D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38749-93DC-4F46-AFBE-79813992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B100-F162-4B81-AB62-8884776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14C81-7CAE-4F77-A41D-9A5C649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8D9B9-FB82-4E2E-B6C7-3F30953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B3D85-3D2B-43BB-AC55-3ACEB71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2F8A0-AF7A-4614-A826-1632437F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4F512-3E61-464E-A955-DBD3B9A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3BF67-CB5A-4575-9943-B7AE0FBF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E3406-6C78-4A34-BF2B-221F99F6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65271-EF58-4208-B0AF-D43F3DB7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52343-B0AF-44D9-90BC-D26C2D5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30E02-83A0-44BB-8248-95B89A8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824A0-AEA5-4F9E-A215-6D37B31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78DC2-4175-4BC3-84AE-84DB853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50632-0C4D-4013-9B82-02062E7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98C2E-CFD6-4566-A485-D649AE7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D0A57-81EA-46D8-9858-D9A36829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83DF3-9B39-4407-95DB-2342E7F5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FFDA0-F1BB-4042-9028-E8042DB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90334-DAFC-4D6C-95F2-0DAFF75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CAFAA-2AAF-4C77-A80D-BB502DE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1E9E0-E860-41A8-8A55-56562A9D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E4742-46BF-410E-9EEF-EF7ABA3D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F3233-772A-42B3-A33B-62EF1F83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4FCD7-7E6D-4ABA-9896-0B0F6A67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1A2D5-C349-46AE-9093-D11A407F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06AED-6B30-49B2-B3EA-4107F7B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33915-774B-4803-8CCB-1683F27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04662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1C54A-4536-4968-9FB6-52F731D3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B34ED-79F3-4E3B-A82B-ADC7031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Systems: Definition, Embedded Systems Vs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146C4-9249-4C16-BEFE-202A123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2B869-2044-4C65-9ED3-D326973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6EE9C-4996-41D3-9124-4298EA17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7ECF5-19AC-46A3-9E97-732FD5D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EC308-D424-4EF7-9BC5-4C2293DD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3A489-144D-4713-8986-2976089E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09031-7ABA-4901-BC77-F7C7566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FAD93-4F0A-42B1-81D1-971DBB0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539D5-CFC2-46B2-9BB2-1A8DF19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DCF93-4DFE-414C-B089-8A362B1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A2BA8-D17F-473A-AB54-7A6257F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151E1-7FBA-4881-ACE4-888F09E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BDA99-095A-4765-9FB8-57E8216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C5D5C-4103-4144-9966-4965C8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AA38F-F8E7-4A2E-B8DC-9F5397B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39762-2830-4D92-8BF4-B3E07D26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A2F36-09C6-487A-954E-0590F91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CC09F-7D22-4B47-A37F-19580E0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5FDD3-04E6-47A8-851B-35E457C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71D07-D194-4FCB-8D32-AD4EE08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727A5-84F8-4F0F-88C5-00C1B18E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3C6FE-9EF0-44B0-8EDE-0103E412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01B5A-CCCE-4F9E-A2DB-950BEB3C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FFDED-A255-4BB3-BE8C-705DB068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9243A-4685-46C5-B9FD-7D9C646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AE2FB-343E-4EE0-88E3-5C81113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9E181-B120-4250-A5B4-3EC99746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7A51D-C525-4980-90BD-D10C5F6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02AD2-76FD-4D95-ADE3-687A12E7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ECE38-C6F7-40C2-847D-6E4F0FA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8387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8B958-F53B-47A4-A24D-4D47FC42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A0914-6A36-4B42-AAF4-334E7EF4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System: Microprocessors, GPP Vs ASIP, Micro...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D313B-7054-4D31-9DDE-8ADC380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9F81-F1E9-4945-BCE9-4300D535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11CBD-5503-43E0-A9DB-CC397046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EE669-CA69-4BEE-8DD8-866B9447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B4DF9-1FED-4884-ACD8-8B36220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DDD2B-077C-480F-BA1F-5980492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B0099-4999-4171-9065-E549945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9F756-4AF7-48D1-ACE7-7B3A4D71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2D73A-0953-4EDF-8920-1334643A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E4E12-8443-494C-B0ED-153E5EE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2ACAA-6386-4E50-BD9B-905191E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11936-23E8-4903-BFD6-8CF98B5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1BE4E-0790-463C-BFA0-1007B89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39917-7D90-464A-9D5F-ED8116B0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DE89E-5EA5-4389-BD75-BCDCAD3A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87C1B-546A-4E8F-BC37-8F1F7EC8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A75DD-3D96-4A3C-930C-3F1DDDC4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0E8A3-8C65-447B-95AB-7E4DAFA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4E561-1529-421E-806C-0D094BFF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AAE2A-3A59-4920-9A5D-2FAE1F0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99B4F-6F2B-413F-951E-09D03E76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30231-AE61-4A6F-8E68-7FE3E594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17710-E7F8-4190-8042-E021ECB2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E2190-EF11-4DCA-9E1B-D77FCDEC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C3DE-874A-4FDC-8B62-A2824A5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C4888-F49C-46D9-B5FD-C524125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24C25-6849-4D78-9888-0154625D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BFAAE-698D-4646-9B10-35B17DA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5E1D4-050F-464F-8F7C-98E1A8C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CF343-63FF-42F3-A786-56D231D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36061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5E6504-C8EC-4F11-B743-D14A7BF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74CCC-F2A9-4979-9013-9AFF0F4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Memory: ROM, Sensors, Actuators, LED, 7-Seg...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E8A13-114E-4808-83A3-D5A0FF6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36BC6-6C60-4975-B5AB-20EF7232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C5C31-FC32-4E35-9B90-06AD2B1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F3F3C-174B-4C32-98AB-D069F384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1A88C-68E8-49D0-8AB5-1ED27A0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458DB-3974-42DE-9A1E-1CF0C94D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60C2-77D8-4FBF-9477-3740CACE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2FE7-2870-47EB-99E8-98D16F7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A9BF4-5CBA-48A7-99B9-CA62034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6B258-801C-4E43-AA24-A35CF4A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C0307-0486-452A-B5E4-5BD364E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71C92-76F9-409A-81DD-B7E7F146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DE984-0A50-4563-B1E4-6F70F0A4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619A2-900C-4264-9DC1-BFA5BAD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5BB9A-5F4A-4448-84A5-A329CB28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53CC3-0FAB-458B-8C31-3ED2A2D5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FE96-9593-4CD8-9FD1-A576F86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490FC-30F1-4614-A415-A3DD51D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EC615-3A02-414E-A54B-86A3CEF5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E710C-79EA-4397-9C20-F820C436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DB3AE-D019-4F13-B054-08DC711E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EBDCB-6403-4EE8-8614-D9ED6A5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8C392-02CF-4599-8521-1DD0A94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1E4E8-9BB5-450D-B36A-A676BE1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3723A-B424-434D-BF1E-A6D50C83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40B3D-E767-4962-9AD7-6C741AC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528DC-BC46-4291-AABD-C498DEB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EB86D-68A2-48B6-893D-E290345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9321A-C9B5-4489-9516-3A6276B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96DDE1-96C1-4FA5-8C8A-77717A6D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157834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CA602-577F-4F7D-B9C3-6035DB1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761C-B5A4-4573-81ED-9B5755BF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3: 1.1, 1.2, 1.4, 1.5, 1.6, 2.1.1.1-2....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1974F-7DED-439D-97CE-B2EB9868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00E79-463A-4E3B-9A69-B893241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54D94-52EB-4619-AC63-29FB4F7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BDE3A-611D-41C7-B0B3-231E186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7F958-2F3C-434C-97A7-A18214BD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33C65-A2AB-4E2C-AB30-17F3CE4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04DB1-15FD-4ACB-8A52-ECC940C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D2CCE-9E76-4E1F-B257-0C070953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43A10-9253-4BC8-B645-962EBC3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6DD26-9F7A-4632-923E-FF5470EE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B5B0A-6D5C-4834-9E36-7089136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7BEFB-DE85-44AC-BFFE-A18EBFA8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7CB95-80A4-4C2D-A4B2-D0E0FE2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8D5D1-2403-4D86-AAE0-9EADD22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4AF6B-352B-46C0-9D6A-31765B2E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52B7C-15F5-4ECD-9E50-D218075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058E4-564B-46EE-A06E-BB1A099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005AA-3058-4C1D-B02A-FA40E2E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342B5-4E4C-4AF1-8D95-D54C0053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91525-0E63-4E13-A2F1-EA2BE00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690C1-EE17-40F6-8C52-CBC640E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181AE-E919-458D-8F00-2CC17F0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FE6FE2-2F1E-4E68-AD14-13F79C04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24BD1-D470-4E07-9A54-7F3D23A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B8BDB-9F8F-4ABE-9054-BC923CB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77FFF-14E0-4597-BE49-BA8592C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E00CF-E286-4625-A9F6-CB96F7F1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9C87D-A616-475F-B795-DF39EFC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D94A4-DD7B-496C-A817-41170A1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822AE-1B61-4382-8A4D-716AD3E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46604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96F73-F9D9-4903-8BF2-C5A990AC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329A0-3C96-45A1-ADCD-D33A932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Systems: Definition, Embedded Systems Vs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765F1-B47B-47F2-B074-33E4E28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D5A50-3B93-4236-8A94-FCBEF1E3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7E6D7-DF97-495E-B15A-46AEB752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0AF58-1C1E-475E-92A2-B30CEAE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D0060-994E-4D95-9FB6-8876DB7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99F46-07D3-45C3-8A9A-E54F07E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483ED-32BA-4082-8827-ED37A64A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00F32-79A4-407E-8414-04EEE952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840B0-D3EA-4056-A147-50DF985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8790E-300A-476E-9E1A-0EE5225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84FEB-6E57-46C7-B860-2591FEC9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0BD20-9614-4997-8B96-1E508FD8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2A16A-05C7-41C5-9D46-561BB4D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002AA-BDCF-471E-80E5-FF1E70B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9C84-CBC9-43DE-89BC-BE01439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80419-4279-4301-A4A8-F6B5066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FE41A-D7FB-481B-BC5A-05D3DB8A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1F2EF-41ED-4F68-A762-1D8111B6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64391-CA91-45E1-995D-126EFAB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B2B5F-0506-4E06-A98E-CC12E3D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555B4-E1B2-4A23-A9D7-0D664225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86CB-CD38-4A97-8625-C95633C3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6B08F-D47F-4DBB-962E-FDC9D26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B8EF2-56DF-4C63-8851-AD1D5495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D0E95-129E-46C3-921F-6AB46FB2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97A17-60E6-4C66-B2FD-8184424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65618-2651-4C2A-89FE-2CB0CD7D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599DF-1084-4A56-A39A-06FF5C0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62036-DC8C-4374-9203-A85C9CBF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BD5D4-3461-4348-A100-A8F94AD7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726565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06426-09CB-4BF0-9BC7-E0C33F1A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24510-F373-45BC-A06B-F458767A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System: Microprocessors, GPP Vs ASIP, Micro...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0C9C3-B4BC-4D00-AD24-80FBF27C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3F02-46D6-45C1-A76B-7E73BA2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5CC72-52C8-48BE-AEE0-A2FF42A1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1C3B-7E7C-4356-B93D-0C94F85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591C2-67AE-4395-9FD2-4A2C84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C8BE0-27C6-4F29-A35E-0601B9C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5ECED-8AB2-44C6-A2DE-BC2DA92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5F6E5-81B2-4C20-8959-1E81C05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11482-1139-4380-A2FF-4008ABA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E26AF-19D4-494D-9670-7E953968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71F62-B1E1-4BC3-B812-B505F61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B79A9-9B58-4575-AF8C-84778FDD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B151A-A404-4AB0-A428-D2AB036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39BE8-0406-43B3-A013-89162FD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8BF46-E370-42B2-8E3B-30251AD0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C42B0-C4FE-4E80-921D-9F84296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4D6F8-3CC2-4B29-BA8C-9AB77A0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DA920-4F52-45A4-B13B-E01F46E3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7887B-A17E-485C-A14D-3188A3F2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B89DA-1237-4C32-90BB-2A3B5491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440DA-2A73-4CD3-AFAC-FF840F5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771B1-5CD0-4E36-9AA7-6503CB7D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4C3D0-90A3-4F59-B085-67F0B49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68545-0207-4A3F-A3CF-67AFA23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DA95F-649A-44D3-AB6C-EF1CB214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6477C-CDB8-4907-B96B-CE5BBF2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645AC-84DD-42C3-861C-807610E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81B05-E5D9-4958-B855-0486BFD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AB466-9E05-4622-B94F-96ABFD69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E35CA-1367-4A7A-A890-B0A31007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426579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78FDE-ABB8-4901-A569-A7A75E2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E997F-98A6-4D4B-9D89-3CDF0D10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Memory: ROM, Sensors, Actuators, LED, 7-Seg...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2B998-4A11-4874-85B9-DB58E53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7366E-F061-43DA-960E-B1309655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5E0F9-4EA7-4544-AC05-BF2871D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25ADA-71DF-4E77-A316-CF20BBB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14993-74E6-49E3-9340-A3A06BF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8F590-7F86-4D92-9075-3DF29FE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44D92-CFFD-4692-B0FE-6344943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67AC5-4D8A-423E-B023-A52386E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8BDB2-360C-44E4-A15A-46820FA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9ED1C-DFE9-427D-83AA-EEE284ED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C8AD5-D114-4958-88F6-6F90B9B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2CCA2-C974-49FA-A537-572391D9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B4E05-BEF4-4CFB-B679-AD19BA3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13A41-59D0-4A8A-B86C-0F7E35A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A0D95-EA21-4FA7-8317-2CF47E7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E2514-A5B3-41CE-B348-05A50AD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F3E70-1D5B-41C2-87BA-5C4589B5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DE8A2-E091-4C32-A4F7-742FFC4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ACE8D-1641-400F-A4C2-2C069A9B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82D7A-24F4-49BE-82B9-96CAEEF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2904A-B2A5-4D6A-B209-7201D81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86297-7441-470A-93E7-31439BEE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499F2-D96E-4713-B977-497B222B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C6EBC-1B0F-4736-977F-0E2CC30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BA6EF-5779-4E80-AB9D-88554B7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7ECEF-705A-492C-9E02-31D99C1C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C4BF4-5B75-43C0-8969-5668612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D95E4-7313-47DA-A553-335F16A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C6C7F-F582-4946-9B26-2DE7B56D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AEBE1-DFF9-459B-8C82-DA8AE393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43689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2026-08-24T16:02:48.8820000Z</dcterms:created>
  <dcterms:modified xsi:type="dcterms:W3CDTF">2026-08-24T16:02:48.8820000Z</dcterms:modified>
</coreProperties>
</file>