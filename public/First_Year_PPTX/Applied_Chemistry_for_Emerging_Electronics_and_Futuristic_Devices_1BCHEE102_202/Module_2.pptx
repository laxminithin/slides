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0f058b9f764c15" /><Relationship Type="http://schemas.openxmlformats.org/officeDocument/2006/relationships/extended-properties" Target="/docProps/app.xml" Id="Rb2c94637764f4d33" /><Relationship Type="http://schemas.openxmlformats.org/officeDocument/2006/relationships/officeDocument" Target="/ppt/presentation.xml" Id="R4237b8af5b0149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a165a753524124"/>
  </p:sldMasterIdLst>
  <p:notesMasterIdLst>
    <p:notesMasterId xmlns:r="http://schemas.openxmlformats.org/officeDocument/2006/relationships" r:id="R28b701d4167e4562"/>
  </p:notesMasterIdLst>
  <p:sldIdLst>
    <p:sldId xmlns:r="http://schemas.openxmlformats.org/officeDocument/2006/relationships" id="256" r:id="R17e890fac0f24294"/>
    <p:sldId xmlns:r="http://schemas.openxmlformats.org/officeDocument/2006/relationships" id="257" r:id="Ra4dd3f65d7ab4cf9"/>
    <p:sldId xmlns:r="http://schemas.openxmlformats.org/officeDocument/2006/relationships" id="258" r:id="R3ecdba724b9b4339"/>
    <p:sldId xmlns:r="http://schemas.openxmlformats.org/officeDocument/2006/relationships" id="259" r:id="R7239027b49f3467a"/>
    <p:sldId xmlns:r="http://schemas.openxmlformats.org/officeDocument/2006/relationships" id="260" r:id="Rc0baaf0c9e43457e"/>
    <p:sldId xmlns:r="http://schemas.openxmlformats.org/officeDocument/2006/relationships" id="261" r:id="R0c3fd287e3e44043"/>
    <p:sldId xmlns:r="http://schemas.openxmlformats.org/officeDocument/2006/relationships" id="262" r:id="Ra5a89c81907b4d78"/>
    <p:sldId xmlns:r="http://schemas.openxmlformats.org/officeDocument/2006/relationships" id="263" r:id="Ra6c6814e5abc45d2"/>
    <p:sldId xmlns:r="http://schemas.openxmlformats.org/officeDocument/2006/relationships" id="264" r:id="Rb5f0d7dc704a4d13"/>
    <p:sldId xmlns:r="http://schemas.openxmlformats.org/officeDocument/2006/relationships" id="265" r:id="Rcecf7c5a7d9c4e85"/>
    <p:sldId xmlns:r="http://schemas.openxmlformats.org/officeDocument/2006/relationships" id="266" r:id="Rdee0d93ce848487d"/>
    <p:sldId xmlns:r="http://schemas.openxmlformats.org/officeDocument/2006/relationships" id="267" r:id="Reefa4d7baeef46e2"/>
    <p:sldId xmlns:r="http://schemas.openxmlformats.org/officeDocument/2006/relationships" id="268" r:id="R48414f6641d448ee"/>
    <p:sldId xmlns:r="http://schemas.openxmlformats.org/officeDocument/2006/relationships" id="269" r:id="R476b161f10564e56"/>
    <p:sldId xmlns:r="http://schemas.openxmlformats.org/officeDocument/2006/relationships" id="270" r:id="R2fa8ad4d8df74639"/>
    <p:sldId xmlns:r="http://schemas.openxmlformats.org/officeDocument/2006/relationships" id="271" r:id="Rf155db2c9672497c"/>
    <p:sldId xmlns:r="http://schemas.openxmlformats.org/officeDocument/2006/relationships" id="272" r:id="R83d37fa6b5c747df"/>
    <p:sldId xmlns:r="http://schemas.openxmlformats.org/officeDocument/2006/relationships" id="273" r:id="Rb758140783a547fd"/>
    <p:sldId xmlns:r="http://schemas.openxmlformats.org/officeDocument/2006/relationships" id="274" r:id="R2a50ce53e4934362"/>
    <p:sldId xmlns:r="http://schemas.openxmlformats.org/officeDocument/2006/relationships" id="275" r:id="Rce90c17b02bc4607"/>
    <p:sldId xmlns:r="http://schemas.openxmlformats.org/officeDocument/2006/relationships" id="276" r:id="Rdfb6871d99324353"/>
    <p:sldId xmlns:r="http://schemas.openxmlformats.org/officeDocument/2006/relationships" id="277" r:id="R15742429506c4300"/>
    <p:sldId xmlns:r="http://schemas.openxmlformats.org/officeDocument/2006/relationships" id="278" r:id="R30a6b7c851374851"/>
    <p:sldId xmlns:r="http://schemas.openxmlformats.org/officeDocument/2006/relationships" id="279" r:id="R40bf3af7f64a4617"/>
    <p:sldId xmlns:r="http://schemas.openxmlformats.org/officeDocument/2006/relationships" id="280" r:id="Rc5d2cf3d98ed4bc3"/>
    <p:sldId xmlns:r="http://schemas.openxmlformats.org/officeDocument/2006/relationships" id="281" r:id="R850b121fc194447c"/>
    <p:sldId xmlns:r="http://schemas.openxmlformats.org/officeDocument/2006/relationships" id="282" r:id="R82c68d083f26412a"/>
    <p:sldId xmlns:r="http://schemas.openxmlformats.org/officeDocument/2006/relationships" id="283" r:id="Rb8bb5cde54214c6b"/>
    <p:sldId xmlns:r="http://schemas.openxmlformats.org/officeDocument/2006/relationships" id="284" r:id="R2d143df1a1394c98"/>
    <p:sldId xmlns:r="http://schemas.openxmlformats.org/officeDocument/2006/relationships" id="285" r:id="Rc2a4fee7b27f4750"/>
    <p:sldId xmlns:r="http://schemas.openxmlformats.org/officeDocument/2006/relationships" id="286" r:id="Re96aa469f684499a"/>
    <p:sldId xmlns:r="http://schemas.openxmlformats.org/officeDocument/2006/relationships" id="287" r:id="R0e59af5e98bc47db"/>
    <p:sldId xmlns:r="http://schemas.openxmlformats.org/officeDocument/2006/relationships" id="288" r:id="Rdc873d9ff6b84c5f"/>
    <p:sldId xmlns:r="http://schemas.openxmlformats.org/officeDocument/2006/relationships" id="289" r:id="R4d7f3cc2113f4c93"/>
    <p:sldId xmlns:r="http://schemas.openxmlformats.org/officeDocument/2006/relationships" id="290" r:id="R6e62ab7b429348ca"/>
    <p:sldId xmlns:r="http://schemas.openxmlformats.org/officeDocument/2006/relationships" id="291" r:id="Rda360d173f2e44d8"/>
    <p:sldId xmlns:r="http://schemas.openxmlformats.org/officeDocument/2006/relationships" id="292" r:id="R5ec804db8afb4942"/>
    <p:sldId xmlns:r="http://schemas.openxmlformats.org/officeDocument/2006/relationships" id="293" r:id="R01772e4374474e3a"/>
    <p:sldId xmlns:r="http://schemas.openxmlformats.org/officeDocument/2006/relationships" id="294" r:id="R32cfa77273ce46ed"/>
    <p:sldId xmlns:r="http://schemas.openxmlformats.org/officeDocument/2006/relationships" id="295" r:id="Rbd2eeadf921a4a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e26ca98a0486c" /><Relationship Type="http://schemas.openxmlformats.org/officeDocument/2006/relationships/slideMaster" Target="/ppt/slideMasters/slideMaster1.xml" Id="R90a165a753524124" /><Relationship Type="http://schemas.openxmlformats.org/officeDocument/2006/relationships/notesMaster" Target="/ppt/notesMasters/notesMaster1.xml" Id="R28b701d4167e4562" /><Relationship Type="http://schemas.openxmlformats.org/officeDocument/2006/relationships/presProps" Target="/ppt/presProps.xml" Id="R58b33c509aec4f1f" /><Relationship Type="http://schemas.openxmlformats.org/officeDocument/2006/relationships/tableStyles" Target="/ppt/tableStyles.xml" Id="R0ec7ce0317334f7f" /><Relationship Type="http://schemas.openxmlformats.org/officeDocument/2006/relationships/slide" Target="/ppt/slides/slide1.xml" Id="R17e890fac0f24294" /><Relationship Type="http://schemas.openxmlformats.org/officeDocument/2006/relationships/slide" Target="/ppt/slides/slide2.xml" Id="Ra4dd3f65d7ab4cf9" /><Relationship Type="http://schemas.openxmlformats.org/officeDocument/2006/relationships/slide" Target="/ppt/slides/slide3.xml" Id="R3ecdba724b9b4339" /><Relationship Type="http://schemas.openxmlformats.org/officeDocument/2006/relationships/slide" Target="/ppt/slides/slide4.xml" Id="R7239027b49f3467a" /><Relationship Type="http://schemas.openxmlformats.org/officeDocument/2006/relationships/slide" Target="/ppt/slides/slide5.xml" Id="Rc0baaf0c9e43457e" /><Relationship Type="http://schemas.openxmlformats.org/officeDocument/2006/relationships/slide" Target="/ppt/slides/slide6.xml" Id="R0c3fd287e3e44043" /><Relationship Type="http://schemas.openxmlformats.org/officeDocument/2006/relationships/slide" Target="/ppt/slides/slide7.xml" Id="Ra5a89c81907b4d78" /><Relationship Type="http://schemas.openxmlformats.org/officeDocument/2006/relationships/slide" Target="/ppt/slides/slide8.xml" Id="Ra6c6814e5abc45d2" /><Relationship Type="http://schemas.openxmlformats.org/officeDocument/2006/relationships/slide" Target="/ppt/slides/slide9.xml" Id="Rb5f0d7dc704a4d13" /><Relationship Type="http://schemas.openxmlformats.org/officeDocument/2006/relationships/slide" Target="/ppt/slides/slide10.xml" Id="Rcecf7c5a7d9c4e85" /><Relationship Type="http://schemas.openxmlformats.org/officeDocument/2006/relationships/slide" Target="/ppt/slides/slide11.xml" Id="Rdee0d93ce848487d" /><Relationship Type="http://schemas.openxmlformats.org/officeDocument/2006/relationships/slide" Target="/ppt/slides/slide12.xml" Id="Reefa4d7baeef46e2" /><Relationship Type="http://schemas.openxmlformats.org/officeDocument/2006/relationships/slide" Target="/ppt/slides/slide13.xml" Id="R48414f6641d448ee" /><Relationship Type="http://schemas.openxmlformats.org/officeDocument/2006/relationships/slide" Target="/ppt/slides/slide14.xml" Id="R476b161f10564e56" /><Relationship Type="http://schemas.openxmlformats.org/officeDocument/2006/relationships/slide" Target="/ppt/slides/slide15.xml" Id="R2fa8ad4d8df74639" /><Relationship Type="http://schemas.openxmlformats.org/officeDocument/2006/relationships/slide" Target="/ppt/slides/slide16.xml" Id="Rf155db2c9672497c" /><Relationship Type="http://schemas.openxmlformats.org/officeDocument/2006/relationships/slide" Target="/ppt/slides/slide17.xml" Id="R83d37fa6b5c747df" /><Relationship Type="http://schemas.openxmlformats.org/officeDocument/2006/relationships/slide" Target="/ppt/slides/slide18.xml" Id="Rb758140783a547fd" /><Relationship Type="http://schemas.openxmlformats.org/officeDocument/2006/relationships/slide" Target="/ppt/slides/slide19.xml" Id="R2a50ce53e4934362" /><Relationship Type="http://schemas.openxmlformats.org/officeDocument/2006/relationships/slide" Target="/ppt/slides/slide20.xml" Id="Rce90c17b02bc4607" /><Relationship Type="http://schemas.openxmlformats.org/officeDocument/2006/relationships/slide" Target="/ppt/slides/slide21.xml" Id="Rdfb6871d99324353" /><Relationship Type="http://schemas.openxmlformats.org/officeDocument/2006/relationships/slide" Target="/ppt/slides/slide22.xml" Id="R15742429506c4300" /><Relationship Type="http://schemas.openxmlformats.org/officeDocument/2006/relationships/slide" Target="/ppt/slides/slide23.xml" Id="R30a6b7c851374851" /><Relationship Type="http://schemas.openxmlformats.org/officeDocument/2006/relationships/slide" Target="/ppt/slides/slide24.xml" Id="R40bf3af7f64a4617" /><Relationship Type="http://schemas.openxmlformats.org/officeDocument/2006/relationships/slide" Target="/ppt/slides/slide25.xml" Id="Rc5d2cf3d98ed4bc3" /><Relationship Type="http://schemas.openxmlformats.org/officeDocument/2006/relationships/slide" Target="/ppt/slides/slide26.xml" Id="R850b121fc194447c" /><Relationship Type="http://schemas.openxmlformats.org/officeDocument/2006/relationships/slide" Target="/ppt/slides/slide27.xml" Id="R82c68d083f26412a" /><Relationship Type="http://schemas.openxmlformats.org/officeDocument/2006/relationships/slide" Target="/ppt/slides/slide28.xml" Id="Rb8bb5cde54214c6b" /><Relationship Type="http://schemas.openxmlformats.org/officeDocument/2006/relationships/slide" Target="/ppt/slides/slide29.xml" Id="R2d143df1a1394c98" /><Relationship Type="http://schemas.openxmlformats.org/officeDocument/2006/relationships/slide" Target="/ppt/slides/slide30.xml" Id="Rc2a4fee7b27f4750" /><Relationship Type="http://schemas.openxmlformats.org/officeDocument/2006/relationships/slide" Target="/ppt/slides/slide31.xml" Id="Re96aa469f684499a" /><Relationship Type="http://schemas.openxmlformats.org/officeDocument/2006/relationships/slide" Target="/ppt/slides/slide32.xml" Id="R0e59af5e98bc47db" /><Relationship Type="http://schemas.openxmlformats.org/officeDocument/2006/relationships/slide" Target="/ppt/slides/slide33.xml" Id="Rdc873d9ff6b84c5f" /><Relationship Type="http://schemas.openxmlformats.org/officeDocument/2006/relationships/slide" Target="/ppt/slides/slide34.xml" Id="R4d7f3cc2113f4c93" /><Relationship Type="http://schemas.openxmlformats.org/officeDocument/2006/relationships/slide" Target="/ppt/slides/slide35.xml" Id="R6e62ab7b429348ca" /><Relationship Type="http://schemas.openxmlformats.org/officeDocument/2006/relationships/slide" Target="/ppt/slides/slide36.xml" Id="Rda360d173f2e44d8" /><Relationship Type="http://schemas.openxmlformats.org/officeDocument/2006/relationships/slide" Target="/ppt/slides/slide37.xml" Id="R5ec804db8afb4942" /><Relationship Type="http://schemas.openxmlformats.org/officeDocument/2006/relationships/slide" Target="/ppt/slides/slide38.xml" Id="R01772e4374474e3a" /><Relationship Type="http://schemas.openxmlformats.org/officeDocument/2006/relationships/slide" Target="/ppt/slides/slide39.xml" Id="R32cfa77273ce46ed" /><Relationship Type="http://schemas.openxmlformats.org/officeDocument/2006/relationships/slide" Target="/ppt/slides/slide40.xml" Id="Rbd2eeadf921a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0c9ca0a1a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169627f0894280" /><Relationship Type="http://schemas.openxmlformats.org/officeDocument/2006/relationships/notesMaster" Target="/ppt/notesMasters/notesMaster1.xml" Id="R5dbfeeee29114b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17702742e64e9b" /><Relationship Type="http://schemas.openxmlformats.org/officeDocument/2006/relationships/notesMaster" Target="/ppt/notesMasters/notesMaster1.xml" Id="R48e8d72255c94a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f50da810142e7" /><Relationship Type="http://schemas.openxmlformats.org/officeDocument/2006/relationships/notesMaster" Target="/ppt/notesMasters/notesMaster1.xml" Id="R31c56b8d17c2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a35f191dd341f6" /><Relationship Type="http://schemas.openxmlformats.org/officeDocument/2006/relationships/notesMaster" Target="/ppt/notesMasters/notesMaster1.xml" Id="Ra9292111e72b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c6b608b3364de3" /><Relationship Type="http://schemas.openxmlformats.org/officeDocument/2006/relationships/notesMaster" Target="/ppt/notesMasters/notesMaster1.xml" Id="R1c4298fa03ac47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06c9c504434159" /><Relationship Type="http://schemas.openxmlformats.org/officeDocument/2006/relationships/notesMaster" Target="/ppt/notesMasters/notesMaster1.xml" Id="Rfd424d5414d142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559b4475c94c60" /><Relationship Type="http://schemas.openxmlformats.org/officeDocument/2006/relationships/notesMaster" Target="/ppt/notesMasters/notesMaster1.xml" Id="Rebc4f21d85744b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d9d4ea923742f1" /><Relationship Type="http://schemas.openxmlformats.org/officeDocument/2006/relationships/notesMaster" Target="/ppt/notesMasters/notesMaster1.xml" Id="R7d4d8d1ae5b44b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305a3f125d48fd" /><Relationship Type="http://schemas.openxmlformats.org/officeDocument/2006/relationships/notesMaster" Target="/ppt/notesMasters/notesMaster1.xml" Id="R779f793800d440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91df8f9a0040aa" /><Relationship Type="http://schemas.openxmlformats.org/officeDocument/2006/relationships/notesMaster" Target="/ppt/notesMasters/notesMaster1.xml" Id="R8c85cb4fb827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76710faa4f4d97" /><Relationship Type="http://schemas.openxmlformats.org/officeDocument/2006/relationships/notesMaster" Target="/ppt/notesMasters/notesMaster1.xml" Id="Rcb5fdaa3c15a46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2ff4d15b1d4860" /><Relationship Type="http://schemas.openxmlformats.org/officeDocument/2006/relationships/notesMaster" Target="/ppt/notesMasters/notesMaster1.xml" Id="R55cd7b31801841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4a5cbaa07f4c28" /><Relationship Type="http://schemas.openxmlformats.org/officeDocument/2006/relationships/notesMaster" Target="/ppt/notesMasters/notesMaster1.xml" Id="R9a9ebd50a75143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b9265bc76c4590" /><Relationship Type="http://schemas.openxmlformats.org/officeDocument/2006/relationships/notesMaster" Target="/ppt/notesMasters/notesMaster1.xml" Id="R9cd5feca1ac042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0c84afcb364487" /><Relationship Type="http://schemas.openxmlformats.org/officeDocument/2006/relationships/notesMaster" Target="/ppt/notesMasters/notesMaster1.xml" Id="R04d0d9444c1e47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f208a736f445d3" /><Relationship Type="http://schemas.openxmlformats.org/officeDocument/2006/relationships/notesMaster" Target="/ppt/notesMasters/notesMaster1.xml" Id="R444a992fdbb741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39b440e6bf4850" /><Relationship Type="http://schemas.openxmlformats.org/officeDocument/2006/relationships/notesMaster" Target="/ppt/notesMasters/notesMaster1.xml" Id="Rf6510f687ede4f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5bb056ef444623" /><Relationship Type="http://schemas.openxmlformats.org/officeDocument/2006/relationships/notesMaster" Target="/ppt/notesMasters/notesMaster1.xml" Id="R62dccb323d1340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b6a0a704b041a1" /><Relationship Type="http://schemas.openxmlformats.org/officeDocument/2006/relationships/notesMaster" Target="/ppt/notesMasters/notesMaster1.xml" Id="R748bb7b8becd41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958fd5edf94cd2" /><Relationship Type="http://schemas.openxmlformats.org/officeDocument/2006/relationships/notesMaster" Target="/ppt/notesMasters/notesMaster1.xml" Id="R3a692154d8c24f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049de0e0444c6c" /><Relationship Type="http://schemas.openxmlformats.org/officeDocument/2006/relationships/notesMaster" Target="/ppt/notesMasters/notesMaster1.xml" Id="R2aeaee410a494e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0df8619f0e455c" /><Relationship Type="http://schemas.openxmlformats.org/officeDocument/2006/relationships/notesMaster" Target="/ppt/notesMasters/notesMaster1.xml" Id="R73984506536341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b261ac251d4567" /><Relationship Type="http://schemas.openxmlformats.org/officeDocument/2006/relationships/notesMaster" Target="/ppt/notesMasters/notesMaster1.xml" Id="R129d97158f5245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2934dda8014e58" /><Relationship Type="http://schemas.openxmlformats.org/officeDocument/2006/relationships/notesMaster" Target="/ppt/notesMasters/notesMaster1.xml" Id="Rb7474cb3431940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4238305cbda4b70" /><Relationship Type="http://schemas.openxmlformats.org/officeDocument/2006/relationships/notesMaster" Target="/ppt/notesMasters/notesMaster1.xml" Id="R5f2efe82700445c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a5c73fd77c498c" /><Relationship Type="http://schemas.openxmlformats.org/officeDocument/2006/relationships/notesMaster" Target="/ppt/notesMasters/notesMaster1.xml" Id="R8adeca0754634e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283082f7644ca5" /><Relationship Type="http://schemas.openxmlformats.org/officeDocument/2006/relationships/notesMaster" Target="/ppt/notesMasters/notesMaster1.xml" Id="Rf66a98f1e65142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051fadfc6f482b" /><Relationship Type="http://schemas.openxmlformats.org/officeDocument/2006/relationships/notesMaster" Target="/ppt/notesMasters/notesMaster1.xml" Id="Rb73a7175b5f54f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94b903837b840df" /><Relationship Type="http://schemas.openxmlformats.org/officeDocument/2006/relationships/notesMaster" Target="/ppt/notesMasters/notesMaster1.xml" Id="Rdc948b13be6f4f7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0615a027c34555" /><Relationship Type="http://schemas.openxmlformats.org/officeDocument/2006/relationships/notesMaster" Target="/ppt/notesMasters/notesMaster1.xml" Id="Rf07479af5827440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263d6560a6742f9" /><Relationship Type="http://schemas.openxmlformats.org/officeDocument/2006/relationships/notesMaster" Target="/ppt/notesMasters/notesMaster1.xml" Id="R65e45e80c46c40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2a00dd6b9b84f4c" /><Relationship Type="http://schemas.openxmlformats.org/officeDocument/2006/relationships/notesMaster" Target="/ppt/notesMasters/notesMaster1.xml" Id="Rdba9f8bbe092452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5a086fafd8e4fb4" /><Relationship Type="http://schemas.openxmlformats.org/officeDocument/2006/relationships/notesMaster" Target="/ppt/notesMasters/notesMaster1.xml" Id="R8b4ad98f73c541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526129d2f14a19" /><Relationship Type="http://schemas.openxmlformats.org/officeDocument/2006/relationships/notesMaster" Target="/ppt/notesMasters/notesMaster1.xml" Id="R64aafe637b664db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17effa5b6a14498" /><Relationship Type="http://schemas.openxmlformats.org/officeDocument/2006/relationships/notesMaster" Target="/ppt/notesMasters/notesMaster1.xml" Id="R3a877cb259004d5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9916cb1f8e4f1d" /><Relationship Type="http://schemas.openxmlformats.org/officeDocument/2006/relationships/notesMaster" Target="/ppt/notesMasters/notesMaster1.xml" Id="Rf60912215c4b491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ddf83e42d364ae0" /><Relationship Type="http://schemas.openxmlformats.org/officeDocument/2006/relationships/notesMaster" Target="/ppt/notesMasters/notesMaster1.xml" Id="R53396f3ea06144c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72b7e522e8045e9" /><Relationship Type="http://schemas.openxmlformats.org/officeDocument/2006/relationships/notesMaster" Target="/ppt/notesMasters/notesMaster1.xml" Id="Rb18cc3a846b948e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f120ae0d52d46ca" /><Relationship Type="http://schemas.openxmlformats.org/officeDocument/2006/relationships/notesMaster" Target="/ppt/notesMasters/notesMaster1.xml" Id="R09469777703a4da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9fb85afd0794c4b" /><Relationship Type="http://schemas.openxmlformats.org/officeDocument/2006/relationships/notesMaster" Target="/ppt/notesMasters/notesMaster1.xml" Id="Ra5215767f758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4f7163553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3f9c907de4ae9" /><Relationship Type="http://schemas.openxmlformats.org/officeDocument/2006/relationships/slideLayout" Target="/ppt/slideLayouts/slideLayout1.xml" Id="R75db12e36bee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b12e36bee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36ae264234295" /><Relationship Type="http://schemas.openxmlformats.org/officeDocument/2006/relationships/notesSlide" Target="/ppt/notesSlides/notesSlide1.xml" Id="R31a053534e1245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51cd441a14db4" /><Relationship Type="http://schemas.openxmlformats.org/officeDocument/2006/relationships/notesSlide" Target="/ppt/notesSlides/notesSlide2.xml" Id="R5605bbe616e847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2f59992614f30" /><Relationship Type="http://schemas.openxmlformats.org/officeDocument/2006/relationships/notesSlide" Target="/ppt/notesSlides/notesSlide3.xml" Id="Rda527586c3bb46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294281f7e422d" /><Relationship Type="http://schemas.openxmlformats.org/officeDocument/2006/relationships/notesSlide" Target="/ppt/notesSlides/notesSlide4.xml" Id="Rf3c492b75af641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294804af9467f" /><Relationship Type="http://schemas.openxmlformats.org/officeDocument/2006/relationships/notesSlide" Target="/ppt/notesSlides/notesSlide5.xml" Id="Rf5d1843081e342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7ba3431204d68" /><Relationship Type="http://schemas.openxmlformats.org/officeDocument/2006/relationships/notesSlide" Target="/ppt/notesSlides/notesSlide6.xml" Id="R73c8d04e2bb141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cdf9e039e4a58" /><Relationship Type="http://schemas.openxmlformats.org/officeDocument/2006/relationships/notesSlide" Target="/ppt/notesSlides/notesSlide7.xml" Id="Rb5c3520092fb4f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ade060c53449b" /><Relationship Type="http://schemas.openxmlformats.org/officeDocument/2006/relationships/notesSlide" Target="/ppt/notesSlides/notesSlide8.xml" Id="Rff2f4cd1d68a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d3a5b8c6e4890" /><Relationship Type="http://schemas.openxmlformats.org/officeDocument/2006/relationships/notesSlide" Target="/ppt/notesSlides/notesSlide9.xml" Id="Rfbfbad6b43f048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85dc6a8824a05" /><Relationship Type="http://schemas.openxmlformats.org/officeDocument/2006/relationships/notesSlide" Target="/ppt/notesSlides/notesSlide10.xml" Id="R5283bdc25e5a4f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f5fdaf86c487e" /><Relationship Type="http://schemas.openxmlformats.org/officeDocument/2006/relationships/notesSlide" Target="/ppt/notesSlides/notesSlide11.xml" Id="R3fe2bda39cf541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1bd0d2c349a1" /><Relationship Type="http://schemas.openxmlformats.org/officeDocument/2006/relationships/notesSlide" Target="/ppt/notesSlides/notesSlide12.xml" Id="R7f026c5971f44b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05bdfa4224585" /><Relationship Type="http://schemas.openxmlformats.org/officeDocument/2006/relationships/notesSlide" Target="/ppt/notesSlides/notesSlide13.xml" Id="R53c56e81413545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721ceae64c04" /><Relationship Type="http://schemas.openxmlformats.org/officeDocument/2006/relationships/notesSlide" Target="/ppt/notesSlides/notesSlide14.xml" Id="R0d916a04122b46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50975a89456f" /><Relationship Type="http://schemas.openxmlformats.org/officeDocument/2006/relationships/notesSlide" Target="/ppt/notesSlides/notesSlide15.xml" Id="Reeb50a1fa28942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a613e5e454661" /><Relationship Type="http://schemas.openxmlformats.org/officeDocument/2006/relationships/notesSlide" Target="/ppt/notesSlides/notesSlide16.xml" Id="Rf1c733bf2cf44b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148a3e8a7496d" /><Relationship Type="http://schemas.openxmlformats.org/officeDocument/2006/relationships/notesSlide" Target="/ppt/notesSlides/notesSlide17.xml" Id="R0c9b57ae3ef84a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030262d1340e1" /><Relationship Type="http://schemas.openxmlformats.org/officeDocument/2006/relationships/notesSlide" Target="/ppt/notesSlides/notesSlide18.xml" Id="Re306e91b44104a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deafd25254f0b" /><Relationship Type="http://schemas.openxmlformats.org/officeDocument/2006/relationships/notesSlide" Target="/ppt/notesSlides/notesSlide19.xml" Id="R39a1b368d8584c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ffefac43842bf" /><Relationship Type="http://schemas.openxmlformats.org/officeDocument/2006/relationships/notesSlide" Target="/ppt/notesSlides/notesSlide20.xml" Id="R8741777cf12240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b4cf296704bdf" /><Relationship Type="http://schemas.openxmlformats.org/officeDocument/2006/relationships/notesSlide" Target="/ppt/notesSlides/notesSlide21.xml" Id="Rd5c171ac791549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2f4c103fc40b1" /><Relationship Type="http://schemas.openxmlformats.org/officeDocument/2006/relationships/notesSlide" Target="/ppt/notesSlides/notesSlide22.xml" Id="Rfb884544a9b647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d5e3923664dde" /><Relationship Type="http://schemas.openxmlformats.org/officeDocument/2006/relationships/notesSlide" Target="/ppt/notesSlides/notesSlide23.xml" Id="Re31ca204a72944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46d17a9a406a" /><Relationship Type="http://schemas.openxmlformats.org/officeDocument/2006/relationships/notesSlide" Target="/ppt/notesSlides/notesSlide24.xml" Id="R320eaf524c2648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3fdebeda040a5" /><Relationship Type="http://schemas.openxmlformats.org/officeDocument/2006/relationships/notesSlide" Target="/ppt/notesSlides/notesSlide25.xml" Id="Rd0bcfd2f363e4d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5579679d647b3" /><Relationship Type="http://schemas.openxmlformats.org/officeDocument/2006/relationships/notesSlide" Target="/ppt/notesSlides/notesSlide26.xml" Id="R57dbc7d481d749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1de8f1dce435f" /><Relationship Type="http://schemas.openxmlformats.org/officeDocument/2006/relationships/notesSlide" Target="/ppt/notesSlides/notesSlide27.xml" Id="Rc71dda17821b45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5b2e106754a8d" /><Relationship Type="http://schemas.openxmlformats.org/officeDocument/2006/relationships/notesSlide" Target="/ppt/notesSlides/notesSlide28.xml" Id="R84521c3127854d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43791047f475b" /><Relationship Type="http://schemas.openxmlformats.org/officeDocument/2006/relationships/notesSlide" Target="/ppt/notesSlides/notesSlide29.xml" Id="Rc7009f02c09c4f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a7a23c89b4d80" /><Relationship Type="http://schemas.openxmlformats.org/officeDocument/2006/relationships/notesSlide" Target="/ppt/notesSlides/notesSlide30.xml" Id="Rcb54ed14fb7443f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d994232954d9a" /><Relationship Type="http://schemas.openxmlformats.org/officeDocument/2006/relationships/notesSlide" Target="/ppt/notesSlides/notesSlide31.xml" Id="R89312cde02d945e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6b747745471c" /><Relationship Type="http://schemas.openxmlformats.org/officeDocument/2006/relationships/notesSlide" Target="/ppt/notesSlides/notesSlide32.xml" Id="R96d991e7ac8d418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5a320314142f7" /><Relationship Type="http://schemas.openxmlformats.org/officeDocument/2006/relationships/notesSlide" Target="/ppt/notesSlides/notesSlide33.xml" Id="Rba1dfd952434490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0604f53624325" /><Relationship Type="http://schemas.openxmlformats.org/officeDocument/2006/relationships/notesSlide" Target="/ppt/notesSlides/notesSlide34.xml" Id="Rea1d95d2239f430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ce4ae12434b08" /><Relationship Type="http://schemas.openxmlformats.org/officeDocument/2006/relationships/notesSlide" Target="/ppt/notesSlides/notesSlide35.xml" Id="R2f3b1c7cdf34413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80531c96841c3" /><Relationship Type="http://schemas.openxmlformats.org/officeDocument/2006/relationships/notesSlide" Target="/ppt/notesSlides/notesSlide36.xml" Id="R873271a88cb84b1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3265834834f14" /><Relationship Type="http://schemas.openxmlformats.org/officeDocument/2006/relationships/notesSlide" Target="/ppt/notesSlides/notesSlide37.xml" Id="R57b477ee9e2245b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3411f4e064b72" /><Relationship Type="http://schemas.openxmlformats.org/officeDocument/2006/relationships/notesSlide" Target="/ppt/notesSlides/notesSlide38.xml" Id="Rda86e242257b417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d3611c2b24e42" /><Relationship Type="http://schemas.openxmlformats.org/officeDocument/2006/relationships/notesSlide" Target="/ppt/notesSlides/notesSlide39.xml" Id="Ra5109587de934b4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6e9a77e4f4ca3" /><Relationship Type="http://schemas.openxmlformats.org/officeDocument/2006/relationships/notesSlide" Target="/ppt/notesSlides/notesSlide40.xml" Id="Rae000be66f084f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BA093-29F4-41FB-BB64-E649FA13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34FBF-E56A-4096-8929-5927079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Nano and Quantum Dot Materials Nano materials: Introduction, size dependent properties of nanomaterials - surface area,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4D06E-C726-4E11-8007-DEDE5D65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75AEC-B54B-4A0C-937D-7FE4490D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7BE72-91BC-4C6E-80DA-083EB2A8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9A115-674E-4378-890B-2716F4F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8B397-A9DE-4D70-995A-F1DC1B3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90D35-296E-4DF2-8B2E-4356ED2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C0BF7-55AE-456E-B80A-A73615A6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7A94-5132-42FD-8775-DBCEF422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EF793-591A-4038-B028-E40D1259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595A1-D2A1-4261-AB95-F90F8853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881AC-6554-4E32-A0E5-5401FAC4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61415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A06CB-BCFD-448C-8C8D-E28CD88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6C748-4780-4392-943A-5D5F48A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D7921-4C42-4305-88EC-CE7A8AC1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E62C-A368-4534-8213-F5C76958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14356-AA8E-47B5-A674-8E13F362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03DCA-37A6-4C4F-BA3D-7A12CBF7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6388D-B4D7-4051-9C1A-476FD7EC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77983-0D5A-4290-A658-30302563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7AB71-6410-419B-9813-DD96BEE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FCD46-1D47-43CB-9987-C34B6FE2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8BCEC-39C5-4FE2-A9A4-09BE8B8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B3096-CE4A-4A36-9885-629BCD03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2B69C-1CF9-4BC2-A0AE-F30D9AA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AEAA8-A659-466A-901A-73E2CC89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291A2-CDBD-452F-91ED-72BC91E3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71167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8167B-9D61-427A-9EED-DF8A4A96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25F4A-D976-438C-A0CD-D9BFC04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ED484-816A-4569-8CB2-90125FE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1203B-C6B4-4348-88E8-3A4B7F9B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EE20B-0CD5-4EC5-8B94-998E04AA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36D13-89DF-4238-8731-BA7B76B7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83639-123B-4477-A48A-4C57CB62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99B49-A691-4795-97B2-D51B212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08FF6-976F-4F01-BB9F-F942ED6C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Nano materials: Introduction, size dependent properties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935EF-479C-45D9-9BEF-0DB46CA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12B3-F967-4A39-960C-DD41C9E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A82BC-1EBA-490D-9824-CB176A6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Synthesis of TiO 2 nanoparticles by sol- gel method and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5DCE6D-9A31-4F94-8287-677C993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6AC55-B1F8-4209-863D-9E4E74C2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F8E4B-FC94-4276-8038-0ACA73FE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Materials: Introduction, types, optical and electronic pr...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91017-5C74-46E9-B70F-58BD986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958A0-3EA9-45B7-8C20-C3F0D75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2FC51-705F-4A1A-8BBA-BA3F2548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Ms): Introduction, synthesis and properties of silicon ba...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7BC4D-0219-4A9B-968A-29E8AE9C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FA27A-F2ED-4957-81FA-74BD47DF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874CA-7659-49D5-A059-9AFD12A3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Ms): Introduction, synthesis and properties of chitosan-c...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CAF94-1272-42BF-8F78-033C80D4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90BA8-3EBC-4BF4-94E3-6FDEF8E0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E56F4-7F76-444A-B910-236A65F2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Synthesis and properties of Graphene Quantum Dots using c...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588A8-0CAA-4733-B44D-CFCAA660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28FE7-13A1-4FE0-BA5E-AA1CFE8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88101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539D60-2326-44DD-8BA6-07B3171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021B2-412F-4D83-BB63-0E505AC7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83E25-B311-4467-BA35-85A8494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E4695-08A6-48E0-989D-14C58425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DED8D-FD3A-43AD-A624-6FDF05D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71762-EF0F-496F-8023-CE77761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11A47-A584-46BA-8983-DA840D06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75842-EFF5-415A-BCCA-F184AAE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Nano materials: Introduction, size dependent properties 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7E61F-9730-4089-AB8F-5EA4F170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17E96-D09D-43F0-B3CB-8424EF25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C569D-62B5-4A57-85AB-7D0C02D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Synthesis of TiO 2 nanoparticles by sol- gel method and i...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9E8E2-5EC4-4E1F-A156-91F1D18B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1F8B2-0715-41B1-A2D6-70BBA95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FCB2F-B7C9-4A7E-8EBB-D274D0C1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Materials: Introduction, types, optical and electronic pr...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A36AA-C0EE-4668-A19C-2D573F12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A6F29-BD2A-4A0D-8913-0FC2B18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60C4B-92B0-4335-8045-B7D9C3A3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Ms): Introduction, synthesis and properties of silicon ba...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D1CD1-6A70-4F02-91C6-32320727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25B44-9492-479E-A37D-1789829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77A04-0E04-42B4-996F-77B05AA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Ms): Introduction, synthesis and properties of chitosan-c...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C102B-9385-4606-BD36-55D9AB38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04F03-D41B-46A8-A2B8-A95B1B60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C441E-8340-4823-ABE7-FB005CA5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Synthesis and properties of Graphene Quantum Dots using c...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EA307-7D4E-4D3B-A20C-B7FD3A2B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02264-D2B2-41C8-BB8A-1F6FA272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78307-1D2F-4D13-8EE0-EFCB29F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98809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B785F-E08E-462A-9E5B-39FCEDE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37E83-A236-4291-A041-5F0C5619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493A4-FEFF-42BA-83DA-29A57FB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498BD-B50E-4C37-8239-BBCA6F1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A0FFB-78A8-4EAF-9906-D8BE6217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3B771-DFD0-4BD1-BAC4-196D88F7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Quantum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57E3F-63CA-4403-9AE1-3725C4E9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DF03E-EC55-4804-BA8C-4C676911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F8F06-E908-4F35-82F6-7FA3361E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dependent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F06C1-88DD-4E9C-978C-187A28B0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37CB8-DCE3-4437-9D3D-31DCDDD7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nanomaterials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A7882-5EAD-4202-8885-341790B0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D67C9-0486-4E54-A124-C39156F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B9574-3C82-471E-BEAE-CC0382C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catalytic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A98BC-54A2-462E-9CF6-D16132A6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2DF1B-5C2C-40FB-920E-AA8938EB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45310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59C77-CADF-400E-A903-2F3AECAA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88E4A-70FC-462C-A0C2-E8085A9C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A7516-7E12-49FE-A0BB-BA1B0E4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7BF8F-A7C3-4407-B9E4-EEF75240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494D4-0D48-4B72-A496-82516B7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Nano materials: Introduction, size dependent properties of nanomaterials - surface area, catalytic, optical pro...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72D35-9479-41FE-AD5C-21E3D38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Nano materials: Introduction, size depend...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D37D-4BF3-449A-AA48-589854FC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B10AF-87C6-4348-88B0-C60804C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0CF40-0319-4B9A-B162-74FA02EA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162A9-EF54-4852-B962-C52254EF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B9E24-7290-4F1C-8F83-9C4BDD30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B693D-5765-4674-9706-CAF2618C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ADDDB-7B00-4546-A953-AB06CE31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EB87B-09B6-4F4D-B550-FD8580C5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63B3-FF1F-46C4-9721-26102BAA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E8A6A-5460-44D2-841A-F68D4C06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86082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740B9-5CD6-4E23-9DD3-41E91944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54376-CFB0-4341-9599-0F37F994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A3958-E307-4D3E-AABD-C081D774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AF266-13A2-4E9E-B281-6BF58B89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A2A3A-1814-4501-A7E0-9562FD76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C59DA-8909-4C00-95C9-6B4222CD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FB513-8A4C-41BD-97B3-A00CA071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2709B-7CDD-4F62-B2B2-BAEA23A1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87B7C-2DE8-4468-9BEB-B7A4963A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Nano ma...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D2DD5-270A-4A91-8DD6-1C94C73F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A3D1E-DFBE-4258-92A2-B84CC6F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81058-D61D-4B0D-A40D-617ABC41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Nano materials: 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3078-4245-4029-BB55-A70ABD2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74441-101C-45ED-907C-236B6183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135B8-CAE8-4EDA-9E03-DA68AD4A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Nano mat...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E64A8-DFEE-44FB-819A-CE0BF8F8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B816D-32B5-4BF6-8012-334E99A2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CBF29-705B-42A1-845B-60E895E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Nano materials...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65CBF-871D-4D70-BC01-C6C63713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A500A-F9A7-42EE-BABF-A8EA04A2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AC63D-BF1F-454F-9702-B67D607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Nano materials...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A9AFC-0113-4663-BBC4-10C0A544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4802F-FA73-4DD8-93C0-99EA29E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29248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F3BBF-AE5B-4C97-B3EE-2D63C21C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71372-45D5-4274-8B6D-B2723D7C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F0D1-FE18-43A2-967A-AF61CAA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6D5E4-9911-411F-8DE6-6302A93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69234-BA7E-48AD-9AC7-750CD0C5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E2C28-3A54-4D3D-AB3F-9F11D829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E42CB-C90D-44D0-B33E-82496CF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047ED-B647-4453-B21C-79284935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EF86-102C-4355-AF29-4920E19E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29B12-C798-4FF8-8041-DEF4FC02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FEA95-F778-4DAA-85AA-4BEF9A9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D5122-40AC-4F4F-BB26-5EE219A9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D68D6-FEF1-4BCD-AC71-A4CFB4F5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A68F8-E8B8-4121-BC94-C5543782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B2E13-B478-4ED7-B586-53A55D0A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85131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58F4C-E46D-4C3E-A2C0-F51A2F4D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2B330-29D3-4C36-83D0-15D62E9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2F9E7-72FD-446D-AF9D-D59D26F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628F4-A80D-43A7-A6EF-F707EA97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88534-6C20-467F-912A-D04D912F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3197D-6771-4B50-ABD9-591506F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Nano materials: Introduction, size dependent properties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AAB3C-CA73-4DF4-8783-4C4FD99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91EA0-A495-4C6D-A92E-5E77AB0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A676A-F582-49C6-806B-572F1911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BBED5-46C0-4237-8F9B-E86CF6A6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FCDBD-2EB7-4D38-B51E-785E6C5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19783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FCD98-2C7F-4BFF-B537-B718933D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4F53A-1814-4FCD-965E-A5DAE400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C0498-DD1B-43CC-951D-C693AF4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8108F-9A8D-43E1-AEAA-B64B4957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8D4AE-E59A-461A-9789-0A3E48CE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Synthesis of TiO 2 nanoparticles by sol- gel method and its uses in sensor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18A62-59F2-4AA5-ADCF-B367CF5F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 of TiO 2 nanoparticles by sol-...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882E4-6DAD-42B5-B62E-30812315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4E3E7-7391-4B04-B0DB-4CADD864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073E7-DD2E-4EE1-92C1-5DDA21F9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CDB5C-BC80-4C43-9E05-EC86BF3E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B9229-7BE5-448D-8BE0-860C79F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D497E-D6A6-4F60-B5D4-452C5444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1C041-888A-4B03-B5EA-4806DE0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88CD0-EA12-4014-AD87-19F56AEA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1D3F6-EAAA-4CB2-AB5A-0A11D209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1454D-793B-4CB0-B2E2-E77F076C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21590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FCA69-A493-4199-8FE3-1293C90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39586-DF10-4520-8BA7-7B28AC90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68A9F-743F-494E-93D4-16530016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D0B8-0312-4F95-B700-1A7D6C59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3C40C-FAFA-4422-AE22-103AC86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7F41B-9B55-4F50-8A5D-D0567FE8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9ED13-6BFE-4871-9EC2-AFAAFFA6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FDA04-892A-4E68-92DF-5BEECE3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98CAE-8D1F-42B9-BB1F-025F4939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Synthes...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DB868-499E-4C98-9E1C-CC4B60E3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7203D-BB30-4A18-AC84-959C8D4C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2C950-27EB-4823-8A10-88F0D26D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Synthesis of 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F1024-DC0C-4C30-8669-3A04CE60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56A25-9BD9-4E23-B832-AB27F61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D22E1-ED87-47F2-A8D6-B19298E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Synthesi...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22485-6D9E-47CC-93B3-27DAF35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375B9-B8D3-4C17-8982-084460C3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98D4B-DD7D-4DA7-8A96-ED8E8DE6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Synthesis of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AE8A4-6C51-438E-8C87-611B7C1C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E3409-26E0-4151-A878-95D0B67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D2E7E-2DF8-4B38-A831-591226A0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Synthesis of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700B5-7D1A-4023-83FD-6F9A6AF1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DC900-AEA7-46F7-92A2-521E9902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91302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60310-3B1C-4A9C-8FD3-31F7A7FA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196AB-455A-402E-8926-509BCCC5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3B5FD-1FD4-41EE-B836-F8AC792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14D0F-3B98-4E25-BC73-F40DF82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B145A-CB38-4C5C-A517-261354F4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EEBF8-569A-4DD7-A2A1-37D4AFA7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BC2EF-1DE4-4C39-910A-4A928C98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068FC-4E95-471D-A642-C659CEAD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F146A-6DF7-45CE-98DC-EC4014A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EA456-38B1-41A2-A9B9-ED7F3E6D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25D9F-6773-48AE-8DD7-D80AF4B5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79EF0-4979-48DB-A64C-8A439733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58F8F-71E2-4688-AAFE-512DEC2B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B564E-C98C-49B1-9162-164DB309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6F8DC-ACB5-418E-8B78-AF6E0EE7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297466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88DC4-7E36-4545-84C7-788CF739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71E55-EFFB-4530-BA69-AFAB6BBA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DDE83-88B4-44A2-B93A-BB3A9C22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14FEC-ED33-4A59-916C-F00AF44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F0341-4C44-4D72-BB1B-9953B84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2563-E7EF-48FB-A3F2-4A836E3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Synthesis of TiO 2 nanoparticles by sol- gel method and 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9A942-E447-4232-A045-3C7EE9C2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7BFAF-95C5-427F-8CE3-0931800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7997-AA23-449B-9ECF-823DB1AE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2C7C4-2561-4CE2-8674-B1F2C93E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C56AB-08DD-4B68-A838-E223E60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162378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3954A-0970-476B-9467-415B6D79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98935-748C-4CA4-AC01-2D9D8F41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CB47A-E75E-4373-A29E-078BA61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C271C-880C-493E-9BD2-65F2E00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E4C77-D6F9-43D8-A0A7-09CF3ED0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Materials: Introduction, types, optical and electronic properties of quantum dots (QDs)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31AAB-E711-4E02-A5C3-7FEBD81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Introduction, types, optical a...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03914-266D-4ACC-953B-26BD2C6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4B5E8-4A6D-42AE-85AC-E8E5B16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2D120-1263-44B9-B5F0-5E82282A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D8425-F611-4441-8CF6-F6909CA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9DA5D-D038-46FF-B4C8-C11111F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04593-C256-41FD-9480-59B5006A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F97D7-A21F-440A-B75B-D0108DE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9B74B-6C66-4273-B07B-13016C1A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C991E-DEB3-4D40-A330-06416904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2AE60-1782-46D1-B0BB-FC052F7A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943917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93D93-3170-46F4-8D6B-384195F7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0EB22-4C96-4774-A71F-C4F9D26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EBBDF-F9B1-4A01-A863-61A6C4FE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5DF5F-685B-41C4-BDA9-833428C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BB44E-E1C0-4CF5-825A-ECA4A170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9C42F-72CC-4BA6-B594-43AEB408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77458-6A2B-4409-B948-F2761541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47788-5FDC-46C8-BCB6-FA8A548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9F538-E37A-44AD-919D-D8F832E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Materia...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BBAC8-238B-4C0A-9F67-F9DC3CCD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B705A-9DC4-427E-9A89-2014AA8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CD8FD-35AC-428E-AA53-E777D1FA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Materials: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01F0B-E9D0-46AE-8121-E97AB52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76F2F-9238-4C87-9DB1-D90A1CA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A841F-BC03-47C6-BEC8-3765AA76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Material...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65F7C-1643-4D84-ACA7-CAF643FD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1685A-AD5D-4ED0-BCBE-7971EADD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BFE9D-D2D7-4274-BA98-86BE9FB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Materials: Int...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55C09-D742-492A-9FC9-9F3FA286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A9B53-3D96-4208-89A8-0F15109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AABBC-FBF1-43C2-A2E9-965EAC3D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Materials: Int...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2A32D-EA0E-495C-9209-6981D8F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1E7ED-DFC3-4571-91C8-F3A1D26C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3532505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99D3D-84AE-4C87-A778-329FDFB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6C945-FDDE-44A1-ADED-8C89BB1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B9AC8-74D7-4032-9023-B8E1F090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91B91-8F99-4B22-BC6E-5DDE9470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27A59-F5D1-4884-B147-46C2A5B3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42BA6-A57D-49AD-B31D-0B1292FD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D5AC8-0C28-4488-B869-80DF8432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F3003-660A-4D3A-AB23-99FB5526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B3153-390E-4CBD-8C8D-C2002CE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EFE0C-21F3-43E9-BFA2-F1FD9B7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CBE24-D4D4-4354-AC1A-4DBFAAD5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143FD-814B-48D9-93AF-8A6DCE4E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AE508-59A9-4345-8455-94AE94B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D9417-C68B-4181-AF18-1B73A313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42649-1928-47FF-9493-8FB85C90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71503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5A7BC-6470-49FE-8F47-C6BE5F20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491F9-3CA0-4ABF-BAF7-1FB3070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E9E1A-C063-4B1A-A65C-317A73D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DF7D2-726F-437E-A3A0-FD9B23F3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19E91-529F-4352-9B1F-93A8E8D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1314-C778-4236-AB09-7FBA68C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Materials: Introduction, types, optical and electronic pr...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49C80-E91C-4A44-9BC0-7AE9420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0CDAF-A24E-4BED-94A0-F921EF6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E3D93-0429-473A-83AA-F6F1522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119F1-1B7D-4386-9E66-E1863223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B69B4-FE98-4701-8371-1561514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096761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E4D45-D556-4EEA-A816-32EC360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3DAD6-621A-4112-AFDD-6F63A7EF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E6CF2-4428-4860-B29D-38083F6C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A38F9-CE0B-40C2-84E4-D1C2B9E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90231-F967-41B9-8281-54592A3B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Ms): Introduction, synthesis and properties of silicon based QDs by sol gel method and Cd -Se Quantum Dots by h...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36FF4-E7D8-41AD-AA1B-0B79948B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Ms): Introduction, synthesis and properti...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3EEFA-A653-4EAF-9D96-DD214F6A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F1C94-7665-49ED-8949-1F50D8FF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2952D-46A1-423A-BC23-235E762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38AAF-F6CE-454B-905B-993B76F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ADC51-F2A8-4A4A-A222-D4031B9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8B933-92C1-4AE2-86BB-BBE3559C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6B05E-BBBE-4217-89E4-D2FC18C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D942E-E03C-4489-8672-C8D578C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2D91E-C487-4BF2-B90B-D732CCBD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B99FD-E351-4C26-9F28-D0D29A69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575174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5F965-2298-4F62-ADF5-52FD3FC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2F300-AE2C-4492-8819-EF75752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2281D-48C0-4649-8E8B-C5B768C9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8D52F-E9B1-4C34-8694-5D292175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D507F-A705-43AA-A78D-FBC96A2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0391E-27DD-4412-BCF5-0712B603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7166D-30FE-4EDC-917E-A588AD78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416C0-9E55-4C17-BF88-A8942358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97A89-DE22-4B25-BA94-818E228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Ms):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09D9F-54D9-4CD3-B47A-E914967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FE18F-3A96-41BE-97DE-BFDAD629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5AAC-A176-42DC-B95B-1027498E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Ms): Introduction...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02BEA-B439-47C2-AA67-6FF21D7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405E7-B7C7-42A5-A52B-9FEABF6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10CE2-9F8D-4459-A698-B5821AC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Ms): Int...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C31CF-AAA2-4C72-BA41-E46C4572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5D6DF-B32F-484D-BC9B-D72AC137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38444-214A-4D45-A8F3-FF9DEAD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Ms): Introduct...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F5F5D-7197-4726-B4B9-5C1DA963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36313-A9DA-408C-9E6E-777772E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A5C55-B05A-4414-8342-287F5800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Ms): Introduct...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87F2E-4FC0-4309-87C5-7B56CAD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DB281-0D0D-49E1-924A-8629848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178745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55A94-8FAA-4679-B053-987AF143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7B8D4-CB65-48C8-BAE0-FFD4267C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123FF-FA7E-47BC-BD91-36A1887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CD40A-05F0-4DBF-AF27-38F269B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2ADDA-6AEC-4018-81F6-9F5724A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F1F48-1599-438E-8C99-827551A6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4C5C2-32D8-4752-8500-BA4D377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B3BA5-9AFD-4FB0-906F-EE3FC56F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56EC7-1C36-47AD-906B-53DE7377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BD97C-F15C-4DED-ABC5-2EABF2A2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2C92-5E15-487E-834D-037507B4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0AAF0-079C-4612-B6C9-D84BF22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CBC14-BC71-4A72-A35E-E6F24434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D6E3A-17C5-4C55-B86A-3A0AB51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B60ED-4F38-4F3B-9076-5C72C9E9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03298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C831D-56F4-46F5-B23D-943B8FD4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1BECD-F0D2-4747-AE4A-77D94946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891EE-5178-4AC2-B2FE-E6A6759A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31F05-FAC1-480F-A372-4592C709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99C66-7198-43CB-9ABE-8CE19607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441BF-485A-4B11-9E46-791EBD6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Ms): Introduction, synthesis and properties of silicon ba...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2014C-C8FF-4CB2-880A-B4A26AD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20378-F14D-4B85-8B4A-2D5C8AA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96436-6941-4F15-A141-FDC548E7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CECC3-C4C3-49E1-B044-88B96CE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DF0F1-F249-4BD1-AD41-4730C7A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177530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1DBE5-44C7-4E32-9C09-CD23F69D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668F0-119E-4278-ABA0-082AC42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EACCD-97D9-4E59-BC21-AEFB5C34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18D79-5C4A-422B-A6DF-DB56A807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38BB1-3FB6-4C75-82EB-03554D40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Ms): Introduction, synthesis and properties of chitosan-carbon quantum dots hydrogel and its applications in ne...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AB019-07AE-4118-B297-75E2AEC9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Ms): Introduction, synthesis and properti...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4E8C-DCF0-490C-B24F-6A886631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ED4C3-4B40-49FF-BC59-5472A1EA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F5A05-B38A-42B6-B370-F344FD0B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44E87-45D8-4532-8F68-835130D1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49F8C-975A-4E28-95B9-A998909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DEB7D-A4D7-418E-A17A-9F08987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9F850-768E-40DF-B0EA-878C0C6B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265DC-C7DE-4B3E-A370-B0F32E4F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8564B-5258-4EC6-8D6A-0E1EE68C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1414C-271C-4DD3-8B1F-C6B2ACFB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347520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7AB95-03A4-4ABF-AFAF-B2B6405B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AE8CE-58F9-452F-A4BC-08C7DEB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8F2FD-B560-4005-8D71-FD6AAF51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B2A06-C6E8-49A0-9690-DE6DCB6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08351-3D88-4980-9E1B-E2314B8D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D30EC-193D-474B-955F-95E822E6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41D9-2CD5-465D-9CDA-A732DA16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460E4-8DA3-4503-B4C7-EA7F7848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D2AAF-A272-44E5-94AF-C40EB4C8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Ms):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26B61-6174-4DAB-9081-EBB36CF1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14245-A4B4-4CFB-B4F6-36EC545D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34C52-42B3-4AFF-A3F1-6B578E6C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Ms): Introduction...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C2810-65F8-47F5-AB89-ED3EA91C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5A531-3D85-4A5C-A90B-4C08352C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30272-B2D0-4897-AD4F-8C4918F2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Ms): Int...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50D1F-7BF7-495A-8E3F-8D76FFE4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09D3E-C04C-40E3-91E7-561A3F0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36421-0D15-444B-9C60-C972B88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Ms): Introduct...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4A617-62C8-4574-92BA-7CD9721D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E010B-25FB-49B8-904F-D78E7158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E75A5-8093-4DA4-B248-C542DFA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Ms): Introduct...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A0F13-A174-428C-9364-0A605921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E7325-C7A7-4874-BA06-FA8AE90A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0458606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69EC4-C792-4FBD-9797-3C4CB09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594E1-1B56-4806-A698-C422A79B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735DA-ABAB-4C6F-B85E-60E6E7C0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84847-006E-4165-AE4E-755B542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76E29-F60B-4BAF-941A-BC92337E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0586F-9F2C-470D-B5CD-554ECE56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A4B41-581E-4B85-B12E-3AC2CCBA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A0414-71BC-46E9-97BD-E0944D82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A88DD-D5A8-410C-B4DC-ECBF375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60A2B-C22D-4DDF-84DD-7355266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0D31A-9088-4B0A-AE73-B3E870CE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BC5DC-D9BD-4954-9362-9B50B960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ED6D9-95D2-4DF5-8ED3-9E4E0C4B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0AF68-1B73-49C6-85CF-F299018C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90EA-F75D-4A3C-89B8-49A93A7B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328484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0787E-DC89-4106-B1CE-FE5B29F1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35CCA-CE45-4EAB-83B6-84C6B1AF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0314-FFA5-4D10-9358-0215F20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D37C1-FB6A-413C-95B0-DE9503B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06B41-B20D-40AD-A714-BDF8796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616BD-BA56-4346-92D3-B14B825C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Ms): Introduction, synthesis and properties of chitosan-c...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AA1EA-0E6A-432C-843B-DBA09C41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8986E-4159-4EC5-9417-D8DC477B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F61E5-910E-40B8-9751-2A93CBD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A8C07-303B-4340-B7DA-03F98BC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69587-2044-4C09-BDD5-C07CF99F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056596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5B6F90-55F3-4B8A-96CD-5825878F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BDBB5-9C8F-4D97-AC94-7E58B427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AA95F-6B07-4821-A93A-D8D6D737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57408-E07D-4B89-AD35-754D6F0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88A07-DB17-49D0-B90F-7C38E5FD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Synthesis and properties of Graphene Quantum Dots using citric acid method and its applications in emerging ele...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C93D8-A52D-4414-B9E7-EE9475E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 and properties of Graphene Quan...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0E98-9EA6-4833-B5F2-958E619B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7B0BC-7011-4ECF-B4E1-1DD38B7F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2888A-7B67-4195-B826-5E2089CF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813AF-DF8D-4FEB-A2E6-753B0E51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F91E0-7C3D-4CF7-ADCF-08941BF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F3983-82F1-4584-B7E6-E957165B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CA682-BAF1-4F51-BF02-92B80A41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B5EFD-BFC1-4F85-BF4D-C4426AD8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84C9D-1F6E-4262-80D7-68238032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077CA-E0A8-4AEB-9950-5EE9728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135339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65634-178F-4BAA-87F6-0A922EEB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AAE0F-099B-4A2E-9729-06B072A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1D62E-8874-4E6B-A7A2-9F283EB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9F97A-6E94-4755-B5D8-7429A4CF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DFC11-D7EE-4A5E-852D-736445A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19208-DA0D-4E6C-B021-273EBE76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4B3AF-C3DF-47C2-AABB-2A108F83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9AEB3-3F7E-41CD-BFC8-F445E4F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B55A4-AE13-4D58-A69A-92FD03E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Synthes...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56C92-D49E-481B-9DDA-5D1DF787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6E4DC-DA02-4394-9A38-73160F85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1D06C-F650-4E9E-B655-536D6EE8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Synthesis and pro...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A58FF-812D-4044-8274-7661BF4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E9EE7-9770-44BD-A3CC-E6A3001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A3D60-C8B9-417F-B8A4-03909DF1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Synthesi...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2611E-966D-4287-B296-DAB03BAB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689EA-3531-4180-AAF5-4E1E07E6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66726-52B5-408C-8845-D4311B2B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Synthesis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CD0C4-C82D-463E-8036-F9E228C5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31685-D6FB-4464-B9AC-40EC1B2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907C1-CAB4-46D1-BA7F-EBE03BC5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Synthesis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347E9-15FD-474C-BA78-A8F9A09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A172A-B800-45C2-98BE-C728D114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236726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636D2-BA51-4B27-AECF-DBB870D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39FE5-2E60-43BE-B538-1524216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39EFB-9A64-4322-BD4F-0D0BB788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69855-7B10-48DF-AB6A-B198015B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18D5F-0D1C-442F-8DF4-2B726801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83769-C018-433E-82E5-2903F3C7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793F5-8E5C-4B35-BFBE-249C7E0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B2AB7-AFA4-4136-A33C-E5A58913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6661C-AFA1-4104-9920-83880FF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E6E87-4C56-4110-8C83-55A00305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D9BB9-4278-48A6-B451-56974837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F3FA2-D444-41EF-8A22-0A521BAF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BCD69-D71A-441C-9AA0-3E0CEFD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9CAD0-F80C-4525-8177-0C6014B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5313C-CC66-4899-A4CE-5D32607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276081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14AE9-3462-40C0-9C0B-511668C4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2B7E3-CEF3-4101-9E46-93089D49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3120C-8CB4-4E0B-8310-7D777D80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3E81-634F-458A-92F1-018684BB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0087B-4000-4976-AA58-EF0EE067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A9B47-C34C-4791-BF64-BB4F1621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Synthesis and properties of Graphene Quantum Dots using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38E00-4F16-44AF-B7DA-0BCD5CA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6695A-1B2F-4898-9A6A-80CBBC26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1BD41-BACE-4D8D-A19D-CC1B0AE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338DC-70CD-4319-ABE1-F8C67A72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B0A0-F5B4-4AE0-964D-EE65F98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238029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2A5E9-7DAF-48B4-8B5A-68EEDA4B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584F0-C5BF-4616-AB8B-D52B5988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A2F1-1CAB-4AAD-9DF9-5EFBB67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94E19-2B82-4E03-9EA4-B689F20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D7E77-4930-4905-A97A-D60E8CC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4FBB1-36C4-4AAC-A5F4-C5960897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290447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9F23C-FD02-4B9D-9250-F3882A7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4F7D1-BB76-48C1-A639-4E5415D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7B21A-5FEE-4704-83C9-D7ED4746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EB10D-62AD-47FF-8611-CA6739A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94459-C882-4FB3-9EFE-C003C3CE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Nano: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Quantum: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size: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dependent: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69529-F917-4C2D-B2EC-466480F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1372024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C1400-0AFD-48E0-80B8-2F3C7FF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BBFBD-38FC-48FA-B674-F41F8E57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BA25E-F6EA-4497-BB32-1C886BB3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0DF7D-6B1E-4B1E-83C1-B4B99C8B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A50AD-7546-4F4B-82AD-E325CDC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6017A-D5B3-4670-8F97-8131A12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096098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8920C-5FBF-42F7-A0B1-8B0626A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545E1-3470-4ADA-90FC-F074E12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04FB-AA9A-4B0B-8DF1-81B63F2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7309E-8262-4FC5-919B-953E7EC6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E8ECC-FBA0-45C0-B2AA-5D3E6F3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78F2E-26EB-412E-98D5-6AE63B2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349762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5CE51-594E-459E-BDD1-1BE3AB0B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ACA3A-6BDB-4EF3-BACA-569457DC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9633B-9CE6-4E4C-88EE-4D831807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508E9-2750-4162-8441-5420A56E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63DDD-4D46-4CEA-83A6-AD456B32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Nano materials: Introduction, size dependent properties of nanomaterial...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Synthesis of TiO 2 nanoparticles by sol- gel method and its uses in sen...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Materials: Introduction, types, optical and electronic properties of qu...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Ms): Introduction, synthesis and properties of silicon based QDs by sol...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Ms): Introduction, synthesis and properties of chitosan-carbon quantum...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BF988-ED71-4BB0-9C71-39B9130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50912-9A90-47EA-AA74-EF6016C0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F12BC-0BAA-4B73-92F6-B95712E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574986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AA5BA7-51DD-4264-B799-FD1813C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CFB4D-51A6-4FC7-BB3F-C0C3EDDD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Synthesis and properties of Graphene Quantu...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47E91-0CA4-4645-BC48-33E46991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8FD5-966B-4E22-9F74-2C598408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9A3B7-AD50-42B2-98EB-91936AC4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7AEE-25FF-40D3-A974-74BA0713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A87A8-4769-4A52-9BB0-E50A86B0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A4379-E802-468C-94AD-26804F6A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26A82-EF4C-4563-9E8C-F3907B7D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EE1F1-61DA-4178-94C9-D000ED49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71E26-7EAB-4FE8-B359-81EDFDFB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54943-57A0-49D7-B23F-2994EB69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D2193-653D-4822-9914-5D265D96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07C04-1B01-4EEA-BA23-AF38897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525CC-C0B2-4DD0-A4EF-775FE10C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F668B-B019-404D-BF64-6DE3E09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1341D-FA13-47DE-9995-C8376F06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1E095-DE26-42AC-84D1-756BE5AB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E1D77-F5DC-4713-BFBD-6605555A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EC12C-BFFF-48A4-BB80-72E1C42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13005-F755-4272-904D-E185B778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46E86-C30B-4BFA-93B9-FD7E83AA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28D0C-A851-4670-AAAC-825C9C96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F4325-935C-4358-B915-9343F3B8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871BB-6794-4EA9-986A-9EFAC9C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AF210-D8E5-41F5-9033-DCD406B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DDAB0-4C77-4D64-916C-ED76B3AF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30C23-73DE-4681-BE34-41414EC1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B3B94-F73D-4C74-99C0-5B717327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2B378-35EA-4FB3-BEB1-7192211F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59B10-27EC-46F8-B797-DA86A81E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83E55E-E1E5-434D-A83C-5D131A1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975313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0815B3-68C8-475A-8931-C3CA5906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247CA-9D80-427D-B048-0F889C0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Nano materials: Introduction, size dependen...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88043-C7FF-432D-83BC-E5E549A4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701A5-FF1B-461C-90DC-56229B2D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F657B-C852-4D13-A7B2-EBC94FB9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D846D-CCE9-4C3E-ADB4-1DC0E05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0284E-25DA-423B-9A1D-B3E84B1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AF5B-3E0D-4D9C-94DA-EBF87C47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0BCC4-E0CD-4B6C-92A3-99411FE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A3D9E-DEA4-4EC0-A06A-51B6E758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0F264-F6C9-4427-9853-A70F1F6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2149B-0CF4-4DD0-A91F-80125F12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2BB7C-A337-4F7E-86D0-1D2B37D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0E0FF-7E45-459A-95FA-B088F2F4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EC5C3-0B86-41CF-854A-0C99CAA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59BC7-023F-47AE-90CF-052BD403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2CFD2-A893-43BE-8516-F68F918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E570F-4E9B-42CA-9342-2A364DCC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8395C-D42F-4761-B74D-1718C770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E95F7-11C9-406B-B7D7-1DED828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48D79-502B-4D6D-9883-3CEAC115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72779-8C9A-4FC6-A98F-510189C2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6F2C0-5834-4ED6-84FE-AED7A6C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DFFEA-0686-4ED8-A77D-6129D4C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D7841-D623-44B6-A1E9-F07FD871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852AA-216F-41C1-8789-B8ECF95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FEB5E-92F3-469E-8707-C201EF52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C49E37-1C1A-40A7-990E-D5FD8A56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1A8B6-8385-4025-829F-6EC9954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D01725-DB35-4414-927A-EDE19D29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1A675-79D5-4AD6-B77D-5B60D20D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D7289-647D-487F-9B39-43D17CC0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0167359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549AF-ADCB-4E3E-BAEE-12213504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32ECC-B054-49DA-8433-F1A700F4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Synthesis of TiO 2 nanoparticles by sol- ge...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8FE9B-05E5-4D1C-8655-CCBCDA9A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96D32-955A-4F73-9561-E3E05832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87B7B-F63B-4F11-8CDF-4114298A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5901-6796-452C-B59E-9833E75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D0F6A-E461-461A-94A3-FC1E4DD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B15E5-BCCC-4CBF-8F48-FBA3B0FE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05A91-68D0-484F-956B-37E020A1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34137-00C0-4C97-A576-D261352E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1F967-FA1C-4E9B-85A5-8D4C4FE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39421-A23D-460B-99B2-6396184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CC882-1AF4-4A87-BC00-A5D333C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52CFE-D853-46CF-BD30-56519EFA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11A5-73F9-403E-8887-1E7DBC9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B1404-E9A2-4BF6-8DB4-2FA1B8C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4532A-9AAB-474E-B5A2-8B9C65CF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01363-93A5-4EBA-BA66-6E4E01C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0509C-BED7-4039-A225-3E9DB65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D97A3-C7B0-45CE-819A-C20D3ABE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86E6E-B790-41FC-9D10-9E5B76C7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A7C80-9232-48E2-A4F9-1EB1D376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8BBEB-23A8-4483-9739-9A9B4B26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587B5-31F3-4767-91E4-D28F0E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C5884-32F3-4208-A22E-C01E0F97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228A1-069E-4A3F-A5C9-49F75E13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6C5CF-15F6-4218-BAD5-327BA79A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D9795A-7172-448D-B769-F111CEE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E70004-4FCF-4118-AD58-959F1BD4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5DC45-8FE1-4623-B166-CC33E0E4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367CB-AD99-4496-AD8D-B31333F5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392C7A-6EC5-4982-AC9D-64738C08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310394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FD7C6-2768-4976-B032-1FFE1231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FA4C6-58E1-4816-B78A-BE3F7A0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Materials: Introduction, types, optical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3D3F1-EC46-45B7-8950-C856B68A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9CC2C-BDC4-46FC-800F-B8C2940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F98E2-1C5E-4811-B905-A45C88DF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5B284-C3D5-441A-BCD5-B72C758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98E29-FE3E-442F-867F-2C84B1D7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1466F-946B-4F96-8A4F-D6487CEC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82505-1740-4018-BE25-09E34A00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A61A5-DA6C-4ED3-9C4F-7171163F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D690F-E7FB-40E1-9778-EE2C8CF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6BC39-B6BC-442D-91E5-DE8E4B1C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2D5EA-30BD-44D7-85BE-1F6F184B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5B3ED-AA23-4AF9-9E83-53B98394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D4CC3-D225-4C60-AF59-38EEEF7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F8CF4-07AF-4D24-891C-765CE377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BD2E4-A3AF-472B-92EE-97CA203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B537E-4820-4E51-B2E1-2B3421B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6A052-58E8-46B9-9C12-8F15A2B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B7C24-A553-4B1E-B259-A0A7E852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969F8-9DDF-4EB5-978F-68F26BC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3CA52-64F1-43E4-8B88-1C8EE062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0ED21-2F07-4786-AF61-0DA832E9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AD018-43C9-48A8-9EF2-764BBB2A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72F9D-B7DC-4BF9-98F8-7591BBA5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4FA4A-2434-4732-8EDA-7E1A041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CA7F4-FDFB-4AF2-9B24-9BFC32D4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979D0-E22C-4E18-93AD-47F48937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4EFD25-52C3-401D-B253-9B33197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3CBCC-C240-4ACB-AA21-F74C898A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FD6FF-BCB8-42E5-982B-9C8BDCA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DAC88-334F-4634-A8ED-3770536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699622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E0E59-8F6E-4FAB-9399-389CB47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49164-8EED-40BD-AEED-1092C0F4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Ms): Introduction, synthesis and properties...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82CAD-A8D7-4C72-9793-0B946D34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DD526-61D4-4E0B-8A24-0E127508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6A29F-6F52-46F8-BDB7-FEF06EB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8E41A-BCAE-4020-B8EE-AA3FDE30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1168B-E4E6-4335-BFC1-1D774AA6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106D5-AEAF-47B6-AB68-DBCF7F05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1FBC-0E5B-4486-BF55-55311DB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59D0E-D90F-4719-AC3B-550763D0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F73C7-746D-421C-921E-992F4C5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C97D7-0A6A-4F18-BC16-741BE1BF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CE209-03FC-4ADA-9986-ED91BA9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A4ECA-4309-4F3E-AEA2-062135E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EEA92-8A63-4019-A41E-77854E46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335F1-0A0A-4002-BB8F-5C0FF4A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62232-F6B7-4D32-92C5-2FD1AB4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C2E99-C16F-470D-ABB6-224FA220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33769-D35C-4EF7-8572-63A6DE9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D0CA0-3EC3-46E0-AB3F-E1C9B905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15572-726F-4E58-A4E2-C2F2465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3F489-E8D8-46EA-BEB8-456E322C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144E8-51F8-427F-8D1E-14BE1AB6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1A477-EAFC-4459-865C-3E13CFFD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CF86F-0BEF-4EC1-BFE2-7FC5232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B44C17-4457-40B5-AD07-6EF8E313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003BA-49B4-4C1D-9751-B7B1FF2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0CB0C-E31E-4E5E-9BC6-5A2C0EC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4CDCC-2F47-448E-80BC-0AF0AE1C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6AFF0-8C17-4EB2-84A7-0C140314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1DF78-5CAC-4098-950C-F6E7E93F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6CCB4-4AF0-4E59-A9CD-4DCDE320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1318434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844AEE-5ABF-42C3-B665-DF35C1E2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F47DE-43BA-4BBA-870A-099C5BAB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Ms): Introduction, synthesis and properties...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4A19C-38E0-4DB3-9B87-7FCA7D1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4D83F-1D83-45F5-9E89-0C11E91B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7523F-5882-418C-8A70-3565B60C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B7778-DAA2-40D6-993E-B5BB6ADC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8BA74-E8E4-43D0-8373-8BA49992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EF95F-7858-48AC-A460-A6B83124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61CD2-C993-40CC-86EA-48942E62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A7BBF-CF4F-4643-B53A-691850F2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FB98A-7299-4DC1-9C44-8BCBDE28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3244F-3FAF-4138-98BE-F686396D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DC20F-B870-4590-ACC1-6C400F10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140A-7459-43CE-9987-6A494391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C4BE7-B193-4E33-912B-96BC8E93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E3A28-C713-4443-97BB-05756EAD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FEAE7-651D-4B76-A3FF-4ABF7C8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7E563-25C5-4F20-8FB2-A1A2461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65F8B-07F0-4506-9245-DB67331D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797B6-4798-42BE-8219-12E05B2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B9698-CB04-470E-ADE2-CAFBA9A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69DA7-A916-4DB1-9604-A0D9499E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30BD6-1A13-4905-B25F-BBD3C2F7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B6CE1-4649-40F5-A033-FAC147CA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4F4E52-3B53-44EB-AAAA-16F82F52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99D14-9A8A-41EF-9D31-C45AA4E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03994-F3AF-415A-B53E-0549D0BC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277E5-3A9A-493B-82DB-63C297A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8567C-08F6-4609-9182-9D242D6D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FBF88-287D-4238-B3D0-88287EBA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AB344-E501-4306-8288-DC099691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B63288-55C7-4CB2-8E63-F5B3AB9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10940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2026-08-24T16:02:32.3120000Z</dcterms:created>
  <dcterms:modified xsi:type="dcterms:W3CDTF">2026-08-24T16:02:32.3120000Z</dcterms:modified>
</coreProperties>
</file>