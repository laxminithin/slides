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27a916e234c27" /><Relationship Type="http://schemas.openxmlformats.org/officeDocument/2006/relationships/extended-properties" Target="/docProps/app.xml" Id="R5122b521343a42a6" /><Relationship Type="http://schemas.openxmlformats.org/officeDocument/2006/relationships/officeDocument" Target="/ppt/presentation.xml" Id="Rebd1c8fe230a49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3fdad81fe7486f"/>
  </p:sldMasterIdLst>
  <p:notesMasterIdLst>
    <p:notesMasterId xmlns:r="http://schemas.openxmlformats.org/officeDocument/2006/relationships" r:id="Rd62c532dad5e4ab4"/>
  </p:notesMasterIdLst>
  <p:sldIdLst>
    <p:sldId xmlns:r="http://schemas.openxmlformats.org/officeDocument/2006/relationships" id="256" r:id="R149fa4474d9c41ef"/>
    <p:sldId xmlns:r="http://schemas.openxmlformats.org/officeDocument/2006/relationships" id="257" r:id="R6e0359f628e74636"/>
    <p:sldId xmlns:r="http://schemas.openxmlformats.org/officeDocument/2006/relationships" id="258" r:id="Rb329ca2811184d9d"/>
    <p:sldId xmlns:r="http://schemas.openxmlformats.org/officeDocument/2006/relationships" id="259" r:id="R528ed6d86a2646b0"/>
    <p:sldId xmlns:r="http://schemas.openxmlformats.org/officeDocument/2006/relationships" id="260" r:id="Ref6fd7a06dec472f"/>
    <p:sldId xmlns:r="http://schemas.openxmlformats.org/officeDocument/2006/relationships" id="261" r:id="Rf96b1ffcfe804ebe"/>
    <p:sldId xmlns:r="http://schemas.openxmlformats.org/officeDocument/2006/relationships" id="262" r:id="R71e118c24a13442f"/>
    <p:sldId xmlns:r="http://schemas.openxmlformats.org/officeDocument/2006/relationships" id="263" r:id="Rd1318416ce854bd9"/>
    <p:sldId xmlns:r="http://schemas.openxmlformats.org/officeDocument/2006/relationships" id="264" r:id="Rcf7f178ba1c9408b"/>
    <p:sldId xmlns:r="http://schemas.openxmlformats.org/officeDocument/2006/relationships" id="265" r:id="R25e424cac3bc4d03"/>
    <p:sldId xmlns:r="http://schemas.openxmlformats.org/officeDocument/2006/relationships" id="266" r:id="R1212ba9e5db34db6"/>
    <p:sldId xmlns:r="http://schemas.openxmlformats.org/officeDocument/2006/relationships" id="267" r:id="Rce4a0e221e5d40c1"/>
    <p:sldId xmlns:r="http://schemas.openxmlformats.org/officeDocument/2006/relationships" id="268" r:id="R2dd5337d5afe46fa"/>
    <p:sldId xmlns:r="http://schemas.openxmlformats.org/officeDocument/2006/relationships" id="269" r:id="R42007ff324d44e82"/>
    <p:sldId xmlns:r="http://schemas.openxmlformats.org/officeDocument/2006/relationships" id="270" r:id="R049cc45344c54801"/>
    <p:sldId xmlns:r="http://schemas.openxmlformats.org/officeDocument/2006/relationships" id="271" r:id="Rd4d1173ccd754418"/>
    <p:sldId xmlns:r="http://schemas.openxmlformats.org/officeDocument/2006/relationships" id="272" r:id="R604c7c08134c4561"/>
    <p:sldId xmlns:r="http://schemas.openxmlformats.org/officeDocument/2006/relationships" id="273" r:id="R453484e862b843e9"/>
    <p:sldId xmlns:r="http://schemas.openxmlformats.org/officeDocument/2006/relationships" id="274" r:id="Rbf34e13080d14760"/>
    <p:sldId xmlns:r="http://schemas.openxmlformats.org/officeDocument/2006/relationships" id="275" r:id="Rf7b5afd0c6294134"/>
    <p:sldId xmlns:r="http://schemas.openxmlformats.org/officeDocument/2006/relationships" id="276" r:id="R57d67088b940434e"/>
    <p:sldId xmlns:r="http://schemas.openxmlformats.org/officeDocument/2006/relationships" id="277" r:id="Rb3ddd4dccf124dc2"/>
    <p:sldId xmlns:r="http://schemas.openxmlformats.org/officeDocument/2006/relationships" id="278" r:id="Rb0d7aa32ba224886"/>
    <p:sldId xmlns:r="http://schemas.openxmlformats.org/officeDocument/2006/relationships" id="279" r:id="R0146b30aabe7427a"/>
    <p:sldId xmlns:r="http://schemas.openxmlformats.org/officeDocument/2006/relationships" id="280" r:id="Rc7bd571056d342e9"/>
    <p:sldId xmlns:r="http://schemas.openxmlformats.org/officeDocument/2006/relationships" id="281" r:id="Ra05c77be61dc4039"/>
    <p:sldId xmlns:r="http://schemas.openxmlformats.org/officeDocument/2006/relationships" id="282" r:id="Rc8168184c79244e1"/>
    <p:sldId xmlns:r="http://schemas.openxmlformats.org/officeDocument/2006/relationships" id="283" r:id="Ra0d4ae1464c44164"/>
    <p:sldId xmlns:r="http://schemas.openxmlformats.org/officeDocument/2006/relationships" id="284" r:id="R8a49c8908c454107"/>
    <p:sldId xmlns:r="http://schemas.openxmlformats.org/officeDocument/2006/relationships" id="285" r:id="R795d22ef59db4364"/>
    <p:sldId xmlns:r="http://schemas.openxmlformats.org/officeDocument/2006/relationships" id="286" r:id="Rb3f11c03626940c5"/>
    <p:sldId xmlns:r="http://schemas.openxmlformats.org/officeDocument/2006/relationships" id="287" r:id="R33087a05ffcf4bbd"/>
    <p:sldId xmlns:r="http://schemas.openxmlformats.org/officeDocument/2006/relationships" id="288" r:id="R51d761b1af4b4e2c"/>
    <p:sldId xmlns:r="http://schemas.openxmlformats.org/officeDocument/2006/relationships" id="289" r:id="R91672ec402f043e0"/>
    <p:sldId xmlns:r="http://schemas.openxmlformats.org/officeDocument/2006/relationships" id="290" r:id="R1c3adbda82ef4128"/>
    <p:sldId xmlns:r="http://schemas.openxmlformats.org/officeDocument/2006/relationships" id="291" r:id="R68466ab785c0400a"/>
    <p:sldId xmlns:r="http://schemas.openxmlformats.org/officeDocument/2006/relationships" id="292" r:id="R904a247bf48345a7"/>
    <p:sldId xmlns:r="http://schemas.openxmlformats.org/officeDocument/2006/relationships" id="293" r:id="R65e06dd414834880"/>
    <p:sldId xmlns:r="http://schemas.openxmlformats.org/officeDocument/2006/relationships" id="294" r:id="R5fcb3cf928da45fd"/>
    <p:sldId xmlns:r="http://schemas.openxmlformats.org/officeDocument/2006/relationships" id="295" r:id="Racfd3e8c995a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b1257a04ab4aa6" /><Relationship Type="http://schemas.openxmlformats.org/officeDocument/2006/relationships/slideMaster" Target="/ppt/slideMasters/slideMaster1.xml" Id="R0f3fdad81fe7486f" /><Relationship Type="http://schemas.openxmlformats.org/officeDocument/2006/relationships/notesMaster" Target="/ppt/notesMasters/notesMaster1.xml" Id="Rd62c532dad5e4ab4" /><Relationship Type="http://schemas.openxmlformats.org/officeDocument/2006/relationships/presProps" Target="/ppt/presProps.xml" Id="R5822358b0eb54e8f" /><Relationship Type="http://schemas.openxmlformats.org/officeDocument/2006/relationships/tableStyles" Target="/ppt/tableStyles.xml" Id="R5d9051256a7a4896" /><Relationship Type="http://schemas.openxmlformats.org/officeDocument/2006/relationships/slide" Target="/ppt/slides/slide1.xml" Id="R149fa4474d9c41ef" /><Relationship Type="http://schemas.openxmlformats.org/officeDocument/2006/relationships/slide" Target="/ppt/slides/slide2.xml" Id="R6e0359f628e74636" /><Relationship Type="http://schemas.openxmlformats.org/officeDocument/2006/relationships/slide" Target="/ppt/slides/slide3.xml" Id="Rb329ca2811184d9d" /><Relationship Type="http://schemas.openxmlformats.org/officeDocument/2006/relationships/slide" Target="/ppt/slides/slide4.xml" Id="R528ed6d86a2646b0" /><Relationship Type="http://schemas.openxmlformats.org/officeDocument/2006/relationships/slide" Target="/ppt/slides/slide5.xml" Id="Ref6fd7a06dec472f" /><Relationship Type="http://schemas.openxmlformats.org/officeDocument/2006/relationships/slide" Target="/ppt/slides/slide6.xml" Id="Rf96b1ffcfe804ebe" /><Relationship Type="http://schemas.openxmlformats.org/officeDocument/2006/relationships/slide" Target="/ppt/slides/slide7.xml" Id="R71e118c24a13442f" /><Relationship Type="http://schemas.openxmlformats.org/officeDocument/2006/relationships/slide" Target="/ppt/slides/slide8.xml" Id="Rd1318416ce854bd9" /><Relationship Type="http://schemas.openxmlformats.org/officeDocument/2006/relationships/slide" Target="/ppt/slides/slide9.xml" Id="Rcf7f178ba1c9408b" /><Relationship Type="http://schemas.openxmlformats.org/officeDocument/2006/relationships/slide" Target="/ppt/slides/slide10.xml" Id="R25e424cac3bc4d03" /><Relationship Type="http://schemas.openxmlformats.org/officeDocument/2006/relationships/slide" Target="/ppt/slides/slide11.xml" Id="R1212ba9e5db34db6" /><Relationship Type="http://schemas.openxmlformats.org/officeDocument/2006/relationships/slide" Target="/ppt/slides/slide12.xml" Id="Rce4a0e221e5d40c1" /><Relationship Type="http://schemas.openxmlformats.org/officeDocument/2006/relationships/slide" Target="/ppt/slides/slide13.xml" Id="R2dd5337d5afe46fa" /><Relationship Type="http://schemas.openxmlformats.org/officeDocument/2006/relationships/slide" Target="/ppt/slides/slide14.xml" Id="R42007ff324d44e82" /><Relationship Type="http://schemas.openxmlformats.org/officeDocument/2006/relationships/slide" Target="/ppt/slides/slide15.xml" Id="R049cc45344c54801" /><Relationship Type="http://schemas.openxmlformats.org/officeDocument/2006/relationships/slide" Target="/ppt/slides/slide16.xml" Id="Rd4d1173ccd754418" /><Relationship Type="http://schemas.openxmlformats.org/officeDocument/2006/relationships/slide" Target="/ppt/slides/slide17.xml" Id="R604c7c08134c4561" /><Relationship Type="http://schemas.openxmlformats.org/officeDocument/2006/relationships/slide" Target="/ppt/slides/slide18.xml" Id="R453484e862b843e9" /><Relationship Type="http://schemas.openxmlformats.org/officeDocument/2006/relationships/slide" Target="/ppt/slides/slide19.xml" Id="Rbf34e13080d14760" /><Relationship Type="http://schemas.openxmlformats.org/officeDocument/2006/relationships/slide" Target="/ppt/slides/slide20.xml" Id="Rf7b5afd0c6294134" /><Relationship Type="http://schemas.openxmlformats.org/officeDocument/2006/relationships/slide" Target="/ppt/slides/slide21.xml" Id="R57d67088b940434e" /><Relationship Type="http://schemas.openxmlformats.org/officeDocument/2006/relationships/slide" Target="/ppt/slides/slide22.xml" Id="Rb3ddd4dccf124dc2" /><Relationship Type="http://schemas.openxmlformats.org/officeDocument/2006/relationships/slide" Target="/ppt/slides/slide23.xml" Id="Rb0d7aa32ba224886" /><Relationship Type="http://schemas.openxmlformats.org/officeDocument/2006/relationships/slide" Target="/ppt/slides/slide24.xml" Id="R0146b30aabe7427a" /><Relationship Type="http://schemas.openxmlformats.org/officeDocument/2006/relationships/slide" Target="/ppt/slides/slide25.xml" Id="Rc7bd571056d342e9" /><Relationship Type="http://schemas.openxmlformats.org/officeDocument/2006/relationships/slide" Target="/ppt/slides/slide26.xml" Id="Ra05c77be61dc4039" /><Relationship Type="http://schemas.openxmlformats.org/officeDocument/2006/relationships/slide" Target="/ppt/slides/slide27.xml" Id="Rc8168184c79244e1" /><Relationship Type="http://schemas.openxmlformats.org/officeDocument/2006/relationships/slide" Target="/ppt/slides/slide28.xml" Id="Ra0d4ae1464c44164" /><Relationship Type="http://schemas.openxmlformats.org/officeDocument/2006/relationships/slide" Target="/ppt/slides/slide29.xml" Id="R8a49c8908c454107" /><Relationship Type="http://schemas.openxmlformats.org/officeDocument/2006/relationships/slide" Target="/ppt/slides/slide30.xml" Id="R795d22ef59db4364" /><Relationship Type="http://schemas.openxmlformats.org/officeDocument/2006/relationships/slide" Target="/ppt/slides/slide31.xml" Id="Rb3f11c03626940c5" /><Relationship Type="http://schemas.openxmlformats.org/officeDocument/2006/relationships/slide" Target="/ppt/slides/slide32.xml" Id="R33087a05ffcf4bbd" /><Relationship Type="http://schemas.openxmlformats.org/officeDocument/2006/relationships/slide" Target="/ppt/slides/slide33.xml" Id="R51d761b1af4b4e2c" /><Relationship Type="http://schemas.openxmlformats.org/officeDocument/2006/relationships/slide" Target="/ppt/slides/slide34.xml" Id="R91672ec402f043e0" /><Relationship Type="http://schemas.openxmlformats.org/officeDocument/2006/relationships/slide" Target="/ppt/slides/slide35.xml" Id="R1c3adbda82ef4128" /><Relationship Type="http://schemas.openxmlformats.org/officeDocument/2006/relationships/slide" Target="/ppt/slides/slide36.xml" Id="R68466ab785c0400a" /><Relationship Type="http://schemas.openxmlformats.org/officeDocument/2006/relationships/slide" Target="/ppt/slides/slide37.xml" Id="R904a247bf48345a7" /><Relationship Type="http://schemas.openxmlformats.org/officeDocument/2006/relationships/slide" Target="/ppt/slides/slide38.xml" Id="R65e06dd414834880" /><Relationship Type="http://schemas.openxmlformats.org/officeDocument/2006/relationships/slide" Target="/ppt/slides/slide39.xml" Id="R5fcb3cf928da45fd" /><Relationship Type="http://schemas.openxmlformats.org/officeDocument/2006/relationships/slide" Target="/ppt/slides/slide40.xml" Id="Racfd3e8c995a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3ac3c6b8ad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118ba3e4d5428d" /><Relationship Type="http://schemas.openxmlformats.org/officeDocument/2006/relationships/notesMaster" Target="/ppt/notesMasters/notesMaster1.xml" Id="R67a114f562bf4d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54994ef9394d84" /><Relationship Type="http://schemas.openxmlformats.org/officeDocument/2006/relationships/notesMaster" Target="/ppt/notesMasters/notesMaster1.xml" Id="Ra4ad7515fffa48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a7387491c6468c" /><Relationship Type="http://schemas.openxmlformats.org/officeDocument/2006/relationships/notesMaster" Target="/ppt/notesMasters/notesMaster1.xml" Id="Re27e2bf17c26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afbdc0917147cc" /><Relationship Type="http://schemas.openxmlformats.org/officeDocument/2006/relationships/notesMaster" Target="/ppt/notesMasters/notesMaster1.xml" Id="Ra5cbfd7768ba49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59ccd5537349e3" /><Relationship Type="http://schemas.openxmlformats.org/officeDocument/2006/relationships/notesMaster" Target="/ppt/notesMasters/notesMaster1.xml" Id="R919667f3ed4b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9ec018fa2c4f3c" /><Relationship Type="http://schemas.openxmlformats.org/officeDocument/2006/relationships/notesMaster" Target="/ppt/notesMasters/notesMaster1.xml" Id="Rc763b5df702847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8057ef22d64961" /><Relationship Type="http://schemas.openxmlformats.org/officeDocument/2006/relationships/notesMaster" Target="/ppt/notesMasters/notesMaster1.xml" Id="Ra38b126ea5ad4e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473ffae2184cd9" /><Relationship Type="http://schemas.openxmlformats.org/officeDocument/2006/relationships/notesMaster" Target="/ppt/notesMasters/notesMaster1.xml" Id="R6d0f1ecb527348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8b83708989416a" /><Relationship Type="http://schemas.openxmlformats.org/officeDocument/2006/relationships/notesMaster" Target="/ppt/notesMasters/notesMaster1.xml" Id="R0875c9236cb749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473edb4db34bd8" /><Relationship Type="http://schemas.openxmlformats.org/officeDocument/2006/relationships/notesMaster" Target="/ppt/notesMasters/notesMaster1.xml" Id="R29d510b5797843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00c34bdf614193" /><Relationship Type="http://schemas.openxmlformats.org/officeDocument/2006/relationships/notesMaster" Target="/ppt/notesMasters/notesMaster1.xml" Id="Rc5004a22204147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15ca9dbd9a43c9" /><Relationship Type="http://schemas.openxmlformats.org/officeDocument/2006/relationships/notesMaster" Target="/ppt/notesMasters/notesMaster1.xml" Id="R70cbac5026bc43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d26a8a0c4843ba" /><Relationship Type="http://schemas.openxmlformats.org/officeDocument/2006/relationships/notesMaster" Target="/ppt/notesMasters/notesMaster1.xml" Id="Rfd8b74ca614546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1697fb96eb4d84" /><Relationship Type="http://schemas.openxmlformats.org/officeDocument/2006/relationships/notesMaster" Target="/ppt/notesMasters/notesMaster1.xml" Id="R0c4651b143cd45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a616e199804c1b" /><Relationship Type="http://schemas.openxmlformats.org/officeDocument/2006/relationships/notesMaster" Target="/ppt/notesMasters/notesMaster1.xml" Id="Rb668ebf4e68745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92bb108ec64bce" /><Relationship Type="http://schemas.openxmlformats.org/officeDocument/2006/relationships/notesMaster" Target="/ppt/notesMasters/notesMaster1.xml" Id="R977f49a8f7f14e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4e06c097ce410f" /><Relationship Type="http://schemas.openxmlformats.org/officeDocument/2006/relationships/notesMaster" Target="/ppt/notesMasters/notesMaster1.xml" Id="R44fb33f7504745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dab72f5d9c47b5" /><Relationship Type="http://schemas.openxmlformats.org/officeDocument/2006/relationships/notesMaster" Target="/ppt/notesMasters/notesMaster1.xml" Id="R465038ca621641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753933e16f4aed" /><Relationship Type="http://schemas.openxmlformats.org/officeDocument/2006/relationships/notesMaster" Target="/ppt/notesMasters/notesMaster1.xml" Id="Rafee03cc8a464c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dc266e0f434e7b" /><Relationship Type="http://schemas.openxmlformats.org/officeDocument/2006/relationships/notesMaster" Target="/ppt/notesMasters/notesMaster1.xml" Id="R82ad2683adc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b7cdbcb0f94998" /><Relationship Type="http://schemas.openxmlformats.org/officeDocument/2006/relationships/notesMaster" Target="/ppt/notesMasters/notesMaster1.xml" Id="R8be84ff471bf4ba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e56ab8368594983" /><Relationship Type="http://schemas.openxmlformats.org/officeDocument/2006/relationships/notesMaster" Target="/ppt/notesMasters/notesMaster1.xml" Id="R2fe7727dbfc543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279f509ee7742b9" /><Relationship Type="http://schemas.openxmlformats.org/officeDocument/2006/relationships/notesMaster" Target="/ppt/notesMasters/notesMaster1.xml" Id="Rf0af3e09c4d142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ee4b645bb449c6" /><Relationship Type="http://schemas.openxmlformats.org/officeDocument/2006/relationships/notesMaster" Target="/ppt/notesMasters/notesMaster1.xml" Id="R123bfa1366c84a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7ca24e307440f3" /><Relationship Type="http://schemas.openxmlformats.org/officeDocument/2006/relationships/notesMaster" Target="/ppt/notesMasters/notesMaster1.xml" Id="R48b1b9f8e63342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ec898c65414988" /><Relationship Type="http://schemas.openxmlformats.org/officeDocument/2006/relationships/notesMaster" Target="/ppt/notesMasters/notesMaster1.xml" Id="R266ffbc95a234c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ca0ce5c83e4207" /><Relationship Type="http://schemas.openxmlformats.org/officeDocument/2006/relationships/notesMaster" Target="/ppt/notesMasters/notesMaster1.xml" Id="R978412a6525b46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54ad99615cb4973" /><Relationship Type="http://schemas.openxmlformats.org/officeDocument/2006/relationships/notesMaster" Target="/ppt/notesMasters/notesMaster1.xml" Id="R7381f57b6af84f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f8265febd4c4625" /><Relationship Type="http://schemas.openxmlformats.org/officeDocument/2006/relationships/notesMaster" Target="/ppt/notesMasters/notesMaster1.xml" Id="R98c1213fa2314f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d8ac977947495b" /><Relationship Type="http://schemas.openxmlformats.org/officeDocument/2006/relationships/notesMaster" Target="/ppt/notesMasters/notesMaster1.xml" Id="R460c9285571e45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2894aac976e470a" /><Relationship Type="http://schemas.openxmlformats.org/officeDocument/2006/relationships/notesMaster" Target="/ppt/notesMasters/notesMaster1.xml" Id="R2c00177157f146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7cced49affc403c" /><Relationship Type="http://schemas.openxmlformats.org/officeDocument/2006/relationships/notesMaster" Target="/ppt/notesMasters/notesMaster1.xml" Id="R3b302156c52446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a9d50b73ee341e6" /><Relationship Type="http://schemas.openxmlformats.org/officeDocument/2006/relationships/notesMaster" Target="/ppt/notesMasters/notesMaster1.xml" Id="R5a84d94a812642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f901a7469a416d" /><Relationship Type="http://schemas.openxmlformats.org/officeDocument/2006/relationships/notesMaster" Target="/ppt/notesMasters/notesMaster1.xml" Id="R7ec796e9912b47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35a7df1f8c4506" /><Relationship Type="http://schemas.openxmlformats.org/officeDocument/2006/relationships/notesMaster" Target="/ppt/notesMasters/notesMaster1.xml" Id="R51b30c6e9afa4a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d71e1c7b21c43a9" /><Relationship Type="http://schemas.openxmlformats.org/officeDocument/2006/relationships/notesMaster" Target="/ppt/notesMasters/notesMaster1.xml" Id="R1e4bfb5372624c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d5b4a639a9a4a9a" /><Relationship Type="http://schemas.openxmlformats.org/officeDocument/2006/relationships/notesMaster" Target="/ppt/notesMasters/notesMaster1.xml" Id="Rdf94b85176424f1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85b29feedd4813" /><Relationship Type="http://schemas.openxmlformats.org/officeDocument/2006/relationships/notesMaster" Target="/ppt/notesMasters/notesMaster1.xml" Id="R371a5ab9d3554b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b27d53bb1234628" /><Relationship Type="http://schemas.openxmlformats.org/officeDocument/2006/relationships/notesMaster" Target="/ppt/notesMasters/notesMaster1.xml" Id="R3cfa72c8d2b54ae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165e3644f7b4702" /><Relationship Type="http://schemas.openxmlformats.org/officeDocument/2006/relationships/notesMaster" Target="/ppt/notesMasters/notesMaster1.xml" Id="R9b805305efdd40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95e5c9754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e50638f1904cbe" /><Relationship Type="http://schemas.openxmlformats.org/officeDocument/2006/relationships/slideLayout" Target="/ppt/slideLayouts/slideLayout1.xml" Id="R4f66e48602a343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6e48602a343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507195c0f48bf" /><Relationship Type="http://schemas.openxmlformats.org/officeDocument/2006/relationships/notesSlide" Target="/ppt/notesSlides/notesSlide1.xml" Id="Ra7fc67fba1e042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154be92cc4c17" /><Relationship Type="http://schemas.openxmlformats.org/officeDocument/2006/relationships/notesSlide" Target="/ppt/notesSlides/notesSlide2.xml" Id="R4ab37d9cad4445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101b49e7647de" /><Relationship Type="http://schemas.openxmlformats.org/officeDocument/2006/relationships/notesSlide" Target="/ppt/notesSlides/notesSlide3.xml" Id="R129ea8a7020c4e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7c224bcdf4994" /><Relationship Type="http://schemas.openxmlformats.org/officeDocument/2006/relationships/notesSlide" Target="/ppt/notesSlides/notesSlide4.xml" Id="Rddd0a897b24642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d010eadaa493d" /><Relationship Type="http://schemas.openxmlformats.org/officeDocument/2006/relationships/notesSlide" Target="/ppt/notesSlides/notesSlide5.xml" Id="Rcf7f2723f1194d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19af680b543d6" /><Relationship Type="http://schemas.openxmlformats.org/officeDocument/2006/relationships/notesSlide" Target="/ppt/notesSlides/notesSlide6.xml" Id="R867d90bbfd4c40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dfaa286514088" /><Relationship Type="http://schemas.openxmlformats.org/officeDocument/2006/relationships/notesSlide" Target="/ppt/notesSlides/notesSlide7.xml" Id="R46ee74ce449a44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8adb6cd32444c" /><Relationship Type="http://schemas.openxmlformats.org/officeDocument/2006/relationships/notesSlide" Target="/ppt/notesSlides/notesSlide8.xml" Id="R91645d8eccc049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81d2b6be84651" /><Relationship Type="http://schemas.openxmlformats.org/officeDocument/2006/relationships/notesSlide" Target="/ppt/notesSlides/notesSlide9.xml" Id="Re74b2515aaa447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30de13fde4e39" /><Relationship Type="http://schemas.openxmlformats.org/officeDocument/2006/relationships/notesSlide" Target="/ppt/notesSlides/notesSlide10.xml" Id="R556f34e603ff4f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58d7136cf4187" /><Relationship Type="http://schemas.openxmlformats.org/officeDocument/2006/relationships/notesSlide" Target="/ppt/notesSlides/notesSlide11.xml" Id="R7d028c66cbf04a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f2d6938844c42" /><Relationship Type="http://schemas.openxmlformats.org/officeDocument/2006/relationships/notesSlide" Target="/ppt/notesSlides/notesSlide12.xml" Id="Rc983f98ecd214c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a55a71c51453a" /><Relationship Type="http://schemas.openxmlformats.org/officeDocument/2006/relationships/notesSlide" Target="/ppt/notesSlides/notesSlide13.xml" Id="R28b438e1c5804b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ac767b5f14a2f" /><Relationship Type="http://schemas.openxmlformats.org/officeDocument/2006/relationships/notesSlide" Target="/ppt/notesSlides/notesSlide14.xml" Id="Rfa124a25fcc043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40b76954b471b" /><Relationship Type="http://schemas.openxmlformats.org/officeDocument/2006/relationships/notesSlide" Target="/ppt/notesSlides/notesSlide15.xml" Id="R99720f1e61d14c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4a1511a3d42e6" /><Relationship Type="http://schemas.openxmlformats.org/officeDocument/2006/relationships/notesSlide" Target="/ppt/notesSlides/notesSlide16.xml" Id="R0c91d2b03a0d4b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7215aae4c413a" /><Relationship Type="http://schemas.openxmlformats.org/officeDocument/2006/relationships/notesSlide" Target="/ppt/notesSlides/notesSlide17.xml" Id="Ra7919c817b6048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c560ecd734d6e" /><Relationship Type="http://schemas.openxmlformats.org/officeDocument/2006/relationships/notesSlide" Target="/ppt/notesSlides/notesSlide18.xml" Id="Re3ee6ada260f4b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8b9796009409f" /><Relationship Type="http://schemas.openxmlformats.org/officeDocument/2006/relationships/notesSlide" Target="/ppt/notesSlides/notesSlide19.xml" Id="R8e12bf55251b48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0ff53328e4128" /><Relationship Type="http://schemas.openxmlformats.org/officeDocument/2006/relationships/notesSlide" Target="/ppt/notesSlides/notesSlide20.xml" Id="R90c1c417b8d24c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45b7c6f4e47cd" /><Relationship Type="http://schemas.openxmlformats.org/officeDocument/2006/relationships/notesSlide" Target="/ppt/notesSlides/notesSlide21.xml" Id="Rcec489c307474f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aaa4272d54ec6" /><Relationship Type="http://schemas.openxmlformats.org/officeDocument/2006/relationships/notesSlide" Target="/ppt/notesSlides/notesSlide22.xml" Id="Rd7c185c996ce4d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69c1d6bf240cb" /><Relationship Type="http://schemas.openxmlformats.org/officeDocument/2006/relationships/notesSlide" Target="/ppt/notesSlides/notesSlide23.xml" Id="Ree2a112e1a1443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4408b9acf4328" /><Relationship Type="http://schemas.openxmlformats.org/officeDocument/2006/relationships/notesSlide" Target="/ppt/notesSlides/notesSlide24.xml" Id="R86e7e0c76b4245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cd7ae92ff47a6" /><Relationship Type="http://schemas.openxmlformats.org/officeDocument/2006/relationships/notesSlide" Target="/ppt/notesSlides/notesSlide25.xml" Id="R5a83be14f30d491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f4ba364a749b1" /><Relationship Type="http://schemas.openxmlformats.org/officeDocument/2006/relationships/notesSlide" Target="/ppt/notesSlides/notesSlide26.xml" Id="R9369c8c209b94c0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1144cbab24136" /><Relationship Type="http://schemas.openxmlformats.org/officeDocument/2006/relationships/notesSlide" Target="/ppt/notesSlides/notesSlide27.xml" Id="Rf4cfdc4c741b4ab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e4f032afd4a2f" /><Relationship Type="http://schemas.openxmlformats.org/officeDocument/2006/relationships/notesSlide" Target="/ppt/notesSlides/notesSlide28.xml" Id="R25498529af5e49c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7159068ed496f" /><Relationship Type="http://schemas.openxmlformats.org/officeDocument/2006/relationships/notesSlide" Target="/ppt/notesSlides/notesSlide29.xml" Id="R125e5ed9b88b4a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d3966e06d41fe" /><Relationship Type="http://schemas.openxmlformats.org/officeDocument/2006/relationships/notesSlide" Target="/ppt/notesSlides/notesSlide30.xml" Id="R5471746ea3a845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aa7acbe034619" /><Relationship Type="http://schemas.openxmlformats.org/officeDocument/2006/relationships/notesSlide" Target="/ppt/notesSlides/notesSlide31.xml" Id="R45747d44c5ba415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62571ea5148b0" /><Relationship Type="http://schemas.openxmlformats.org/officeDocument/2006/relationships/notesSlide" Target="/ppt/notesSlides/notesSlide32.xml" Id="Rd8d2ec65f4e34a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151500ecb4a08" /><Relationship Type="http://schemas.openxmlformats.org/officeDocument/2006/relationships/notesSlide" Target="/ppt/notesSlides/notesSlide33.xml" Id="R1fcc6e80c27a430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4fa7da97c4d9b" /><Relationship Type="http://schemas.openxmlformats.org/officeDocument/2006/relationships/notesSlide" Target="/ppt/notesSlides/notesSlide34.xml" Id="Rb2102ecca83549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368a604714b53" /><Relationship Type="http://schemas.openxmlformats.org/officeDocument/2006/relationships/notesSlide" Target="/ppt/notesSlides/notesSlide35.xml" Id="R27c2c0f10b5943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65869b5754acf" /><Relationship Type="http://schemas.openxmlformats.org/officeDocument/2006/relationships/notesSlide" Target="/ppt/notesSlides/notesSlide36.xml" Id="Redd509130b6a43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a993e6c55422c" /><Relationship Type="http://schemas.openxmlformats.org/officeDocument/2006/relationships/notesSlide" Target="/ppt/notesSlides/notesSlide37.xml" Id="Re436b8d03e604e0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31ace15c74c57" /><Relationship Type="http://schemas.openxmlformats.org/officeDocument/2006/relationships/notesSlide" Target="/ppt/notesSlides/notesSlide38.xml" Id="Rb4d1f9335df44bb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44053401340c0" /><Relationship Type="http://schemas.openxmlformats.org/officeDocument/2006/relationships/notesSlide" Target="/ppt/notesSlides/notesSlide39.xml" Id="Rc42cd13307d145f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da88be9624ad9" /><Relationship Type="http://schemas.openxmlformats.org/officeDocument/2006/relationships/notesSlide" Target="/ppt/notesSlides/notesSlide40.xml" Id="Ra94535f3a22f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BAF2-ED7A-4AA2-9871-B84FFD79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E7EBC-4E2F-46EA-9A54-62268B3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Corrosion Science and E-waste Management Corrosion Chemistry: Introduction, electrochemical theory of corrosion, types 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8351F-0423-40F3-808F-3D9BECD8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9B205-ECFB-4C58-A014-1D4FBE6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15A96-9CFA-4531-9F36-1FBCF0AD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95207-7A1F-4079-B376-3887729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A4CCE-11DF-4FFA-9D8B-39CAD5D6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35B1E-CD54-47B0-A072-24AC720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499A8-34A4-45FA-9FA1-D6FC620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361A7-6DE1-49AC-9B07-758A8B42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5861A-56D5-47DE-8E53-ACA511A8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E2EA7-8321-4FE5-B630-2C4D1251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F976D-AA2F-439F-ACC2-F8CAD9FE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23189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18EF3-7097-4245-A566-5345C6A9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AE002-64BF-4C3B-80CA-AB82C70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FB1EE-B7F6-462C-A077-9B6DC53C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7F45-54EF-4682-9E4C-18377AEC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048B1-353D-4D75-B69E-EECB9D36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714D3-9587-4BAB-91DB-7134C6A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8600D-FBEC-4867-9E19-33D09F8E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4E366-AE01-4964-9444-EACEE60C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FF100-8258-4131-80CF-A8FECFC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492CD-D13B-4D1B-AD5F-5EE81186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88EB3-7706-4066-B410-9A984C6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BE8E6-AF7E-4D6C-90C5-BC798B7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4AE96-CE09-494F-9030-BFD80167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69761-566E-41EC-8EF9-2E8D6490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B06AD-2A48-459D-8BD9-12CF9AA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15074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4DBB53-E785-4CBF-A90B-301D8945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1FCA9-9644-4199-91D7-80A0675A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E2DB6-F81F-44D5-A083-F12764B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B68B3-DB7C-4755-8B8F-CF6A566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1CC73-2B2C-4662-906C-69AD5DC1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2EA8-1B42-49BD-A561-2125F413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86CC5-6426-40F5-ABAF-E46E97B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A4B3E-E5DA-4DA3-AC54-BD2C8BD5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68B31-723F-4422-8154-FCAB266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 Science 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9D333-DB9C-477B-BD3D-982BD09D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3C2F2-EB78-41CB-BF5D-39B1682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226C7-2511-42BA-B0FD-19D0A085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Chemistry: Introduction, electrochemical theory of corros...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0FC17-D83E-4235-8B9C-4EBC7CF0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303FC-7824-47C5-86A9-5736108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F6362-C0F8-4478-AF6B-5D2972B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 control - galvanization, anodization, cathodic...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E1B28-6B6B-40FA-93AC-E0BE9B5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18F5E-6052-48E3-A524-8EA8648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B255A-56C5-4291-9193-3BF857F7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 penetration rate (CPR) - definition, importance...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BE93B-6E68-47DE-86B0-021924FF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D7CCC-2551-4EF1-837E-04B1531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E711D-515C-48C9-BF16-4EBA2C6E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Finishing: Introduction, technological importance of meta...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BACBB-8590-4946-8222-D32AC380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18686-E95A-4E6D-BBF4-972B914D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C1A23-CC04-4A37-A71B-CB67CC3C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E-waste: Introduction, sources of e -waste, need of e -wa...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1DA31-6DC5-46DE-8CD4-86E0A738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D22E1-4612-4788-8C2E-F59CC1DA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B8A8A-B13B-46D8-8909-A918E15B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Extraction of gold from e-waste from bioleaching method.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36213-F39B-4B78-9071-8635001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DAF4A4-A5DF-4081-A0F7-51D2E2C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15171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C4410-37F3-413A-884A-D029A22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ED08B-E723-4634-9FFA-3FAE0BAE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8859C-350E-4ECA-A057-26ABDA6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9C812-116D-40A4-9DA1-745C773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7A46-1369-459D-8C46-3AB7C4B6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D702E-E78D-4733-B054-F19C15A7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41C2F-336D-467E-9446-8607957F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61D14-45FC-4B3E-BD6F-CF9D806D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 Science 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1118D-CB94-4CA7-9704-FE29B8A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521BA-52A5-4643-8D4B-2262AB6A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4B6AE-02A8-436D-AFB0-C901C1F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Chemistry: Introduction, electrochemical theory of corros...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6D8A1-7612-4646-9CA8-DBE45F6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27F33-2B87-4B59-8531-BEC279BC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9F72B-0A75-487C-AF4C-A7144EB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 control - galvanization, anodization, cathodic....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CD259-4657-4E8F-B2FE-8FDF4263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8E173-8152-4398-9D48-9F1D582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415DB-3A4B-41B1-8A74-B83B2283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 penetration rate (CPR) - definition, importance...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B64C3-7617-4241-B54E-192358C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D29BF-7982-4B87-A48D-D5A348F4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F6083-27BF-4CBE-9D9E-A0E7B52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Finishing: Introduction, technological importance of meta...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C391D-CA84-4788-8BAE-9F8921CB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EEFBC-B650-4CD7-92F0-567F37C1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4489F-C9F5-4A06-9F30-09FD4B78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E-waste: Introduction, sources of e -waste, need of e -wa...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79ECB-9E71-4E9A-9D56-11568B4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7CC6C-C52D-4152-B705-808DC47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FBD20-8078-4777-A237-4AD48989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Extraction of gold from e-waste from bioleaching method.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3297A-E92C-4566-BCB4-51858E4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DEA39E-0813-4AB2-954D-D3D4C60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E9D7B-ECEC-49D8-B065-A3B3229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23173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92CE3-9811-4EBF-A020-2223348F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2ABF4-F001-4A38-8992-13156D6B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C3414-581A-4979-94FF-B859985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707A8-47EB-4F36-8900-28FB3730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307C9-D1D8-4A05-AEC2-EE73D81B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Corrosion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92698-DF78-4EEB-983F-CBE4106B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5C49F-4A71-4039-AB5E-883D712F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22548-1B52-4094-85B0-BC256ADA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B97F9-DF23-45A9-B557-65FDE666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BC1E4-D88D-4B1A-AE65-D25A4C7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electrochemical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8D196-1C01-4BC6-A140-5D68EC9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9099C-B11E-43ED-A93A-293F0AB6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6B174-A39E-4753-B49E-185DE4A8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75614-26B9-4AEB-946A-F4844980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electronic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67A1D-5FF0-490A-8824-707D8B7C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1FF07-0CA7-4C54-93B9-1263500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15878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80290-AC18-4888-A897-44D140FC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6E192-FFE2-4D5B-8BAE-C3FF15DC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622A4-94D0-4C74-8B9B-739551CA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8DA6-1F01-47C1-BEA8-34D1DFD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CC2F8-B0A8-4414-80CB-6FFF2696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 Science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0C1BD-E8B1-4F9B-B536-9B17BE8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 Science and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35CC7-0301-43E8-83AF-CB4339F6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ECAE7-F6FF-46AF-8D72-FAD9646B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975AA-8CC8-40A1-85FF-643F2C71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59691-E42F-44FC-A309-8596C1E4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4D257-2EC4-407D-A63C-93D87765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83A72-2831-42ED-A799-EA461FCF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6ED33-92A9-49D2-9057-3F71E55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0AB48-970A-4793-84D2-860197D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0F40F-E87C-4493-94BC-BFEBF804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D476A-DA45-4216-B6CD-6EB6E609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59373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0FEC8-7ABB-4149-AF3B-F05600D9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B23D8-BACD-4CF8-B2F6-55866845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B4384-D624-4785-8EF9-DF79FD86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54DDA-68EA-4A17-A735-B18C6A61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CF397-0521-4F18-8AA4-CCA7BB5A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BE325-A30F-4019-9DB2-B9BE9A8E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29F82-56B3-45C8-9AA8-7F83AE1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44419-793B-4893-B49B-A5D22D0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6E39C-B973-4300-9723-D10F8F7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2124-7C77-4B4D-AED5-FE52AA40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F6E9D-DAF2-4C86-BD19-E88F4FDE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3A7A9-9FC8-47DF-ADAE-E9C4A8EB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 Science...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D18A2-A683-4B5F-9A73-6D88AA0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3493A-1D81-471C-BC68-5ECC5880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765A4-16F6-4646-8404-4130F123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51871-9B91-4FFB-A156-A39B439C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03C46-D9E0-475C-84F9-586B9089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F0FB5-5090-42F4-9F7A-521A9F99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 Scie...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6D394-BC27-43DC-951A-6BF4E27C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8FC0A-C269-4705-9215-9DB4811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D65C7-DEA5-47B1-BEEE-0B7259D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 Scie...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8D6A4-E66A-4D44-A072-E144221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CBE30-B909-4733-8B6E-4FF50E8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47490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6A2BE-EBBD-442A-AB05-1ABAE13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77AFA-68FC-42C1-889F-F43D447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4724F-D190-4A55-BF81-1E3785DE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CB09-D2CB-4090-B6EA-3478021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3E3C3-D821-442E-B221-F03D3059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3D629-E9C9-4AA6-8EB2-46CF4677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26062-110C-48AA-903B-A26AFA9E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349BD-E784-4AB3-84A9-6029FDE8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DFBA7-9DAE-47E2-BD53-B923E96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CE3AF-E85C-480B-9E69-8EDF20EA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414C2-C735-4706-AEA8-C3A3D6A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5981B-DDC3-4D8F-BAE9-ED704CF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06E2D-AE24-4A6F-AB5A-E95FBE9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885B1-0B44-4A03-99F7-BD684EDD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7F67A-55C4-4603-96F2-CC4B751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7850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A2A4D-6245-4751-8D28-DB99E1CA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FA06E-BE7B-4FFF-92C5-C25B594C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7A5A0-84BE-4286-AC0B-E7221B1E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85AA-E1A1-4F5D-9EC5-D0C702E4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7AE7E-4566-461E-9464-285F1D25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022EB-8574-4080-A746-7A55E923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 Science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3963B-BAAA-46D3-BE41-24CFA8E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E8698-F649-41B6-97B7-A715D37A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9AD5C-0D90-414B-910E-959C80B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2AC6A-76BA-490F-B497-AA3177F4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FCB41-8138-4724-B991-515B0176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10328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A8A45-1B2F-4B6C-A4FF-FAA431F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C5EF6-09B2-455A-99E2-6DCF86E4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C1912-1B45-46D8-BC4A-80F5BE7F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28CE3-39EE-4E88-953F-8C7B4613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8742C-4AD9-4D9F-9A70-F3E18DF5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Chemistry: Introduction, electrochemical theory of corrosion, types of corrosion, differential metal corrosion...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0FFE1-92E8-4819-91FE-60C499C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Chemistry: Introduction, electrochemical...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8B675-0C14-4A3A-9086-E7AD321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A1EA8-5F4A-4B9B-9153-D8F1EC53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7B46F-14E0-4D3A-8171-3E2E0214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5668F-6363-4838-AEDB-988CE87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609ED-EEA5-4939-9920-7D9593F2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55023-9F42-42A4-8F45-6BA3C6C4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7B6CC-B1FA-4688-8A23-25F06599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0F21-B9BB-48C8-AA23-202F251D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86F0D-6BF0-4BE5-BB43-0E235D1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808B6-230A-4C81-A3D8-A864FD3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33146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63B54-7F77-4A4E-8388-6E796D87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F8974-CAAF-4E9C-956B-1AA70262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91A54-2E70-40F4-AB45-3AB921A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76C5F-DFF8-41C5-917E-50BB7D0E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F99DF-F2C4-46A2-B7CE-7F94456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B6757-5E63-46BC-8E99-23B2E686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45E1F-E694-4812-9642-0D4E93F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53839-C75F-4978-A0EF-DCD9A240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ABDC7-3B28-4243-930F-5DD6C6A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Chemist...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6F0B1-4632-4EC2-82AB-410ABE4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9ED34-4A5F-4800-894E-F78215E5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4BA5C-EF00-4E79-A8F9-B10BE1BD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Chemistry: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400C2-8DEE-4079-B01B-F97D6D1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83428-1B43-4668-8435-8F1B2E70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9BC90-0D0E-4F88-A8CC-BCFA25EE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Chemistr...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96ADF-1D68-4965-9C5C-31F283A8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0B528-8A76-4E01-B932-17236F0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4C036-D8F1-4694-9672-A22E0DE2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Chemistry: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CC688-C23D-481A-AC0B-94A2383B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DE9FF-C7D4-4406-8093-61CA1B65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B05D8-1D5C-489D-AB12-3DCEFC5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Chemistry: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5AD17-3E83-4632-8F5D-18EC8A9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4F529-6C69-49DE-881F-5E30E72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59624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FA541-D31E-4E35-A37B-111078A1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95A7B-BE89-483E-B484-7795B3E1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577C9-13A8-44AA-9E7B-591BF5FE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35AFD-9C15-450B-9637-1AC5F8E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B2BE9-331A-4F70-BE2C-27BDB50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EFB82-72B5-4013-824F-88CFBBA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A13F9-9D17-40D6-B875-A338DFA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D7C7B-6F56-4830-A1C9-8B1D722B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D12B5-885A-4AFD-B821-68151A79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53822-281E-485B-A310-1CE9ECEC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E4D95-09F0-4D5F-BC29-083101EC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88614-E48A-4084-BABA-ED6780F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20BCE-AC0A-4FA7-8FAE-16B38CE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41CBF-1BD9-4C50-AC07-3C7E3D7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10624-0F25-44B1-9CAB-8D04E495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823594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EF6EB-8375-4B86-84D8-4B1FC2F7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CA2A9-3780-4A11-BEDF-140DD3F9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95667-6AE6-43C9-99EB-EDF375D4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99BA5-96F9-4675-BA48-1184128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2049F-908D-46B7-B520-531D17FA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30AF5-3FF8-440C-9F67-7F1F079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Chemistry: Introduction, electrochemical theory of corros...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3836C-5169-4618-897C-64352E86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7E808-94D9-4E73-B148-CB42FC70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50C7C-40B9-4111-B28D-D9F735E7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EC6C2-0A2D-490E-BF3A-7BE57743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D39BD-5C58-4A06-87EA-6B261549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79115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6E7E5-5825-4FDB-A828-F5CCB3CF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B319A-40EB-4515-8E83-4271E06F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78B58-C1FE-4338-8E30-51A62024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DB60-ADC8-4E68-BC1C-453D31BC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B8330-93AC-4A5C-8E4F-6E7EBA86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 control - galvanization, anodization, cathodic protection and impressed current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700F8-51E9-4E53-A0FF-2D5C569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 control - galvanization, anodiz...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AE218-380B-42DF-B043-8AB645E8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4C35C-AB26-469E-8034-D372E4A2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AC97F-7DD4-47D0-9478-77AA0BA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3E4F7-BC66-437B-94E2-8F4EB4A2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FE9AE-8264-445D-9D45-A8C27913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DF341-BF2C-4C56-89D7-0975F36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4EF2B-00A9-4125-8913-0402055F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26454-6508-4F56-8306-84B95CB0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B2615-058F-44EF-8928-D1CFCE02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7E8BC-6CB2-48B3-88A5-8C7196AB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46774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2EC1E-5A77-48B9-9FC9-48C15E72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ECA88-22E5-4AE5-B960-A3C6E90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C4395-5767-4F65-813C-C2AFE6C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2D5A5-5269-4331-9866-97329306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B8F2C-5926-42F8-8D93-AADDA4F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4D8B4-566F-438E-9021-FF03F459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1CA7A-9F21-445B-B247-BF6BBD57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AD80D-A193-4CD9-8EDD-D3053A56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103EC-3895-4E7E-90C1-5799522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9FBAD-377C-4605-B5EC-DEC3C31F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B5B82-1F34-42AE-99AE-92881E2A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60F9A-7680-4B0C-8DF2-76933BBE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 control...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CF410-BC8D-4068-9CA2-61E48E7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B688C-322E-4E43-917F-43D1235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62F8B-F719-4FDA-8121-78DCFB4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EC01D-675C-4CF0-A505-975D9C7A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1DBCE-DB13-4920-A122-5618BB53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3E08F-E2A0-4906-AF21-F246860E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 cont...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AC691-C9D2-4984-B00B-30B95794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92D45-B846-4333-A11A-9113D4C2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4F183-2D41-4916-8EC9-7AE74F73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 cont...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F9FE2-782E-4BAF-B3B3-2E97CDA4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D5B25-96FD-4347-912E-41DDC298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911270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3429A-FD3B-4734-AEC1-FCABA884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8D4D-359D-40D9-AB8D-4C99199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CF180-3D33-4BBA-B8ED-883766E8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BEFDC-A439-47FC-A7A0-D3EA223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7030D-01CA-4749-942B-2A6D0894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37566-A52B-416A-83A2-F058A6C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7F905-470B-4593-99F8-14D4DB58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0A3C8-CA63-46B4-85D7-6EB26DD1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22F12-33BF-4BCA-934B-61983CF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6EF38-B803-4CB1-9840-6E137C9B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6273C-5F54-4A04-8F2A-9E779EB5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70930-9CFB-4CC6-82C4-F65115C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AAFB9-CEBE-435C-8FA5-B860F955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D9FDB-CF9D-42BC-A069-52FE9D4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B6F32-5D63-4936-8B9F-08F8B4F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447442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CAD48-765C-4AFF-8E31-95C4F48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85457-869C-4906-92A1-0100DB8C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3FBF0-A7AA-4199-B1D2-BCAEF9BF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7DD20-3391-4EF2-9B38-D3E76E3B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02EDC-7174-4DCD-835C-B7C8998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64F66-EAEF-4108-9409-3ADFEA1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 control - galvanization, anodization, cathodic...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02536-B1E5-48B6-8B81-91F75A06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682E1-E41A-4051-BD15-044E679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92F72-274A-4BB9-862A-FA6A914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EFB0-0FDB-4B61-BD5A-C102869D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06D42-3938-4B16-939A-AF29F44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21468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C81DF-198F-45D2-8CB3-B712310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3E0AD-2145-4B4D-8CA5-AF1EE275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4099-1884-4651-A0E8-7599327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AF9F-5B23-4D38-A34A-6031641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F1E0A-B1A6-4DE5-87A6-632A1486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 penetration rate (CPR) - definition, importance and weight loss method-numerical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9A075-739A-41F4-8AA0-4A8166B6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 penetration rate (CPR) - defini...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4CC3B-627A-4825-94FA-F975789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6835A-CA67-482D-B20F-A58B4DBA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52230-D945-443A-89F3-88DB6021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A9CA5-2600-4894-9945-FB9830A5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C8E8F-0142-439A-9343-08EADEAF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7E12E-CB0E-4EC2-BBB1-B42D8305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AB71-1566-4BF4-8E58-C2FF540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8DEFE-4835-4F1B-81FC-320941F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D96A8-E7CF-4CA5-9497-A9CAC0C1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A43EA-80A1-42CC-966C-53ABA649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24698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F7142-DAF7-4630-8760-25E510D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C9576-438F-431C-8FD3-16E7BD4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E7B4-7455-41D7-B37E-582AFAC7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A3A19-0654-4D32-A250-D2495A66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25C57-CBA0-4C9B-9D55-396FAA3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C2EFC-CFDA-43BC-9C30-D7FE44C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92A54-C245-441D-B677-46D13846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5EA1C-A030-4E4C-8E9B-B7508662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E7B49-5C90-4024-8A1D-BF5EC7F6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E118D-E553-4530-9CBE-BF56340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83883-BA0F-4D77-8D60-A86117E9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1AF5C-1178-448B-A894-2072B88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 penetra...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576B9-99D4-4914-B8AF-C1514BD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6501C-82DF-480B-8434-2F8CC4F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FF41B-C94A-4350-B561-946F8381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2E6D4-6D5A-4887-8F81-F2915119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A5B91-7C90-49E8-9520-4ECC9E9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C00A9-1D71-4C1D-9D2A-DD4C784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 pene...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2C5B5-3272-4488-9EB0-B34DA193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351D7-1DBA-48C8-A3C5-B33115B2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06AEE-3952-4A8F-8491-D378C73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 pene...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4D2D7-54E8-453B-B1C5-01328A8D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30BB3-9CB3-44A9-A409-06DEE08C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962733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0F625-20F1-4FFC-B3DA-0AD3F05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A7F4-786D-4DB1-94EC-D117AC4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4DD9C-31FE-4668-87CC-F214CCEC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EE103-376D-4388-9E83-53E88FC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9ABAB-3B67-45A4-B34C-5277600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10D13-3695-4CFC-A42B-305367B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B8889-308A-4DF7-AE6D-88CE837A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60D25-8E92-4B8C-9280-03124642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1B8A8-858B-42C9-9E92-06BFB56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B2DF1-A959-48A7-A5E3-29D1E03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0C23F-A430-4E77-A5B7-5114D843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2AE38-176F-4232-9198-54029150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B3658-C878-4EF6-8EB3-CB5FE53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77508-0382-49E0-BE8E-3BEAF9E4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67413-25F8-43AF-B750-FB3284E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422578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A944F-D4B8-482A-A346-BADAA2B4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7073-2B5B-4767-9C8A-82D0726E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245B4-E580-4C92-B4B2-11EAC8E8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4EE1-05A9-4B2D-B30E-0B9880D3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FBA7-FA0C-4732-9FA6-739F7A70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D6322-C6FE-4483-BFD6-5F49EF4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 penetration rate (CPR) - definition, importance...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9EDDD-427B-4053-B944-017E1A21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A9DA8-DAC9-4A41-BCA2-B9D4C25C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938CE-E595-4540-8F56-744FD0E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B6F1A-372A-425D-B830-39867D6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CF79-A8A0-4BA8-BD39-0BF371E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804825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8E2F2-6B39-4F97-AEC9-E3D0D80A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B72C3-EC91-4E8F-88B2-2C950364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C2704-D584-411A-B244-A3A2F6A6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84D42-4FBE-4ED2-AE85-1F7E5B3A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32DFE-EF9C-4E2D-A7F8-45D95D4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Finishing: Introduction, technological importance of metal finishing, difference between electroplating &amp; elect...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CFF62-669A-4245-93A9-2C62C0B0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Finishing: Introduction, technological im...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2C642-CE2E-4C6F-93F6-FF2635D3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1B93-59D3-444E-B895-AAA8732F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B892B-9D5F-4817-BA25-6B9DFBBC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B0D43-0023-454E-BA8D-9950CC48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A72B8-0936-4AC7-BADE-CE461796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17BE9-0F46-4CD1-B08B-5949144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E2422-17FF-40AB-A586-37DEFEF0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C0603-6137-4B7B-9C38-D4069332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0CD3D-F9CC-4EAA-B53D-A7F12EEA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F85CF-E976-4792-AF51-6E2F2878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478698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1631D-C1B3-4518-BA6B-BA3F19E4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EC694-B63E-4AF6-B1DF-9827687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75B12-7020-418A-BFC9-0A45075A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3190B-9FFA-4B91-950E-4A1F61C7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8CF0C-2CAC-4B4C-94BC-CAC8279C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92F2E-F406-4468-B5E9-608FD32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B9E85-258C-4F19-8FFB-A6D4D33C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20A8A-36FA-4EF4-958F-045BC14D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71B62-BC8F-4483-B953-D68305B9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Finishi...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F085C-6067-4F09-912F-77199F3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BB58F-B87B-4572-A3CB-7FDDD70D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F55AE-1E8C-4599-B29F-CE154493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Finishing: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41350-EC60-419C-A0B5-2228A551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676CF-730B-44B8-A9B6-19D2DAF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E7BA8-F833-43D3-BEA2-FF1CA34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Finishin...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472A4-E34F-40D0-A24D-C2BF0179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74D5E-455A-460D-87C3-CD5208A8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082EF-7515-41AF-8F5A-48580AB9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Finishing: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EE5EE-333E-4921-B07A-763644D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7B81E-C8E2-444D-8CD5-DA35C43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9A724-17A6-4971-9233-9527CB0E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Finishing: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9AB5D-8EAE-4AA3-AC0C-51468B5B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BA929-4788-4977-90B5-6158E23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999623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5B921-70C5-4810-9322-1E1D099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41369-4876-4A30-A6E9-154B418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5AA9D-5802-4B8D-8A14-97228C94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2E4C2-5A8E-46F9-AD5C-E99D707A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FC79E-7362-42C5-BCA6-522C5685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F5268-8C96-4B0D-8928-AE64F3BB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556B5-FB91-4D6B-BADE-ABA38D4C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10B26-97AC-4E3B-9112-99883534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A6C8D-7E52-4D51-9E33-9DF2004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06386-EC9F-4D7C-B6A2-CE5530CA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5D046-F841-4A56-929C-C7E4B01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6C199-9211-4FAA-B11A-7F3535FA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1A62A-CB81-4BEB-B554-C30B80C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6BE24-6874-42E6-9478-8B4543D6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CA864-4F34-429D-828C-CF25F0E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588096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9C830-F1E0-4466-B84E-8949B57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E91F8-FCEB-40B7-BC7C-1219E8EF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024C9-A885-4464-B605-D0A2CFD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55EB1-E472-4AE6-A519-2AA9FB2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5E3A1-6AB6-4D49-ADC0-A20CB225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D7B70-1B29-46B1-884B-2629242A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Finishing: Introduction, technological importance of meta...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B358F-7F55-4D8E-8315-8B4B697B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B3085-A222-4CAC-B67F-CC01C6EA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F4530-A095-452D-A08D-7A74ABB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9F184-8E0C-4174-9CCB-685FD44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C72B9-3E1E-435D-9AF7-1B3E82D6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385748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8E969-2A1E-4775-929A-5D1763A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0DEAE-04E9-4D3C-B901-7B82D104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EE02D-B250-487B-B7E2-DF1D12A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0A057-1664-452A-893F-AADB1F3C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213C8-DEFB-459D-9694-B40E322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E-waste: Introduction, sources of e -waste, need of e -waste management &amp; effects of e -waste on environment 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3B761-AB26-4B10-933A-DD6440A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E-waste: Introduction, sources of e -wast...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71099-8328-4B14-A61C-6C1B9FE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ED9B1-124C-4231-A2D3-5922F6E9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8675B-6488-45DD-A3CF-4881BDE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C3CC2-FB65-4FBD-BCAC-5BD14BD4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9FFA7-A56D-4EA5-AB19-A7CDCE54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B858F-07C0-472A-B7FF-AE66D303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AA94C-8553-4B76-A605-AE784DD3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76E9D-0830-4D6C-8149-CB22B33D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AE666-0315-475B-A72C-E0F21E28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20EFD-8216-4086-A972-0A6008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359796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E683F-3C9B-4EC8-90A3-180815B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37320-25A2-4446-A9C6-951FE5BB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02562-748D-4228-A3F7-FB20014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B4BF-0056-4A03-A196-A61EE657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FAEE5-E4DE-496E-8AA0-520290C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51304-08EE-460D-8487-1CEC4E5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B2453-42ED-4088-943F-84CD43D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EEBB6-E4F8-42D2-AF18-6F8D818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9E091-3C6C-4E37-91D3-EE9F269E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E-waste...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A6E5E-839B-43EB-BF46-9808DACD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F2328-1F8A-472F-9D47-8128A30A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F122E-2C46-46ED-9F4B-F221738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E-waste: Introduc...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EECE3-7885-406C-BC15-1ABA5C05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C0F00-D6AF-4B7B-9924-2DD2C585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FBBAB-04ED-400D-8EF7-A3C399D2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E-waste:...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608D3-CED5-4EC3-A0F2-731D5036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36194-06C1-4BE9-AB1A-2A6C8BD3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20135-7EC0-43DA-BF27-2E21D1FC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E-waste: Intro...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F1F65-724B-4C8C-979A-61E6CFDD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8BA23-8A83-4879-ABFC-B11D43B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4464A-90A9-49DD-A6C4-DEFE4AB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E-waste: Intro...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287FD-9B4F-4081-9FA7-F65539C0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511AA-AD9E-4901-B088-5AE44A0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03171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AAF06-5541-4AB9-BBBC-5C42DED2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2CD9B-F152-4F8B-B597-0BE193F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2E996-7650-4E2A-938B-E8B6F144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5F439-72AB-488A-A1CA-2C58B15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9EC59-60B8-4A68-BFE9-117DA7D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0A82E-2921-479A-B3EC-D583CC96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14A66-A31C-487B-A370-07FA846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DE82D-486C-4351-BE3C-901DDC5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5E445-BC19-4C98-8625-4927585D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CAB57-34B1-402A-BC5F-686112E5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730A3-C8FA-4B60-A0A2-7B28239C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65671-9C66-4394-93EC-34AC76D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A0863-A800-4151-ABEA-E276EBC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1CEC6-44AD-4B54-9CCE-F8D462DC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FFCDD-EA7E-442A-8908-5C5A575C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617285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BA29E-62E7-4ADC-B5A9-6E34B8F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C3B30-B17E-45A2-8B6B-F7F13A5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C90CC-34B5-4CB9-BA85-63A55B5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5F773-D5A2-4AF0-86AE-744DEDC6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49F3D-EF96-4F7D-8433-2471852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17292-BA9C-4294-80CC-9795877D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E-waste: Introduction, sources of e -waste, need of e -wa...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8A86F-4416-42A2-A64C-3B0C8960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3D76C-A2A9-4B56-AB15-F7E6887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4D8B8-E794-461F-BDF1-A7F7414E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2D43E-7D01-4955-ABB2-E1287200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18375-8ED9-4926-867B-F1FAB85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590886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A989C-2FB2-4093-964D-96B6ED77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1B6B1-7269-4E1D-8D91-BE4BDAF5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C32BB-28F5-4E5C-818A-C7FE0C1A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AD11B-5EFA-4187-B2F7-9F7E862C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7DAE0-CC75-42C8-9C3A-B2BD9DB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Extraction of gold from e-waste from bioleaching method.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76213-5BF4-4ADF-A625-069895FD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Extraction of gold from e-waste from biol...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CA796-3A3A-4A3E-B7CF-6984F277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7D97B-0F46-4163-8EBA-02E8664D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D60F1-E61C-449B-B10B-CC0D9B58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BFD1C-1603-4EDC-A6F4-2DB9BB66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94172-8801-4BE5-85A8-64515F2E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3E833-4E38-4F38-B8A6-935AC8BF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4A50A-6A55-4773-97ED-3BECB73D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98395-8007-4D36-A981-3D87412E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A8FEE-094E-4CD9-A47C-B5EA576B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8E0BA-205C-482F-B586-8135E59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3194766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E7E6C-A11D-4E0C-A228-8DCDE30F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F9146-4734-443C-A73E-C77C6A4A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9BFD9-568E-4959-962C-BCD13C69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477C0-D934-471F-BA6D-CB4B80E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B90DD-2FAB-42BE-9DE0-AE1435B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B38E4-D384-498E-BECF-9FBD8965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9CFF9-0DCC-4143-8316-B4303C47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5055A-DD56-436D-8661-FCB821C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B3358-E55C-4487-9260-1C7BF34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Extract...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5D487-8172-4546-B0EB-C7FA3295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BADBB-FB09-4ACD-8C72-8A86EA5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0FFBE-1A20-4B72-B2E3-58FC3D60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Extraction of gol...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9135D-9A68-465D-9B76-E477BD7C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DDB0E-9972-4D9E-BEAF-DECB6E58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0C7BB-CCAA-40BF-8C4D-0C5CC07C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Extracti...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7F185-11CA-44F4-A837-91755073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11A4F-BC37-47C8-9628-BCEF3B0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FAC74-EEE3-41C7-AC3D-0B64BA9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Extraction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BFDF5-01CF-4B4E-97D9-E8AEABD1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5DB59-A358-4FC7-BED0-4BA56FF1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8BBF8-8783-4678-9883-F066F9C4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Extraction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CAFAB-D791-49C3-B93C-6C68D26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17336-BC09-475C-BBEA-0716222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720448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CFAD6-19F9-4F5B-903A-BFAA3480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4552C-9B7C-44C9-8340-912EC9A6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DA98A-43F0-4AC8-B532-5D676043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8193F-0D12-4EDC-9E17-7CA19AB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870C5-C588-4E1A-AE3A-8F3ADEC2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53B31-606D-4430-AEA1-0739D5B4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A922A-8458-4DEE-A551-68F8D48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924B6-18F0-4B23-B352-BD23D2D1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6ABB4-B5CB-4BE9-AC2F-86634ED5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379FB-481A-47C9-BBC5-5D932BE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11919-6C37-41A5-AB72-BE8C6D0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F621D-5689-4C54-A8E6-720206B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A7E2D-9227-4AC6-ADEA-F076924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0EA71-9C31-4203-8F28-DC6A2D3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61E87-B98A-473E-8D9A-1E577F24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158572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A69B9-2FD2-42CE-94F6-86E959D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240A7-DEB3-45E4-9706-D20431C9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537D0-B75C-41CA-A482-56204FDD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30DDA-E4B6-4819-8CDF-E657369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2801E-5934-4756-8BC7-014E262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04429-7A61-4F6C-9B3D-0061A90A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Extraction of gold from e-waste from bioleaching method.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4B9D9-BFE9-441C-BE9D-3F294869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C3241-AF3B-4016-A6BF-7C613EB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3DE34-81EC-405A-97D6-4A72E2F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65431-1182-4F66-9EAA-5E564AD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C9F72-99F1-41CE-866D-3EE02794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121845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3D29B-2B04-41DF-A3F3-F8EBD6D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4561A-6708-424E-A47E-84ABE43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FE204-DB42-4267-A0D0-952F413D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17B2D-E09C-439A-8D5E-C103B3B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1822-63D9-4B37-BE00-4412BC6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AED58-C557-4982-91A8-DF78E38D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630276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FF83B-F356-404D-B422-2549669E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A1366-688A-4860-9681-E0A98725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F40A0-EC88-452B-B24A-015024C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45096-5CBB-4FF6-9416-001590BF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4E3D0-835F-44BA-A0BF-228F599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E-waste: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Chemistry: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77A75-5E81-4415-A60E-74CD9156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859228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41110-08FB-4A40-B83C-099C40D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DCEB-7253-4BEA-8994-4FDD5B22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23DB3-F0CB-448F-BDB9-490D3AC0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47D0D-8280-4CFD-8DB3-364ADD12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95C87-0645-4BB5-933B-06377939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D861F-6B15-4311-BD1E-0F630A61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819722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C32CB-76F8-4E12-BD25-C0E117F8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E372E-3EB8-4FCB-8E04-A317965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8915F-6354-4E03-8997-CBA0495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6CC28-E4BB-41FC-9B39-4C9D8A4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E3F20-FD76-4870-994D-FCE46D53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75F5B-D9E8-467D-849F-5D8E79BC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253733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8003-EA25-44FD-8606-71F9E4E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7FBA2-66A8-4D9E-A794-1D9569C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C26E2-0169-4225-A50F-FD0143FA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982EE-D15E-4B71-B155-7626426B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4D104-FBA0-42C9-A5C5-F9CC2FEE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Corrosion Science and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Chemistry: Introduction, electrochemical theory of corrosion, types of...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Corrosion control - galvanization, anodization, cathodic protection and...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Corrosion penetration rate (CPR) - definition, importance and weight lo...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Finishing: Introduction, technological importance of metal finishing, d...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47E61-8299-4329-A562-C80AA78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F5574-AAD4-4C25-93A3-29C23F46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FE035-BDD8-4A73-8AEF-F9C80BF2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476582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DD424F-3645-433E-A7BF-1B384826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D6313-F245-4A5B-9173-8552ADC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E-waste: Introduction, sources of e -waste,...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BDDFC-E625-495A-976E-D005523B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5D8C8-E30F-4451-9F49-517A140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267C6-B140-4AE9-BFA1-2001ABB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34527-A4D2-4E66-BCAD-8AD7887A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21D9D-8AB0-4808-8965-C208437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321E3-0440-4996-A62A-34875CAE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70405-E41D-4523-AE6E-A45C3531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14A66-A245-48C3-AB7B-ED08D66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D7300-4D7A-42D7-A3C6-081DE41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0F0D2-CF93-49EF-81B7-F137776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8A0D7-B612-43BD-811D-3B7F9698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DFA9A-377D-4D09-BA3B-7774CF03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3E4B5-89EA-4F2D-BDA5-A8B5356A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4A62B-F0D1-4380-BBF6-961D43DC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1D083-D416-4CDF-A944-26D4ECC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F1C25-3493-4A6E-9E9F-F217ABBE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BF6BB-ABF7-44C2-BFAB-75C58AF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0703C-AE37-4299-8680-6B85BC6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D8BC0-C099-4083-AB6B-0A7ACA30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D0C91-F88F-4D18-9A3D-317D8AE5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93EF3-8917-4B63-BE05-305D2C2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B509E-3E77-41A7-B87F-F9A0AECE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AB643-919D-4916-BE47-D766DAE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94958-4903-4F24-95E9-01667130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9EC9F-5A0B-4B84-828B-7965A9D3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5E46F-981E-4DE7-8D32-073C896A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7A0C72-CF45-4349-A0E8-EBCF39C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67167B-CB6F-478C-95A9-D09BCF78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97C06-8474-455C-BC45-80080D8E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9C4F6-0B34-41B5-9096-43641CD4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352276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20B49D-0545-49EC-B0BB-AD59551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911F3-35DF-4792-ADA6-39C2832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Extraction of gold from e-waste from biolea...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A0B56-D29D-420F-BB9A-BBFA37BA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A8B0F-CD3B-4CA9-942D-5F03FB61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24221-3D84-405B-AB61-CFF7C47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66BA1-5D5E-4E56-A595-59B9A954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0CFAC-C356-408B-BDE3-51ECC20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34074-88F0-4B50-AB59-E0D5FBCC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FFD66-E935-4A89-B1E4-BAD631E1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C2326-DD6D-4E47-A349-F2A71CD7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21CEA-A48F-43FF-A93F-A8BA5A0A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42BCE-4562-4031-B888-03A7504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B7655-97F8-4822-8FC2-1F75507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51CE8-8559-479A-96F1-0DFFAD5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20B46-F3E0-4F96-863F-A42C094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B52B6-8B40-4DB7-A28C-B6DD94EA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6F2DC-8F56-4BF9-9A71-B2E560C5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68BE5-8994-4A30-B22A-43C31B72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EF569-F896-40AE-9241-A3A117BA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D8C6B-FACA-4A96-B01F-46633882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9E7A9-1F31-43F4-8E3D-DA5FC8A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00903-8843-44BC-A3C9-7EF1CE8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CE9AE-8AE4-47CA-BFB4-EDDBC4B5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D8F34-54A2-4291-B770-4EA5C05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19629-1DCA-44C6-80E6-DFE273E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D22A5-F4C4-44CC-A412-DE229FE5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13F53-77CC-46BE-A6A7-0D842CC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C1988-3A5D-49EE-A7C0-7BE2BACE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5BD94-58FF-45DE-B6AA-0CB8C1C4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CE308-1D0F-402F-88C3-3B38FBBC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B736A4-74BE-4209-9070-F2790B4F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A31BA0-1C27-498F-BE1A-E5CCC08A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28895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2026-08-24T16:02:33.0240000Z</dcterms:created>
  <dcterms:modified xsi:type="dcterms:W3CDTF">2026-08-24T16:02:33.0240000Z</dcterms:modified>
</coreProperties>
</file>