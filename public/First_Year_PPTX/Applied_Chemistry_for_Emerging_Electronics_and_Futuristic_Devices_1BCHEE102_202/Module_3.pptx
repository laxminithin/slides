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89b85fa3b84be8" /><Relationship Type="http://schemas.openxmlformats.org/officeDocument/2006/relationships/extended-properties" Target="/docProps/app.xml" Id="R750d4013dfb04695" /><Relationship Type="http://schemas.openxmlformats.org/officeDocument/2006/relationships/officeDocument" Target="/ppt/presentation.xml" Id="R380e0cbf65f547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6e02d93d6c4dff"/>
  </p:sldMasterIdLst>
  <p:notesMasterIdLst>
    <p:notesMasterId xmlns:r="http://schemas.openxmlformats.org/officeDocument/2006/relationships" r:id="R7cb2b53222b942cc"/>
  </p:notesMasterIdLst>
  <p:sldIdLst>
    <p:sldId xmlns:r="http://schemas.openxmlformats.org/officeDocument/2006/relationships" id="256" r:id="R27fa328192854eab"/>
    <p:sldId xmlns:r="http://schemas.openxmlformats.org/officeDocument/2006/relationships" id="257" r:id="R1e878eeb2f7f468e"/>
    <p:sldId xmlns:r="http://schemas.openxmlformats.org/officeDocument/2006/relationships" id="258" r:id="R1ee6cfe313c24153"/>
    <p:sldId xmlns:r="http://schemas.openxmlformats.org/officeDocument/2006/relationships" id="259" r:id="R6b55406ed89a4cc7"/>
    <p:sldId xmlns:r="http://schemas.openxmlformats.org/officeDocument/2006/relationships" id="260" r:id="Rabd1ca88dd924787"/>
    <p:sldId xmlns:r="http://schemas.openxmlformats.org/officeDocument/2006/relationships" id="261" r:id="Rc8753f77944247ce"/>
    <p:sldId xmlns:r="http://schemas.openxmlformats.org/officeDocument/2006/relationships" id="262" r:id="Rb32f829d545b48af"/>
    <p:sldId xmlns:r="http://schemas.openxmlformats.org/officeDocument/2006/relationships" id="263" r:id="R451292402ca74ccd"/>
    <p:sldId xmlns:r="http://schemas.openxmlformats.org/officeDocument/2006/relationships" id="264" r:id="R1118499ad2184491"/>
    <p:sldId xmlns:r="http://schemas.openxmlformats.org/officeDocument/2006/relationships" id="265" r:id="R483007b4c64d4956"/>
    <p:sldId xmlns:r="http://schemas.openxmlformats.org/officeDocument/2006/relationships" id="266" r:id="Re812be3f00684c2c"/>
    <p:sldId xmlns:r="http://schemas.openxmlformats.org/officeDocument/2006/relationships" id="267" r:id="R54f284114858408a"/>
    <p:sldId xmlns:r="http://schemas.openxmlformats.org/officeDocument/2006/relationships" id="268" r:id="Rcbe7f04d253646cf"/>
    <p:sldId xmlns:r="http://schemas.openxmlformats.org/officeDocument/2006/relationships" id="269" r:id="R02c9b5900df04211"/>
    <p:sldId xmlns:r="http://schemas.openxmlformats.org/officeDocument/2006/relationships" id="270" r:id="Ra97757ba63284321"/>
    <p:sldId xmlns:r="http://schemas.openxmlformats.org/officeDocument/2006/relationships" id="271" r:id="R19a51c769e844074"/>
    <p:sldId xmlns:r="http://schemas.openxmlformats.org/officeDocument/2006/relationships" id="272" r:id="R19d861c0d99a4a6e"/>
    <p:sldId xmlns:r="http://schemas.openxmlformats.org/officeDocument/2006/relationships" id="273" r:id="Rea99688699b84ff1"/>
    <p:sldId xmlns:r="http://schemas.openxmlformats.org/officeDocument/2006/relationships" id="274" r:id="R2bfcc332030347c0"/>
    <p:sldId xmlns:r="http://schemas.openxmlformats.org/officeDocument/2006/relationships" id="275" r:id="Rb0dfe7bf1a3547f5"/>
    <p:sldId xmlns:r="http://schemas.openxmlformats.org/officeDocument/2006/relationships" id="276" r:id="Rd45483ce776b4eb2"/>
    <p:sldId xmlns:r="http://schemas.openxmlformats.org/officeDocument/2006/relationships" id="277" r:id="Rc314891dacbb4e2a"/>
    <p:sldId xmlns:r="http://schemas.openxmlformats.org/officeDocument/2006/relationships" id="278" r:id="Ra11f62b72898414b"/>
    <p:sldId xmlns:r="http://schemas.openxmlformats.org/officeDocument/2006/relationships" id="279" r:id="R76d734010389476f"/>
    <p:sldId xmlns:r="http://schemas.openxmlformats.org/officeDocument/2006/relationships" id="280" r:id="Rf9366155bc0c4b01"/>
    <p:sldId xmlns:r="http://schemas.openxmlformats.org/officeDocument/2006/relationships" id="281" r:id="Re3356f44024b4111"/>
    <p:sldId xmlns:r="http://schemas.openxmlformats.org/officeDocument/2006/relationships" id="282" r:id="R0b3435fcdc1c4b5c"/>
    <p:sldId xmlns:r="http://schemas.openxmlformats.org/officeDocument/2006/relationships" id="283" r:id="R71b0dbde2d674e95"/>
    <p:sldId xmlns:r="http://schemas.openxmlformats.org/officeDocument/2006/relationships" id="284" r:id="R69b8e6b2e787466e"/>
    <p:sldId xmlns:r="http://schemas.openxmlformats.org/officeDocument/2006/relationships" id="285" r:id="R8501c179ba734790"/>
    <p:sldId xmlns:r="http://schemas.openxmlformats.org/officeDocument/2006/relationships" id="286" r:id="R60b8f37f97924bdf"/>
    <p:sldId xmlns:r="http://schemas.openxmlformats.org/officeDocument/2006/relationships" id="287" r:id="R2c0ad32b9c0d422a"/>
    <p:sldId xmlns:r="http://schemas.openxmlformats.org/officeDocument/2006/relationships" id="288" r:id="R3e39211720b54db3"/>
    <p:sldId xmlns:r="http://schemas.openxmlformats.org/officeDocument/2006/relationships" id="289" r:id="R4c919a8ae9d54f30"/>
    <p:sldId xmlns:r="http://schemas.openxmlformats.org/officeDocument/2006/relationships" id="290" r:id="R87462715aa914954"/>
    <p:sldId xmlns:r="http://schemas.openxmlformats.org/officeDocument/2006/relationships" id="291" r:id="R2a8d2c7e21874a4b"/>
    <p:sldId xmlns:r="http://schemas.openxmlformats.org/officeDocument/2006/relationships" id="292" r:id="R9db4eca902ba4a74"/>
    <p:sldId xmlns:r="http://schemas.openxmlformats.org/officeDocument/2006/relationships" id="293" r:id="R07ce1ccf00be4405"/>
    <p:sldId xmlns:r="http://schemas.openxmlformats.org/officeDocument/2006/relationships" id="294" r:id="Rfb44a333ea214a94"/>
    <p:sldId xmlns:r="http://schemas.openxmlformats.org/officeDocument/2006/relationships" id="295" r:id="R6940950bf6a741d0"/>
    <p:sldId xmlns:r="http://schemas.openxmlformats.org/officeDocument/2006/relationships" id="296" r:id="R472c0dad5e6248b6"/>
    <p:sldId xmlns:r="http://schemas.openxmlformats.org/officeDocument/2006/relationships" id="297" r:id="R1b0ce52bc9b94d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c4f8a9f9564673" /><Relationship Type="http://schemas.openxmlformats.org/officeDocument/2006/relationships/slideMaster" Target="/ppt/slideMasters/slideMaster1.xml" Id="R346e02d93d6c4dff" /><Relationship Type="http://schemas.openxmlformats.org/officeDocument/2006/relationships/notesMaster" Target="/ppt/notesMasters/notesMaster1.xml" Id="R7cb2b53222b942cc" /><Relationship Type="http://schemas.openxmlformats.org/officeDocument/2006/relationships/presProps" Target="/ppt/presProps.xml" Id="R4298c5750cb94c55" /><Relationship Type="http://schemas.openxmlformats.org/officeDocument/2006/relationships/tableStyles" Target="/ppt/tableStyles.xml" Id="Rec2d4e596b814c45" /><Relationship Type="http://schemas.openxmlformats.org/officeDocument/2006/relationships/slide" Target="/ppt/slides/slide1.xml" Id="R27fa328192854eab" /><Relationship Type="http://schemas.openxmlformats.org/officeDocument/2006/relationships/slide" Target="/ppt/slides/slide2.xml" Id="R1e878eeb2f7f468e" /><Relationship Type="http://schemas.openxmlformats.org/officeDocument/2006/relationships/slide" Target="/ppt/slides/slide3.xml" Id="R1ee6cfe313c24153" /><Relationship Type="http://schemas.openxmlformats.org/officeDocument/2006/relationships/slide" Target="/ppt/slides/slide4.xml" Id="R6b55406ed89a4cc7" /><Relationship Type="http://schemas.openxmlformats.org/officeDocument/2006/relationships/slide" Target="/ppt/slides/slide5.xml" Id="Rabd1ca88dd924787" /><Relationship Type="http://schemas.openxmlformats.org/officeDocument/2006/relationships/slide" Target="/ppt/slides/slide6.xml" Id="Rc8753f77944247ce" /><Relationship Type="http://schemas.openxmlformats.org/officeDocument/2006/relationships/slide" Target="/ppt/slides/slide7.xml" Id="Rb32f829d545b48af" /><Relationship Type="http://schemas.openxmlformats.org/officeDocument/2006/relationships/slide" Target="/ppt/slides/slide8.xml" Id="R451292402ca74ccd" /><Relationship Type="http://schemas.openxmlformats.org/officeDocument/2006/relationships/slide" Target="/ppt/slides/slide9.xml" Id="R1118499ad2184491" /><Relationship Type="http://schemas.openxmlformats.org/officeDocument/2006/relationships/slide" Target="/ppt/slides/slide10.xml" Id="R483007b4c64d4956" /><Relationship Type="http://schemas.openxmlformats.org/officeDocument/2006/relationships/slide" Target="/ppt/slides/slide11.xml" Id="Re812be3f00684c2c" /><Relationship Type="http://schemas.openxmlformats.org/officeDocument/2006/relationships/slide" Target="/ppt/slides/slide12.xml" Id="R54f284114858408a" /><Relationship Type="http://schemas.openxmlformats.org/officeDocument/2006/relationships/slide" Target="/ppt/slides/slide13.xml" Id="Rcbe7f04d253646cf" /><Relationship Type="http://schemas.openxmlformats.org/officeDocument/2006/relationships/slide" Target="/ppt/slides/slide14.xml" Id="R02c9b5900df04211" /><Relationship Type="http://schemas.openxmlformats.org/officeDocument/2006/relationships/slide" Target="/ppt/slides/slide15.xml" Id="Ra97757ba63284321" /><Relationship Type="http://schemas.openxmlformats.org/officeDocument/2006/relationships/slide" Target="/ppt/slides/slide16.xml" Id="R19a51c769e844074" /><Relationship Type="http://schemas.openxmlformats.org/officeDocument/2006/relationships/slide" Target="/ppt/slides/slide17.xml" Id="R19d861c0d99a4a6e" /><Relationship Type="http://schemas.openxmlformats.org/officeDocument/2006/relationships/slide" Target="/ppt/slides/slide18.xml" Id="Rea99688699b84ff1" /><Relationship Type="http://schemas.openxmlformats.org/officeDocument/2006/relationships/slide" Target="/ppt/slides/slide19.xml" Id="R2bfcc332030347c0" /><Relationship Type="http://schemas.openxmlformats.org/officeDocument/2006/relationships/slide" Target="/ppt/slides/slide20.xml" Id="Rb0dfe7bf1a3547f5" /><Relationship Type="http://schemas.openxmlformats.org/officeDocument/2006/relationships/slide" Target="/ppt/slides/slide21.xml" Id="Rd45483ce776b4eb2" /><Relationship Type="http://schemas.openxmlformats.org/officeDocument/2006/relationships/slide" Target="/ppt/slides/slide22.xml" Id="Rc314891dacbb4e2a" /><Relationship Type="http://schemas.openxmlformats.org/officeDocument/2006/relationships/slide" Target="/ppt/slides/slide23.xml" Id="Ra11f62b72898414b" /><Relationship Type="http://schemas.openxmlformats.org/officeDocument/2006/relationships/slide" Target="/ppt/slides/slide24.xml" Id="R76d734010389476f" /><Relationship Type="http://schemas.openxmlformats.org/officeDocument/2006/relationships/slide" Target="/ppt/slides/slide25.xml" Id="Rf9366155bc0c4b01" /><Relationship Type="http://schemas.openxmlformats.org/officeDocument/2006/relationships/slide" Target="/ppt/slides/slide26.xml" Id="Re3356f44024b4111" /><Relationship Type="http://schemas.openxmlformats.org/officeDocument/2006/relationships/slide" Target="/ppt/slides/slide27.xml" Id="R0b3435fcdc1c4b5c" /><Relationship Type="http://schemas.openxmlformats.org/officeDocument/2006/relationships/slide" Target="/ppt/slides/slide28.xml" Id="R71b0dbde2d674e95" /><Relationship Type="http://schemas.openxmlformats.org/officeDocument/2006/relationships/slide" Target="/ppt/slides/slide29.xml" Id="R69b8e6b2e787466e" /><Relationship Type="http://schemas.openxmlformats.org/officeDocument/2006/relationships/slide" Target="/ppt/slides/slide30.xml" Id="R8501c179ba734790" /><Relationship Type="http://schemas.openxmlformats.org/officeDocument/2006/relationships/slide" Target="/ppt/slides/slide31.xml" Id="R60b8f37f97924bdf" /><Relationship Type="http://schemas.openxmlformats.org/officeDocument/2006/relationships/slide" Target="/ppt/slides/slide32.xml" Id="R2c0ad32b9c0d422a" /><Relationship Type="http://schemas.openxmlformats.org/officeDocument/2006/relationships/slide" Target="/ppt/slides/slide33.xml" Id="R3e39211720b54db3" /><Relationship Type="http://schemas.openxmlformats.org/officeDocument/2006/relationships/slide" Target="/ppt/slides/slide34.xml" Id="R4c919a8ae9d54f30" /><Relationship Type="http://schemas.openxmlformats.org/officeDocument/2006/relationships/slide" Target="/ppt/slides/slide35.xml" Id="R87462715aa914954" /><Relationship Type="http://schemas.openxmlformats.org/officeDocument/2006/relationships/slide" Target="/ppt/slides/slide36.xml" Id="R2a8d2c7e21874a4b" /><Relationship Type="http://schemas.openxmlformats.org/officeDocument/2006/relationships/slide" Target="/ppt/slides/slide37.xml" Id="R9db4eca902ba4a74" /><Relationship Type="http://schemas.openxmlformats.org/officeDocument/2006/relationships/slide" Target="/ppt/slides/slide38.xml" Id="R07ce1ccf00be4405" /><Relationship Type="http://schemas.openxmlformats.org/officeDocument/2006/relationships/slide" Target="/ppt/slides/slide39.xml" Id="Rfb44a333ea214a94" /><Relationship Type="http://schemas.openxmlformats.org/officeDocument/2006/relationships/slide" Target="/ppt/slides/slide40.xml" Id="R6940950bf6a741d0" /><Relationship Type="http://schemas.openxmlformats.org/officeDocument/2006/relationships/slide" Target="/ppt/slides/slide41.xml" Id="R472c0dad5e6248b6" /><Relationship Type="http://schemas.openxmlformats.org/officeDocument/2006/relationships/slide" Target="/ppt/slides/slide42.xml" Id="R1b0ce52bc9b94d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1ccd3fd3fe45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68ba47717544e1" /><Relationship Type="http://schemas.openxmlformats.org/officeDocument/2006/relationships/notesMaster" Target="/ppt/notesMasters/notesMaster1.xml" Id="Rc08a8d4c786f44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c62a25fef64826" /><Relationship Type="http://schemas.openxmlformats.org/officeDocument/2006/relationships/notesMaster" Target="/ppt/notesMasters/notesMaster1.xml" Id="Rf038fad498924d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17b8ee994c43e0" /><Relationship Type="http://schemas.openxmlformats.org/officeDocument/2006/relationships/notesMaster" Target="/ppt/notesMasters/notesMaster1.xml" Id="R6bd54bb17a724b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13cec20b9744f0" /><Relationship Type="http://schemas.openxmlformats.org/officeDocument/2006/relationships/notesMaster" Target="/ppt/notesMasters/notesMaster1.xml" Id="Ra755613e6ff744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5efb854edd4efd" /><Relationship Type="http://schemas.openxmlformats.org/officeDocument/2006/relationships/notesMaster" Target="/ppt/notesMasters/notesMaster1.xml" Id="R04b1d6bbb0304e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a5fc822d3f43f4" /><Relationship Type="http://schemas.openxmlformats.org/officeDocument/2006/relationships/notesMaster" Target="/ppt/notesMasters/notesMaster1.xml" Id="R3b648423db0f4d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7122e527484e82" /><Relationship Type="http://schemas.openxmlformats.org/officeDocument/2006/relationships/notesMaster" Target="/ppt/notesMasters/notesMaster1.xml" Id="R4ec5b5101fe447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636767da774f9d" /><Relationship Type="http://schemas.openxmlformats.org/officeDocument/2006/relationships/notesMaster" Target="/ppt/notesMasters/notesMaster1.xml" Id="Rae3030ad6ee04c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6d06be537f4cef" /><Relationship Type="http://schemas.openxmlformats.org/officeDocument/2006/relationships/notesMaster" Target="/ppt/notesMasters/notesMaster1.xml" Id="R0634349981f047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a151a2dafd4115" /><Relationship Type="http://schemas.openxmlformats.org/officeDocument/2006/relationships/notesMaster" Target="/ppt/notesMasters/notesMaster1.xml" Id="Re4f23e471cb84c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bf32275dfe4a93" /><Relationship Type="http://schemas.openxmlformats.org/officeDocument/2006/relationships/notesMaster" Target="/ppt/notesMasters/notesMaster1.xml" Id="Rdbbd7007f40b49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30240aa033411d" /><Relationship Type="http://schemas.openxmlformats.org/officeDocument/2006/relationships/notesMaster" Target="/ppt/notesMasters/notesMaster1.xml" Id="Rc366439a8c6344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6be8ef49fa4dbe" /><Relationship Type="http://schemas.openxmlformats.org/officeDocument/2006/relationships/notesMaster" Target="/ppt/notesMasters/notesMaster1.xml" Id="R4ce0e626a91a4a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e93edaf6434061" /><Relationship Type="http://schemas.openxmlformats.org/officeDocument/2006/relationships/notesMaster" Target="/ppt/notesMasters/notesMaster1.xml" Id="R92ce9d87ccf64f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9c0fc975254347" /><Relationship Type="http://schemas.openxmlformats.org/officeDocument/2006/relationships/notesMaster" Target="/ppt/notesMasters/notesMaster1.xml" Id="R59211d3b3c55442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be709b4a7246ae" /><Relationship Type="http://schemas.openxmlformats.org/officeDocument/2006/relationships/notesMaster" Target="/ppt/notesMasters/notesMaster1.xml" Id="R716b23bd65564a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c859546a7554ef5" /><Relationship Type="http://schemas.openxmlformats.org/officeDocument/2006/relationships/notesMaster" Target="/ppt/notesMasters/notesMaster1.xml" Id="R670847b12a5149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a646d14f1844a84" /><Relationship Type="http://schemas.openxmlformats.org/officeDocument/2006/relationships/notesMaster" Target="/ppt/notesMasters/notesMaster1.xml" Id="Re31bce2cdc0c4ec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b72f82ac099448a" /><Relationship Type="http://schemas.openxmlformats.org/officeDocument/2006/relationships/notesMaster" Target="/ppt/notesMasters/notesMaster1.xml" Id="Rff12e8f4eb7a4c8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13e7cda2497401d" /><Relationship Type="http://schemas.openxmlformats.org/officeDocument/2006/relationships/notesMaster" Target="/ppt/notesMasters/notesMaster1.xml" Id="R5cc162d685de481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20b1b5bb28c413d" /><Relationship Type="http://schemas.openxmlformats.org/officeDocument/2006/relationships/notesMaster" Target="/ppt/notesMasters/notesMaster1.xml" Id="R5b8576d109db459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a5c4fae162a4de2" /><Relationship Type="http://schemas.openxmlformats.org/officeDocument/2006/relationships/notesMaster" Target="/ppt/notesMasters/notesMaster1.xml" Id="Re0e7d382b653473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9feebf3f64a4ad8" /><Relationship Type="http://schemas.openxmlformats.org/officeDocument/2006/relationships/notesMaster" Target="/ppt/notesMasters/notesMaster1.xml" Id="R7fe8b093e5464d3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6b49f7d698f4728" /><Relationship Type="http://schemas.openxmlformats.org/officeDocument/2006/relationships/notesMaster" Target="/ppt/notesMasters/notesMaster1.xml" Id="R3a78ccd9e51a43f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d618fad0b384626" /><Relationship Type="http://schemas.openxmlformats.org/officeDocument/2006/relationships/notesMaster" Target="/ppt/notesMasters/notesMaster1.xml" Id="R0eef077dc0e5426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c9350ad65da41cf" /><Relationship Type="http://schemas.openxmlformats.org/officeDocument/2006/relationships/notesMaster" Target="/ppt/notesMasters/notesMaster1.xml" Id="R6741cc3c9712434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63608240dae4414" /><Relationship Type="http://schemas.openxmlformats.org/officeDocument/2006/relationships/notesMaster" Target="/ppt/notesMasters/notesMaster1.xml" Id="Rdeede3452366480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85ec896aece433c" /><Relationship Type="http://schemas.openxmlformats.org/officeDocument/2006/relationships/notesMaster" Target="/ppt/notesMasters/notesMaster1.xml" Id="R67bb3584dd084ac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ad6a692f1ac45c8" /><Relationship Type="http://schemas.openxmlformats.org/officeDocument/2006/relationships/notesMaster" Target="/ppt/notesMasters/notesMaster1.xml" Id="R7a0943e13a824fc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bf3f224d7d144f6" /><Relationship Type="http://schemas.openxmlformats.org/officeDocument/2006/relationships/notesMaster" Target="/ppt/notesMasters/notesMaster1.xml" Id="R55a1cdc5a52245e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93dbe89671a4839" /><Relationship Type="http://schemas.openxmlformats.org/officeDocument/2006/relationships/notesMaster" Target="/ppt/notesMasters/notesMaster1.xml" Id="R9df25348971b456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95e637ef5c74da2" /><Relationship Type="http://schemas.openxmlformats.org/officeDocument/2006/relationships/notesMaster" Target="/ppt/notesMasters/notesMaster1.xml" Id="R0a876a4592fd4a6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a26923a8c1b4ce4" /><Relationship Type="http://schemas.openxmlformats.org/officeDocument/2006/relationships/notesMaster" Target="/ppt/notesMasters/notesMaster1.xml" Id="R67593c9716e1467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c3e4d88043c4c36" /><Relationship Type="http://schemas.openxmlformats.org/officeDocument/2006/relationships/notesMaster" Target="/ppt/notesMasters/notesMaster1.xml" Id="Rf1855cc99b53475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91a1a8d75204067" /><Relationship Type="http://schemas.openxmlformats.org/officeDocument/2006/relationships/notesMaster" Target="/ppt/notesMasters/notesMaster1.xml" Id="R38dd1d07c0004bc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e3735f4aaea4a15" /><Relationship Type="http://schemas.openxmlformats.org/officeDocument/2006/relationships/notesMaster" Target="/ppt/notesMasters/notesMaster1.xml" Id="Rbd75596368b2446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a556e1af0c74096" /><Relationship Type="http://schemas.openxmlformats.org/officeDocument/2006/relationships/notesMaster" Target="/ppt/notesMasters/notesMaster1.xml" Id="R7520bf6aeb4e4bc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e5384dba7264bc9" /><Relationship Type="http://schemas.openxmlformats.org/officeDocument/2006/relationships/notesMaster" Target="/ppt/notesMasters/notesMaster1.xml" Id="R19db5dd786d8427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ce640e5a699406b" /><Relationship Type="http://schemas.openxmlformats.org/officeDocument/2006/relationships/notesMaster" Target="/ppt/notesMasters/notesMaster1.xml" Id="R32910cea3e644c4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6a78a2852e34f85" /><Relationship Type="http://schemas.openxmlformats.org/officeDocument/2006/relationships/notesMaster" Target="/ppt/notesMasters/notesMaster1.xml" Id="Rbffb1c9b64a6428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5a8269c62b541a6" /><Relationship Type="http://schemas.openxmlformats.org/officeDocument/2006/relationships/notesMaster" Target="/ppt/notesMasters/notesMaster1.xml" Id="R5e41740f41314a3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8489af5b69342d9" /><Relationship Type="http://schemas.openxmlformats.org/officeDocument/2006/relationships/notesMaster" Target="/ppt/notesMasters/notesMaster1.xml" Id="R2a2fa8c16a6846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e78eeb5b9a4d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6c21d09bcb4578" /><Relationship Type="http://schemas.openxmlformats.org/officeDocument/2006/relationships/slideLayout" Target="/ppt/slideLayouts/slideLayout1.xml" Id="R324b0e5ddfc145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4b0e5ddfc145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4a6bcf1774be4" /><Relationship Type="http://schemas.openxmlformats.org/officeDocument/2006/relationships/notesSlide" Target="/ppt/notesSlides/notesSlide1.xml" Id="R7fe02da393da45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f945e21894fde" /><Relationship Type="http://schemas.openxmlformats.org/officeDocument/2006/relationships/notesSlide" Target="/ppt/notesSlides/notesSlide2.xml" Id="R4a7ade77eff64b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47c69d6a84716" /><Relationship Type="http://schemas.openxmlformats.org/officeDocument/2006/relationships/notesSlide" Target="/ppt/notesSlides/notesSlide3.xml" Id="R9c6ee7e39dd84c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acc29f2734b40" /><Relationship Type="http://schemas.openxmlformats.org/officeDocument/2006/relationships/notesSlide" Target="/ppt/notesSlides/notesSlide4.xml" Id="R17fa8221aa6b4d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9d77367ff4ae0" /><Relationship Type="http://schemas.openxmlformats.org/officeDocument/2006/relationships/notesSlide" Target="/ppt/notesSlides/notesSlide5.xml" Id="Rf8851020ba024e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d8543db694aff" /><Relationship Type="http://schemas.openxmlformats.org/officeDocument/2006/relationships/notesSlide" Target="/ppt/notesSlides/notesSlide6.xml" Id="R7b7fc81e083449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8bd117ac64d8f" /><Relationship Type="http://schemas.openxmlformats.org/officeDocument/2006/relationships/notesSlide" Target="/ppt/notesSlides/notesSlide7.xml" Id="R568b0634af0c4e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acd0f93054fa0" /><Relationship Type="http://schemas.openxmlformats.org/officeDocument/2006/relationships/notesSlide" Target="/ppt/notesSlides/notesSlide8.xml" Id="R10ece19b6fe54a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42c30f13f402b" /><Relationship Type="http://schemas.openxmlformats.org/officeDocument/2006/relationships/notesSlide" Target="/ppt/notesSlides/notesSlide9.xml" Id="R875b24232a954e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43afc7c644cee" /><Relationship Type="http://schemas.openxmlformats.org/officeDocument/2006/relationships/notesSlide" Target="/ppt/notesSlides/notesSlide10.xml" Id="R4819cae4e6814f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60fd3d0984aea" /><Relationship Type="http://schemas.openxmlformats.org/officeDocument/2006/relationships/notesSlide" Target="/ppt/notesSlides/notesSlide11.xml" Id="R3ce6e163fbb543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c51654397413a" /><Relationship Type="http://schemas.openxmlformats.org/officeDocument/2006/relationships/notesSlide" Target="/ppt/notesSlides/notesSlide12.xml" Id="R0fc9d85b3c9f44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94893d20f43da" /><Relationship Type="http://schemas.openxmlformats.org/officeDocument/2006/relationships/notesSlide" Target="/ppt/notesSlides/notesSlide13.xml" Id="R2b6c482e3f494f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8fd0081484eae" /><Relationship Type="http://schemas.openxmlformats.org/officeDocument/2006/relationships/notesSlide" Target="/ppt/notesSlides/notesSlide14.xml" Id="R61156753a3684cf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3b3797d0d4ada" /><Relationship Type="http://schemas.openxmlformats.org/officeDocument/2006/relationships/notesSlide" Target="/ppt/notesSlides/notesSlide15.xml" Id="R3240518cd0f6450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40111bf2d446e" /><Relationship Type="http://schemas.openxmlformats.org/officeDocument/2006/relationships/notesSlide" Target="/ppt/notesSlides/notesSlide16.xml" Id="R31cff4cd477a47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54239a9a1465a" /><Relationship Type="http://schemas.openxmlformats.org/officeDocument/2006/relationships/notesSlide" Target="/ppt/notesSlides/notesSlide17.xml" Id="R56fd4d32b295438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7c55fb4ca4904" /><Relationship Type="http://schemas.openxmlformats.org/officeDocument/2006/relationships/notesSlide" Target="/ppt/notesSlides/notesSlide18.xml" Id="R429ac2a5050c4ea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99352baed4e26" /><Relationship Type="http://schemas.openxmlformats.org/officeDocument/2006/relationships/notesSlide" Target="/ppt/notesSlides/notesSlide19.xml" Id="R7f9ae4afa26547f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21c7dbec44bcd" /><Relationship Type="http://schemas.openxmlformats.org/officeDocument/2006/relationships/notesSlide" Target="/ppt/notesSlides/notesSlide20.xml" Id="Rcb70b6c9d76d49f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a05f87e2e404d" /><Relationship Type="http://schemas.openxmlformats.org/officeDocument/2006/relationships/notesSlide" Target="/ppt/notesSlides/notesSlide21.xml" Id="R4ead358069c3428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4fb7ea20d4474" /><Relationship Type="http://schemas.openxmlformats.org/officeDocument/2006/relationships/notesSlide" Target="/ppt/notesSlides/notesSlide22.xml" Id="R0e31542881ae4e5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7dc6ed595415b" /><Relationship Type="http://schemas.openxmlformats.org/officeDocument/2006/relationships/notesSlide" Target="/ppt/notesSlides/notesSlide23.xml" Id="R34feb8c70147409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cdf08cfeb47ce" /><Relationship Type="http://schemas.openxmlformats.org/officeDocument/2006/relationships/notesSlide" Target="/ppt/notesSlides/notesSlide24.xml" Id="R6c7af273a69042f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6b19213c24cf6" /><Relationship Type="http://schemas.openxmlformats.org/officeDocument/2006/relationships/notesSlide" Target="/ppt/notesSlides/notesSlide25.xml" Id="Rfc55a40fb7b84a3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cade80ddc488a" /><Relationship Type="http://schemas.openxmlformats.org/officeDocument/2006/relationships/notesSlide" Target="/ppt/notesSlides/notesSlide26.xml" Id="R80d702b33c7947e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8a73146344b7a" /><Relationship Type="http://schemas.openxmlformats.org/officeDocument/2006/relationships/notesSlide" Target="/ppt/notesSlides/notesSlide27.xml" Id="Rf0e38537106344e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135bdad424e4f" /><Relationship Type="http://schemas.openxmlformats.org/officeDocument/2006/relationships/notesSlide" Target="/ppt/notesSlides/notesSlide28.xml" Id="Rdf6837d679684b1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517a8c5654149" /><Relationship Type="http://schemas.openxmlformats.org/officeDocument/2006/relationships/notesSlide" Target="/ppt/notesSlides/notesSlide29.xml" Id="R27b249010c29455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53ed28aaa414a" /><Relationship Type="http://schemas.openxmlformats.org/officeDocument/2006/relationships/notesSlide" Target="/ppt/notesSlides/notesSlide30.xml" Id="Ree7b7417add4403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71cb79b994a8c" /><Relationship Type="http://schemas.openxmlformats.org/officeDocument/2006/relationships/notesSlide" Target="/ppt/notesSlides/notesSlide31.xml" Id="R686e4c3abad9430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2976732764603" /><Relationship Type="http://schemas.openxmlformats.org/officeDocument/2006/relationships/notesSlide" Target="/ppt/notesSlides/notesSlide32.xml" Id="R9571c5faed274f9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3fb7079f54b10" /><Relationship Type="http://schemas.openxmlformats.org/officeDocument/2006/relationships/notesSlide" Target="/ppt/notesSlides/notesSlide33.xml" Id="R98ffb4e22425431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4d9a206734c9d" /><Relationship Type="http://schemas.openxmlformats.org/officeDocument/2006/relationships/notesSlide" Target="/ppt/notesSlides/notesSlide34.xml" Id="Ra9b634eb06eb42c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619bdbd164ce9" /><Relationship Type="http://schemas.openxmlformats.org/officeDocument/2006/relationships/notesSlide" Target="/ppt/notesSlides/notesSlide35.xml" Id="R0a0c84393b58418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37713d2694344" /><Relationship Type="http://schemas.openxmlformats.org/officeDocument/2006/relationships/notesSlide" Target="/ppt/notesSlides/notesSlide36.xml" Id="R3415ab7efdc34a6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549120d484274" /><Relationship Type="http://schemas.openxmlformats.org/officeDocument/2006/relationships/notesSlide" Target="/ppt/notesSlides/notesSlide37.xml" Id="Rc1a4c4cce66d425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e9d9975c64f9a" /><Relationship Type="http://schemas.openxmlformats.org/officeDocument/2006/relationships/notesSlide" Target="/ppt/notesSlides/notesSlide38.xml" Id="Re6e3057994b64de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33c3c88f84a8c" /><Relationship Type="http://schemas.openxmlformats.org/officeDocument/2006/relationships/notesSlide" Target="/ppt/notesSlides/notesSlide39.xml" Id="R2d535b14dd6a4f3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e8852516c4981" /><Relationship Type="http://schemas.openxmlformats.org/officeDocument/2006/relationships/notesSlide" Target="/ppt/notesSlides/notesSlide40.xml" Id="Rdd3900b1e119449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e3ade4bce4b51" /><Relationship Type="http://schemas.openxmlformats.org/officeDocument/2006/relationships/notesSlide" Target="/ppt/notesSlides/notesSlide41.xml" Id="R8ae25c53642e449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19551567048e2" /><Relationship Type="http://schemas.openxmlformats.org/officeDocument/2006/relationships/notesSlide" Target="/ppt/notesSlides/notesSlide42.xml" Id="Rc758604bbeb04c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517364-BBBD-4B6B-8341-2E623C1F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1693E-36B0-49CE-A75E-E543BE29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Functional Polymers and Hybrid Composites in Flexible Electronics Stretchable and Wearable Microelectronics: Introductio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5417E-CD1C-4CFC-9830-2DE21A04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Applied Chemistry for Emerging Electronics and Futuristic Devices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1BCHEE102/202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9F768-4E31-4A71-B0B8-FA205684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91421-583C-46C5-9134-7AA0EFD4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5837E-139F-4FD7-A43A-47A2D141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863B5-ED4F-4B9A-8004-719C6E72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3A111-4498-4C47-B6E9-A1C769F4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A8158-4542-4888-B4D9-50FD3683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A2BDC-2014-4A5D-A55D-D28C878B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C0DF4-A642-4014-9233-34FA1CCE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022F9-5771-4FC1-AE81-4441201C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33E01-3E41-4130-94ED-E1805242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248174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B4C72-6DD1-47F4-BB18-13148F35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29192-804C-41B0-9D26-5C102BF5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54253-CDD8-4DC4-8ECE-98157CAE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E661E-5F79-4C5C-AC51-8B3F3969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9DC1A-F7ED-455B-AE13-4E3B8A75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AA3EE-AE0A-4472-8635-4E1A5101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0BAE1-6141-4A1F-B815-4921FFAB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AE231-03DE-4C7B-8E7C-71E0C3A1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A23FC-962E-4EE4-B78E-129A0959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A837F-C287-4E1C-BD89-B7E037D3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4E1DB-9796-4DF1-AB10-306F2943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AC0AC-3A3B-4CE2-8211-745F8FB9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74B7F3-D3FD-4412-B091-4C65960F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510CA-0E66-464D-B48C-DF8EE346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89AD8-ACAD-4DD5-981A-878AB897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82014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B2F1B5-7598-47A7-B2CD-15B1D743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05C68-C5CD-42F0-812F-BD861FB8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9BA8F-624C-4719-9288-0787CDD1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59941-B9AF-472A-BC49-E2AC2A34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A23D7-5CAF-4B91-9A02-6D45901A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E77D6-4AD1-4CCD-BFBD-8702721F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55B61-DFD9-4AA1-8091-0251B734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3186C-59D0-45BA-B83A-FDDAD559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D2419-8586-486B-90D8-215C641D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Functional Polymers and Hybrid Composites in Flexible Ele...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336F3-130D-4FE7-9E12-9C3627E5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708EB-4D21-4A5B-A239-7B0D7E74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BABC8-9B50-4CE9-8722-2E7B6FA3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Microelectronics: Introduction, basic principle and worki...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88AAE-753C-45B1-AAD9-B85D0143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0DD36-7F69-441F-9A23-9D949F3A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40375-90C4-4E18-A366-FD8AED14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Synthesis, properties and applications of PDMS (Polydimet...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8263B-9ED3-4531-B80E-42A0F609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B2319-319E-4019-B9F3-D524AAE5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4C016-29F3-442D-B351-46319D86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Polymers: Introduction, synthesis, conduction mechanism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CF75F-D125-426C-849B-9A0BE293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03A8C-342A-440A-B1AD-4D3E0273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05E67-55C3-4D78-A709-089D581C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Molecular weight of polymers: Number average and weight 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C39ABC-D487-4581-8703-E47ADE1F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F2D89B-FF72-4A91-9BD5-009C56AE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5C6F7E-251B-4BF9-A97F-A4B4CD92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Synthesis and properties of Polyvinylidene Fluoride (PVDF...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1E4380-981F-4578-B7E2-D531088E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86D747-82B7-40FE-A189-E2970382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849E8B-BC50-4DA5-A1D2-8A5104D0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Composites: Introduction, synthesis and properties of epo...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ABDC56-1A3E-491E-BB36-E1B55FA5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F0BA39-C906-4750-99EF-89D6C080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6A6BD1-5865-4A62-9E6D-85FF90FE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Synthesis and properties of Kevlar Fiber Reinforced Polym...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535DC1-E29E-4795-89F5-D63DF43B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0AEBC2-FD2F-4ED0-97CC-D1496C04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3813609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68E96D-A9A0-48FD-B3B0-B578EA16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08877-B08C-432D-BD99-ED48C8F4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A4516-6B7D-4363-9B48-63BBFCCB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F0C05-4A78-46E3-A6EC-9C2EE52D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B81BC-2CBB-45C9-AE75-9415268F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98C33-9338-47DE-9EB7-E927622E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445EB-1698-47E3-92B8-5C36465B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A57F7-C244-4C5D-9464-EEE39A71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Functional Polymers and Hybrid Composites in Flexible Ele...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981CB-6D07-4F6F-BAB0-42B0650F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40443-A182-4884-880A-8EFB5EB0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A85A1-CC53-4521-AFF4-DBB3A4C9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Microelectronics: Introduction, basic principle and worki...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414AF-5D4C-4A02-96B9-6E6D4A21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A12F7-0696-4ED7-A732-19D7CE3B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8F7128-24DC-459E-8C99-AEB4C6AC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Synthesis, properties and applications of PDMS (Polydimet...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6FE38-D270-4F0B-9256-96AFAC7E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1413B-2DD2-46B3-A310-22ED1CB2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18F360-6BD0-4080-A70C-3A09B9A9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Polymers: Introduction, synthesis, conduction mechanism o...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E8EBCB-FC40-49F1-97E2-EA803532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F4FD6F-EE36-4D04-B767-C91879D8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52108-F944-4728-9077-AD751512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Molecular weight of polymers: Number average and weight a...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D9901A-4EBF-4EB3-9765-BE1CC893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084A61-4126-4185-9388-D54D16CB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52D3C5-49A1-4407-96DA-F7523E5C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Synthesis and properties of Polyvinylidene Fluoride (PVDF...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D26B66-489F-4B2D-8C1C-C3A362A8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D22C87-74D1-46BD-AED4-2B6947EF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4821EF-800E-48A3-A76F-E23F059D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Composites: Introduction, synthesis and properties of epo...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DF8292-B429-4ACC-A19C-19D55154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D989DD-EBC8-4BDF-95D3-77696275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B54798-12FB-4309-A797-A81F8A8C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973075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6C142C-49C2-406E-A820-91DC2F8C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61798-0894-46FB-8997-72FD5A9C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C3E76-2602-4542-93E3-C200EA69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954E2-01E6-493E-9D3A-FB5DBE06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DC9D9-717D-400A-B152-8DADAAA6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Functional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4EC9E-C6CB-44EB-A4D4-63BD7C76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Polymers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0252F-0F5C-4554-AA4A-C11D092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Hybrid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05855-5C90-4823-A5A2-8E140BC3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Composites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BDC50-560A-4E44-968C-6AE76846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Flexible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FE649-6440-4900-AFF3-82DAE270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Electronics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F589F-B061-4BFB-BA76-B4371C35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Stretchable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7D7DC-BDF9-4421-8BE6-97749B59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Wearable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47D2C-53F8-4157-BD34-C4D2ED02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Microelectronics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62C13-99D0-498E-9C01-CFDBC616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Introductio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9A748-6CD4-4A03-B96D-DFC51525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194EB-AD71-492B-A481-833CE96A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4164574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F69162-BD35-4DB1-BA44-CC385B76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96AAD-0058-4149-9B29-C9BF6D42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50F4F-7697-4FDB-9ED3-E9F76938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3165F-26EB-412A-AECB-CD356EA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E4F31-07D7-45EE-AB9C-473F56F8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Functional Polymers and Hybrid Composites in Flexible Electronics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6C22B-5F85-4E71-9142-ECF147D5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Functional Polymers and Hybrid Composites...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BF32C-54AE-4A05-BDFC-CA65EA68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E5FD4-7BF7-449B-BE0A-6D7F702D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C305F-4DA0-4B5E-A22A-0FB2752F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1DC8C-7E68-49D9-BF8E-0AAEB32D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B3EB3-2492-46D8-8FB2-7F3EBED1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1E921-05EF-44CF-A0F5-18D15279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FCC05-C37A-4B05-ABF9-A1B4761C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3A1B3E-C591-41F2-AED4-1615F03F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D7AB72-CE9D-4089-A71A-508C3F0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8D4C7-2F70-4745-9BBB-66BFAF22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618758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27F35E-966B-4C9F-A60E-80CDB1F2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18C7E-416A-4919-87B2-E7219EBE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1C120-A7D4-4E56-8535-9F0EE0D8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A38B8-61A4-4B98-A31F-8307252C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219F7-3C08-4213-8541-38AE3598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C1055-D70C-4C8F-8244-A68E5F17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71659-8D83-4685-B0E2-C4647286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7FFDB-6377-417B-B90F-A2BFC7AC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D1FB3-82C9-489C-807F-A5146CA4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Functio...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89F6C-2056-498A-B230-C09AD221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72D87-9B73-44EE-A07E-AF0560E6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D91F8-A17E-4EF4-99CB-FB040B66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Functional Polyme...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F6B85-60A5-4353-AB41-A636A53F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84199-AB61-4F66-98C9-C7173DC4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B65A3-D972-4C7C-B45D-E3F37497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Function...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F7D2E-6715-492F-9E23-3226E83A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6C1DE0-9B7E-4AC7-9B40-BAB1FC86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FAE207-236A-4C13-83A7-AB10B15D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Functional Pol...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AFAE8D-69C7-4EDE-A9A4-0845DBB7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98F53-C47F-4B36-B62B-FA876319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1D6E9-17DC-4809-AD56-E71DEAA7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Functional Pol...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F8CBC8-DAED-4C6A-8E9A-4CDF73E8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5CD207-FFB8-4BF9-A30F-B089E8AA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6686180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DC261-B92E-440C-8372-0D100ACF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B3439-B203-4F1F-818A-CFA4BE3A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58E5A-34C2-48DC-BD28-C3F359CE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9F680-EAF5-46D7-BD50-0ECA6B4B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E0768-AA53-422D-89DF-3153092A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DEF4C-0D0C-431B-BDE1-342BF469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AAA37-372E-46F3-A421-94CF35D4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E3852-BB8B-4F5F-9970-F54E2B2C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60B62-4DFB-49D5-A869-08DA0426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50537-5F54-479B-97B5-F52BA4F1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0DE15-9DD1-49EF-823F-FCDDCCC1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CAA02-91BA-41F5-A461-B4216AB7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727A1-E087-4E5A-99CB-776C59DC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688A4-EAF1-4051-82B3-6EFDE753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7B94A-E554-4A04-B1BE-1F1E74F5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5110680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6BA8A-418C-4CBC-997E-13E87CE4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7E174-C8F3-44BB-90E2-F47243E6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42929-DE9D-4106-B606-E109D051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AECFB-5DB1-4577-BCBC-A117E77E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B7759-91D9-4163-BAB3-D21BDEB1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765B4-F3F4-4EBB-B62E-B47D315E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Functional Polymers and Hybrid Composites in Flexible Ele...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B3C0B-EA51-4559-BAE1-FC645846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3149E-6650-4B5C-AEA2-F16F3EFD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C067D-7255-419F-A1BE-B2662647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2D07A-48F1-41C9-A292-4CD4AC1B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E114D-E7B0-4559-8227-823899C7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2535059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FC54B-6617-45BB-966B-CA3DC1FC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691E2-6622-46BB-9E22-2E416D82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05668-2F1A-4233-B89A-9326B024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5A74A-5290-40C1-A572-4BB62A39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6FDDE-C9F2-4689-802B-5DBD5A35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Microelectronics: Introduction, basic principle and working of lithography for micro -patterned copper depositi...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B7D43-0060-4177-92A3-2B88E1E4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Microelectronics: Introduction, basic pri...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7885E-3F38-4E17-8A8F-24268AF3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56B64-2ABF-4B84-AEC3-6A1D654F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02734-BC04-4E86-9D81-1DA2D149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DE927-46B0-47B3-842F-993D05BC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70D1D-3F3A-43B3-81C1-E37E4B95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897EF-C0F8-4EEE-8388-314547BB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2FF00-BF3F-49C3-B9FD-389C8A0F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98EE3-83D9-4204-809E-BDB049D1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BA6D1-A175-4254-9153-6D01DEDF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3A5D1-F426-42E9-8E00-FB8EF453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929506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EBCA04-EBF9-4F0C-A44D-4E3F3F3F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E7BEC-8717-441C-902A-E58EB4A4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31635-6A57-4A75-832A-398043D4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8E0CF-D32B-407C-AEFC-F0EB7CA9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9EC22-2937-475A-83F9-D51C800B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6AD74-F090-43C8-B595-13E37DFC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BE9CB-54F5-486D-A948-C909D7A4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A4CD6-8B6D-44D6-BA23-D1982B29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1BF72-F97E-4867-9B3D-5419EBD0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Microel...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BFE5E-485D-43A6-83D0-789427D1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193CF-0C1C-42F3-906C-3C391B4E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41611-690E-459A-9452-1E6171EF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Microelectronics:...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A7F25-13EE-4830-93F8-7BD4763D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624DA-59E8-49AB-8B78-6E79ABD4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38D08-3FFB-4C68-A5E3-A5AA0767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Microele...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A10634-78A9-494D-A664-69F8363B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D4D3E-EF91-4EDA-BBD5-5F57CCC5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D928D5-8191-44FF-B19A-D6A880A1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Microelectroni...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3DE613-50A5-496D-B22C-28CA2EC6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AF3289-493C-4934-BB61-65A7BBB5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DCA61-04A1-4425-9F53-AF7BAC0D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Microelectroni...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6D7A3F-5163-4801-9636-68E27E5E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D8DDC5-E6C3-4A93-8EC7-FCE5C4D9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1134316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05722-F6ED-419E-AE68-36AB95E2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46B95-626F-4437-82B7-D3BC4672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F5A1C-B507-4B32-8A0D-E48BBF0E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5296C-7867-4995-B7C1-A55E57C3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03F5A-9C0B-4B55-B305-27BAEFA9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A1B0A-4F66-41F2-BE58-79B99A96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52107-DB9D-4E7A-819B-5A940C8B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1CB2F-44BB-4BC8-A157-82F67347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60106-53D8-40FA-80CA-7E765792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7DC5D-1E7B-472E-ADA9-46A1AFD4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C48E6-045E-4CA2-A8DF-4DCBED47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42CCB-458D-49B0-B2B4-6F37E779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3451B-E901-4ECB-BF31-3DE2B6F0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234E3-82C6-49B9-B731-CDC62AB9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051B2-D082-40AC-9E42-39DF367A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5659721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F7310-0B53-468A-925B-6ACA0351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ACF9B-B2A9-48CF-8423-8D15C3A9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F83D1-7A2B-456C-931D-98630DC2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137E3-13C2-4F5E-B21C-3B2759CE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BF5A2-D51C-434E-B3CB-34A9091E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7CFCC-16D9-4177-8D98-D54561BB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Microelectronics: Introduction, basic principle and worki...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D5FE8-E53F-49EF-9AFE-24123DFE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0FE11-4C0D-4DCB-85B2-28325819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660D5-442D-4416-8C16-90A30A9A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B71D3-ACDC-458E-9AFD-CD17C1EE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963FC-050C-40E4-9F5A-7E33F6C7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2501771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EB8E6-4F07-462B-B37F-AF1716E8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B3827-1ECE-4553-81EC-C2E233AD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5EF5C-7D8F-498C-A34C-E5C44262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C3DE1-21D5-473E-9790-1192DDD0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D5098-30A3-46E0-9B96-C4A8DF6D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Synthesis, properties and applications of PDMS (Polydimethylsiloxane) and its uses in e-skin (electronic skin)...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7004C-97D3-4BCD-8542-93583C6F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Synthesis, properties and applications of...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111FB-5700-468D-A476-1F10E3FA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B5BD6-6799-45E4-AB7E-A29A1446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BA3E2-E8AE-4AA2-90DB-C4AADA41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DA08C-1D07-4775-A8CB-2FCB6503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D1537-F117-4CC1-B6E5-B5E3EF3C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7B231-751C-4D7F-9916-8F7D3144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1CFB3-0534-465C-A3B8-EDD366D6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710B0-400A-4062-B677-2E25C75A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15C43E-70F2-4197-902E-6E5F99A8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14345A-3E8B-4D66-B067-DF3D57B8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578992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744855-AE5A-4299-B398-86DF2AD7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3C779-29E2-4DBF-B3C9-CE9580A6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0A172-2138-429E-AE76-7BD88FF3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66CA5-025D-4484-9913-66E65264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A9099-820C-42CB-B2B8-73FFC47E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4B739-4888-46FE-9DC9-F0759F82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F49F8-FF15-4DA7-BA0F-0CD74F69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9837C-8EA7-4497-9D45-49CA21AD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17910-4E0B-4EFE-ADC7-2DBDFAA6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Synthes...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58197-5F93-4D40-8DE0-D7BD8241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8AF9F-2D85-4CE7-89CE-01D34008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18508-90C2-41FA-A8A3-AB094917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Synthesis, proper...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E8865-2F4E-4481-9C5E-64C4AA18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E33D8-8ADF-4EFB-A6BC-C0A35DFC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1423B-EE53-422A-BD96-4D25534C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Synthesi...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DEBAE-A568-4149-9AE8-2EDB52DB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C5850-8A53-4F65-844A-63EDF81F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D4E069-84DE-425E-A57D-88A1937E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Synthesis,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A071B4-4AA8-46BB-BCF9-F21D90E3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61CD5-915A-4D23-880F-86C1F555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B978C-85E3-4E13-84EB-2E17DF9A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Synthesis, pro...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A265AE-4E43-4AC7-8153-BD93B342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4E1E5-17C0-4C4C-81AA-E41EB58B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7638694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8EAE7-7017-4513-8F34-70DB9584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426E1-962B-4CE7-9798-15735EF3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8874E-40BC-4B90-B761-6B6CBCAE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AE505-F58F-45C4-8F6F-CC938707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F7B09-EE97-4D22-A77C-B64FFAAE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DE16C-2CBB-4902-A276-20C23360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48B52-B257-46B0-93C9-7C95946B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E5879-6657-4EC2-82E8-018469BA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AD52E-8702-48DC-AB89-423B15E2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E2766-5FEF-4582-9170-897941BF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6017D-3DC0-4AAC-B149-A93DE426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0B4D1-C81D-4965-8C2F-93E896AF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CB766-32AB-4029-A63A-0BF8568E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1C159-AD39-4607-A51A-FC980D23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7FA9C-D3FD-4A53-84AE-E5E9A693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9079901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09817-7C80-4E05-892A-65D89BE1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E0D69-EB0F-4DE8-A07F-B9EBA063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FE160-C357-4312-B0ED-4A55A9E5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B4F1C-204D-4B64-A847-92F5790C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AAC29-18DC-42DE-ABC0-6501C991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4FA87-CB35-4045-B90C-7AA07599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Synthesis, properties and applications of PDMS (Polydimet...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4910D-6EE5-49E9-9D91-E31D76E2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5E9CF-FE63-4719-85F1-4519A061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01A1B-FA1D-4D21-ABBA-3D96AE07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2CA02-BCF6-4782-8B07-D4EC1D05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35006-313D-4359-B625-A91946FE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9040808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A464C-9EAD-4BEE-9907-B2183C10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45245-28BE-441C-B5EF-AD722C11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891CC-D5D4-463C-B7E2-947C9491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E12B9-F586-4F51-825C-CEECAEEF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7A4A6-C31C-4B2E-ACAE-84E4D6D4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Polymers: Introduction, synthesis, conduction mechanism of polyaniline and its electronic devices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9CF55-DD5B-4FE5-9C14-F90A95BF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Polymers: Introduction, synthesis, conduc...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90369-00F2-441B-9BB7-F76C096D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52D05-48A8-43AE-8088-5CDB6A49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DFB89-B5C0-4607-A689-96D9611D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7C68A-14D2-4C49-B99F-37AFE332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DB1B6-9FF2-468D-A38E-FCCBC261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12765-3633-4D34-A670-485E4C8D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8D65C-2F18-4FCF-91BE-333FA853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6711B-FE1B-4362-8CB0-CC63C31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F192A-FA94-450D-972F-1A125A2E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62528-FDA5-4D74-9FB0-07D434A1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9203938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F944F4-7840-4CBD-B035-614379AB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AACDF-F489-44B0-A426-8FEF12B7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8E8FC-B27C-4C05-9148-E82C7037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C5777-4D1A-481F-A035-0BF2A2B4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267AC-E0FF-4B31-9ABB-BA021004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F01AD-8F43-48F8-AB27-A55E63A7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5B87E-3C9E-4D2A-B08B-CE80DCAE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24EB5-18D8-43DE-B90B-00F3D24B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DD706-B2BF-47DB-8B3A-F02E4D35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Polymer...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6ECA3-C8C7-43C1-9A5D-ADACB75B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CD7C0-5D2E-4B1F-AE28-6C86694B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6F3EC-D234-48EA-BA71-7A42AD1A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Polymers: Introdu...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4458D-A372-4C0A-B1E9-BDE3E736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DF89D2-7B96-43A6-9DD1-01809BFC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1C6118-E026-4DFA-8C7E-BB7A3265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Polymers...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88F4E5-F34C-412F-A187-5079DFFE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08853-AE69-4951-A3E8-F9463B79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D5C0E-11CB-4C84-B452-18280918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Polymers: Intr...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DB4E8-5A77-440B-BC6E-965249DB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2FBEB3-CEC5-433D-8A65-966E854C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F0E902-BF19-454E-8C0E-CBB732DC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Polymers: Intr...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4AC9C-7136-464B-A771-86021DD2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EEE2AB-9A29-4215-A76B-03210D59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4594628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76A5E7-625B-4AB1-A7BA-2B7FC33E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61A7D-441B-4871-AC24-F27E9FB9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6A2DD-B279-426E-BBE4-82A71996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C9873-7AD5-4EA5-92B2-AF120344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13E01-1B5C-48F0-8B0B-D4226EAA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52E03-37E3-4822-A5FF-44165507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B851C-706C-4A94-8961-E55D495E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B5D33-5DB4-4785-BE34-3A7C8FC6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D4A60-328D-4235-A359-8420607B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BDCA1-F333-4AAD-B93E-04C4930A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0A4F3-EAE1-4E56-A906-5EE9A171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DF5FD-08AE-4F1D-B6DE-C0445A2E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CBADC-3966-4F90-9C8D-0F2E5A3D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84CBE-0ADD-4F3E-A848-F659D884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950EF-BFAF-428B-A1DA-A2049A39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4217881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0BB22-1D79-48E6-9D82-1860ACBD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B8708-EB1E-4939-92AD-F41685F0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DCAEB-DA05-4D8D-B6B1-D77CE957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D17C1-241F-48BC-BF3C-22E55E41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3BB7A-9BED-4455-BD20-966F2534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FFE92-1BF6-4861-A9EC-E96DFDC5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Polymers: Introduction, synthesis, conduction mechanism 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F459C-3E36-471A-80CA-D342A05D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65974-BFF9-4A79-AB86-7D1DE114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D14D9-9868-45DA-9921-57C153AB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7CDDB-9A22-4A18-82B3-0913FB57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16547-891D-467D-AA33-C4AE7860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2872033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0A837-6B46-41CA-A81A-51A1B619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5E992-F799-424C-B25F-7B8DDCF5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8AACD-F191-4236-A4AA-219E7417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7D918-18B6-4EFF-80EC-ACC841C6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40149-9377-4A93-8FA1-2B1B0D66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Molecular weight of polymers: Number average and weight average molecular weight of polymers -numerical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C02DA-A348-4B19-8266-19E4EDA9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Molecular weight of polymers: Number aver...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D61CF-1051-4CED-A06C-67A35F89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666EC-A110-4FA9-BCB0-BE5D6F2B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891E4-1A5D-46FC-8DE0-C47DE21A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32920-5ACA-4C94-B4CC-FFE256E6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BD3C2-3EF1-453A-AA01-1B724793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DB2B0-4F7C-4EF1-89BA-CB80E005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CDD6E-2295-4487-B83A-0DA33514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C5AEC-442C-4DDB-9C08-B9510CF1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50930-2395-4C5E-BD8B-7A599E91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D14B35-1389-4173-84A0-0D6CC56F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94459732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BC12AF-DD9C-40F9-A4C8-2D587AE6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6DD34-4A49-43DD-8659-F2DF10E6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A5D12-F072-4BCD-AA93-33647F6B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69B2B-C8FB-4566-939F-4A6B2A63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32816-410B-4603-B4D9-CE60E15D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C9525-30BA-400B-A983-09EC608A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7C036-5AF3-473A-93C5-36B0A726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46ACF-CA44-4BE1-A2C8-98D3B8F9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70C00-F4C4-470A-A9D1-3E5BEFE3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Molecul...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41B97-E74A-41A0-8BA3-EE1DF27C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68988-34BC-4F81-97C6-F5374533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F733A-9F93-4193-B42A-3C01B5C7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Molecular weight...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8CA13-01B0-4D66-867D-1EC2B031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B77F1-874D-4298-B852-5892B7E2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EC4D5-8A92-4B19-9E24-B6FBDEA3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Molecula...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41B1A-036A-458A-BCCC-BFE6EE24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2B288D-DB9B-4F0D-B850-D2860D15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E1693-0129-4E77-A581-3BFA12B5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Molecular weig...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18DE12-6BCE-46A3-B26B-75943940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C722FD-CA35-4C4F-B50D-D0C9A282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4FFCE7-ED2C-4181-9E0A-50501193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Molecular weig...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296A64-A2C5-4C80-B1D6-6C363B40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AE1743-E592-4F5F-A91C-BB11ED58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4573413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47CA56-D06E-4F2A-B607-520301F9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1E6A2-52B5-48DF-8927-2BB66FB1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1A2F8-74A2-47B2-8A61-E9B6447A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2B29B-77B0-4E67-9FBE-DE2D5571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5AA5C-AD9D-44FE-BAE5-E82BCAD6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009FE-D463-4649-94B7-3FAB2980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6E2DB-6787-494B-BDE4-9318BDCF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0FCFC-0224-4D45-A19C-55E8204A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B13CE-5B16-44C2-A3A8-7F2E8029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15CD4-2451-4675-9D72-3474C4AE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ACB09-C125-42ED-9463-3B3F01E2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4D628-A865-44FC-8FB1-F5FF4542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CDEC6-0369-4EE6-BD34-CB011455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CDFF5-443F-4A9C-A5D8-6FFE8634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68E71-F6B7-47FC-BF0A-90F51188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71371190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2E2FC-E8A8-4044-88CC-DFA3542C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C47B4-ECFA-4626-AEC1-F464771A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9101C-624B-4B1E-AEBB-32B0F5AD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08E85-B4C9-4ED9-8E69-C443D92B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D9B29-D227-42F1-8705-213145E1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8CB04-402E-445A-8EE3-67E001BC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Molecular weight of polymers: Number average and weight 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CB36C-7512-494D-A7CD-C631B1F5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C4ACD-9D7D-4833-8975-DA90DEC5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4B574-0D21-493D-8B47-8753206D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89673-5AF2-4569-A62E-AFE16ED2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5797F-EECE-44B8-BF70-082C3263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59023711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58BBA7-CF04-4EF6-9987-7B6CAF60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EB43E-C46D-450D-9192-1A91BEB4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BF7B8-54FB-4C20-819E-9269A32E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6E58D-46F5-4059-AF6F-069F825F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76613-7FB9-47E8-96E5-70EA884D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Synthesis and properties of Polyvinylidene Fluoride (PVDF) and its applications in E-nose devices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0BD2C-495C-47F8-B805-E5C7BB88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Synthesis and properties of Polyvinyliden...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65D3A-F108-4455-8023-D9F2C137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0E815-76E0-4A79-B8AD-B0A1A7FC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CBAC0-E326-4B0F-962E-51A465F3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D637A-002B-4F5C-B3EB-B4721A15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0B890C-B420-4F3D-A432-D9159CEE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9E3D1-79AE-4898-BA1F-7FED6980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B5CBF-E9FA-4669-83D7-11722EB5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66526-DD63-496B-A56F-3F5BFAA5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045B4-3C98-44A8-ACB9-CACB6E33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F097A-532A-4A95-995B-7B4D8B62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73171283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9BE86C-6B10-4A28-9456-DAB96051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A167B-2532-43E3-A4C8-CC98ECEE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35858-B3F9-4A99-B2AB-79BEEEF4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1A285-437E-4B4B-A24B-FAF1B42A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84E1D-B7FE-4856-8AC5-0B8E29A2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BEA01-9991-4569-B040-34AD5456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827AA-C7FE-47F6-89B7-76E24CFE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FE518-F0A1-4AFE-A52B-50284689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548B7-E08F-4EF5-B2B5-ADE9D747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Synthes...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E3C2A-7252-4B90-A9F7-9FC5DCF0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C7A32-3B1D-464D-A37A-D562B0AD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81686-E56E-4791-A49F-246F3312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Synthesis and pro...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62D77-C04E-4D29-A6DA-DC515A1D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BE40D-6D58-41D4-9345-15F8E5B7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DEC39-5108-44D2-B7A0-E18EF364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Synthesi...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5A719-21A9-43CF-B0BB-D24E17B9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FC013-5772-4E05-B48A-B96670B0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04ED4-2D97-4D4D-9B3D-3CD66829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Synthesis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38C551-2B82-44A7-AA19-A2664B14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38A472-3E9E-4160-9F75-4FA2C6CA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857DE-9E41-4532-ADAE-1ECEF1FB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Synthesis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6CD383-7ABA-4B46-B248-A6A404ED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6E73C2-5ACF-4261-8068-97174D8B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157189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887FC-FA49-44EE-95F9-B650080F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3688E-1A7C-4193-8488-16C67E31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9A0BF-C353-4539-84E9-60390093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C5B08-714C-46F9-B082-0A68A57D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E97A2-C535-4F9B-A462-5D72E700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26BF6-490C-4988-9FF3-7BAE2A27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1760B-35CC-4A4D-880F-FC619E4D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A5FA7-08A3-40C1-B6D8-0A6F35EB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506DF-E597-409A-B6E7-231F9DD3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BD79B-390B-4415-B62E-528D440A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B8DBE-C5A5-486E-B97D-E506F16D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FD376-0B11-4F14-8986-4DDF2F01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12F93-A8ED-49E7-B286-B10BCE5B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54013-64A5-48E8-97F4-1D7B75D2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ABECE-628B-41DC-94D3-F0090B76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23230572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D094D-1EFB-48B2-BD95-0A24AB1C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130F2-C3A8-483D-B0A5-667FABEF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CC1BC-B166-491B-86F2-59DB3BE7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9CB40-54E1-4809-949E-8ADEB9CC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5F4B7-04C1-4D54-8DCB-4F2A1BB4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8001E-30F2-4618-B279-D9326656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Synthesis and properties of Polyvinylidene Fluoride (PVDF...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B7736-E151-4D00-B778-A3D74BFD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C12FB-DC2C-4F15-8C15-587978C5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BB005-9549-4999-BA25-D83A5AFA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74F22-0465-4CB5-9784-8CFFDEAA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49DF8-4A40-445A-A44E-EFEB2B4D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61200163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32B669-280B-4D22-875E-DB8FF933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A56BB-9BEE-410C-B65F-CDCFC660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6B6FD-12F0-481E-978F-AFBFDE44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13385-D7A9-4BBC-8750-A6C4B8DC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90034-076B-4D2C-9B5F-6EBA4CDA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Composites: Introduction, synthesis and properties of epoxy resin -magnetite (Fe₃O₄) composite (ultrasonication...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1B22B-D437-4894-A5AB-943A0F8F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Composites: Introduction, synthesis and p...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54675-21D4-4C0B-B2A6-42CBFB53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22D4B-A1DA-4025-AD88-B1EE8D92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FC92B-77A8-4C13-B8E1-CEA43195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BA053-7E68-40CA-A8BB-B032D0BC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9187B-ABC7-45B7-9A53-EC0BF4EC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D4450-DA6F-40E4-8BAC-BCC46937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C32DE-C439-4CDE-A00A-E419E1CD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C6441-2836-4712-ABAB-9A218091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31C78-77B3-47A2-B86B-643B89E6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10D69-ADF4-4304-9D55-22F68210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4188226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5245AB-7F44-463D-B5B2-886FE070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274C5-577D-4BDE-ABB8-6D21CFC1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AB3DF-5319-44EA-87FB-6B680EC2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67DC4-9ECB-4D8B-8BBE-FA4B0D33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A431D-43B0-415C-A181-C8E2BF43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7EACA-4A1A-4F36-8844-D7C5710D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64F4B-01E2-45CC-9810-4120B715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23F96-9697-442A-B66B-AC18B1EB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EF4E1-DE1F-4813-99EE-FC8CCE2A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Composi...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D1678-D8AE-43D6-8C7F-49772681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FCE43-E1BF-41B9-A72D-329734EF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53A36-5C78-4C47-B300-4D938659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Composites: Intro...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6DC00-302B-4DFF-9C8F-739B669C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8096E-576E-41D9-B4D9-11019F9A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1FA30-A57F-48FE-AC4E-5B0D29FB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Composit...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D407B-F745-4434-8C0E-496316E4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7579D-0883-4EB1-8397-D50F7650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988FF-0CCB-46FD-BC54-CBCC58EA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Composites: In...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6E7192-6943-4B94-84D2-1EDF3DD3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5CEF12-1E61-4F80-8AF7-FCBA4AF2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6BACE2-8E24-47F4-AF51-4E09B97D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Composites: 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1BF308-2FCA-4317-B79C-CB39487B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EF1C95-4652-4DA2-8D74-AE6EDBAE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202506753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D1D9E-98E7-487B-A5D6-CD9D1575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3DA1B-BCC5-4BE0-B25D-7BF79CE8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5F2E4-1C20-4422-AEBD-60D2D91D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99E5E-5DB1-46FD-ACE5-82C0BF57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CD936-5DC8-41DB-8DCA-E3B2893B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E2B9A-0EDF-4A6C-A33C-054D7E1B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801DB-5F84-4F54-A497-A75E114B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B6F8E-8EBB-4786-9CFF-0ECE9783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7DCD3-9DB5-4EA2-AC9D-6372DCF5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45401-E7AA-4AED-883B-E9DCDFF0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43027-BA03-489F-8A92-0BD9D5DF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BC788-14DA-46AC-9599-3793789F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FAA6E-BAB1-469A-BE60-C4D4C47D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4D6FD-60AF-4DDC-AB0E-BACDB286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B5737-CC4B-4326-8A70-8B365546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73908787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5BED6-6093-44F0-AE2D-B40809FC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61193-8E50-4ABD-A9B4-BB831BD3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2FD40-82C1-42D7-B031-AF8E534F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088CE-7FB4-487A-895B-67A0D4E6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1AA56-3E47-440C-9CBC-1D090274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034A9-977F-4093-A5A1-2C098999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Composites: Introduction, synthesis and properties of epo...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4C4E0-F134-46C5-AB71-D2329D2D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386BF-9B15-4669-A1C7-BD0C81D4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D186D-F56F-4E48-AB20-1E565B42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46ABB-EDE8-4F6B-A820-28FDE003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89415-3017-4B58-B5CE-16536A3B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76602021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981D27-CDA2-4BB5-8DBC-F5A9FDDB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FFC33-07F0-41BD-958D-B3B655F1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07DAB-9A15-4EF1-9ED5-F99A62FC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5B062-6121-4CDD-88A3-7DF64E6E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976A0-2E5A-4379-85AF-5C2ED5A5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Synthesis and properties of Kevlar Fiber Reinforced Polymer (KFRP) for smart electronic devices applications.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D0F25-CFF0-47D6-8B49-B32604A0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Synthesis and properties of Kevlar Fiber...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7BA82-9AF5-4D1A-951A-9E873B2E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9BDBA-83F5-4587-9C99-DA776785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630F6-47D4-4440-A8A1-DDEA579E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2249A-0AE4-4351-B556-7CCA991B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1B5FC-D926-4CC5-885F-9104F979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A4F7A-0926-4819-86F0-4DDD03CD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10C35-00E3-48BE-83B6-6B2479A9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3B9B4-2ECA-4754-8FF0-167BCAEF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4ECC7-7890-4CD8-B49B-21F6676E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F6405-8343-43FF-B8CE-0F6F79B7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54847236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61BBA5-9013-48FF-BD4D-E839F27D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F3725-404E-43DC-BE1C-515C7770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DC780-ECE6-4B58-B427-156BA601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0F867-48E8-4CB8-9FF6-7E8D8F99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913BF-1112-454F-A4A2-1B8EDDA5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B8F99-8C24-4865-B8CB-F2F00B38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FA808-ED0A-4BDF-B6F4-FBBE8E10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A9483-4681-4A94-81E5-880C3D77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1FB90-6611-4CEE-8D20-A9DFBDB3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Synthes...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6C154-111D-4DF1-BE6B-D66C64A1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B1585-AD08-489E-B962-DA9321A6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B9CE7-E72D-4278-9DF2-0D680564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Synthesis and pro...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0ADD7-9625-4EF0-A99A-7B53F5EC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C1E85-DB02-454A-8248-AC832C07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86506-DD0B-4307-B6A7-2BB753C8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Synthesi...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43774-F881-41BA-A34B-4E15FCB9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AB5AB-F156-4B89-80A6-6F31BE56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A4182B-8E61-43CE-AEA7-E1A4EC91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Synthesis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100FB8-3BD0-4763-A2AB-7781B545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E60AE3-157A-47AF-B94B-3CF69A99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FFCD65-4D10-450D-90F7-81F05278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Synthesis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52DE1-636C-4E81-822A-EEC62754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FD6344-A6B3-4625-A88C-89377D79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79675103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BF6FC-443A-4E8E-BAA3-A95613C5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99DBA-A30A-4031-8F4B-1CDFA06F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B8971-549B-4AC3-94AA-D8A1D1D7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DE3F8-3070-4098-B8A4-D889D471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393AD-5333-4855-8804-E7BAECA1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38E7E-6B2A-47EF-B206-63D79FA4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E9FC4-BCBF-4218-8204-16815853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65920-969A-4C2E-8C06-FCDF0446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2C80E-E31F-41C0-842A-160939D6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A943C-A9A8-485F-A2D7-0CB6BD33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54B84-4CE2-4F8C-BBFC-EA3F27A6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4FC87-59E7-4427-8A79-9A8D143E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27892-2DF3-416C-B8D1-F127FC0A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78413-E176-4E82-890F-36A6D476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107AD-ADB7-499A-B9D4-D0A1AC5B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70320466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1E88C-0C69-44BB-8325-C247E2AB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AAEB2-F1C4-4D24-A1D5-7ECA4241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96F73-BAB9-41BC-9418-66508400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B019E-E093-4991-9C23-647FF5A2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A80D2-08CC-49CB-9E00-BCB0996B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80D9F-6C29-490A-AA78-32F5D783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Synthesis and properties of Kevlar Fiber Reinforced Polym...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4B8A9-830C-4205-BFD6-89AFE10C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E6FDE-209A-4BAD-BA11-533407EE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E38AD-B21A-4925-B49B-2DD15171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2B6F8-01C1-4342-8C5F-A4BD78E0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AC2BC-CB58-4DEB-9AB7-4E5E839F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5273906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E5D36-761F-417F-B268-36B94E77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E2B73-82DA-4F62-940D-4DD1B972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CDC5B-D82C-4404-ABB3-BCCEADB8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26416-A082-40B0-8916-3C9757D2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86A7B-37DB-4EDE-A62F-5238FE12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06AFA-7D7A-4210-B97E-20A4447A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85137732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9EDE9-3535-4435-AE75-828C4FFF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5547E-B343-4340-9495-4A7F4B9C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E27E4-13BF-4EFF-8D7B-2005C37D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A917B-9E2A-4F3A-9B7E-F55BAE68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9A0E0-435C-4C20-8A48-69B0AAE8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Functional: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Polymers: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Hybrid: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Composites: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Flexible: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6EC47-429E-4B03-9172-4D0A69E4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8271077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777B6-149A-4778-9552-9A61CD35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A7F04-40A4-46B5-888E-C15475AE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27859-718C-4978-852C-1AC569EB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B2B8D-0F54-4040-BAFA-A04E80B7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59A88-4B66-4E76-806D-739E60DC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Structure/material: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Mechanism/process: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77FFF-DC2B-4E8E-9C9B-4396C85C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16797497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FC346-261A-469E-B0A1-6592CE11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58F62-159A-446D-8506-2CC95C90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DF74D-3DAD-4498-8307-8B3ED644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0FD19-B4ED-4EAA-96ED-FE4F94E1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A8530-8105-48FA-B648-4546B4F7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Listing uses without explaining the structure-property or process-performance link.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66CD8-7600-4CAD-8D57-30FFE5F9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1019509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F17C8-C7BE-4BC7-883D-CDB020CD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15B9E-6C10-42BC-9D99-2BCCEAAF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26230-6AAD-4516-A94F-33BC8EF7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05498-532F-480C-AA2D-75A07401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044AA-A57B-43FC-8CE8-A92A1701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Functional Polymers and Hybrid Composites in Flexible Electronics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Microelectronics: Introduction, basic principle and working of lithogra...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Synthesis, properties and applications of PDMS (Polydimethylsiloxane) 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Polymers: Introduction, synthesis, conduction mechanism of polyaniline...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Molecular weight of polymers: Number average and weight average molecul...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42DEE-E46A-447B-BA04-C44799E6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B338C-C02E-44EC-8940-A51A1C4E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A61D2-87E5-4E78-A1C0-64BBE1CC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Emerging Electronics and Futuristic Devices</a:t>
            </a:r>
          </a:p>
        </p:txBody>
      </p:sp>
    </p:spTree>
    <p:extLst>
      <p:ext uri="{BB962C8B-B14F-4D97-AF65-F5344CB8AC3E}">
        <p14:creationId xmlns:p14="http://schemas.microsoft.com/office/powerpoint/2010/main" val="1431391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2026-08-24T16:02:32.5630000Z</dcterms:created>
  <dcterms:modified xsi:type="dcterms:W3CDTF">2026-08-24T16:02:32.5630000Z</dcterms:modified>
</coreProperties>
</file>