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4c7f20a07b4bd6" /><Relationship Type="http://schemas.openxmlformats.org/officeDocument/2006/relationships/extended-properties" Target="/docProps/app.xml" Id="Rf09901b2582e4cf6" /><Relationship Type="http://schemas.openxmlformats.org/officeDocument/2006/relationships/officeDocument" Target="/ppt/presentation.xml" Id="R12fc80f0919b47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6b14369664fa2"/>
  </p:sldMasterIdLst>
  <p:notesMasterIdLst>
    <p:notesMasterId xmlns:r="http://schemas.openxmlformats.org/officeDocument/2006/relationships" r:id="R276e011dbadb4cb4"/>
  </p:notesMasterIdLst>
  <p:sldIdLst>
    <p:sldId xmlns:r="http://schemas.openxmlformats.org/officeDocument/2006/relationships" id="256" r:id="R7edbbf84d7474c1c"/>
    <p:sldId xmlns:r="http://schemas.openxmlformats.org/officeDocument/2006/relationships" id="257" r:id="R8bd139c21cf741b3"/>
    <p:sldId xmlns:r="http://schemas.openxmlformats.org/officeDocument/2006/relationships" id="258" r:id="R15d68b85ecb54dd5"/>
    <p:sldId xmlns:r="http://schemas.openxmlformats.org/officeDocument/2006/relationships" id="259" r:id="R54273a4d70914b30"/>
    <p:sldId xmlns:r="http://schemas.openxmlformats.org/officeDocument/2006/relationships" id="260" r:id="R9169df1129054f90"/>
    <p:sldId xmlns:r="http://schemas.openxmlformats.org/officeDocument/2006/relationships" id="261" r:id="R32a3b93d0dc8483d"/>
    <p:sldId xmlns:r="http://schemas.openxmlformats.org/officeDocument/2006/relationships" id="262" r:id="R1e8ad44e91d14e59"/>
    <p:sldId xmlns:r="http://schemas.openxmlformats.org/officeDocument/2006/relationships" id="263" r:id="R08362b0b77e645ca"/>
    <p:sldId xmlns:r="http://schemas.openxmlformats.org/officeDocument/2006/relationships" id="264" r:id="Rfd56ad95b31d4349"/>
    <p:sldId xmlns:r="http://schemas.openxmlformats.org/officeDocument/2006/relationships" id="265" r:id="Re0e157d776c94784"/>
    <p:sldId xmlns:r="http://schemas.openxmlformats.org/officeDocument/2006/relationships" id="266" r:id="Rc9f9ab3152704918"/>
    <p:sldId xmlns:r="http://schemas.openxmlformats.org/officeDocument/2006/relationships" id="267" r:id="R8db43dc7f1f6431e"/>
    <p:sldId xmlns:r="http://schemas.openxmlformats.org/officeDocument/2006/relationships" id="268" r:id="R2af8de6e5e374628"/>
    <p:sldId xmlns:r="http://schemas.openxmlformats.org/officeDocument/2006/relationships" id="269" r:id="Rc7d49ea7ff5f48c9"/>
    <p:sldId xmlns:r="http://schemas.openxmlformats.org/officeDocument/2006/relationships" id="270" r:id="R650a3bd5b2314a87"/>
    <p:sldId xmlns:r="http://schemas.openxmlformats.org/officeDocument/2006/relationships" id="271" r:id="R62a504320dcb4009"/>
    <p:sldId xmlns:r="http://schemas.openxmlformats.org/officeDocument/2006/relationships" id="272" r:id="R87daa25bf4214dba"/>
    <p:sldId xmlns:r="http://schemas.openxmlformats.org/officeDocument/2006/relationships" id="273" r:id="R3f087dc78bc54900"/>
    <p:sldId xmlns:r="http://schemas.openxmlformats.org/officeDocument/2006/relationships" id="274" r:id="R826d2e763bd449d5"/>
    <p:sldId xmlns:r="http://schemas.openxmlformats.org/officeDocument/2006/relationships" id="275" r:id="R932c1424baea4412"/>
    <p:sldId xmlns:r="http://schemas.openxmlformats.org/officeDocument/2006/relationships" id="276" r:id="R14085a027eb74a6e"/>
    <p:sldId xmlns:r="http://schemas.openxmlformats.org/officeDocument/2006/relationships" id="277" r:id="R5834bb5d64f84f79"/>
    <p:sldId xmlns:r="http://schemas.openxmlformats.org/officeDocument/2006/relationships" id="278" r:id="Rba6a03f57b804354"/>
    <p:sldId xmlns:r="http://schemas.openxmlformats.org/officeDocument/2006/relationships" id="279" r:id="R9091cfeb59e04c91"/>
    <p:sldId xmlns:r="http://schemas.openxmlformats.org/officeDocument/2006/relationships" id="280" r:id="R7ac0af4768444d20"/>
    <p:sldId xmlns:r="http://schemas.openxmlformats.org/officeDocument/2006/relationships" id="281" r:id="R44d2a15693534086"/>
    <p:sldId xmlns:r="http://schemas.openxmlformats.org/officeDocument/2006/relationships" id="282" r:id="Rf3331cb7acfa4aa0"/>
    <p:sldId xmlns:r="http://schemas.openxmlformats.org/officeDocument/2006/relationships" id="283" r:id="Rcff3f33eb0ab488e"/>
    <p:sldId xmlns:r="http://schemas.openxmlformats.org/officeDocument/2006/relationships" id="284" r:id="Rc4e63b772ab14a31"/>
    <p:sldId xmlns:r="http://schemas.openxmlformats.org/officeDocument/2006/relationships" id="285" r:id="Rb058ef1a546148fc"/>
    <p:sldId xmlns:r="http://schemas.openxmlformats.org/officeDocument/2006/relationships" id="286" r:id="R3cc5c4e94ddf4475"/>
    <p:sldId xmlns:r="http://schemas.openxmlformats.org/officeDocument/2006/relationships" id="287" r:id="R9d5fd3fdef9844cd"/>
    <p:sldId xmlns:r="http://schemas.openxmlformats.org/officeDocument/2006/relationships" id="288" r:id="R5281d730d1ea454a"/>
    <p:sldId xmlns:r="http://schemas.openxmlformats.org/officeDocument/2006/relationships" id="289" r:id="R6f325689bed84d88"/>
    <p:sldId xmlns:r="http://schemas.openxmlformats.org/officeDocument/2006/relationships" id="290" r:id="Rb47679eee1f14b55"/>
    <p:sldId xmlns:r="http://schemas.openxmlformats.org/officeDocument/2006/relationships" id="291" r:id="R42a20978d3664d5e"/>
    <p:sldId xmlns:r="http://schemas.openxmlformats.org/officeDocument/2006/relationships" id="292" r:id="R2471e0b13ee34167"/>
    <p:sldId xmlns:r="http://schemas.openxmlformats.org/officeDocument/2006/relationships" id="293" r:id="R0b6629162a064a4a"/>
    <p:sldId xmlns:r="http://schemas.openxmlformats.org/officeDocument/2006/relationships" id="294" r:id="R722d5881b0bf4679"/>
    <p:sldId xmlns:r="http://schemas.openxmlformats.org/officeDocument/2006/relationships" id="295" r:id="R3aaddc759b484776"/>
    <p:sldId xmlns:r="http://schemas.openxmlformats.org/officeDocument/2006/relationships" id="296" r:id="R9a8da377fea6433b"/>
    <p:sldId xmlns:r="http://schemas.openxmlformats.org/officeDocument/2006/relationships" id="297" r:id="Ra2a964d03a3448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a7d1eb570a4a5a" /><Relationship Type="http://schemas.openxmlformats.org/officeDocument/2006/relationships/slideMaster" Target="/ppt/slideMasters/slideMaster1.xml" Id="R4db6b14369664fa2" /><Relationship Type="http://schemas.openxmlformats.org/officeDocument/2006/relationships/notesMaster" Target="/ppt/notesMasters/notesMaster1.xml" Id="R276e011dbadb4cb4" /><Relationship Type="http://schemas.openxmlformats.org/officeDocument/2006/relationships/presProps" Target="/ppt/presProps.xml" Id="R3d8aa9178ca04803" /><Relationship Type="http://schemas.openxmlformats.org/officeDocument/2006/relationships/tableStyles" Target="/ppt/tableStyles.xml" Id="R76c16cd349fb4985" /><Relationship Type="http://schemas.openxmlformats.org/officeDocument/2006/relationships/slide" Target="/ppt/slides/slide1.xml" Id="R7edbbf84d7474c1c" /><Relationship Type="http://schemas.openxmlformats.org/officeDocument/2006/relationships/slide" Target="/ppt/slides/slide2.xml" Id="R8bd139c21cf741b3" /><Relationship Type="http://schemas.openxmlformats.org/officeDocument/2006/relationships/slide" Target="/ppt/slides/slide3.xml" Id="R15d68b85ecb54dd5" /><Relationship Type="http://schemas.openxmlformats.org/officeDocument/2006/relationships/slide" Target="/ppt/slides/slide4.xml" Id="R54273a4d70914b30" /><Relationship Type="http://schemas.openxmlformats.org/officeDocument/2006/relationships/slide" Target="/ppt/slides/slide5.xml" Id="R9169df1129054f90" /><Relationship Type="http://schemas.openxmlformats.org/officeDocument/2006/relationships/slide" Target="/ppt/slides/slide6.xml" Id="R32a3b93d0dc8483d" /><Relationship Type="http://schemas.openxmlformats.org/officeDocument/2006/relationships/slide" Target="/ppt/slides/slide7.xml" Id="R1e8ad44e91d14e59" /><Relationship Type="http://schemas.openxmlformats.org/officeDocument/2006/relationships/slide" Target="/ppt/slides/slide8.xml" Id="R08362b0b77e645ca" /><Relationship Type="http://schemas.openxmlformats.org/officeDocument/2006/relationships/slide" Target="/ppt/slides/slide9.xml" Id="Rfd56ad95b31d4349" /><Relationship Type="http://schemas.openxmlformats.org/officeDocument/2006/relationships/slide" Target="/ppt/slides/slide10.xml" Id="Re0e157d776c94784" /><Relationship Type="http://schemas.openxmlformats.org/officeDocument/2006/relationships/slide" Target="/ppt/slides/slide11.xml" Id="Rc9f9ab3152704918" /><Relationship Type="http://schemas.openxmlformats.org/officeDocument/2006/relationships/slide" Target="/ppt/slides/slide12.xml" Id="R8db43dc7f1f6431e" /><Relationship Type="http://schemas.openxmlformats.org/officeDocument/2006/relationships/slide" Target="/ppt/slides/slide13.xml" Id="R2af8de6e5e374628" /><Relationship Type="http://schemas.openxmlformats.org/officeDocument/2006/relationships/slide" Target="/ppt/slides/slide14.xml" Id="Rc7d49ea7ff5f48c9" /><Relationship Type="http://schemas.openxmlformats.org/officeDocument/2006/relationships/slide" Target="/ppt/slides/slide15.xml" Id="R650a3bd5b2314a87" /><Relationship Type="http://schemas.openxmlformats.org/officeDocument/2006/relationships/slide" Target="/ppt/slides/slide16.xml" Id="R62a504320dcb4009" /><Relationship Type="http://schemas.openxmlformats.org/officeDocument/2006/relationships/slide" Target="/ppt/slides/slide17.xml" Id="R87daa25bf4214dba" /><Relationship Type="http://schemas.openxmlformats.org/officeDocument/2006/relationships/slide" Target="/ppt/slides/slide18.xml" Id="R3f087dc78bc54900" /><Relationship Type="http://schemas.openxmlformats.org/officeDocument/2006/relationships/slide" Target="/ppt/slides/slide19.xml" Id="R826d2e763bd449d5" /><Relationship Type="http://schemas.openxmlformats.org/officeDocument/2006/relationships/slide" Target="/ppt/slides/slide20.xml" Id="R932c1424baea4412" /><Relationship Type="http://schemas.openxmlformats.org/officeDocument/2006/relationships/slide" Target="/ppt/slides/slide21.xml" Id="R14085a027eb74a6e" /><Relationship Type="http://schemas.openxmlformats.org/officeDocument/2006/relationships/slide" Target="/ppt/slides/slide22.xml" Id="R5834bb5d64f84f79" /><Relationship Type="http://schemas.openxmlformats.org/officeDocument/2006/relationships/slide" Target="/ppt/slides/slide23.xml" Id="Rba6a03f57b804354" /><Relationship Type="http://schemas.openxmlformats.org/officeDocument/2006/relationships/slide" Target="/ppt/slides/slide24.xml" Id="R9091cfeb59e04c91" /><Relationship Type="http://schemas.openxmlformats.org/officeDocument/2006/relationships/slide" Target="/ppt/slides/slide25.xml" Id="R7ac0af4768444d20" /><Relationship Type="http://schemas.openxmlformats.org/officeDocument/2006/relationships/slide" Target="/ppt/slides/slide26.xml" Id="R44d2a15693534086" /><Relationship Type="http://schemas.openxmlformats.org/officeDocument/2006/relationships/slide" Target="/ppt/slides/slide27.xml" Id="Rf3331cb7acfa4aa0" /><Relationship Type="http://schemas.openxmlformats.org/officeDocument/2006/relationships/slide" Target="/ppt/slides/slide28.xml" Id="Rcff3f33eb0ab488e" /><Relationship Type="http://schemas.openxmlformats.org/officeDocument/2006/relationships/slide" Target="/ppt/slides/slide29.xml" Id="Rc4e63b772ab14a31" /><Relationship Type="http://schemas.openxmlformats.org/officeDocument/2006/relationships/slide" Target="/ppt/slides/slide30.xml" Id="Rb058ef1a546148fc" /><Relationship Type="http://schemas.openxmlformats.org/officeDocument/2006/relationships/slide" Target="/ppt/slides/slide31.xml" Id="R3cc5c4e94ddf4475" /><Relationship Type="http://schemas.openxmlformats.org/officeDocument/2006/relationships/slide" Target="/ppt/slides/slide32.xml" Id="R9d5fd3fdef9844cd" /><Relationship Type="http://schemas.openxmlformats.org/officeDocument/2006/relationships/slide" Target="/ppt/slides/slide33.xml" Id="R5281d730d1ea454a" /><Relationship Type="http://schemas.openxmlformats.org/officeDocument/2006/relationships/slide" Target="/ppt/slides/slide34.xml" Id="R6f325689bed84d88" /><Relationship Type="http://schemas.openxmlformats.org/officeDocument/2006/relationships/slide" Target="/ppt/slides/slide35.xml" Id="Rb47679eee1f14b55" /><Relationship Type="http://schemas.openxmlformats.org/officeDocument/2006/relationships/slide" Target="/ppt/slides/slide36.xml" Id="R42a20978d3664d5e" /><Relationship Type="http://schemas.openxmlformats.org/officeDocument/2006/relationships/slide" Target="/ppt/slides/slide37.xml" Id="R2471e0b13ee34167" /><Relationship Type="http://schemas.openxmlformats.org/officeDocument/2006/relationships/slide" Target="/ppt/slides/slide38.xml" Id="R0b6629162a064a4a" /><Relationship Type="http://schemas.openxmlformats.org/officeDocument/2006/relationships/slide" Target="/ppt/slides/slide39.xml" Id="R722d5881b0bf4679" /><Relationship Type="http://schemas.openxmlformats.org/officeDocument/2006/relationships/slide" Target="/ppt/slides/slide40.xml" Id="R3aaddc759b484776" /><Relationship Type="http://schemas.openxmlformats.org/officeDocument/2006/relationships/slide" Target="/ppt/slides/slide41.xml" Id="R9a8da377fea6433b" /><Relationship Type="http://schemas.openxmlformats.org/officeDocument/2006/relationships/slide" Target="/ppt/slides/slide42.xml" Id="Ra2a964d03a3448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26c849f9fa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3eed3dab424f51" /><Relationship Type="http://schemas.openxmlformats.org/officeDocument/2006/relationships/notesMaster" Target="/ppt/notesMasters/notesMaster1.xml" Id="R7063faeb9d4044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ab2c89450e421d" /><Relationship Type="http://schemas.openxmlformats.org/officeDocument/2006/relationships/notesMaster" Target="/ppt/notesMasters/notesMaster1.xml" Id="R9d4acce5be3d42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87a8fed8f04581" /><Relationship Type="http://schemas.openxmlformats.org/officeDocument/2006/relationships/notesMaster" Target="/ppt/notesMasters/notesMaster1.xml" Id="Rb4eb8e4367b84c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dbe15c536b408c" /><Relationship Type="http://schemas.openxmlformats.org/officeDocument/2006/relationships/notesMaster" Target="/ppt/notesMasters/notesMaster1.xml" Id="R5ba800fe2186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2ba24186e94800" /><Relationship Type="http://schemas.openxmlformats.org/officeDocument/2006/relationships/notesMaster" Target="/ppt/notesMasters/notesMaster1.xml" Id="R04bae1d174ce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f689c1a8134c88" /><Relationship Type="http://schemas.openxmlformats.org/officeDocument/2006/relationships/notesMaster" Target="/ppt/notesMasters/notesMaster1.xml" Id="Re95ca70bdea64c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194e67c056428e" /><Relationship Type="http://schemas.openxmlformats.org/officeDocument/2006/relationships/notesMaster" Target="/ppt/notesMasters/notesMaster1.xml" Id="Rd7dad4b0eae14b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c585459f234766" /><Relationship Type="http://schemas.openxmlformats.org/officeDocument/2006/relationships/notesMaster" Target="/ppt/notesMasters/notesMaster1.xml" Id="R298cb91f59af4a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928b21bfd14954" /><Relationship Type="http://schemas.openxmlformats.org/officeDocument/2006/relationships/notesMaster" Target="/ppt/notesMasters/notesMaster1.xml" Id="R6034489b6b5349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41a750d5524272" /><Relationship Type="http://schemas.openxmlformats.org/officeDocument/2006/relationships/notesMaster" Target="/ppt/notesMasters/notesMaster1.xml" Id="R30aa078064d848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6c70c8f1874e02" /><Relationship Type="http://schemas.openxmlformats.org/officeDocument/2006/relationships/notesMaster" Target="/ppt/notesMasters/notesMaster1.xml" Id="Ra24c1756ec744c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3a3b272d1d4555" /><Relationship Type="http://schemas.openxmlformats.org/officeDocument/2006/relationships/notesMaster" Target="/ppt/notesMasters/notesMaster1.xml" Id="R78fb8c989add4c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3339f43378421f" /><Relationship Type="http://schemas.openxmlformats.org/officeDocument/2006/relationships/notesMaster" Target="/ppt/notesMasters/notesMaster1.xml" Id="R0817b8f35f3143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0e9e9824be4bd2" /><Relationship Type="http://schemas.openxmlformats.org/officeDocument/2006/relationships/notesMaster" Target="/ppt/notesMasters/notesMaster1.xml" Id="Rc4872c54faf541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f4aa661b6f48df" /><Relationship Type="http://schemas.openxmlformats.org/officeDocument/2006/relationships/notesMaster" Target="/ppt/notesMasters/notesMaster1.xml" Id="R20bd8fcceb6e49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d87b3e9dd049e3" /><Relationship Type="http://schemas.openxmlformats.org/officeDocument/2006/relationships/notesMaster" Target="/ppt/notesMasters/notesMaster1.xml" Id="R22853ef9e91e4e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6af44b6a2a4f38" /><Relationship Type="http://schemas.openxmlformats.org/officeDocument/2006/relationships/notesMaster" Target="/ppt/notesMasters/notesMaster1.xml" Id="Rbcdb8dcf76cb44d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e166be75d14d05" /><Relationship Type="http://schemas.openxmlformats.org/officeDocument/2006/relationships/notesMaster" Target="/ppt/notesMasters/notesMaster1.xml" Id="R7abee73c4dc442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9cb908108e48a8" /><Relationship Type="http://schemas.openxmlformats.org/officeDocument/2006/relationships/notesMaster" Target="/ppt/notesMasters/notesMaster1.xml" Id="Rad25d907264945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cf358f7ee5430a" /><Relationship Type="http://schemas.openxmlformats.org/officeDocument/2006/relationships/notesMaster" Target="/ppt/notesMasters/notesMaster1.xml" Id="Rcebc7460a0bb42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c23793df194452" /><Relationship Type="http://schemas.openxmlformats.org/officeDocument/2006/relationships/notesMaster" Target="/ppt/notesMasters/notesMaster1.xml" Id="Rb2bdbd3befff481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39ae7fb43d4dd8" /><Relationship Type="http://schemas.openxmlformats.org/officeDocument/2006/relationships/notesMaster" Target="/ppt/notesMasters/notesMaster1.xml" Id="R69b050bc8a4143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04202cb75f4587" /><Relationship Type="http://schemas.openxmlformats.org/officeDocument/2006/relationships/notesMaster" Target="/ppt/notesMasters/notesMaster1.xml" Id="R6e46fb64589f4e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1c6ea384c944f15" /><Relationship Type="http://schemas.openxmlformats.org/officeDocument/2006/relationships/notesMaster" Target="/ppt/notesMasters/notesMaster1.xml" Id="Rb6bbe198d747487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a011576cccd4154" /><Relationship Type="http://schemas.openxmlformats.org/officeDocument/2006/relationships/notesMaster" Target="/ppt/notesMasters/notesMaster1.xml" Id="R7c38c93622de46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7df1e60594a4789" /><Relationship Type="http://schemas.openxmlformats.org/officeDocument/2006/relationships/notesMaster" Target="/ppt/notesMasters/notesMaster1.xml" Id="Rc0dcf7d1b1e046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981929254584db4" /><Relationship Type="http://schemas.openxmlformats.org/officeDocument/2006/relationships/notesMaster" Target="/ppt/notesMasters/notesMaster1.xml" Id="R37c0b2bb54ef47d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02e34e90fc743af" /><Relationship Type="http://schemas.openxmlformats.org/officeDocument/2006/relationships/notesMaster" Target="/ppt/notesMasters/notesMaster1.xml" Id="Ra6f26a797f05432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587a9d1e10d4361" /><Relationship Type="http://schemas.openxmlformats.org/officeDocument/2006/relationships/notesMaster" Target="/ppt/notesMasters/notesMaster1.xml" Id="R8ced7fdc5ccf497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9295864a3e4273" /><Relationship Type="http://schemas.openxmlformats.org/officeDocument/2006/relationships/notesMaster" Target="/ppt/notesMasters/notesMaster1.xml" Id="R679f8a8179e340d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1abb2677b4406d" /><Relationship Type="http://schemas.openxmlformats.org/officeDocument/2006/relationships/notesMaster" Target="/ppt/notesMasters/notesMaster1.xml" Id="R3003ccf1edc34b6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42a2ea0b3144e21" /><Relationship Type="http://schemas.openxmlformats.org/officeDocument/2006/relationships/notesMaster" Target="/ppt/notesMasters/notesMaster1.xml" Id="R9c3f4f535913478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196f2376b6b4ff7" /><Relationship Type="http://schemas.openxmlformats.org/officeDocument/2006/relationships/notesMaster" Target="/ppt/notesMasters/notesMaster1.xml" Id="R8402bc763992465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42059d17b974306" /><Relationship Type="http://schemas.openxmlformats.org/officeDocument/2006/relationships/notesMaster" Target="/ppt/notesMasters/notesMaster1.xml" Id="Rd6f575afd94540d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ec31f7d1f554104" /><Relationship Type="http://schemas.openxmlformats.org/officeDocument/2006/relationships/notesMaster" Target="/ppt/notesMasters/notesMaster1.xml" Id="R517d2a514ea54a7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327e0cb159c4d01" /><Relationship Type="http://schemas.openxmlformats.org/officeDocument/2006/relationships/notesMaster" Target="/ppt/notesMasters/notesMaster1.xml" Id="R629fe6984063403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3bea31e3aa34b69" /><Relationship Type="http://schemas.openxmlformats.org/officeDocument/2006/relationships/notesMaster" Target="/ppt/notesMasters/notesMaster1.xml" Id="R3249f6d2cb13434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f8aee8a029d4557" /><Relationship Type="http://schemas.openxmlformats.org/officeDocument/2006/relationships/notesMaster" Target="/ppt/notesMasters/notesMaster1.xml" Id="Rf6473079eda2475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a8da94d040649c1" /><Relationship Type="http://schemas.openxmlformats.org/officeDocument/2006/relationships/notesMaster" Target="/ppt/notesMasters/notesMaster1.xml" Id="Red6f794849e647c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5f29a82b81b47a8" /><Relationship Type="http://schemas.openxmlformats.org/officeDocument/2006/relationships/notesMaster" Target="/ppt/notesMasters/notesMaster1.xml" Id="Re0597a9d33cb46f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90cdbdce9364b6b" /><Relationship Type="http://schemas.openxmlformats.org/officeDocument/2006/relationships/notesMaster" Target="/ppt/notesMasters/notesMaster1.xml" Id="Rc5d30f004f75452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b30d265e8474ead" /><Relationship Type="http://schemas.openxmlformats.org/officeDocument/2006/relationships/notesMaster" Target="/ppt/notesMasters/notesMaster1.xml" Id="Rcffa60e726384c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a12687aeb47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6a0a2c3e24416b" /><Relationship Type="http://schemas.openxmlformats.org/officeDocument/2006/relationships/slideLayout" Target="/ppt/slideLayouts/slideLayout1.xml" Id="R0f965c252d6848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65c252d6848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fac9b2d6b40d5" /><Relationship Type="http://schemas.openxmlformats.org/officeDocument/2006/relationships/notesSlide" Target="/ppt/notesSlides/notesSlide1.xml" Id="Rc8eadf23ff044d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8cdcf15114154" /><Relationship Type="http://schemas.openxmlformats.org/officeDocument/2006/relationships/notesSlide" Target="/ppt/notesSlides/notesSlide2.xml" Id="Ra4a5b9495ab448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9f513f590432a" /><Relationship Type="http://schemas.openxmlformats.org/officeDocument/2006/relationships/notesSlide" Target="/ppt/notesSlides/notesSlide3.xml" Id="R3b787889c1cc4d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5446b6bc94c3e" /><Relationship Type="http://schemas.openxmlformats.org/officeDocument/2006/relationships/notesSlide" Target="/ppt/notesSlides/notesSlide4.xml" Id="R558f81ce326141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97410652c4ab4" /><Relationship Type="http://schemas.openxmlformats.org/officeDocument/2006/relationships/notesSlide" Target="/ppt/notesSlides/notesSlide5.xml" Id="R34a33de77a6a45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f861a26884c8a" /><Relationship Type="http://schemas.openxmlformats.org/officeDocument/2006/relationships/notesSlide" Target="/ppt/notesSlides/notesSlide6.xml" Id="R7f495e2fea374e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1f0f9dc28445f" /><Relationship Type="http://schemas.openxmlformats.org/officeDocument/2006/relationships/notesSlide" Target="/ppt/notesSlides/notesSlide7.xml" Id="Rb1e764782fb54b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a8af8043e43c1" /><Relationship Type="http://schemas.openxmlformats.org/officeDocument/2006/relationships/notesSlide" Target="/ppt/notesSlides/notesSlide8.xml" Id="R3c1beba268ad4b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6cadf5b104ef0" /><Relationship Type="http://schemas.openxmlformats.org/officeDocument/2006/relationships/notesSlide" Target="/ppt/notesSlides/notesSlide9.xml" Id="Rad1a77d42ee744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285e74c0f49cd" /><Relationship Type="http://schemas.openxmlformats.org/officeDocument/2006/relationships/notesSlide" Target="/ppt/notesSlides/notesSlide10.xml" Id="Rcf078d375fd64c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94fa0774148e3" /><Relationship Type="http://schemas.openxmlformats.org/officeDocument/2006/relationships/notesSlide" Target="/ppt/notesSlides/notesSlide11.xml" Id="R5c9a13c62a6d47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3b351c10647f3" /><Relationship Type="http://schemas.openxmlformats.org/officeDocument/2006/relationships/notesSlide" Target="/ppt/notesSlides/notesSlide12.xml" Id="Ra4505bc66fdf46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a580dca734615" /><Relationship Type="http://schemas.openxmlformats.org/officeDocument/2006/relationships/notesSlide" Target="/ppt/notesSlides/notesSlide13.xml" Id="Rfe5ca9f2101547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fedeb09e84d87" /><Relationship Type="http://schemas.openxmlformats.org/officeDocument/2006/relationships/notesSlide" Target="/ppt/notesSlides/notesSlide14.xml" Id="Rb3e53931618b40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10c85568a47c3" /><Relationship Type="http://schemas.openxmlformats.org/officeDocument/2006/relationships/notesSlide" Target="/ppt/notesSlides/notesSlide15.xml" Id="R787ee2cdfc9647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a51105f0a4591" /><Relationship Type="http://schemas.openxmlformats.org/officeDocument/2006/relationships/notesSlide" Target="/ppt/notesSlides/notesSlide16.xml" Id="Rc26d8534eaa643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b706e271a4b28" /><Relationship Type="http://schemas.openxmlformats.org/officeDocument/2006/relationships/notesSlide" Target="/ppt/notesSlides/notesSlide17.xml" Id="R3cab0e47661448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3427525734015" /><Relationship Type="http://schemas.openxmlformats.org/officeDocument/2006/relationships/notesSlide" Target="/ppt/notesSlides/notesSlide18.xml" Id="R0b31352a74a642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7f7cd40984e5d" /><Relationship Type="http://schemas.openxmlformats.org/officeDocument/2006/relationships/notesSlide" Target="/ppt/notesSlides/notesSlide19.xml" Id="R168bb5fc776448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65c1d10ae4589" /><Relationship Type="http://schemas.openxmlformats.org/officeDocument/2006/relationships/notesSlide" Target="/ppt/notesSlides/notesSlide20.xml" Id="R539e1b0e633b4c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d45d7d9e24dd9" /><Relationship Type="http://schemas.openxmlformats.org/officeDocument/2006/relationships/notesSlide" Target="/ppt/notesSlides/notesSlide21.xml" Id="R7795fdb2d5d148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0aaa131c44202" /><Relationship Type="http://schemas.openxmlformats.org/officeDocument/2006/relationships/notesSlide" Target="/ppt/notesSlides/notesSlide22.xml" Id="Rf461c24e20354a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22f0bb72d4a13" /><Relationship Type="http://schemas.openxmlformats.org/officeDocument/2006/relationships/notesSlide" Target="/ppt/notesSlides/notesSlide23.xml" Id="Rd703edf228684b1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59b2a59244e59" /><Relationship Type="http://schemas.openxmlformats.org/officeDocument/2006/relationships/notesSlide" Target="/ppt/notesSlides/notesSlide24.xml" Id="R8f65d7a68b96412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16fd19f4d4a20" /><Relationship Type="http://schemas.openxmlformats.org/officeDocument/2006/relationships/notesSlide" Target="/ppt/notesSlides/notesSlide25.xml" Id="R03f1e37f0f8f48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e6d1271a942fd" /><Relationship Type="http://schemas.openxmlformats.org/officeDocument/2006/relationships/notesSlide" Target="/ppt/notesSlides/notesSlide26.xml" Id="Rb3dff536c44f441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651e5449a4918" /><Relationship Type="http://schemas.openxmlformats.org/officeDocument/2006/relationships/notesSlide" Target="/ppt/notesSlides/notesSlide27.xml" Id="R4d6fc4ba9c1b470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905f760ed418a" /><Relationship Type="http://schemas.openxmlformats.org/officeDocument/2006/relationships/notesSlide" Target="/ppt/notesSlides/notesSlide28.xml" Id="Rd2e3f8b8825648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12dde540f4f66" /><Relationship Type="http://schemas.openxmlformats.org/officeDocument/2006/relationships/notesSlide" Target="/ppt/notesSlides/notesSlide29.xml" Id="R45a11dbbfc224b0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b1c58cec04b31" /><Relationship Type="http://schemas.openxmlformats.org/officeDocument/2006/relationships/notesSlide" Target="/ppt/notesSlides/notesSlide30.xml" Id="R8315f36fc49f472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8c6bb079c4f70" /><Relationship Type="http://schemas.openxmlformats.org/officeDocument/2006/relationships/notesSlide" Target="/ppt/notesSlides/notesSlide31.xml" Id="R072de430148d4c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cb2d7234f4271" /><Relationship Type="http://schemas.openxmlformats.org/officeDocument/2006/relationships/notesSlide" Target="/ppt/notesSlides/notesSlide32.xml" Id="Rc90517a1c53e41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e1eb68d91459e" /><Relationship Type="http://schemas.openxmlformats.org/officeDocument/2006/relationships/notesSlide" Target="/ppt/notesSlides/notesSlide33.xml" Id="R70b97ba40d9448b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abbc49a0c4395" /><Relationship Type="http://schemas.openxmlformats.org/officeDocument/2006/relationships/notesSlide" Target="/ppt/notesSlides/notesSlide34.xml" Id="R18c67a648836430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6a8ff8523485e" /><Relationship Type="http://schemas.openxmlformats.org/officeDocument/2006/relationships/notesSlide" Target="/ppt/notesSlides/notesSlide35.xml" Id="R7f366975ce8b4a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b710dc6284cff" /><Relationship Type="http://schemas.openxmlformats.org/officeDocument/2006/relationships/notesSlide" Target="/ppt/notesSlides/notesSlide36.xml" Id="R664030660bf44b1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88b4156ad4412" /><Relationship Type="http://schemas.openxmlformats.org/officeDocument/2006/relationships/notesSlide" Target="/ppt/notesSlides/notesSlide37.xml" Id="R3f25451b75b54a3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22838e4714e7e" /><Relationship Type="http://schemas.openxmlformats.org/officeDocument/2006/relationships/notesSlide" Target="/ppt/notesSlides/notesSlide38.xml" Id="Rde00b976aced468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7639572c1410a" /><Relationship Type="http://schemas.openxmlformats.org/officeDocument/2006/relationships/notesSlide" Target="/ppt/notesSlides/notesSlide39.xml" Id="Rc814163fb015438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d4d58c3904b34" /><Relationship Type="http://schemas.openxmlformats.org/officeDocument/2006/relationships/notesSlide" Target="/ppt/notesSlides/notesSlide40.xml" Id="R60e96c828bbf439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3e342255e4912" /><Relationship Type="http://schemas.openxmlformats.org/officeDocument/2006/relationships/notesSlide" Target="/ppt/notesSlides/notesSlide41.xml" Id="R9ae56dd2a5b446a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9cd273be84a06" /><Relationship Type="http://schemas.openxmlformats.org/officeDocument/2006/relationships/notesSlide" Target="/ppt/notesSlides/notesSlide42.xml" Id="Ra8858e3cfd6447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350C8-680E-4FF1-A7E1-30CD7A8A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7217C-0A53-4F53-81F5-F5948394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Electrode System and Electrochemical Sensors Electrode System: Introduction, types of electrodes, overview of Nernst equ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0EDFC-7BF9-40C0-96AF-9DFB489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E0813-F42D-4266-B739-77D5DDDB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0F99-1D0D-4F18-B939-E8F7CE1D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C54F0-72B5-4921-A507-E762D00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5C550-46C0-4F13-8410-FEF0C44D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B1551-A07A-4309-8248-B1397964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8BB81-866B-4DF8-BD9E-C1075DF2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4C3F0-C8C7-4259-8279-D7FC836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59177-313F-49F1-8674-E639F185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66D5C-7142-4237-928D-3C7FC439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728A9-0705-4C82-943E-E33889D2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051970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A1C3C-92E3-473A-8381-EF73DF13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69AED-83BC-4538-9E11-B667CAD9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153B2-F708-4324-AD61-134D37F0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A1C0F-43BA-45DE-BCCA-41B53901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76D6A-8AB8-4448-8ACA-AF9DA240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7F28D-C35E-4960-9526-C3619C8B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A4C9F-FE9D-41B2-A4ED-40829360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C353B-3E6C-4B15-8BB5-4627F9FA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BB9A3-EA6B-4D65-A044-B80F3360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898EE-2B22-4022-B57B-8B4FBB08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C2F0A-523E-4CC0-BE2F-9C40B486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B5F2F-AE8F-42FD-96CC-C529E827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EDC32-F9E0-4423-9B1F-19D8BF5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E9910-8F19-48B2-BE90-714BAD6D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50820-B2CF-4724-9992-7DA87412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89836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91A989-5391-4E98-976A-0555F671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D88D8-543D-4264-9464-1C88C4AC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8294F-8CD2-442B-B63B-72B37CEA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31518-94E4-4C00-9BB6-F803E814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B55DB-BDC6-4969-A9CA-933A4E30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CBCB6-8EB6-4B13-9FC7-EE34DF36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5C692-3DD1-4B50-8BD4-99B57F78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E8D7F-6EC3-4824-96B7-9373AC6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FC012-E517-4B40-9668-BFCECFCD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Electrode System 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74090-8366-495D-B903-B39AA36F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21577-5BA1-4C2C-B4EA-B4A58741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7A25C-3231-4B86-BF16-294AC564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System: Introduction, types of electrodes, overview of 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587E9-2FA0-4786-A40C-FD87A752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7ED36-886D-40BE-AFF5-DA89D66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DBE45-A0F0-419E-9B4E-096E4B29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Ion selective electrode- definition, construction, workin...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053C4-636A-4AB3-98B6-BFCCAFE8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1F098-C94F-40EC-A0A7-FE1C60D1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C0658-FCEE-4450-8E2B-ED37DBBD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Construction and working of concentration cell and numeri...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7330D-A664-4F72-99E7-A055620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93193-EC63-4D51-B4D0-1C4CD952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B9CAF-483B-4492-B5D1-D22B31B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Methods: Introduction, principle and instrumentation of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85AA8-A12F-470A-989D-5A8370D8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C532E-B7AC-41E9-BED6-72D80F9D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DF9E5-4305-4B11-881A-9F5672A7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its application in the estimation of copper in PCBs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F115F3-C940-4892-A07B-E33E3E7A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6C8F6-BFE3-41DD-832A-07230D9D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C0B797-96C1-4969-B18C-178D95DD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Principle and instrumentation of potentiometric sensors a...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A6D3D-9A9F-4EAB-A121-A13367FB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1C71DD-3696-40E7-84F4-89F0FF2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B15AF-1A31-478C-B2DA-8925B70C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its application in the estimation of acid mixture in the...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6C75BB-5354-4B41-B5A0-9280A508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5475BD-3A9F-4AF9-962B-F1A0F622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23742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F45FB-737C-4543-ACCA-881A0133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4CC91-287C-42FA-84D0-A43996AD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237CD-743B-421B-9C1A-D69B44B2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78BDF-DF72-49F4-A8DF-A9BC770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CA5F2-55DF-49F6-8E28-B4B6E1AE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39AB6-EFE7-4BBC-A7F1-697FF489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2DAD3-2156-4C46-AB50-67B4C607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EBAA4-EBB9-46AA-B351-7153477F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Electrode System 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667F1-5734-451D-99CB-7BB95EE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D8B39-3040-4F2D-857C-DE431176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F7FF4-C446-456D-9A2C-71F2516A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System: Introduction, types of electrodes, overview of Ne...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0ADFF-7013-4F10-A565-E199B1A1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CDC02-8FC1-469B-B396-92AD5B31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D1CD0-99D8-4195-831A-9D516064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Ion selective electrode- definition, construction, workin...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1FC85-8D94-4109-871D-6DDFAA57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22112-B0F0-4171-8D66-836EC12C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36AD7-1ABE-4536-9786-A3D09D3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Construction and working of concentration cell and numeri...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BD75E-B533-4094-9DE1-B9187510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00853-65F3-46AF-8A18-A0023CF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66547-F94F-4744-BF6C-90A98860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Methods: Introduction, principle and instrumentation of 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57359-8831-4EDB-B2F4-97CFFF03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E85FE-324B-4D5F-ADBD-07A5B88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3904C-BE76-470C-8B7B-F78A40E5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its application in the estimation of copper in PCBs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85560-909A-4CCB-8095-8F4CDB5F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C82943-C99C-4A91-957C-EB5DE596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9C79C-C550-4E9B-93B4-5B8CC986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Principle and instrumentation of potentiometric sensors a...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25F0D-EB93-4EE6-ABA5-66BA7C61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09FFC-03AD-4861-8EDB-C79059E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4F2D47-FFF8-490B-B410-012309E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77676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43462-02AF-47D9-AFAC-9CAECFFE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AF6D-C4B6-453B-BF25-DCFA0214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C2471-72FD-4E4B-AFEE-AB465167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B1F3D-0441-4762-A452-5D10E1A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4B8B1-D402-432F-BED7-7D86568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F3225-E5B7-4D69-901D-4C90E4B8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Electrochemical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60C4F-176B-4F1C-B510-6EA37FEB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6FF96-B7C0-411D-A86E-47BF7F5C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8AFB8-0C6B-419F-8FF8-9E22CA35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398F8-4B64-41C4-885C-2634D7D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6C738-C3CF-412F-B02F-F88ADD5E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Nernst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CEA28-A0C9-4398-BFDD-1C1DA7D6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91DB8-8728-4DCE-8032-58580AA0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0FACD-42D8-4F65-BA7B-620F50CA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electrode-construction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74A15-A911-473A-8593-54F38CAC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ABF7B-AB4C-4094-849D-73F96F33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125454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9EBD9-F2BC-465C-B484-A9C8E30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14757-29AB-404A-B5ED-16FEC7E5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8EB21-94BB-4EAB-8BCF-EA5F06D8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6B7CE-E4A2-4C39-B02E-C48336A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F7741-26AE-4BBE-85FC-7A840B28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Electrode System 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DAF96-B225-4582-8164-62828BD0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Electrode System and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87A88-EFA4-4FC2-925A-B5EFAD26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3B8B2-5D35-4B79-8C75-DEB24431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06733-EB58-4387-9BCC-8A477C8C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3386B-A782-4CC7-BC3B-CA7D29DF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08CB6-666D-4423-8053-E6319C19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A5D68-8FA6-49FD-9007-4CE6262D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0693B-ED34-4F83-9BD7-56801F06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F346D-C386-4F43-BB13-E02E5AF9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AA08A-0AE8-4A3E-8070-40AFC9C9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29F8F-4B51-4656-8849-19E55C0A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34241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30758-6A95-4A45-8F59-C6B48566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60F8D-83F0-4100-9BD1-8267C0B4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D9506-15BE-4FEB-BDA8-FF18B38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A53B0-1DAE-48CD-AB4F-AFBE1C3F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100D9-1CC0-498E-A946-E3A890B0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2C5E0-802E-49CE-8B51-4072E681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5AE63-DA6C-4BDE-B7DB-5FC6D440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148C9-45A1-43B2-BAD9-C6474411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F10D9-DA31-4002-A565-30DC3947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Electro...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F3629-7273-4B8F-8C98-17869910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2D457-6BC7-47C0-824A-DA620E0D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BFDAF-EEB3-4FB3-B88C-198FBAA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Electrode System...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7DB52-FB41-4C83-8E3F-7AF02B24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61BFD-8E76-40D4-9A70-ED2DFD3D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E675E-ACAB-43E7-8F0C-BC58AE0D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Electrod...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A5965-06D0-4555-8DB1-EA91A705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56772-D38F-4A3D-8FD9-788FC70D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A5B71-75B2-4570-B4E9-D9FF42E8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Electrode Syst...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CCDB0-C6BF-42F1-BFF6-17757592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6B74A-1090-49C1-9ED1-7727E23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D7E64-589F-4D76-9525-9611AC95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Electrode Syst...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E45F80-09E1-433B-A656-B7C28782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4906D-3CA9-4825-82D0-8DAF54F7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73981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FA2D1-64BB-4C04-AE32-6142736F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40E81-6B6A-42B8-A9DF-AA43969E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F8340-4385-430D-965B-57246A9C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7291E-631C-4A2B-B115-68A537A7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31E36-FF8D-41C4-B38E-94BC757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91912-4A7D-4493-8ABB-9973491B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FBCFC-6451-4A89-84A3-D7EFD7D2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19044-DAAC-4771-B9FE-75DE85F5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0EAC1-D5E1-47BA-8320-FB84D86D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BFB87-F7BE-4059-BAF6-B3618077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EBA24-E77D-42D0-B111-21001B1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2C396-2E0F-45FE-9F19-AD1D0726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406E7-0872-4F45-8B4A-3DE40775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A13A1-188C-4E3E-89AF-A42D1464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7E371-93F0-4D47-82E4-5407B704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212847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834F5-8617-4679-A42B-6D1C26BA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BC5A5-1761-4EAE-BF30-95438FC2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86DEF-7A5D-487F-B538-FC526F0A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46936-84CB-4C79-9F86-46738141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8E1DC-808A-4FFE-B0DF-E62472D2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130D2-6B0E-4307-8650-3D9B86E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Electrode System and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5C390-AA1C-4BBC-B71B-A334AC4D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4B01D-A491-42AE-8ED4-53B60196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79424-CB84-4DE5-80E1-6475E2A8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03C0D-E60E-4FEF-A206-4351A500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801D2-0868-419E-A7C3-34DC0E30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23444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D13E6-6240-4919-8E2F-8C9FA916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3209F-E4BB-434D-B691-7BD09BE7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56F86-6FBA-4066-92F8-D48555D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E867F-574D-4F58-AA86-D8A2AF33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481E-13FC-4DD8-945B-F3B787A8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System: Introduction, types of electrodes, overview of Nernst equation, reference electrode-construction, worki...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3D6DE-972C-4DA5-9CEC-4A96746E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System: Introduction, types of electrodes...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415CB-35C6-4947-8DCD-9A3E9618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40BD7-6A00-4BB5-B3CE-E0E4DFF4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9329A-3E0E-4A7C-B440-95C352B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84BB6-FFA3-45AB-BDC9-76DEA1E1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29DB9-CF7C-4DBA-8FAE-EB6E8C61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F30E8-9DE2-4BF1-A6B8-4F9B9AD5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2AF58-630D-4640-903A-5E702090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BDEBE-1845-4648-B4D4-3C1D789F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28484-1B78-4160-8EBA-AC8C95B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47C59-C0E0-4803-B5EC-CFCF1811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4173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320BF-796A-43CD-888F-B88B15B8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60E25-A398-4189-8173-A504B9CE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A1652-F8F9-4A18-AE31-DC10223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7E8B6-1719-48C5-8184-BC39C881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80495-A6BD-4646-ACA7-1AFA36E3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7AF01-96F4-47F4-BEA0-4B62D816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07FF6-2D6B-4337-919B-5DAE3DA7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7D00C-F16D-4EC0-8D69-006DE3F0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FC552-3462-463B-A04D-0D226396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System:...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5DC44-F102-4841-A958-4C129567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05CB0-1570-47BA-8BF0-BCB9DA76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64E76-29B8-40C1-A620-6F6C279B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System: Introduct...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48A04-8A97-431A-959C-91ADA18C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C7D9D-502C-4C24-9793-E8F03636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93FD9-C723-4DD7-83DC-AA2BEF2C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System:...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A343D-9FFD-403A-8E36-EE6A130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43161-F29F-4755-ABD8-B881C3F2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F2652-9597-458D-B9BD-31411267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System: Introd...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A198D-2BDB-4004-803B-9C59FBB4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D2F48-B812-4C33-AE04-4B013972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BCBDF-E901-489F-AB57-E5052DF2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System: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48414-0DC6-41D3-8011-1558A312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C0466-2E11-4792-9F12-0D400CB3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03696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28C76-8F32-4C98-ABF2-06F4810E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D7DC0-2513-43BA-A636-15624E0A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AC4C2-1DF3-4997-992F-9991548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C0EEA-8B72-44B8-802B-30EC1B1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41FB1-6F2E-4B44-AC2F-8D389984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9BB92-33AC-4012-A930-AC5C997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7D43A-4CAB-4937-A5B1-A7510954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EA66D-6283-48B0-BB16-17648525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F6EBA-48A8-485D-87CC-DE129F90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BC84C-C2D5-4BA4-A4A4-64DD4593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6603-6304-43B5-BD7A-B1C477C7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FD32F-EA74-405B-A5E3-E1975FD5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9582C-C1BC-477E-A0A5-67462F34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7D493-4A62-4A45-9236-B842ED19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661D8-A67E-4578-A9A3-44EF042E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0424405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C0822-A147-411E-9956-BC06E6B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C1445-F5BF-4B1D-B760-B6210F64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56509-8DBB-4F95-B86F-555E3202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918BC-0643-47DD-9BF2-94A95638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7BE97-D98A-4E0D-A72C-140A850F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337F5-2716-4AA7-A565-F07D970B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System: Introduction, types of electrodes, overview of Ne...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6ADE7-869A-4BBF-B6BD-DB4DE5AC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67912-CFAA-476A-A47B-305227E4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1577E-73AF-4A82-8F05-B88B10B6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B6DC8-E14E-46A4-A035-2991D3C2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24C5C-193D-48BF-9DDB-44E24512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162137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772F6-1FFB-48A8-803F-E3AF0216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FDCE9-1473-462F-B5AD-A766203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EBED5-3B5F-4CD6-B33C-BEBECAD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7ED49-8624-4F04-B94E-04CD430D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20418-9389-4611-80C3-1BB9C14E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Ion selective electrode- definition, construction, working of glass electrode, determination of pH using glass...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6C879-F26D-412A-9A11-843AE424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Ion selective electrode- definition, cons...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58CEF-DBFF-4A53-B1EF-EEB87EFC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5454B-8FAF-4855-8042-8382A812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C0A07-D9E5-4468-B76E-7D31E560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131EC-A94F-4375-BAF8-EFF092FA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04305-14FE-4906-9FB0-86E4A40E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5B566-7237-44AA-A023-7E38A391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D3990-8A66-4298-9B9C-90430B13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C2BF1-DD24-4AD6-ACA5-ED327E7D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45AC2-3212-4F90-9A36-CB1D23B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A4A6E-B2EA-4BF0-9507-4F1B5AA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104613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0A50B-25BD-4D7D-9A69-B41457E3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F8073-D826-439B-A75F-10D7B329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DB15A-3E08-4487-BA7F-3F62F0AC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739FD-7E2E-4993-8DA2-74C5F5F0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6C482-55C3-4364-9A1B-A265C6BD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52205-F94F-44F1-B613-2AA134FD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6E52D-318C-489D-AB8D-F6C93600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A754C-40EE-495F-ACFA-88FA7FE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795BC-07D1-4789-A859-5BD09838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Ion sel...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BF606-33D4-4E04-BC68-047978CC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77FF4-010F-4F75-A9C2-D05FD94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42435-7CE0-40BD-AFDA-B56E40F7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Ion selective ele...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4CE1D-A1FC-4C70-A8AC-54A4C258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E00C7-E08D-4031-8F11-7F93F5A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2A3B2-4161-4C31-8D8B-A6B091D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Ion sele...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32B1E-28A6-4285-8364-38B5BD1E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BD12F-6444-4E85-9203-21979FB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E3D6A-3B59-4EEC-A66F-AF8EB2F9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Ion selective...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27E05-CAAD-467F-932C-054AFE1C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CDB86-FF4C-49BF-8DFB-68C8555D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21722-6828-46EB-BD0A-28FBD7C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Ion selective...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B228A-2A52-44F2-895F-D58D54AD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DEDF2-63A4-4AC3-B1C3-7A79565E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428340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E46CA-15E6-4D2E-8A48-A009BDC4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8BCB6-91B9-4123-9BB1-0CC0CE87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88583-1711-48B1-9D4D-90EF5510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E33CE-11B6-46BE-8236-8B8A7A67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EDD01-AFCA-4CDE-8A60-FD6BCF1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4B7FB-BD48-4604-93BE-DB9CD4B1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37AAB-06FA-4AC0-870D-BEE1951F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7532A-1C33-44DB-9598-BD22DEB5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C1B3F-C040-443F-8425-A0B57671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48BA9-4594-4559-A9BF-EABC4E6F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C0923-CAF3-4B9D-A3A5-5B449637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4A4C3-C090-4EF0-99FF-A1C1CAB1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40D07-D012-4021-8DCF-1D5110EA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FA6EF-0269-456E-B470-ADF0DEEA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284CD-8912-47D1-8188-32CC1FFE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59342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EEA11-B753-4CC7-AEA1-D206E756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148D8-F49A-40B7-8251-59B3C26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18F04-62BF-42EB-BB63-FC8AD989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EAA6F-1BBD-41EB-9720-8C1231E8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7DEB9-0DED-4F35-90D1-E04CAE7A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72890-E07B-4B22-9DE3-F96CA2C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Ion selective electrode- definition, construction, workin...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4204E-F33E-42C6-8EE8-57B5A7B0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9A839-B049-4975-A790-6717CE9B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4E0AF-9047-43AF-9949-B052A3B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B8B4E-85EC-42CF-AD8E-C45A5B02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37109-5EB6-4881-B501-1CAB1CF0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62524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C48A3-84FA-4768-BDA1-41C0DCF4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0AC8-7286-452E-9D05-7495438B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DF708-5BFE-4055-9C37-F385FFB0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488F0-D84F-4DCD-9A59-2C8F7B39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A2D83-AD18-4375-A174-87AB2274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Construction and working of concentration cell and 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28E2A-2F98-4A3B-8367-4612A948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 and working of concentration...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D08B3-23CA-41D7-9BC9-9AB4C02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AD83C-F2ED-4F4F-BF4C-BAF1DBB1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4B843-0E29-42B6-B52E-0AB686F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9F8DF-3956-40EF-A87C-09E3D51A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162FB-C588-4C73-A2F2-AA0BB725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E7E2F-C8D2-48E0-8D7D-45453F9C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EBB12-B178-4794-8708-F84A95C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C39D7-CB89-4A1E-A3FA-8F0C9B76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0F834-B306-4402-9D81-CF5667D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9B151-8CB5-4DD4-BC7F-60B8BB4E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550586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8C0A7-7DEC-4DC3-952E-25359DA6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DD97A-717A-43F9-AFB2-9F37592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FCA7C-799A-42B4-8047-F1A64A6F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60E5A-0980-4F3E-9623-193D22D7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F708-E00C-4345-8961-2ADF2C0D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624C4-BA03-4B04-A546-575A38E5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4AF13-B49D-423C-8FF5-5EE0C21F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E9EE3-24D9-4AA9-9038-3CA96630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D6A4D-FE61-4586-9BA3-A28577EF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Constru...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46E8D-B658-478D-82D1-66A86ADA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08BA3-3EA7-4B1A-A7B7-3ECBE9A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BB2C0-46D9-44E5-B403-917D6268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Construction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2FFAE-038D-4FCC-A4C4-C6F9054E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160E2-8CDE-4EBE-AAD9-F3B4FD51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F5699-9455-46F9-847D-B1AC86BC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Construc...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A84DB-B082-4DD1-81AE-BB725B78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75119-53D7-447C-85AB-644E4FEF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3A41C-21EE-4F30-9231-F0DF78D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Construction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FC7EF-7BF8-4D93-836D-8E8D0A23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4F7C7-2D09-4827-BD23-111F493A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7379C-60DE-4E49-B051-D10E030C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Construction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7286A-4975-4093-8491-56FDA2E4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56B09-801C-4303-B934-D6090830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362970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9EA41-E2C9-45A3-8AA1-EF8688A2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E2E69-1A29-4081-A66A-37989A83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4F69D-2E25-4B7E-B860-694CEC00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38754-0DA6-47DF-B74F-234B5ACE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1C42D-4FA5-4F92-8192-CB0B5A83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C7DBE-84CC-4DA2-B81D-A5F925D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C3025-A204-4FA5-96F8-96A4025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EA385-C071-4D71-9253-EC270C39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C1BFC-396C-4942-AC69-285AC91D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6BF16-689D-456E-A688-BEF64BFF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4783F-4A0A-4584-B95E-40D4488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CE6B4-C14B-47DC-938C-DE888CD6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D3724-4F6A-4BC6-AC00-3585FA77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DA700-5AB7-4855-B877-F45048A7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B7E67-8D5C-4837-949F-77D55CF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642844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1C05F-740C-42F6-BB70-47E4B96F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49D58-EF2E-4263-978E-EE5E9EC6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9E16F-DEFE-4E99-A4F3-E2B056BF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DE515-5294-43F1-A755-8D5ED2D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2080D-B4DD-4B60-AFF7-B6B7E99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F6A0D-252F-4EC6-8D97-9739F990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Construction and working of concentration cell and numeri...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AEA21-FC83-4493-BDC7-85F1D335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8CDF0-2B33-451E-A480-BA43658E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81B09-77CA-4074-B87C-D37B5B9E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C1C7D-EC30-407C-A522-856A5760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7B429-BBCF-424A-A8D9-D5F5922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61715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13F5E-E539-439E-AB1B-09B7F6F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C2DF0-B8E5-4992-B976-6E541527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52C12-4422-4415-9343-D80EC033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E9453-F6C2-4256-8D21-CC98F168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3040C-4B14-4C77-921D-3C744EC2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Methods: Introduction, principle and instrumentation of colorimetric sensors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1B679-D94E-4630-834E-0D2CA222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Methods: Introduction, principle and inst...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8149D-AA62-48BA-86F4-B8D7F8F3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A8CF4-2513-40FF-A8C6-9B623AE8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B00DB-B5E8-42CC-92AB-6ED7BA11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6D684-F12A-4859-81E0-4DDDEBB5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47358-CBBD-46C8-AB5B-55B73A00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172A5-591C-47B2-8D56-3F5F0036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8BA19-888F-4329-B182-276C5E65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25B9B-3478-43C5-A96F-3694F8B5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A1976-D721-4F2D-997C-64598D50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C4075-FED6-4192-AF4A-9C2D7947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570169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D99AD-D134-43AC-A12E-C659D42A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5C18C-19EA-4B19-9F2F-9E69944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7FEE4-AA09-4697-91B0-381D52CF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0B40C-9AF1-401E-A548-B36FAE56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7C3C9-45FE-41C2-ACF3-D70CD3C5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B95F5-AB25-4A2B-899D-FFE522CD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F7048-6F46-4ECA-8E34-FCB50249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F70B8-8564-411E-8836-29D58AF5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7FE11-6F3F-40F1-B2B8-117AEAAC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Methods...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86EBC-B45A-4AB3-AE9C-C82CBD0C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51AD1-6432-4C49-8859-F7AD5EE3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71596-9372-4D32-B04D-AF37F406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Methods: Introduc...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8B82C-30C3-407E-BBE9-2B920AE5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C4303-4AB8-41F8-B676-5F70120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1B2BC-E59A-4381-B82C-1162BFCA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Methods:...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2A5CA-9E30-48AD-A2BF-D00B914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8CD52-B98F-427E-8758-5A188155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9DCF4-B64F-46C0-AD3E-C36138A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Methods: Intro...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0ECC2-4FC8-40FF-9FA7-70698B26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92773-F422-4C0A-8026-28B55018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4C683-FE3C-450B-A5C4-3BE5D8A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Methods: Intro...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00CDD-BD26-4144-96ED-04E2AF86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45379-6236-4140-A38D-C284EBB5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856918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FFEAE-FF50-4AB3-BE50-46BF2D8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1B1E4-2488-4E18-B0E5-D5B8686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6EE73-8655-4CFD-BE92-94A8E0A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DB1DC-B7F7-4370-B710-E7A8739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58D21-21B2-4940-93B1-0055E94C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1F9E5-AE12-4A75-9DE8-041EEEDC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B9E7E-1D22-480D-B229-55517A39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95E90-2209-4F76-826B-B41D7A6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C0F5E-B1DF-468C-B785-901A13E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F28D0-83A0-490E-8272-4FE9BD41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6E7E0-4D08-492B-B737-6EC435E1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92A49-D412-4DB2-9994-A252E15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04F13-DF6B-49A5-8680-3D7F87D1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9457D-E8D1-42BA-A337-6F825E2E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9DD64-D604-4C3A-BB99-3CB91870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486990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72B50-243D-4C8C-8DBD-53208493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EFDDF-FCEE-4E48-BCD7-DF4E08E9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42D39-A6F5-47E7-A064-C866D308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82771-3997-4B9B-A796-EE0AEA67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B9F27-5863-48F8-8524-D7698B8A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B7267-9BAC-44BA-A376-852086EB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Methods: Introduction, principle and instrumentation of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56D4A-6637-4CBB-9CF1-4EEF4323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F1B65-D954-4004-9BD2-03F8192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788F0-01DB-40A4-AFFC-E3F4952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2EEEB-B877-49AA-ABA5-481348CF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44499-AFFB-4186-BF2B-4617236E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101661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79B36-2E76-4589-98F9-91F9AD3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0559C-6FEA-42D2-9066-67D86703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1EE31-C723-4C25-9B1C-A5F759DD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718B7-E5CF-4864-A562-FE8ADE2C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7C988-7FE4-4982-A060-7E37DDA9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its application in the estimation of copper in PCBs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340B2-7192-4E58-A66D-A5E1ED1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its application in the estimation of copp...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FF728-3B1E-43C0-B9F6-8FDA4890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FD4E6-9324-4748-A531-0027FFBB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71F58-4B69-4111-A6F2-933779BE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50E90-C5C6-4393-905D-6F7394E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C60B5-85F6-43A8-BAC4-BB0C5195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83E51-0C3A-4BCE-81A2-16011B1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7FFFE-C73A-456E-92E7-47EF729D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D4C9D-E334-4CB1-BE02-9F45DC93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F03D6-E346-4E68-8DD8-1B1CD945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AF250-4226-4219-BBA7-80DCBE3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088480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8D218-4891-46E1-B793-F0B641DF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9581C-BBAE-43F9-877C-3DC24EE7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B901A-DED8-4376-95F2-9AA6A7BD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C1BF4-C33A-4423-A2C8-98500CCC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C0F51-A1B2-45E7-A56E-CE00C383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15917-34BF-4669-AF7B-6D1B4A15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88801-3008-46F0-9D3A-8BC8CC93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FFDEB-1FCA-4C5C-9C42-206F7A9F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3D777-7AA0-43BB-924E-457BF5E3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its app...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8E8A6-C483-4608-B555-67A76E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B8975-3CD1-4078-A5A8-60265EF1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F2DC5-B41D-4D7F-AE9C-EA392248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its application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9E161-C02A-406C-AA1B-8696BBD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FF6DC-792A-49AF-802A-023C5673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39591-A94D-4FC9-AAA8-9112985F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its appl...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CAD33-E72F-4285-A170-D10F9226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542F2-F104-4B31-B9E9-B607BEA0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02F89-C39E-41F4-8945-B8AC7792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its applicatio...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48799-041F-40D0-B91D-60842658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61BC3-8C05-4DF3-8B23-331C33F3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24B25-C4B4-4B8C-AD22-CFD02CD4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its applicatio...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E678E-3B24-4949-A981-E2B1C4D6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69891-BBB9-4832-92D4-D106574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517326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FA871-FB30-4A1E-91F6-4376A90A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96959-0E7A-4D88-89D7-68D8D9E1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25060-F99F-4FB7-9A68-0EE4B222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6B01C-B0AA-46B9-93B2-CBF4782D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E8B15-3B81-4708-8021-D7F37AB3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0C6DD-D9F3-4227-B7D3-403F57A5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F6F82-5814-4FA5-8CEC-3965C8F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43AC1-B0BD-4C06-ADE8-89602920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FE28A-9793-422F-84BD-7D179A99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5E845-9198-4946-A2DA-44514C6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1E711-6653-4D59-8DC6-F3491D1A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23611-B001-424E-BFED-EE759B03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3E45A-0EFB-4A37-97EE-8823974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57EA4-6C8F-4DBE-8D97-A3B2685E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C526C-B931-440D-99F6-3943611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3938416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991DE-181F-48E7-AD27-73264479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18FCF-6B2B-4A7A-9D77-517A1905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39CB9-79B2-4DDA-A12F-8ADEFAD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CFC3B-2B90-46D2-8CF7-5BAA69D5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F2F86-946A-42F8-8F4E-3AE56BCB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617E2-4457-4E37-9709-7178F6E2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its application in the estimation of copper in PCBs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79F9E-BC39-4135-B519-7EBB3E50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C19B2-C814-4642-B771-377C58BC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61F59-BDE2-4B87-8407-0851AF8E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66FDF-DA45-4985-8C66-D768332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8BACC-1B5C-4EA9-BF5A-BF65DCA8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577581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DDA8D-1136-485B-AFE6-8A558B32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C88FB-E98E-4A8C-8027-376D5F10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19C9A-D56A-47A4-A7B6-52839B81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51305-1AA0-4CED-9DF0-B2DCEEA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77D2D-72DE-46D9-BF8E-33D6499A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Principle and instrumentation of potentiometric sensors and its application in the estimation of iron in steel,...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3C938-3007-4048-B293-7FE6A650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Principle and instrumentation of potentio...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EF839-ACA0-43BB-B777-EC7E9A1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1057C-1D1F-4278-B0E7-464DF43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6C73D-6A90-42B3-8CAF-D7AC2791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8D58F-2150-4D7C-829A-1CF31D1C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1BA6A-6827-44F2-A372-3CFEB14A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8A386-5668-4390-9FEC-9BF2D964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643D8-9697-4441-BB28-65246F41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3BB95-1A6D-42B0-B927-8116677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713C8-D51B-4E80-966F-B291CB0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23348-7C66-48EA-91B8-CB820C36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0041702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58285-28B0-452B-A27E-99432D84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989B0-207A-49AD-AA64-FC94F649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B7209-341C-472F-8A1E-17561AE0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D8CE1-331A-4DD4-8004-33888B58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E5D48-FA26-44CE-A5A8-61A44EDF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9E92B-5E81-46F4-84EA-613A9F32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4B901-59C7-4BBC-BD70-A4CCBA96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2C162-B355-4010-ACAC-3775747D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40DD6-691F-4679-AC60-1D723A37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Princip...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96FF7-F8BD-47E3-9192-DE6533BD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38700-E84E-4EB3-AA69-E8FC7835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9DDA2-26EE-4106-9477-83761660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Principle and ins...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9B86A-F6CE-490F-AA65-714ABDD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418B5-41B5-4112-AF20-E7CB1EFB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4122A-4185-4228-9DC9-6D19DBF8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Principl...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3D5D2-CD09-4C54-80CA-DCFBA755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C03AD-BB85-4AFB-811E-7ECB10A1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5DD1F-F4A1-4516-8EBA-5876070A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Principle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C800B-EEAF-425A-BE75-3C5340E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24052-2218-4510-81DA-020B25AF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A0B9C-3C2A-4E0D-BC67-E35A17D3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Principle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E6B12-3AD9-43A9-BF9F-7FFFA424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63F90-61E5-47A0-BCC1-DB95AC49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506083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08158-143C-4629-A645-E532B14B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88F83-34E1-47C5-96E9-198BB5F8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A1994-6A02-450F-97EB-71FB73F6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CEFA4-5A7C-4ED4-9F1D-72CAA0C7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DBFC8-CAAC-4AAA-8EE4-0DB27049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557CF-2EED-4361-A4E1-5C80A3F2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958DC-1C70-4DDB-BDCF-7A4564C4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143F5-6B77-4072-BA7B-C99428F1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FD7D2-61B5-49D6-89F6-CEAB0CFA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78F7A-CCE9-442A-98BE-B34932FD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079E8-0AF1-4759-ACC5-0CD41E2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E38E5-CB62-447B-9806-CB33040E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E531B-58CF-4898-8CB1-23FAC27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8E269-4D1D-4F9F-AA51-DD15F229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ACD64-100E-46FC-A033-418E231B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4636105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37A97-61A3-4DCB-AA2D-BD0E6F5A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60EC2-0476-4F00-8361-48211DC9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7B06C-8816-49FF-B8DC-3E092971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9868C-BA65-4961-A523-EE810DD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29881-D200-44B3-A8A3-8349493C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67E8-EA3D-41AD-9B67-D8FD5F2D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Principle and instrumentation of potentiometric sensors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03F80-A4C1-4C53-B919-BBFBC70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EE0C5-0122-43B8-BDF5-8F205CC6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C429B-7211-4CA5-899C-37174596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D9347-BD99-4E85-AF34-52E44968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9E4EF-6356-4576-A088-E3BBBB4D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226073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21E75-6A1D-49EC-97B3-5DEC31B7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7C038-DF9E-4E2F-9E44-E99F0A2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8EA69-14ED-44D3-B60E-E12850FF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55001-574B-4444-95BB-33D4DF2F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1CD07-6B4F-4A3E-BD66-D5B779A1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its application in the estimation of acid mixture in the sample.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25859-C7FA-4A6D-B192-006CD4C6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its application in the estimation of acid...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A7E2D-D7E5-438B-87C7-BA0B7C54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4E9AD-7C78-46B6-BE55-6AE5A440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F49A2-19C9-499A-8496-637FC494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3F556-4617-466F-9430-8FF507F1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B1FDD-6798-45F3-9BD9-ABE96564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9502D-6F9E-40EA-844B-40E51000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28922-9E03-400A-AFFB-F2FCB187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28B51-0C90-4435-A7DA-F9604170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5CB18-5597-4F1C-AD06-18993A50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323FE-A668-454E-9DB7-CA6CC9F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946046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D3B9A-6E73-47EA-89B0-81D6C686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4C6EE-A4E5-4D3C-88E4-02EF23D9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14B36-1B6D-4E30-975C-7DCA3198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98D6A-D4CB-4647-8F93-59B525D0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9A0CA-ED3E-4D2B-9151-172CAB1A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85E07-6573-46BF-8FC9-CD46226C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9EE23-5CB5-40DD-8C74-61CA683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17A75-3B10-4BF9-826A-0669CB9D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EB1F4-1B15-42B7-890B-07EA164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its app...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41790-1096-4A9E-93A6-290BC9F1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5BD0D-DDB5-48A2-870D-3D231F01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BC0EA-BA68-44C7-A893-371AC738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its application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7E90C-79F7-4439-A48B-D33A5FB9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A1ED6-3088-4A01-A06A-27EEEB8B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B976D-6927-4E1E-B7FA-577DEA5C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its appl...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19FF0-F164-4B96-82FB-B893000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FF349-169C-4BA8-95F2-65F971C5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E2487-2E6C-4309-94EB-F8697E78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its applicatio...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238E1E-434C-49E3-8D79-F1F3791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0F9B3-54E4-4E73-B298-A7149AD5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29E77-C019-4E51-BA7F-11E7D838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its applicatio...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42E2C-451B-499F-86FF-4C1F5A3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311AE-69E8-4C08-96FC-2088A3E3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076580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11E21-10F5-41F3-8196-3F3360B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BEDB5-BA85-4CF6-ABEE-904C2A67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7D5A8-D8E1-4C25-97DC-32B89B9B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5E92D-1A6F-4641-8325-2E8804C8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14A42-678F-41B5-A447-7E10F1FC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56B81-95A5-4563-B7F8-A165BD5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BBC5B-53F9-47D7-9B32-855F79D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37C0B-8CA2-4E9C-8788-3FE471AA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5DDBB-F716-40E6-9ACD-BCE4A01D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9FBB3-4187-4443-9A9C-966CAB93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D01C5-A50B-4A83-8781-56A95B77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4C660-DACA-44CB-BF9C-8ACBA7B6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63E53-46E7-4072-977F-2D7EAB9B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1AB57-0A3F-4E39-BC9D-39EA79F2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7AFCB-9561-47B7-AD36-7FD40559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120291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EBF06-5A03-48D9-BBBD-A7AC9251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9701C-0E47-4FBC-9041-796121D5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343CD-7023-4BFB-8FD1-26966800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4BF6D-AC48-4DF0-B609-97CC5A57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02C1D-C833-4587-86FC-AE06A703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4E779-FAA7-4E8F-B0C5-367E4F12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its application in the estimation of acid mixture in the...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A2E05-6C09-4D9D-8565-5571E51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4616D-A682-4320-9372-3B3EC9E1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B2791-2F43-47DE-A2A0-35BB7F10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0C832-4F59-44B9-8B82-9FFD4B5E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DA9A1-980E-4156-8923-1570FE3F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36971205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00F22-8DD9-4C11-9208-A80DC85A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861E5-A3CC-469C-8666-17115C01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244BA-6BBE-4831-92E8-2A284B2E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14C5E-C470-43E6-8F04-6AA56EB2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68D4C-E24E-4B23-94AD-AE6F1762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37A8D-469F-4932-9F60-E6838F5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272378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69F26-7125-46E8-A4CA-CD49020D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11B04-7C37-45CD-8128-05A6C779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6803D-2078-43BD-B7D1-953B3D0B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9A81F-B094-4E8F-9D75-DC269028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B910E-3C1A-4A8E-8623-016284C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Electrode: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Electrochemical: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Sensors: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electrodes: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EBBC5-A533-4667-96F9-23CE78D1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2500258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0F601-5A5E-4A4C-AA16-FD23AD9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B900D-D8BD-463D-97D2-C75FB43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47EDF-458F-48CD-ACC8-F98E161A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5A3DB-1238-416F-9B53-9F4F23DC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025E3-E96F-421F-9AE1-B3F8BFC6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6B05F-3C56-4514-B1B7-A82C7DD8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67474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BF966-E570-459A-98F4-CF60AECA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1955B-87B1-4921-935D-1BB491D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56755-0459-4003-A779-C97A3BBF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A7009-C2EF-4A9E-A611-8838A3AF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B9FE5-FD5D-4B6A-B3E8-3898FC46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E25AD-94A7-4AA0-A97B-1DD5AA3D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906997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5557B-4A3C-4C92-9B4F-61BD7C56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B48E4-1CA4-4DE4-A5A4-12CBAD72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69045-0F4B-4250-B49E-F3C0AD9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1977A-7268-4C5F-B3EA-F53D266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4CC08-FC14-454A-AD62-8A2E245C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Electrode System and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System: Introduction, types of electrodes, overview of Nernst equation,...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Ion selective electrode- definition, construction, working of glass ele...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Construction and working of concentration cell and numerical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Methods: Introduction, principle and instrumentation of colorimetric se...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A68EB-3E24-4C29-89B1-A8E96062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D69CF-3658-4221-A43F-FF7742C0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A5E38-8582-4D4E-8137-982A14B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34976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2026-08-24T16:02:32.7930000Z</dcterms:created>
  <dcterms:modified xsi:type="dcterms:W3CDTF">2026-08-24T16:02:32.7930000Z</dcterms:modified>
</coreProperties>
</file>