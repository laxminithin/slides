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3ff10ca5cd409f" /><Relationship Type="http://schemas.openxmlformats.org/officeDocument/2006/relationships/extended-properties" Target="/docProps/app.xml" Id="R66f601f856764477" /><Relationship Type="http://schemas.openxmlformats.org/officeDocument/2006/relationships/officeDocument" Target="/ppt/presentation.xml" Id="Rebb63cf9c6f945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3c70386e6a46ce"/>
  </p:sldMasterIdLst>
  <p:notesMasterIdLst>
    <p:notesMasterId xmlns:r="http://schemas.openxmlformats.org/officeDocument/2006/relationships" r:id="Reedb1d5e46dd43f3"/>
  </p:notesMasterIdLst>
  <p:sldIdLst>
    <p:sldId xmlns:r="http://schemas.openxmlformats.org/officeDocument/2006/relationships" id="256" r:id="R6bbace0d7fba44bb"/>
    <p:sldId xmlns:r="http://schemas.openxmlformats.org/officeDocument/2006/relationships" id="257" r:id="R795594f2d4b04582"/>
    <p:sldId xmlns:r="http://schemas.openxmlformats.org/officeDocument/2006/relationships" id="258" r:id="R1e4ff638eb4d4f94"/>
    <p:sldId xmlns:r="http://schemas.openxmlformats.org/officeDocument/2006/relationships" id="259" r:id="R35469059a008407f"/>
    <p:sldId xmlns:r="http://schemas.openxmlformats.org/officeDocument/2006/relationships" id="260" r:id="Rfccd1b0626e5417e"/>
    <p:sldId xmlns:r="http://schemas.openxmlformats.org/officeDocument/2006/relationships" id="261" r:id="Rcadfd735de2945de"/>
    <p:sldId xmlns:r="http://schemas.openxmlformats.org/officeDocument/2006/relationships" id="262" r:id="Rd8b566cb4697455c"/>
    <p:sldId xmlns:r="http://schemas.openxmlformats.org/officeDocument/2006/relationships" id="263" r:id="Re2f233099dff4af3"/>
    <p:sldId xmlns:r="http://schemas.openxmlformats.org/officeDocument/2006/relationships" id="264" r:id="R1c1e652df91048cd"/>
    <p:sldId xmlns:r="http://schemas.openxmlformats.org/officeDocument/2006/relationships" id="265" r:id="R8245a3cdbe3a424a"/>
    <p:sldId xmlns:r="http://schemas.openxmlformats.org/officeDocument/2006/relationships" id="266" r:id="Rc4255a463dcd44c9"/>
    <p:sldId xmlns:r="http://schemas.openxmlformats.org/officeDocument/2006/relationships" id="267" r:id="Rcdf23a12f6844a40"/>
    <p:sldId xmlns:r="http://schemas.openxmlformats.org/officeDocument/2006/relationships" id="268" r:id="R5da7d8a441024a93"/>
    <p:sldId xmlns:r="http://schemas.openxmlformats.org/officeDocument/2006/relationships" id="269" r:id="R149ae7dae6b442a6"/>
    <p:sldId xmlns:r="http://schemas.openxmlformats.org/officeDocument/2006/relationships" id="270" r:id="Rf963215cc7c042c6"/>
    <p:sldId xmlns:r="http://schemas.openxmlformats.org/officeDocument/2006/relationships" id="271" r:id="R7d707db233de4876"/>
    <p:sldId xmlns:r="http://schemas.openxmlformats.org/officeDocument/2006/relationships" id="272" r:id="R3bf16694a0ff496d"/>
    <p:sldId xmlns:r="http://schemas.openxmlformats.org/officeDocument/2006/relationships" id="273" r:id="R4feb2dfc834b49d6"/>
    <p:sldId xmlns:r="http://schemas.openxmlformats.org/officeDocument/2006/relationships" id="274" r:id="R75b55253855a4d78"/>
    <p:sldId xmlns:r="http://schemas.openxmlformats.org/officeDocument/2006/relationships" id="275" r:id="R715f76a4ce4644a1"/>
    <p:sldId xmlns:r="http://schemas.openxmlformats.org/officeDocument/2006/relationships" id="276" r:id="Rcd568d7fc0ae46ce"/>
    <p:sldId xmlns:r="http://schemas.openxmlformats.org/officeDocument/2006/relationships" id="277" r:id="Rb94a6cc7b8b34532"/>
    <p:sldId xmlns:r="http://schemas.openxmlformats.org/officeDocument/2006/relationships" id="278" r:id="R5fb8b86278a44f52"/>
    <p:sldId xmlns:r="http://schemas.openxmlformats.org/officeDocument/2006/relationships" id="279" r:id="R19a2b9166ef848d5"/>
    <p:sldId xmlns:r="http://schemas.openxmlformats.org/officeDocument/2006/relationships" id="280" r:id="R9e04425b72cf4f7e"/>
    <p:sldId xmlns:r="http://schemas.openxmlformats.org/officeDocument/2006/relationships" id="281" r:id="R99ab62b115db43c5"/>
    <p:sldId xmlns:r="http://schemas.openxmlformats.org/officeDocument/2006/relationships" id="282" r:id="Rf681dbd60c4442b5"/>
    <p:sldId xmlns:r="http://schemas.openxmlformats.org/officeDocument/2006/relationships" id="283" r:id="R3656149eb5324174"/>
    <p:sldId xmlns:r="http://schemas.openxmlformats.org/officeDocument/2006/relationships" id="284" r:id="Re5d3a0ff2fa64f63"/>
    <p:sldId xmlns:r="http://schemas.openxmlformats.org/officeDocument/2006/relationships" id="285" r:id="R777fb2a1d88c44cc"/>
    <p:sldId xmlns:r="http://schemas.openxmlformats.org/officeDocument/2006/relationships" id="286" r:id="R837a7c85b39c4389"/>
    <p:sldId xmlns:r="http://schemas.openxmlformats.org/officeDocument/2006/relationships" id="287" r:id="R2328d3b7dca54f82"/>
    <p:sldId xmlns:r="http://schemas.openxmlformats.org/officeDocument/2006/relationships" id="288" r:id="Rcf6b2db821aa469e"/>
    <p:sldId xmlns:r="http://schemas.openxmlformats.org/officeDocument/2006/relationships" id="289" r:id="Rebb7484d6fde4eee"/>
    <p:sldId xmlns:r="http://schemas.openxmlformats.org/officeDocument/2006/relationships" id="290" r:id="Rced9e8c7d7a34d19"/>
    <p:sldId xmlns:r="http://schemas.openxmlformats.org/officeDocument/2006/relationships" id="291" r:id="Recc899a75f874a26"/>
    <p:sldId xmlns:r="http://schemas.openxmlformats.org/officeDocument/2006/relationships" id="292" r:id="R686b47c7b3684126"/>
    <p:sldId xmlns:r="http://schemas.openxmlformats.org/officeDocument/2006/relationships" id="293" r:id="Re068f2f3f3a44ed1"/>
    <p:sldId xmlns:r="http://schemas.openxmlformats.org/officeDocument/2006/relationships" id="294" r:id="Rec44363a7b8b4d30"/>
    <p:sldId xmlns:r="http://schemas.openxmlformats.org/officeDocument/2006/relationships" id="295" r:id="R1d9a4e33e0fc4a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490aeb6c04e06" /><Relationship Type="http://schemas.openxmlformats.org/officeDocument/2006/relationships/slideMaster" Target="/ppt/slideMasters/slideMaster1.xml" Id="R9c3c70386e6a46ce" /><Relationship Type="http://schemas.openxmlformats.org/officeDocument/2006/relationships/notesMaster" Target="/ppt/notesMasters/notesMaster1.xml" Id="Reedb1d5e46dd43f3" /><Relationship Type="http://schemas.openxmlformats.org/officeDocument/2006/relationships/presProps" Target="/ppt/presProps.xml" Id="Rac9dbd5bf8e74ed7" /><Relationship Type="http://schemas.openxmlformats.org/officeDocument/2006/relationships/tableStyles" Target="/ppt/tableStyles.xml" Id="R7473f5ac2a884e2e" /><Relationship Type="http://schemas.openxmlformats.org/officeDocument/2006/relationships/slide" Target="/ppt/slides/slide1.xml" Id="R6bbace0d7fba44bb" /><Relationship Type="http://schemas.openxmlformats.org/officeDocument/2006/relationships/slide" Target="/ppt/slides/slide2.xml" Id="R795594f2d4b04582" /><Relationship Type="http://schemas.openxmlformats.org/officeDocument/2006/relationships/slide" Target="/ppt/slides/slide3.xml" Id="R1e4ff638eb4d4f94" /><Relationship Type="http://schemas.openxmlformats.org/officeDocument/2006/relationships/slide" Target="/ppt/slides/slide4.xml" Id="R35469059a008407f" /><Relationship Type="http://schemas.openxmlformats.org/officeDocument/2006/relationships/slide" Target="/ppt/slides/slide5.xml" Id="Rfccd1b0626e5417e" /><Relationship Type="http://schemas.openxmlformats.org/officeDocument/2006/relationships/slide" Target="/ppt/slides/slide6.xml" Id="Rcadfd735de2945de" /><Relationship Type="http://schemas.openxmlformats.org/officeDocument/2006/relationships/slide" Target="/ppt/slides/slide7.xml" Id="Rd8b566cb4697455c" /><Relationship Type="http://schemas.openxmlformats.org/officeDocument/2006/relationships/slide" Target="/ppt/slides/slide8.xml" Id="Re2f233099dff4af3" /><Relationship Type="http://schemas.openxmlformats.org/officeDocument/2006/relationships/slide" Target="/ppt/slides/slide9.xml" Id="R1c1e652df91048cd" /><Relationship Type="http://schemas.openxmlformats.org/officeDocument/2006/relationships/slide" Target="/ppt/slides/slide10.xml" Id="R8245a3cdbe3a424a" /><Relationship Type="http://schemas.openxmlformats.org/officeDocument/2006/relationships/slide" Target="/ppt/slides/slide11.xml" Id="Rc4255a463dcd44c9" /><Relationship Type="http://schemas.openxmlformats.org/officeDocument/2006/relationships/slide" Target="/ppt/slides/slide12.xml" Id="Rcdf23a12f6844a40" /><Relationship Type="http://schemas.openxmlformats.org/officeDocument/2006/relationships/slide" Target="/ppt/slides/slide13.xml" Id="R5da7d8a441024a93" /><Relationship Type="http://schemas.openxmlformats.org/officeDocument/2006/relationships/slide" Target="/ppt/slides/slide14.xml" Id="R149ae7dae6b442a6" /><Relationship Type="http://schemas.openxmlformats.org/officeDocument/2006/relationships/slide" Target="/ppt/slides/slide15.xml" Id="Rf963215cc7c042c6" /><Relationship Type="http://schemas.openxmlformats.org/officeDocument/2006/relationships/slide" Target="/ppt/slides/slide16.xml" Id="R7d707db233de4876" /><Relationship Type="http://schemas.openxmlformats.org/officeDocument/2006/relationships/slide" Target="/ppt/slides/slide17.xml" Id="R3bf16694a0ff496d" /><Relationship Type="http://schemas.openxmlformats.org/officeDocument/2006/relationships/slide" Target="/ppt/slides/slide18.xml" Id="R4feb2dfc834b49d6" /><Relationship Type="http://schemas.openxmlformats.org/officeDocument/2006/relationships/slide" Target="/ppt/slides/slide19.xml" Id="R75b55253855a4d78" /><Relationship Type="http://schemas.openxmlformats.org/officeDocument/2006/relationships/slide" Target="/ppt/slides/slide20.xml" Id="R715f76a4ce4644a1" /><Relationship Type="http://schemas.openxmlformats.org/officeDocument/2006/relationships/slide" Target="/ppt/slides/slide21.xml" Id="Rcd568d7fc0ae46ce" /><Relationship Type="http://schemas.openxmlformats.org/officeDocument/2006/relationships/slide" Target="/ppt/slides/slide22.xml" Id="Rb94a6cc7b8b34532" /><Relationship Type="http://schemas.openxmlformats.org/officeDocument/2006/relationships/slide" Target="/ppt/slides/slide23.xml" Id="R5fb8b86278a44f52" /><Relationship Type="http://schemas.openxmlformats.org/officeDocument/2006/relationships/slide" Target="/ppt/slides/slide24.xml" Id="R19a2b9166ef848d5" /><Relationship Type="http://schemas.openxmlformats.org/officeDocument/2006/relationships/slide" Target="/ppt/slides/slide25.xml" Id="R9e04425b72cf4f7e" /><Relationship Type="http://schemas.openxmlformats.org/officeDocument/2006/relationships/slide" Target="/ppt/slides/slide26.xml" Id="R99ab62b115db43c5" /><Relationship Type="http://schemas.openxmlformats.org/officeDocument/2006/relationships/slide" Target="/ppt/slides/slide27.xml" Id="Rf681dbd60c4442b5" /><Relationship Type="http://schemas.openxmlformats.org/officeDocument/2006/relationships/slide" Target="/ppt/slides/slide28.xml" Id="R3656149eb5324174" /><Relationship Type="http://schemas.openxmlformats.org/officeDocument/2006/relationships/slide" Target="/ppt/slides/slide29.xml" Id="Re5d3a0ff2fa64f63" /><Relationship Type="http://schemas.openxmlformats.org/officeDocument/2006/relationships/slide" Target="/ppt/slides/slide30.xml" Id="R777fb2a1d88c44cc" /><Relationship Type="http://schemas.openxmlformats.org/officeDocument/2006/relationships/slide" Target="/ppt/slides/slide31.xml" Id="R837a7c85b39c4389" /><Relationship Type="http://schemas.openxmlformats.org/officeDocument/2006/relationships/slide" Target="/ppt/slides/slide32.xml" Id="R2328d3b7dca54f82" /><Relationship Type="http://schemas.openxmlformats.org/officeDocument/2006/relationships/slide" Target="/ppt/slides/slide33.xml" Id="Rcf6b2db821aa469e" /><Relationship Type="http://schemas.openxmlformats.org/officeDocument/2006/relationships/slide" Target="/ppt/slides/slide34.xml" Id="Rebb7484d6fde4eee" /><Relationship Type="http://schemas.openxmlformats.org/officeDocument/2006/relationships/slide" Target="/ppt/slides/slide35.xml" Id="Rced9e8c7d7a34d19" /><Relationship Type="http://schemas.openxmlformats.org/officeDocument/2006/relationships/slide" Target="/ppt/slides/slide36.xml" Id="Recc899a75f874a26" /><Relationship Type="http://schemas.openxmlformats.org/officeDocument/2006/relationships/slide" Target="/ppt/slides/slide37.xml" Id="R686b47c7b3684126" /><Relationship Type="http://schemas.openxmlformats.org/officeDocument/2006/relationships/slide" Target="/ppt/slides/slide38.xml" Id="Re068f2f3f3a44ed1" /><Relationship Type="http://schemas.openxmlformats.org/officeDocument/2006/relationships/slide" Target="/ppt/slides/slide39.xml" Id="Rec44363a7b8b4d30" /><Relationship Type="http://schemas.openxmlformats.org/officeDocument/2006/relationships/slide" Target="/ppt/slides/slide40.xml" Id="R1d9a4e33e0fc4a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58ffebc7a4a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b29367b3b9444d" /><Relationship Type="http://schemas.openxmlformats.org/officeDocument/2006/relationships/notesMaster" Target="/ppt/notesMasters/notesMaster1.xml" Id="R9355e64e527247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9a4882a3d44c5b" /><Relationship Type="http://schemas.openxmlformats.org/officeDocument/2006/relationships/notesMaster" Target="/ppt/notesMasters/notesMaster1.xml" Id="R718a370aabda43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a0bef25564f04" /><Relationship Type="http://schemas.openxmlformats.org/officeDocument/2006/relationships/notesMaster" Target="/ppt/notesMasters/notesMaster1.xml" Id="R55ba76f4bf2d44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84825999184728" /><Relationship Type="http://schemas.openxmlformats.org/officeDocument/2006/relationships/notesMaster" Target="/ppt/notesMasters/notesMaster1.xml" Id="Rb946103c942f47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593d7c9b9b453e" /><Relationship Type="http://schemas.openxmlformats.org/officeDocument/2006/relationships/notesMaster" Target="/ppt/notesMasters/notesMaster1.xml" Id="R543219f33a4e45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eeb69e1c184bd7" /><Relationship Type="http://schemas.openxmlformats.org/officeDocument/2006/relationships/notesMaster" Target="/ppt/notesMasters/notesMaster1.xml" Id="R0d291d4f40fc46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323c3eb6cb41b7" /><Relationship Type="http://schemas.openxmlformats.org/officeDocument/2006/relationships/notesMaster" Target="/ppt/notesMasters/notesMaster1.xml" Id="Re1da5b11a73249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8a424ac1b14f66" /><Relationship Type="http://schemas.openxmlformats.org/officeDocument/2006/relationships/notesMaster" Target="/ppt/notesMasters/notesMaster1.xml" Id="R4b9c00e0bfaa46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d7bce91be04fcc" /><Relationship Type="http://schemas.openxmlformats.org/officeDocument/2006/relationships/notesMaster" Target="/ppt/notesMasters/notesMaster1.xml" Id="R2997f1cc855642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0c19023e9f47db" /><Relationship Type="http://schemas.openxmlformats.org/officeDocument/2006/relationships/notesMaster" Target="/ppt/notesMasters/notesMaster1.xml" Id="R14a48cc2c12047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323fa367c94f1e" /><Relationship Type="http://schemas.openxmlformats.org/officeDocument/2006/relationships/notesMaster" Target="/ppt/notesMasters/notesMaster1.xml" Id="R32c3577f08d046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41762a239d480b" /><Relationship Type="http://schemas.openxmlformats.org/officeDocument/2006/relationships/notesMaster" Target="/ppt/notesMasters/notesMaster1.xml" Id="Re32b76f78b7149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2cafee0ba24b4a" /><Relationship Type="http://schemas.openxmlformats.org/officeDocument/2006/relationships/notesMaster" Target="/ppt/notesMasters/notesMaster1.xml" Id="R637289c2c9744a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d070acfab642fe" /><Relationship Type="http://schemas.openxmlformats.org/officeDocument/2006/relationships/notesMaster" Target="/ppt/notesMasters/notesMaster1.xml" Id="R7bf95927df6040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e176b03e3c4e88" /><Relationship Type="http://schemas.openxmlformats.org/officeDocument/2006/relationships/notesMaster" Target="/ppt/notesMasters/notesMaster1.xml" Id="R5f328fbd92214c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9168627fd64843" /><Relationship Type="http://schemas.openxmlformats.org/officeDocument/2006/relationships/notesMaster" Target="/ppt/notesMasters/notesMaster1.xml" Id="R21b4b8a5c97443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ae7deebe0f4e58" /><Relationship Type="http://schemas.openxmlformats.org/officeDocument/2006/relationships/notesMaster" Target="/ppt/notesMasters/notesMaster1.xml" Id="Rea5924fc5cc945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cafc5d345e4b94" /><Relationship Type="http://schemas.openxmlformats.org/officeDocument/2006/relationships/notesMaster" Target="/ppt/notesMasters/notesMaster1.xml" Id="R344e20bd248747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4dce79cbb24226" /><Relationship Type="http://schemas.openxmlformats.org/officeDocument/2006/relationships/notesMaster" Target="/ppt/notesMasters/notesMaster1.xml" Id="R122d4113412f4d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196ae1c96b4e34" /><Relationship Type="http://schemas.openxmlformats.org/officeDocument/2006/relationships/notesMaster" Target="/ppt/notesMasters/notesMaster1.xml" Id="R19feb873ae4b40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be36a8cc644217" /><Relationship Type="http://schemas.openxmlformats.org/officeDocument/2006/relationships/notesMaster" Target="/ppt/notesMasters/notesMaster1.xml" Id="R2b9f92be0fd64f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810d9ca83c4956" /><Relationship Type="http://schemas.openxmlformats.org/officeDocument/2006/relationships/notesMaster" Target="/ppt/notesMasters/notesMaster1.xml" Id="Rbde8b69d92d74b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78781a8d9d4e05" /><Relationship Type="http://schemas.openxmlformats.org/officeDocument/2006/relationships/notesMaster" Target="/ppt/notesMasters/notesMaster1.xml" Id="R0334a69b0669473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c9841d7cc249f6" /><Relationship Type="http://schemas.openxmlformats.org/officeDocument/2006/relationships/notesMaster" Target="/ppt/notesMasters/notesMaster1.xml" Id="R8d8e12802345429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328515b125743a3" /><Relationship Type="http://schemas.openxmlformats.org/officeDocument/2006/relationships/notesMaster" Target="/ppt/notesMasters/notesMaster1.xml" Id="R8ff20a0736af44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8c4210f34447b4" /><Relationship Type="http://schemas.openxmlformats.org/officeDocument/2006/relationships/notesMaster" Target="/ppt/notesMasters/notesMaster1.xml" Id="R93d1b5544da446d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61709273b140d5" /><Relationship Type="http://schemas.openxmlformats.org/officeDocument/2006/relationships/notesMaster" Target="/ppt/notesMasters/notesMaster1.xml" Id="Ra13bc0559d7949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1b662896194ede" /><Relationship Type="http://schemas.openxmlformats.org/officeDocument/2006/relationships/notesMaster" Target="/ppt/notesMasters/notesMaster1.xml" Id="R69877333914247e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a1d1b23227c4f15" /><Relationship Type="http://schemas.openxmlformats.org/officeDocument/2006/relationships/notesMaster" Target="/ppt/notesMasters/notesMaster1.xml" Id="R328e30e7c012493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d305397e4274610" /><Relationship Type="http://schemas.openxmlformats.org/officeDocument/2006/relationships/notesMaster" Target="/ppt/notesMasters/notesMaster1.xml" Id="R6d53af2afe404b2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d80d29682254ba2" /><Relationship Type="http://schemas.openxmlformats.org/officeDocument/2006/relationships/notesMaster" Target="/ppt/notesMasters/notesMaster1.xml" Id="R72eb2bcc508541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64649ed20f14720" /><Relationship Type="http://schemas.openxmlformats.org/officeDocument/2006/relationships/notesMaster" Target="/ppt/notesMasters/notesMaster1.xml" Id="Rb256ac3e9938467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cd697c8d7a24c63" /><Relationship Type="http://schemas.openxmlformats.org/officeDocument/2006/relationships/notesMaster" Target="/ppt/notesMasters/notesMaster1.xml" Id="Rd0cfbf9303fb41a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3599624b73942fa" /><Relationship Type="http://schemas.openxmlformats.org/officeDocument/2006/relationships/notesMaster" Target="/ppt/notesMasters/notesMaster1.xml" Id="R232a727b2d5648e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e587d1a2bc54b9e" /><Relationship Type="http://schemas.openxmlformats.org/officeDocument/2006/relationships/notesMaster" Target="/ppt/notesMasters/notesMaster1.xml" Id="R05e6424276f14ae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5f6be90503b4196" /><Relationship Type="http://schemas.openxmlformats.org/officeDocument/2006/relationships/notesMaster" Target="/ppt/notesMasters/notesMaster1.xml" Id="R4bf6cab776504d1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6361c6954224e42" /><Relationship Type="http://schemas.openxmlformats.org/officeDocument/2006/relationships/notesMaster" Target="/ppt/notesMasters/notesMaster1.xml" Id="R7e34118b7434464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da280a23ab14d0a" /><Relationship Type="http://schemas.openxmlformats.org/officeDocument/2006/relationships/notesMaster" Target="/ppt/notesMasters/notesMaster1.xml" Id="Rcdbad3f697fe42a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e1793fdeb8e48e8" /><Relationship Type="http://schemas.openxmlformats.org/officeDocument/2006/relationships/notesMaster" Target="/ppt/notesMasters/notesMaster1.xml" Id="R4765f8c31fc4407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31af437fbc94261" /><Relationship Type="http://schemas.openxmlformats.org/officeDocument/2006/relationships/notesMaster" Target="/ppt/notesMasters/notesMaster1.xml" Id="R82cb9e8b810d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03a930faf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ada0e626aa4636" /><Relationship Type="http://schemas.openxmlformats.org/officeDocument/2006/relationships/slideLayout" Target="/ppt/slideLayouts/slideLayout1.xml" Id="R55a00385ee5849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00385ee5849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893274260459b" /><Relationship Type="http://schemas.openxmlformats.org/officeDocument/2006/relationships/notesSlide" Target="/ppt/notesSlides/notesSlide1.xml" Id="R1c0269a33d8345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0e2c3943248d4" /><Relationship Type="http://schemas.openxmlformats.org/officeDocument/2006/relationships/notesSlide" Target="/ppt/notesSlides/notesSlide2.xml" Id="R919c14bb793045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320e198a5424d" /><Relationship Type="http://schemas.openxmlformats.org/officeDocument/2006/relationships/notesSlide" Target="/ppt/notesSlides/notesSlide3.xml" Id="Rc658795ab835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ab835f35d44df" /><Relationship Type="http://schemas.openxmlformats.org/officeDocument/2006/relationships/notesSlide" Target="/ppt/notesSlides/notesSlide4.xml" Id="R189207105bac48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d03b8c3d04f9c" /><Relationship Type="http://schemas.openxmlformats.org/officeDocument/2006/relationships/notesSlide" Target="/ppt/notesSlides/notesSlide5.xml" Id="Raae0a6ec49ad44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d1febe3e8422e" /><Relationship Type="http://schemas.openxmlformats.org/officeDocument/2006/relationships/notesSlide" Target="/ppt/notesSlides/notesSlide6.xml" Id="R509a15064a9c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3a532027949d8" /><Relationship Type="http://schemas.openxmlformats.org/officeDocument/2006/relationships/notesSlide" Target="/ppt/notesSlides/notesSlide7.xml" Id="R44c8bda624fd48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c91b9b42243d7" /><Relationship Type="http://schemas.openxmlformats.org/officeDocument/2006/relationships/notesSlide" Target="/ppt/notesSlides/notesSlide8.xml" Id="Rc71ca3d26fe349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dc750c0db45c2" /><Relationship Type="http://schemas.openxmlformats.org/officeDocument/2006/relationships/notesSlide" Target="/ppt/notesSlides/notesSlide9.xml" Id="R71dba5dff6854b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63a083b754025" /><Relationship Type="http://schemas.openxmlformats.org/officeDocument/2006/relationships/notesSlide" Target="/ppt/notesSlides/notesSlide10.xml" Id="Rc5d08996ce5e4a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c2fb61cc54f2f" /><Relationship Type="http://schemas.openxmlformats.org/officeDocument/2006/relationships/notesSlide" Target="/ppt/notesSlides/notesSlide11.xml" Id="R3fefa5ed602240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06e5c4df645d0" /><Relationship Type="http://schemas.openxmlformats.org/officeDocument/2006/relationships/notesSlide" Target="/ppt/notesSlides/notesSlide12.xml" Id="R4045f206edaf4e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e709423d04405" /><Relationship Type="http://schemas.openxmlformats.org/officeDocument/2006/relationships/notesSlide" Target="/ppt/notesSlides/notesSlide13.xml" Id="R304b2e12b2134c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4101726fc4565" /><Relationship Type="http://schemas.openxmlformats.org/officeDocument/2006/relationships/notesSlide" Target="/ppt/notesSlides/notesSlide14.xml" Id="Rc352e0144e044d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6230fbba54c66" /><Relationship Type="http://schemas.openxmlformats.org/officeDocument/2006/relationships/notesSlide" Target="/ppt/notesSlides/notesSlide15.xml" Id="R01152b22d0d247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feec15d83440c" /><Relationship Type="http://schemas.openxmlformats.org/officeDocument/2006/relationships/notesSlide" Target="/ppt/notesSlides/notesSlide16.xml" Id="Rf1326f15ce2842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1d574d1d2452f" /><Relationship Type="http://schemas.openxmlformats.org/officeDocument/2006/relationships/notesSlide" Target="/ppt/notesSlides/notesSlide17.xml" Id="Rb5a7f10aec5f48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c6bccd7834a28" /><Relationship Type="http://schemas.openxmlformats.org/officeDocument/2006/relationships/notesSlide" Target="/ppt/notesSlides/notesSlide18.xml" Id="R924ccec0433246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90bc18ae9449c" /><Relationship Type="http://schemas.openxmlformats.org/officeDocument/2006/relationships/notesSlide" Target="/ppt/notesSlides/notesSlide19.xml" Id="R51ab34e6c4d14b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8f9b03bd44f2e" /><Relationship Type="http://schemas.openxmlformats.org/officeDocument/2006/relationships/notesSlide" Target="/ppt/notesSlides/notesSlide20.xml" Id="Rcd75e9b80d2e4b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69c63edbc4316" /><Relationship Type="http://schemas.openxmlformats.org/officeDocument/2006/relationships/notesSlide" Target="/ppt/notesSlides/notesSlide21.xml" Id="R5ed7f3a9499a46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23a5b571d49df" /><Relationship Type="http://schemas.openxmlformats.org/officeDocument/2006/relationships/notesSlide" Target="/ppt/notesSlides/notesSlide22.xml" Id="Rc458d5752bd543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51683fdca480b" /><Relationship Type="http://schemas.openxmlformats.org/officeDocument/2006/relationships/notesSlide" Target="/ppt/notesSlides/notesSlide23.xml" Id="Rbcfb88e6fced40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64574d2f949ac" /><Relationship Type="http://schemas.openxmlformats.org/officeDocument/2006/relationships/notesSlide" Target="/ppt/notesSlides/notesSlide24.xml" Id="R3c1d40690abf4c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178e5055440fb" /><Relationship Type="http://schemas.openxmlformats.org/officeDocument/2006/relationships/notesSlide" Target="/ppt/notesSlides/notesSlide25.xml" Id="Rd585dff8a21e4f2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944ab99ac42ce" /><Relationship Type="http://schemas.openxmlformats.org/officeDocument/2006/relationships/notesSlide" Target="/ppt/notesSlides/notesSlide26.xml" Id="R1aa4f816ae3944c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d45e05efa4f99" /><Relationship Type="http://schemas.openxmlformats.org/officeDocument/2006/relationships/notesSlide" Target="/ppt/notesSlides/notesSlide27.xml" Id="R1eb57c87233c458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3a80cb9d747a2" /><Relationship Type="http://schemas.openxmlformats.org/officeDocument/2006/relationships/notesSlide" Target="/ppt/notesSlides/notesSlide28.xml" Id="Rafb558e96b7c46e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944abcb5a48bc" /><Relationship Type="http://schemas.openxmlformats.org/officeDocument/2006/relationships/notesSlide" Target="/ppt/notesSlides/notesSlide29.xml" Id="R1834287b20474ed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819f5d66e4d63" /><Relationship Type="http://schemas.openxmlformats.org/officeDocument/2006/relationships/notesSlide" Target="/ppt/notesSlides/notesSlide30.xml" Id="Rfec17765af2749d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b1b32898a43f1" /><Relationship Type="http://schemas.openxmlformats.org/officeDocument/2006/relationships/notesSlide" Target="/ppt/notesSlides/notesSlide31.xml" Id="R2df772916c264e9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a19c6ae314f02" /><Relationship Type="http://schemas.openxmlformats.org/officeDocument/2006/relationships/notesSlide" Target="/ppt/notesSlides/notesSlide32.xml" Id="Rb8b73a53912046e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0ae6e18744c05" /><Relationship Type="http://schemas.openxmlformats.org/officeDocument/2006/relationships/notesSlide" Target="/ppt/notesSlides/notesSlide33.xml" Id="Ra126a1d3fab84c9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c29ad8be24c15" /><Relationship Type="http://schemas.openxmlformats.org/officeDocument/2006/relationships/notesSlide" Target="/ppt/notesSlides/notesSlide34.xml" Id="Rf7db9075ea5149a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2cfa4447244e2" /><Relationship Type="http://schemas.openxmlformats.org/officeDocument/2006/relationships/notesSlide" Target="/ppt/notesSlides/notesSlide35.xml" Id="Ra5b72d7076a34e6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ac9f1f30a4073" /><Relationship Type="http://schemas.openxmlformats.org/officeDocument/2006/relationships/notesSlide" Target="/ppt/notesSlides/notesSlide36.xml" Id="Rfd89c99c28cf4ff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366fb21a34f9f" /><Relationship Type="http://schemas.openxmlformats.org/officeDocument/2006/relationships/notesSlide" Target="/ppt/notesSlides/notesSlide37.xml" Id="R7d81ae123e6b46b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941c04e2a4b78" /><Relationship Type="http://schemas.openxmlformats.org/officeDocument/2006/relationships/notesSlide" Target="/ppt/notesSlides/notesSlide38.xml" Id="R8817baf6e2d5475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9316057464592" /><Relationship Type="http://schemas.openxmlformats.org/officeDocument/2006/relationships/notesSlide" Target="/ppt/notesSlides/notesSlide39.xml" Id="R22f840e7e0ec431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f931ba22245f0" /><Relationship Type="http://schemas.openxmlformats.org/officeDocument/2006/relationships/notesSlide" Target="/ppt/notesSlides/notesSlide40.xml" Id="R35ecc5dbd0b649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12A3B-83E5-42C0-B1A3-6AA1AE21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74070-EFDB-484A-BB74-7C1832E2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Materials for Energy Devices Semiconductors: Introduction, n-type and p -type semiconductor materials (organic and inorg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C3C30-C6EB-431B-8BA8-83012590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4C411-62CD-4237-B121-09D9E2D8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76B14-8B57-4265-971D-8DBC24F9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24991-8F0D-4092-93D4-823DD617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DA7AF-50AA-43E0-B8A1-D2A87278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2EB4E-19B7-454C-9373-4584CD6B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45210-275B-4AD0-A60B-5F03E08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2616C-A166-4DEF-87BC-459ED6A0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32C46-9C98-4829-A55F-3AA15B66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84510-4B06-4BB8-ABDD-1B28B502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1F2E8-CC4F-4DC7-970C-01D5C6BB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49247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D6D43-647C-4D2B-B825-5CFA5771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A7B10-6F05-4E39-AA72-6168C3F2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FA1C3-392D-4380-A645-6C41CD5F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57535-FF49-4215-8968-CF261E3B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F36D4-6D5B-4CE6-B9FD-155A769D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C4858-D02A-420F-9395-33829295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4C07C-0ACC-414F-A42B-AC7AEB6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DBB07-DCF3-4D49-A3F4-40EFB48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BCB28-A715-4EE9-BDDD-EA9F60B3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88FC4-CF80-4482-96B5-C50716DA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69BE0-16B3-4765-9503-890A6052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C3194-7E82-4493-B4C1-D39FEFC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7C8AE-DBB5-48E0-8236-66F567EF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104BE-9D4E-4466-9647-5AAE03E9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C9585-E530-4CBB-A986-C8610991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04695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A9FF0-648D-4DFA-9DD2-3E3483F9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6E8FF-A354-42C5-AEBF-7431CEF3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6C11-59AD-43A9-8308-5D48FA06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C1B49-BDF5-4BB2-A908-8B2E1D95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EEB5A-E372-49A3-B767-30DBA935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A3262-D217-4932-8881-810A7637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79EF3-D68E-4BD3-8DEF-ACFBD743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CF217-9D4D-4D56-AACF-D20C9B2F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5FAE1-4D20-46D9-9AAD-F942BEAD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Semiconductors: Introduction, n-type and p -type semicond...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B2C9C-BC4E-4615-8280-BE90D102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38CB7-5F73-49A6-ABE1-2CAB8D1E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10255-CB7B-4A5A-83C9-5F66038D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Organic photovoltaics - working principle and application...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4C823-C456-416C-95A7-536965CB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E00EC-1DAE-4F39-B743-78175233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A9C39-FDA6-43C9-9A01-338F7144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Devices: Introduction, classification of batteries -prima...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DE5AD-DA80-4CFC-962B-4A301937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B3E53-80E3-4469-880B-F3F8D21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BE5F8-B107-434A-9CB5-F484368E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Construction and working of lithium -ion battery and its...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FD2A0-DFB9-449C-B491-96B3D8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7CD34-AF70-427F-A366-28937A3B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58A6D-7575-4F1D-8193-BEF30F9D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Construction and working of ultra -small asymmetric super...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3B94E-8488-48CA-8D3F-C80405FB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0DB52-F5B7-4CC3-8BBF-9952F9C4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08200-8487-4BFB-88EC-A05E099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Devices : Introduction, construction, working principal,...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9C4EE-5A57-4BB3-AC7B-ABBBA07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7F787-8BAC-4DB5-9480-59A9EFB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50A39D-037B-4397-924D-DFF65E6C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Working principle and applications of Micro - electromech...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0FD280-BD3E-4B7A-B0CA-C85BDB4F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C0A1F-00E1-4F5D-B626-A0EA54DA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36371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B79B0-54F6-483B-860A-B19C02CF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02BC6-9D18-4599-8765-336858B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FFA09-E5A7-4800-92A0-CB3C730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C74C6-4459-4FF7-A433-50326995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C9F35-3356-40DD-A259-6059C150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4E519-EB8C-42B8-BD54-D8C1F095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97C72-5315-4171-B930-3E404D6C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64A36-BD28-4E34-B220-BB2901EB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Semiconductors: Introduction, n-type and p -type semicond...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383A9-F48C-4893-B49D-7CE9417A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89424-4AC9-402B-A9EA-0686F618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13596-CFED-4696-85AD-3B4F10CC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Organic photovoltaics - working principle and application...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F8BE6-2ACD-4E4B-987A-0D4DC7AB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41ED9-1A25-49F9-965D-D6F33394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01C7C-E83C-4F4A-A5F6-2A8241F8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Devices: Introduction, classification of batteries -prima...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B22CF-8E39-4FBC-89BB-D8E1FA7C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41ADF-C2E2-445F-B05D-858B35F5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71FBD-6D30-42B0-AA5A-D90CB3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Construction and working of lithium -ion battery and its....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1F9CC-226D-4F14-930B-ED552B7E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E0CC0-B912-4631-8970-BC7A3FDF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C2224-AD4B-4CDB-879B-57434ED7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Construction and working of ultra -small asymmetric super...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59298-4BE9-48C7-8B78-5458F4CF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D7FB6-9D85-4E87-905C-8BCB9F4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494C2-04EC-4349-B8DF-A3BBF0FD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Devices : Introduction, construction, working principal,....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18663-6BEA-4685-84E2-D0C6B693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D98B0-4A42-494C-8A30-8334770D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CE63A-261A-4637-A058-EE783F1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Working principle and applications of Micro - electromech...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A0DD3-C6B1-4208-8910-DEEBF687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AD2AA8-1488-46BE-996D-C2C81792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576883-3091-48C3-84B3-36916F59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85506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B2B1A-826B-4254-B1D3-C55058DF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99E20-D68C-4861-84E8-B50F3E66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BBD20-6580-4EC7-B989-5857C688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773A4-9B54-4479-874B-6947A4D1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9F4BE-B61B-410D-8B47-9FFE084E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33F73-5CFD-4643-B32E-6241A21F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Energy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399A6-2C0B-492B-AACE-87176CEA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E9715-1383-4593-B067-580B0625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Semiconductors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7125C-BFA2-4733-A0B2-A6E241DD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n-type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6C36B-67D0-41DF-B029-3CD9CC7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9C969-EB55-42F1-A88B-20EDD42F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semiconductor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DB3B6-32EA-47CA-B228-9416CC94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organic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D6E50-883F-4BC0-B876-CE01BE85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inorg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D6E46-3705-43F1-B102-E2E4DF38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inorganic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7C156-46BB-419D-A740-205A8832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70407-8FB4-4CD7-AD31-308364F8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166661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223C7-6825-4CC2-9C2F-C125B8E7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32B-0457-42EA-AF02-FE5AB934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B4742-1D8F-4500-B9BA-3F5A7A80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7AFA9-D655-498C-9E06-EE1187A0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7F55B-AD42-4D45-82F9-AA6D2C1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Semiconductors: Introduction, n-type and p -type semiconductor materials (organic and inorganic), difference be...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E87C3-2BD0-47CA-91D8-29BCC0CE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Semiconductors: Introduction, n-type and...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96473-1E21-43E2-BE97-1307ECC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16EE7-6DD4-44E1-B99F-16E1256B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8F0F6-2D98-43D1-8390-79B42B56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E587F-7047-417A-A397-3316EE79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1B4B4-4271-4D96-8358-D7DAC037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AAAAE-6750-4083-B1AE-A8699F4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2F0E5-3E15-4294-B943-45C84025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AFC25-C1D4-48CC-83D4-F773A23F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550D7-B6B9-4A14-87C7-398712D7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A9B9A-A4EB-48C9-B3A5-98926C9E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52636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D6981-83EF-4BBC-8E2A-E631EAE0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47EE9-0347-4B0E-BF64-3ECCD684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56086-FF10-4A3B-A8D3-1A05CC60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5FA39-088F-4D62-8C8A-80C9FD03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6828E-ACAD-424C-9BC7-AE343252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FAC11-F06A-4961-95D2-AD6A5CA1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80903-E6E3-4295-8866-F19FA430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88888-BA74-4739-BE22-5A9C460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EBC21-28FF-436E-9985-35120DFC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Semicon...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8A20D-D6E8-4BCA-885B-0DB7262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11685-07DF-4C68-8BC0-74B4ED5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68005-86CA-444F-9B91-06D9E54B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Semiconductors: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B5491-0480-437C-90EE-BACE09A2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73086-A39D-4978-AB2C-D695A4D0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D6780-F566-45EF-A410-8903502A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Semicond...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33FF1-AD8A-48C1-9810-50A71C86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E3AF8-D579-446B-9A24-AAF1674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F09CF-2ABF-4708-A371-AD34E1E7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Semiconductors...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41BB1-EA48-41D3-944F-EC5FE5B3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E70B5-C832-4AC9-BF8B-9DAA9C0E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590B6-0A3E-4F54-8342-E8DFD23E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Semiconductors...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70069E-8201-4B29-B3B6-607141D7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B4BDE-C09B-463A-A4C1-FB982083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75835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01013-BE66-42E4-A3C7-88F2058B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A767D-25D0-4039-BFF8-58183270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41B35-95C6-4188-AEC1-53F00558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612C6-A72C-40B2-960F-180FE904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B3F67-02BE-47E9-8734-A5609DF6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9A5ED-7C73-440C-A146-69EC9967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66EB5-5B39-46DF-91D6-476B2DF5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46AB4-AA14-462A-B94F-E4892CC9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A7644-4B10-45B1-AD54-EA38303F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5B6A1-CA07-46BB-98E9-91B7B187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9BFE7-9FB0-44E3-A522-2FE82D68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49189-53D4-4BF4-BD20-3E461ECA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A2EDD-05D0-452A-8949-C78A9CBC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8C7FA-598B-45B1-AA83-B2547A9D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F394D-A331-4614-A72E-E2002425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56030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0BA33-B183-49B1-B94C-7B3DE4B4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5A3D0-AF5A-4BE9-95CC-CEC1256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C7713-50BB-46CE-AD4F-B9A70839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C5D10-F95B-4920-8D64-6A1E5D38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9EC6B-7C53-48F0-A931-50854E4E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6D7A4-0D05-47ED-870D-BBD2FBD5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Semiconductors: Introduction, n-type and p -type semicond...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8552D-6D1F-4900-8AB4-1B6B3508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BBF65-B209-4E49-9324-8D62A70C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1E55C-262E-4BD6-B586-5CD1AC65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C8776-16C3-47EC-AAEF-5FE21302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9B869-62D4-4569-86A1-84713A21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7758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D78B6-759E-4C36-8463-E20D7D61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37674-FDD5-4668-8601-D13D512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8B041-3816-4001-A91F-3424237C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0ED1E-EDE5-45F7-BA0B-4FBC704D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3DB42-8D8C-417E-9156-12B0E3F6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Organic photovoltaics - working principle and applications of Poly (3-hexylthiophene) (P3HT) as a donor and Phe...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392BD-52B0-4581-939A-DD0062EE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Organic photovoltaics - working principle...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9ADF1-7A36-4118-ADE8-08D6F1B3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23A98-D070-4B4B-B2CB-D7E8DE3F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6F561-E81D-4DD4-A007-97E4D78A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22531-441C-4A4C-80FA-7C102C2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FB08E-CDFE-457A-91C8-6E9F0D2A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561EC-1298-4CF2-A11B-E12821D2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600E9-850C-441D-93BD-A9FED519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1EDC0-B580-49EB-96B0-D695C9FA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FB006-3F27-4FC8-96B9-8B7B9DAD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2320A-6A46-41AC-83F0-6C9D4DA0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0706592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F6269-BBA7-439D-9A4D-56307CDE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7103B-0084-4F1E-94C9-A81FF6F5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28245-0EE2-4EDC-A50B-54A95CB9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D7197-0A22-4A7D-9A03-04411452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6E67F-58CE-402F-B59C-966F0264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2F0AA-7D2D-4DA8-8A56-E62F8F53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F9259-DBDA-4BB3-9665-3BD2E69F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4FDE4-DE5B-4071-B1AC-9E5E678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A5979-84DD-4D12-8917-F7C40EAC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Organic...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F089A-A713-4774-B0A7-0BB1FC6B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34BF9-1111-46E4-801D-BB351B5C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8836E-4F7E-40E4-9C0A-58160EF4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Organic photovolt...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60000-B4E0-4FFE-891F-A56682BF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3353D-89F4-4ACE-BAD1-83DE1A8E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8F99E-9FEB-41E3-9CEB-1394B639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Organic...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2353C-5F12-4B63-929A-2C928AEB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87C9C-2CB3-42BD-B395-4B6C7916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2EDE2-E897-46B0-8252-E2306EF9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Organic photov...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86537-F80E-4823-A067-E333996C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A41F9-F411-4576-8ECA-034D3E2D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EB2C8-1F2A-403E-8634-9653ED52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Organic photov...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F89E2-B794-4EA4-85DC-2661F5B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48291-F7CD-435A-BAFB-12C2C01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130798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BC995-B717-4470-AA1D-0B2342D0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6917A-6EA7-4F9A-8931-354CE7A8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35E89-5357-44F6-97B1-941910A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8CBF-C614-484B-9993-79EEEA61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4CC38-8F95-441E-9FDD-5772A9CC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A6832-80CD-4C98-8007-856F5C12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D0339-B311-48C1-8A88-B296B05A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8B14C-573F-4708-8064-2C534DB9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8C86B-75A8-436F-8DDD-27B8DFA6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A5B4C-365F-4CCE-82C2-AE722B9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88913-92CF-479E-BD73-477F6C95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DE1D4-2FA6-43B3-9A46-94A01962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767EA-676F-47EE-BA29-510CAF6A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9DE76-3B2D-45C3-AF6F-118B2823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E6985-80ED-4A2F-A1F6-8BA0CC32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292956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76D84-7DD2-4606-A62F-C1EC7B35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6CEF7-D874-4D3D-9A04-EC77CE21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4E6AC-C05B-43FC-8B12-FDF590AD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623BC-1CDF-4AD3-ACEE-465E609C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1532E-9CCE-4C10-8C59-318C8D05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0D82B-81EB-48CB-8F35-67373457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Organic photovoltaics - working principle and application...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A6B5F-D2D4-4458-8AA4-66B7FDFF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ACEE8-42D7-4394-9858-0E6D23C1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362C1-CF78-4B32-A4B0-1777089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E68D7-6283-440D-ADA1-C25FE433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DD4C0-64A4-4058-82C2-AC654319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407564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48122-1EE2-4331-8B9F-916BA191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4B32D-9EA3-4F6C-A35C-55DABCB4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ED67C-2BE2-4BCE-8C54-57A33E36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6FCFA-D591-4158-82AB-79E4DCFB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63F24-D39C-4540-B66B-FF46DF49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Devices: Introduction, classification of batteries -primary, secondary and reserve battery, characteristics - 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07285-6E37-4688-B7A8-7827EA73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Devices: Introduction, classification of...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49FE3-A53B-4423-978C-2E1BB091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350EF-ED2C-4C99-BD0A-18108534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0FAC7-3A2B-4A10-8778-7D4BD167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3A927-1710-4478-A45D-0173267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8A090-59D2-4AF3-92D6-D22DE34C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82322-F38A-47D5-9008-2D8181B0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274EF-52D3-4FCC-B60F-E29174B0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586F0-5983-4719-9ABB-826DFBEE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FFCC9-C1EA-4BC6-BD87-A6DCF59E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70ACF-40B3-4096-BAAE-6C3C60C8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701013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32B3E-6FD2-4675-9BFB-1FA606DE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87F3F-F2AA-4793-884C-1012C691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11C4A-0787-4578-BD54-F2E00232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4848F-D063-41F3-8797-8FFD1430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DEE07-6CDD-48B1-BBDD-869B12EE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593E8-BAE3-41AB-B963-C1265EAC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FA10B-5AB2-486D-8596-C2B502C2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80A5C-99F8-4CB7-8ECA-274AB76B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B910B-EE12-430F-9FCA-DC5EB46D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Devices...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92A30-EDAB-495C-9025-EA7C459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01D42-8F7E-490F-8419-5F0B871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F51AC-E795-4584-93A8-69B2B72D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Devices: Introduc...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5B176-3C6C-44E2-984D-C5089237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4509F-6664-47CD-8FF2-8C758E85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D649D-0FEC-45FF-A173-49151ADE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Devices:...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B3029-F4B9-4704-B1F4-F587E4C0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63B64-95AE-4031-AE4F-3305328B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B5594-4BC5-4B75-AE27-BC5EDDD3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Devices: Intro...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CA8BA-6C4E-405A-8366-465EFC1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EB054-F2D2-4E18-B772-DCDD33C5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FA539-A4F9-4CAE-910F-ED67ECA9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Devices: Intro...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315498-DEFC-4F2B-9608-327ED19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6A286-1B4D-4300-9C4F-6DF932AC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167038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04846-A79C-4B18-99D7-FE523CD3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8A9AC-B203-4E48-85F4-79AEA989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DF7C4-123E-4D1E-BEF8-5409B5D1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33E9F-E287-4499-A344-F76B61AD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9B545-DE86-40C6-839C-04835C3A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E9800-E6D6-48C2-8B7E-86B2A6D3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2FDF4-6FE7-4237-BCC1-FADD06FE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B41B0-849F-47EF-94C7-37E740E5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356BD-81BB-4FFD-9547-8080116F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7ED32-B082-4710-86AF-E62F23F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165E6-6559-4654-A734-3264305F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1EDF9-7879-4877-88B3-30195F6C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7A82C-016C-410C-B2B1-8B370CDA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ABE6F-BD10-4789-8A0F-5877D60F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8BDFA-6DF5-47FA-B39D-2A116CEE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8895860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16877-EA6E-4B47-AFB6-E7B6E5AC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24C6C-319A-440F-8480-7276E943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F846B-D48D-4DD6-9B19-6FD8BEDD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47505-9FAA-4EA8-BDC5-5E03284B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F0CE9-AE96-4CC9-8FC3-4B31780B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E3A27-F037-4E28-8693-8A274244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Devices: Introduction, classification of batteries -prima...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90735-E9AC-4C94-A02C-66B48EE9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E3E0E-156E-4914-A4DD-964B6295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17B32-8BBB-44A1-AAD6-9C813878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B1F75-EE90-4AC2-B915-396218E5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CCD2B-7264-46A5-A3C5-70483E2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241631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6A7A9-6B01-426E-B566-CA06A60A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2A2C7-D80A-4888-A923-FD2B9CE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57F7F-24F6-4F8E-91B7-6D4B4E00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D103D-6616-4EFD-AD0B-1B9357B1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1F200-1730-43CA-8988-F73749E3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Construction and working of lithium -ion battery and its advantages in EV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C1631-597C-4BA3-8ACE-46E6AE96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 and working of lithium -ion...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3205B-8516-4314-AC25-AEDABD9A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20855-6907-452C-8CC8-592DB651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87E3C-7C6A-4895-AB90-1D165A76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9F3F4-31E5-4A34-8189-51F248F0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20506-ABC4-44FE-A332-41E9AAC4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30EB3-7F77-4C25-B36D-751089D3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BF9CF-BCC4-4BDA-8DD9-4A90DB4B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01640-9B93-4E51-B63B-87BBC6C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9873C-61A7-4F43-A2CE-2AA2F287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31535-0AB5-4947-A4F8-76BD6EFA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305066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1F6CC-D536-459F-9A17-DE67CE0D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B038E-5FBB-4D48-8598-CAC6389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E41FE-6876-447A-B19C-9A76655D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BC49A-42BF-4E52-8C8E-9F857611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0CBA1-56A3-4B2E-9C1D-99BD1D0D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7018E-91A4-4261-AEEE-E7DE1CE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70E3B-7754-4493-9DFC-E0D89B25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9763B-A0FF-4251-B728-9101E55A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4E051-4DA4-43E3-B7E7-4E5E85DB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Constru...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A5659-EFDE-48AD-B9BA-E923BD9B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67BC2-6CFF-40CF-890D-1A4C7DF0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FB523-550E-4962-9AB4-EA4DD97C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Construction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CB06C-EF6F-4351-AD11-7A92F061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AAF10-C3F5-4562-86D6-4D67C86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08B68-7177-4B43-8637-D4AA8EC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Construc...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FB099-51AF-4403-9E2F-E930B65F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94FF1-7713-491C-859C-31EAA40D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26592-CE22-4C3C-BF51-BA4109B6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Construction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C8DC0-CE32-42EF-9656-47747363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C9357-C5BF-4BA5-8825-7E7BF375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0D98B-D255-43C7-A96C-89B1AD07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Construction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F0114-D4D4-435A-AA45-F99C08F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B43D5-EA12-409B-BBA2-22A93A3C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8361520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CD4EC-9E9F-4AB3-9F19-EB7F8F65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9BE2E-738B-40A0-97EF-AF95E7C9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758E5-4CBD-45FB-BFB3-BFDF639E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3B8BB-1466-4D4B-A4B1-CD592911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B6BC4-4DD2-4655-ACE4-F008E020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A4BA7-CA9D-4C9A-88DC-00EFA61A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51FE3-53B7-4CA5-9787-84D9459A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D54A7-0BB2-42FC-8E02-780D74C4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B3E26-ECEE-4628-8F27-8648B269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AA8BF-FB52-4837-881D-A79E13A1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8DC27-D475-4ADD-B626-5B33C649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D045A-EB6E-4CCA-B9DE-D716C0A2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AD24B-D987-400D-94E9-B32975E5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E2ADB-D409-40B2-96EF-2FBA4353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B438B-0ACE-4630-B851-12445E58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3684277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AC3E4-FB19-428F-A3BE-5DA46459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C59E0-F34C-4437-A1B6-BD2BD787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9EF15-80CD-42CF-BE5F-26C7C67E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390AA-DBFA-443E-A1ED-456B3BEA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FAF70-6C8C-4336-ADC7-F1DE87C0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69921-5A64-44AC-9C3C-CE5FB07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Construction and working of lithium -ion battery and its...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6468F-C0CA-4A3D-B990-53656E4E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6AF56-3847-4915-B74D-E908CBE3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3AAD0-E27C-4B45-87AA-1C97A315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0B082-3BAA-414D-8875-0AA6D8C7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FC227-90D9-44E5-9E24-274901F7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126620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036E6-9677-49B2-B8FA-B3E4FB0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81131-4E33-4A1A-9EFF-A5F257EE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2AA74-82C3-42B8-A02A-FA8D4344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8BBB3-B618-4554-B8F4-6FEDA2AD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4D343-A050-4297-AA16-DFF68A2F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Construction and working of ultra -small asymmetric super capacitor and its applications in IoT/wearable 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F77D4-F808-4FAE-802F-1A752961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 and working of ultra -small...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B557F-7211-4436-BAAA-5BDA787B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54401-3080-4638-9860-D2BDC10E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DAC20-814D-4978-B91C-FCF13408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F515F-3F35-49B4-9B4A-EA77C12F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DBD6A-1D69-4D66-B557-63D6A7B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C7648-AA2C-45A8-A4FE-32EE2DFF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7DC46-CB04-42DF-82A7-598C573D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AFA66-01E3-4964-B244-02AEC90E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2F222-4C6B-47AF-BED7-1933E5BA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B44E0-3549-4483-B7F8-9ECF446A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124140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50655-2047-4A8C-A370-13E20F25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2E773-2B5D-4FE0-8A57-E761696B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519CA-264A-46AA-96EC-CD73EFBE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FA667-11F7-4CA5-8E1D-60AA3397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1C4D9-6190-49C4-A7EA-6478D11F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D328C-5B8E-456E-93B0-EC8FA586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DDB06-9A87-47DC-ABE9-61DFCB2F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3268C-04E3-4199-A12D-C99B8892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37C66-DA28-4582-80EE-872A3BD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Constru...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10FB6-1780-47BE-84E6-C5C8859F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E0091-FFB3-4DAE-BD01-1FECCD0A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31E7E-8461-4140-BAB9-21B7C89F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Construction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2D820-4AA9-45F1-861E-F00CE9E6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94B06-EE61-43B0-A689-D9E5410B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8C52E-AF4F-483C-BDA6-3741C5D3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Construc...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589BE-4091-48CB-ABB7-3A19EA96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1714A-6393-4EA1-A88A-F363572C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10C5F-9E9E-4121-828C-552BC6A1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Construction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974BB-9840-45D9-91DB-0CE7611A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CE9DD-2F13-4C33-BCC2-71A850D6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E4E78-28D3-4CD0-B8AD-E2E3D4E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Construction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CCAE2-35A6-4753-A4B8-527B2649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044A0-80FC-482C-86DE-BEAA7424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664173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435E5-A6F1-4E4B-93D3-C1FDCF71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FC32F-3295-4FB3-AC6C-1E3D3CC2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0879C-F14C-47B0-AEBE-8E518453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AFAFB-7624-43AE-A0ED-041D3E29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C3BAA-4585-48F6-A325-8730B7FE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75C8B-36E0-4B27-8981-DE8A6E9A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0B896-92C1-4FDE-A57A-881FB730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B2FF0-51D2-4CE0-B0E8-18EC0CE8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7D4AA-77C4-4BE7-A5C2-724553F5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7EEDA-748E-45DA-B6D4-D10EBFA5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EB0B2-01C8-4FFB-8512-6F2E1809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19112-93EB-4FE1-A8C3-2895D872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BCD00-D800-40A6-813E-5A8B6871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1D44D-7B38-40BC-9323-E61174B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5366C-5882-40B8-A498-322FA0B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912255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23A2F-7AA4-46CA-AFB0-5E4073E6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FDE0F-1831-4240-BA4C-AB389FFA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04FB6-D5F8-41A6-A614-B854900C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8802A-29C3-48B1-A74C-56D4EC0D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89958-1B3F-4413-B4C8-E054B71F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C4115-EE19-44F6-B0B9-60D2A2C8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Construction and working of ultra -small asymmetric super...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74C53-31F1-44B1-B088-C5206A61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B44C3-C677-4BE4-AFDC-A478A28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F40DE-9579-4AF1-ADC4-68CFDB66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0AECC-064B-4CB7-BFFC-3BA8959C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A3C28-5F3E-4625-93F5-12A08ECC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610161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5F162-EDB1-422A-BA63-773DE6C4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C894A-7F4E-4D5B-B858-1A58919F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F4205-3952-4F7B-B311-8B27C67F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48FAE-08C7-41BF-863F-36027D6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52B54-E3B8-4CA1-8AF9-F0822DE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Devices : Introduction, construction, working principal, advantages and limitations of solar photovoltaic cell...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71705-43CE-4AF3-9956-35CBD6ED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Devices : Introduction, construction, wor...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7E7B9-33F7-442D-8FB6-BB7C6219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CA9DE-EC59-4D35-81FB-5CC0E0EF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C68D2-1CA3-46AE-9AF5-F4B4111E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8EB94-1B4B-4AFD-A0DB-FECAC7D4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9536E-6B1B-4811-A539-ED270AC6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542F0-3FB7-4363-BD4A-0ADB1DAE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BC239-D1B4-4B72-AC0F-6DD19A7B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8DCD6-98E2-431A-9ABB-ACA38865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16B88-EB1B-41AA-9081-16BEA0B0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A3438-C39A-4032-8C8D-CF1AEB5B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109460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33C19-85C2-413F-A158-341D6871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1EDB5-5DC3-457D-8905-E5A88085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8BE02-0244-481B-9FA6-C761FE42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86D35-449E-4AE0-943D-9CDC385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6A5CC-F9A5-4532-B7F9-8837F8AB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BB158-3846-4D10-9CF8-690A248A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C0E47-FCA2-485A-A8B8-9861AF3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15992-FDD2-49F2-B709-D7195BA9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E7D57-1BB0-48F1-8DF1-A16FB8D5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Devices...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BA172-47C5-4212-8650-8FA63A7F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86CD5-A563-4566-94F8-918AC002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A0585-8CA7-4C3F-8A98-96664E5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Devices : Introdu...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E3C05-57BA-4F5C-B232-8C022ED7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47590-858B-4FBC-ADFC-E84DF1DD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33C2A-957F-498D-B1C0-38770C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Devices...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9B5E5-526D-41EE-A26A-576E72A9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A267C-6B87-4FF0-9405-A12812CE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38A2B-BB69-4450-9726-DB12A835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Devices : Intr...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88EDE-3467-4216-8FE5-4F5483D3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9B901-8BB2-4223-BC53-676713F9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A67F7-7377-4ADA-90E5-C2EA8330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Devices : Intr...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EBC85-BFFD-44FF-8393-9CC992E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D52FD-1AD4-427F-BF0E-9DC02180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79193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2C588-0998-45B3-8979-FA3E0137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84C1A-CB9A-4A99-BE74-2C227BC5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2B968-512B-42E0-B8D5-BBE5499C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5BC86-DB6B-4CF6-9B86-DAE7F171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DF892-F333-4185-AB7F-48A6D9A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4C8E6-EC01-4B3D-AF9E-7532989A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40211-9919-4050-A9D1-A49D3B6F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02C5A-C496-4259-B160-4EC65934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52D5D-E418-477F-B18E-0228E3CE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3EDEB-06CE-4CED-A78E-F6B8DB69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19441-7BC6-413A-A08C-DD16B4F7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C6B72-1847-4C7F-ADB5-734C768E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BC906-C492-4DAB-B6C0-FE52736C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8A07D-9A78-4F47-923F-6E1B1CC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06336-FD83-498F-AB96-CABFF795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171285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1BE5A-3782-417D-8C9B-BBB0DCC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1F3C0-4A00-4AD7-BDA4-869D35BC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C3A12-7068-45FD-8973-1CFE7D0E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689C9-0035-4B03-9A81-26DDA7F2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13F52-2DA0-4DC0-BBF1-F1A19CAB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326C5-E697-4E0B-8CF2-A6B1FBE8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Devices : Introduction, construction, working principal,...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AC198-88D0-403D-9149-1FD28F91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A9B57-1F69-4DCC-BDDB-7A64B87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6D259-A866-4E43-92DB-1DBAA9A9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02DBD-FCEF-48AA-A1D5-40AB4F60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E3A9C-3F3A-4E5A-B6CB-B786FDB2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781411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CB1F1-3ADF-44CF-9F1A-6A364CC5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B8A46-9E43-4793-86AB-0CABF05E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D34E4-318C-438B-A8C0-BAE015FD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3F8A6-2449-48D9-B023-7EED9322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46105-2E35-4AD2-B552-229BD992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Working principle and applications of Micro - electromechanical systems (MEMS)-based energy harvesters.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58D0F-B1BA-4077-83BA-540C5853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 and applications of Mic...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22B0D-FBD6-4A29-8C45-B80C03E3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2F054-60EC-4B44-91CB-EA5DD1A2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512C7-F60C-4D12-BFED-FF2FA534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702ED-3D22-427E-95AF-9442B31D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8D9E2-B8BB-4193-B6C5-4BE69759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7C754-8702-4AC2-8604-A32A3277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41F78-A50B-4D69-9157-0B4DD1E9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C8B0A-494E-4C30-A643-A799A876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71FE4-C1E4-44DF-B29F-A3E6B3D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7888A-49AE-445D-921F-2E80BFEF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823798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B8855-29DB-47D0-ABCE-92BF528D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250C1-84B9-499E-A5E1-6CFD193C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DEB27-D316-4887-BFA1-0D9418AE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753CF-5BB4-43CA-818E-7A9F2409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8D6D6-D088-4F69-8C63-7CA892AA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3D930-3809-42CC-8979-6148883E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21634-CB25-41EA-9C67-A61BE1DE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79525-1F85-4980-B910-09F367E0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46B05-4824-4E3C-8400-66D04B7B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Working...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2632C-DAEF-4A37-BE81-8A713C4C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2DCF2-258C-40A2-9D9C-A23A18FD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D6C1F-D472-44E0-8539-E28C8B0B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Working principle...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9AEFB-E9B0-4B43-92A0-13BE01F6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CB17A-2CB3-4370-A605-262BF387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5A454-2F10-4DAE-A5D7-553EFEEC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Working...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7B639-6661-4170-AA20-3720EA5D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19507-3528-4EA8-B023-F1A83DD1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927E0-A08B-45CC-BD9A-7E6B780A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Working princi...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F8660-DF54-45B6-90B5-869290E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7F3E4-6D41-434C-9C80-31264369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8682F-DD06-4147-958A-3E0827CD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Working princi...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5646B-3223-4792-84CD-0E91B86D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AC3C3-9EA9-4C6E-B45B-19AF9485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989488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4675A-1C0A-4DFE-B5A6-D4C6D3BF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44373-075D-4AED-A220-524F9851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210C2-2B61-4D74-B2DF-88EB8E0C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4EC18-4B54-41B9-8EE7-17025EE3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BD8B3-301C-453D-8F72-0B59E649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73508-BE58-4595-B996-1BBBE328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3346D-A571-40A8-88A4-2E533038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FEC39-8DC5-4931-AE61-2914D68D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5E5D0-341E-4798-B5F8-51CFEE76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98140-B742-4C24-A42A-FAF1F05D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35BC4-72DC-4E5B-A8C3-391036B3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2E01C-A3AC-44DE-A08C-9DA20E5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8F833-0833-4838-9B71-472C2C09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7E601-C1BD-447F-82BF-96683751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0F705-7E81-476D-9A4F-C1BC5D77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4599395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797E4-36A5-4E9D-B009-71F2FD45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93ADC-FE50-4C0B-80E9-3BC9FB69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4AEB5-3A6F-4895-AB38-A8C7D574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68F42-8F45-4F57-B594-4D81727C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DF4BF-8CCF-447F-A25A-A199A0A2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2B6EB-1210-497B-A9B7-65849E4E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Working principle and applications of Micro - electromech...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A7DC6-3724-4F20-AA0E-ACA78825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AA567-E73B-4726-B3A4-CB1F2B6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5AD59-CB00-4217-BE7D-969236DD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B3669-6883-48AA-8A19-9727C7E7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68BF3-CE44-46BE-9F99-7AE4B4DA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1726180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8CB27-B000-4D68-B134-6334BB69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FA5C7-9514-4670-84AC-F549C16A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97BD2-1CC0-428B-8EA3-7EB525F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C3942-CFE6-4CAA-8DB0-DD203B57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CAB75-5694-465F-BDBD-30450412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D6539-822C-4AAC-8A24-6DBE5A55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09132597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9F57A-641D-4598-89A5-0007ABF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474BF-4F34-42A7-B582-600F522B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C0D70-0E17-4D3A-8879-3EDF343D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857D7-8CCB-4E99-8A4F-9D0C5FB4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0956E-D8E7-489A-B5B6-542F7111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Energy: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Devices: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Semiconductors: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n-type: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BD456-4FC9-492B-9584-77A807BE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8980301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9D9B1-BA12-48C5-B519-E8B3E2B4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385A6-4E41-4A6F-9ACA-DF430948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9E9DE-F85A-491F-A1B3-0CE09E18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B0785-6B9D-421B-A5E9-8F0D880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DB15E-5F33-4EFD-97AF-A38AB183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45A2D-B0AF-4B7C-8D8D-D412EFED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648947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8AC28-8230-4AA2-955D-9D16B47A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C33DC-14CD-4841-AD0B-B9335A75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DC09D-984D-4966-92A9-0D18AF97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DB902-617B-4481-8EC2-CD3C8DCD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06C11-3B2A-4925-883A-286B2C27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6B011-44F8-4F85-B1BC-9ADAF169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628589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0195D-54CE-4421-A309-CE42071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60E4C-DD05-4278-B491-D6701960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82870-CE40-4ED1-BE90-5DA555C1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9E27D-6C30-48B6-8AB7-289D6644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D85C8-7701-4EF7-BDAF-CCFD407E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Semiconductors: Introduction, n-type and p -type semiconductor material...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Organic photovoltaics - working principle and applications of Poly (3-h...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Devices: Introduction, classification of batteries -primary, secondary...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Construction and working of lithium -ion battery and its advantages in...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Construction and working of ultra -small asymmetric super capacitor and...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328E2-2369-4C91-921B-6D146BEC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57EC4-34CD-4DD0-95BA-3872EF4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B2A06-EFD8-42B9-9590-B0A65DE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538389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E0D94D-F017-4F09-806C-2DF20D46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55579-D7D6-4226-9635-A32DBF1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Devices : Introduction, construction, worki...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718DD-C56A-4611-BF8F-CB3BF584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80A15-C33F-4F7E-B6D0-31DFECB3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EDE9D-BC7B-42D7-848F-EC5FB5CA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02BA-F1CB-4AA4-8DE4-09EEDA99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BCD28-2FFB-41DF-B387-BE3AB51C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CD836-11EC-4B99-BAD9-F9A40D8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E954F-6901-45EF-8BE5-2B140C2A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49D6E-50E5-4B69-B00A-16994C9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4939A-DE70-44DE-8DF8-9CFAFC1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9D9FD-F232-43E1-BF7F-F3B350F4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C0BC8-3739-4D5F-B7F4-5639C599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BA876-8975-4A99-9933-2CB2A366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BDD1C-479F-4A8A-85E7-82281C52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96CC7-E41D-41E9-AED4-5ADA5E9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E78AE-AD3D-4B20-AEA7-B3789959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9D718-2EA0-4427-A27C-8316029A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60A14-4F08-4581-A72A-E8F0824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49947-80B3-4E06-A7EB-65DCEF90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20F94-4EC5-4BA6-88D9-84DD3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EB867B-3E23-4A02-9DBA-AB255B37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11948-8280-48BC-A237-F56580F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BE821-0DA6-488E-B0C4-722A80C7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565B7-CF80-4B1F-A678-AF305EA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80D203-2A1F-4029-889D-AE49B50C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923C9-6F3F-42F1-AAB6-4BFB5E54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54D78A-353E-4577-9853-084D2CDA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3DD728-310F-4732-9617-30D5798A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BC46E7-6443-41E2-9D28-81ECBAE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A71673-10A9-450B-95E7-C7E589E9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85D45D-B466-4DC8-8E54-82BA3241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08819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99062-741B-463D-83E1-5751051C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E2FC8-A2FB-49B8-8540-17D842E7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Working principle and applications of Micro...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D419C-7F1A-4F94-9282-619BAF5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A101B-449E-4310-BF9F-FC2A232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1BAFD-7835-48B8-8AD9-4B4A8E38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F1571-91CB-4593-83DF-FE069504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33F2B-2128-4B85-804B-BA4253FC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CB470-7220-4897-8F64-224ACD12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F9486-E4F9-400A-8FDC-8C9C39E2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C25A4-C8A1-408B-9822-8F8DA1D7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99833-260D-49AB-A08D-537A27F5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B9BED-6339-4800-AEE9-BBC72DDC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73D10-983D-42CF-AD9D-BB62F68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3C511-7331-4D4B-B777-A92ACA11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BB3B9-271E-47C3-BEFF-8C762758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FB419-B5BF-4310-B599-3E7D8087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4F0D8-26BC-4A0D-BA99-782D0E34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2E423-832E-43DF-BEE0-4C248982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EE387-C37A-4029-9AAA-17E8C496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B1B5C-BC42-4332-A313-07AA5DF2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33854-8C85-43A8-9398-AB7F7459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15B07-4E68-433C-84A4-7FCAFB80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5B950-666C-447F-8F44-2B92800C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36EBE-2FB2-4188-B8DB-A3F11CE7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BD10A-08A5-4E12-9F3C-617B4149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6EA305-C760-4298-89A6-4C6DEF1F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E4D21-5112-409B-8037-3F82199E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B4EF0F-3133-47E0-A791-1C3C1820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8B59A5-E744-4BF8-AA7C-6FAFD13E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38CF73-F8B9-4080-8C4D-4D3BFE25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A2209-F8D0-4D3C-87D1-CC1D17AA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1D959C-933C-4658-B441-0A2E5E7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75352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2026-08-24T16:02:32.0800000Z</dcterms:created>
  <dcterms:modified xsi:type="dcterms:W3CDTF">2026-08-24T16:02:32.0800000Z</dcterms:modified>
</coreProperties>
</file>