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1d50e435024f8b" /><Relationship Type="http://schemas.openxmlformats.org/officeDocument/2006/relationships/extended-properties" Target="/docProps/app.xml" Id="Rafaf1ef0711b41f6" /><Relationship Type="http://schemas.openxmlformats.org/officeDocument/2006/relationships/officeDocument" Target="/ppt/presentation.xml" Id="R21b84018c5fe4a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fdc32a6ffb4f86"/>
  </p:sldMasterIdLst>
  <p:notesMasterIdLst>
    <p:notesMasterId xmlns:r="http://schemas.openxmlformats.org/officeDocument/2006/relationships" r:id="R1d4712dcda824ec6"/>
  </p:notesMasterIdLst>
  <p:sldIdLst>
    <p:sldId xmlns:r="http://schemas.openxmlformats.org/officeDocument/2006/relationships" id="256" r:id="R544b11f9675b4392"/>
    <p:sldId xmlns:r="http://schemas.openxmlformats.org/officeDocument/2006/relationships" id="257" r:id="R496f42f6c1bf4ced"/>
    <p:sldId xmlns:r="http://schemas.openxmlformats.org/officeDocument/2006/relationships" id="258" r:id="R9aee5ec07f5a466a"/>
    <p:sldId xmlns:r="http://schemas.openxmlformats.org/officeDocument/2006/relationships" id="259" r:id="R91e8b4f2ce754a25"/>
    <p:sldId xmlns:r="http://schemas.openxmlformats.org/officeDocument/2006/relationships" id="260" r:id="Ra37989e803cf47e6"/>
    <p:sldId xmlns:r="http://schemas.openxmlformats.org/officeDocument/2006/relationships" id="261" r:id="Rcd1fb10372e74546"/>
    <p:sldId xmlns:r="http://schemas.openxmlformats.org/officeDocument/2006/relationships" id="262" r:id="R68648259c8804b5e"/>
    <p:sldId xmlns:r="http://schemas.openxmlformats.org/officeDocument/2006/relationships" id="263" r:id="R54b75929f38440c7"/>
    <p:sldId xmlns:r="http://schemas.openxmlformats.org/officeDocument/2006/relationships" id="264" r:id="R5ffeeb906daa4cbf"/>
    <p:sldId xmlns:r="http://schemas.openxmlformats.org/officeDocument/2006/relationships" id="265" r:id="Rc049707cdb2b4583"/>
    <p:sldId xmlns:r="http://schemas.openxmlformats.org/officeDocument/2006/relationships" id="266" r:id="Rf70c4b13cafe48a7"/>
    <p:sldId xmlns:r="http://schemas.openxmlformats.org/officeDocument/2006/relationships" id="267" r:id="R55ca3ad5ee1e4ffd"/>
    <p:sldId xmlns:r="http://schemas.openxmlformats.org/officeDocument/2006/relationships" id="268" r:id="Rdc8ab535e1ac4d23"/>
    <p:sldId xmlns:r="http://schemas.openxmlformats.org/officeDocument/2006/relationships" id="269" r:id="R9b83b27749d64c6b"/>
    <p:sldId xmlns:r="http://schemas.openxmlformats.org/officeDocument/2006/relationships" id="270" r:id="R9f43613317e941b3"/>
    <p:sldId xmlns:r="http://schemas.openxmlformats.org/officeDocument/2006/relationships" id="271" r:id="R60edcfb150d44cb7"/>
    <p:sldId xmlns:r="http://schemas.openxmlformats.org/officeDocument/2006/relationships" id="272" r:id="Rd743b781b1c541be"/>
    <p:sldId xmlns:r="http://schemas.openxmlformats.org/officeDocument/2006/relationships" id="273" r:id="R49ee7a95d0674750"/>
    <p:sldId xmlns:r="http://schemas.openxmlformats.org/officeDocument/2006/relationships" id="274" r:id="R214dca79cdba4e42"/>
    <p:sldId xmlns:r="http://schemas.openxmlformats.org/officeDocument/2006/relationships" id="275" r:id="R674a3a6626ad4626"/>
    <p:sldId xmlns:r="http://schemas.openxmlformats.org/officeDocument/2006/relationships" id="276" r:id="R189ed0e50493406a"/>
    <p:sldId xmlns:r="http://schemas.openxmlformats.org/officeDocument/2006/relationships" id="277" r:id="R52e8006064ed4a8b"/>
    <p:sldId xmlns:r="http://schemas.openxmlformats.org/officeDocument/2006/relationships" id="278" r:id="R397c73d3685447e4"/>
    <p:sldId xmlns:r="http://schemas.openxmlformats.org/officeDocument/2006/relationships" id="279" r:id="Rb6ad518266db4b37"/>
    <p:sldId xmlns:r="http://schemas.openxmlformats.org/officeDocument/2006/relationships" id="280" r:id="R9364b21fe2f548df"/>
    <p:sldId xmlns:r="http://schemas.openxmlformats.org/officeDocument/2006/relationships" id="281" r:id="Ra5b1995f7fb047a2"/>
    <p:sldId xmlns:r="http://schemas.openxmlformats.org/officeDocument/2006/relationships" id="282" r:id="R5f7f4153d9694295"/>
    <p:sldId xmlns:r="http://schemas.openxmlformats.org/officeDocument/2006/relationships" id="283" r:id="Ra3e0fb1dc60143e7"/>
    <p:sldId xmlns:r="http://schemas.openxmlformats.org/officeDocument/2006/relationships" id="284" r:id="Rd2cd0d7063ee4657"/>
    <p:sldId xmlns:r="http://schemas.openxmlformats.org/officeDocument/2006/relationships" id="285" r:id="R7cefcae2b4d947d6"/>
    <p:sldId xmlns:r="http://schemas.openxmlformats.org/officeDocument/2006/relationships" id="286" r:id="R014c01dc16d24a55"/>
    <p:sldId xmlns:r="http://schemas.openxmlformats.org/officeDocument/2006/relationships" id="287" r:id="R79cd0bd391b44626"/>
    <p:sldId xmlns:r="http://schemas.openxmlformats.org/officeDocument/2006/relationships" id="288" r:id="R5d792ae61308439e"/>
    <p:sldId xmlns:r="http://schemas.openxmlformats.org/officeDocument/2006/relationships" id="289" r:id="Rcdcfef8926474e9d"/>
    <p:sldId xmlns:r="http://schemas.openxmlformats.org/officeDocument/2006/relationships" id="290" r:id="R3095a60947ac4b41"/>
    <p:sldId xmlns:r="http://schemas.openxmlformats.org/officeDocument/2006/relationships" id="291" r:id="R850bbe9daf474bc0"/>
    <p:sldId xmlns:r="http://schemas.openxmlformats.org/officeDocument/2006/relationships" id="292" r:id="R82c9846491c44e9f"/>
    <p:sldId xmlns:r="http://schemas.openxmlformats.org/officeDocument/2006/relationships" id="293" r:id="R4a3f9692baf140c9"/>
    <p:sldId xmlns:r="http://schemas.openxmlformats.org/officeDocument/2006/relationships" id="294" r:id="Rb4829202960b43c8"/>
    <p:sldId xmlns:r="http://schemas.openxmlformats.org/officeDocument/2006/relationships" id="295" r:id="Reed20b8a757841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ec72f85c4d40d6" /><Relationship Type="http://schemas.openxmlformats.org/officeDocument/2006/relationships/slideMaster" Target="/ppt/slideMasters/slideMaster1.xml" Id="R3dfdc32a6ffb4f86" /><Relationship Type="http://schemas.openxmlformats.org/officeDocument/2006/relationships/notesMaster" Target="/ppt/notesMasters/notesMaster1.xml" Id="R1d4712dcda824ec6" /><Relationship Type="http://schemas.openxmlformats.org/officeDocument/2006/relationships/presProps" Target="/ppt/presProps.xml" Id="Re13bd1bbbc2a4fdf" /><Relationship Type="http://schemas.openxmlformats.org/officeDocument/2006/relationships/tableStyles" Target="/ppt/tableStyles.xml" Id="R8469d74dd7f74624" /><Relationship Type="http://schemas.openxmlformats.org/officeDocument/2006/relationships/slide" Target="/ppt/slides/slide1.xml" Id="R544b11f9675b4392" /><Relationship Type="http://schemas.openxmlformats.org/officeDocument/2006/relationships/slide" Target="/ppt/slides/slide2.xml" Id="R496f42f6c1bf4ced" /><Relationship Type="http://schemas.openxmlformats.org/officeDocument/2006/relationships/slide" Target="/ppt/slides/slide3.xml" Id="R9aee5ec07f5a466a" /><Relationship Type="http://schemas.openxmlformats.org/officeDocument/2006/relationships/slide" Target="/ppt/slides/slide4.xml" Id="R91e8b4f2ce754a25" /><Relationship Type="http://schemas.openxmlformats.org/officeDocument/2006/relationships/slide" Target="/ppt/slides/slide5.xml" Id="Ra37989e803cf47e6" /><Relationship Type="http://schemas.openxmlformats.org/officeDocument/2006/relationships/slide" Target="/ppt/slides/slide6.xml" Id="Rcd1fb10372e74546" /><Relationship Type="http://schemas.openxmlformats.org/officeDocument/2006/relationships/slide" Target="/ppt/slides/slide7.xml" Id="R68648259c8804b5e" /><Relationship Type="http://schemas.openxmlformats.org/officeDocument/2006/relationships/slide" Target="/ppt/slides/slide8.xml" Id="R54b75929f38440c7" /><Relationship Type="http://schemas.openxmlformats.org/officeDocument/2006/relationships/slide" Target="/ppt/slides/slide9.xml" Id="R5ffeeb906daa4cbf" /><Relationship Type="http://schemas.openxmlformats.org/officeDocument/2006/relationships/slide" Target="/ppt/slides/slide10.xml" Id="Rc049707cdb2b4583" /><Relationship Type="http://schemas.openxmlformats.org/officeDocument/2006/relationships/slide" Target="/ppt/slides/slide11.xml" Id="Rf70c4b13cafe48a7" /><Relationship Type="http://schemas.openxmlformats.org/officeDocument/2006/relationships/slide" Target="/ppt/slides/slide12.xml" Id="R55ca3ad5ee1e4ffd" /><Relationship Type="http://schemas.openxmlformats.org/officeDocument/2006/relationships/slide" Target="/ppt/slides/slide13.xml" Id="Rdc8ab535e1ac4d23" /><Relationship Type="http://schemas.openxmlformats.org/officeDocument/2006/relationships/slide" Target="/ppt/slides/slide14.xml" Id="R9b83b27749d64c6b" /><Relationship Type="http://schemas.openxmlformats.org/officeDocument/2006/relationships/slide" Target="/ppt/slides/slide15.xml" Id="R9f43613317e941b3" /><Relationship Type="http://schemas.openxmlformats.org/officeDocument/2006/relationships/slide" Target="/ppt/slides/slide16.xml" Id="R60edcfb150d44cb7" /><Relationship Type="http://schemas.openxmlformats.org/officeDocument/2006/relationships/slide" Target="/ppt/slides/slide17.xml" Id="Rd743b781b1c541be" /><Relationship Type="http://schemas.openxmlformats.org/officeDocument/2006/relationships/slide" Target="/ppt/slides/slide18.xml" Id="R49ee7a95d0674750" /><Relationship Type="http://schemas.openxmlformats.org/officeDocument/2006/relationships/slide" Target="/ppt/slides/slide19.xml" Id="R214dca79cdba4e42" /><Relationship Type="http://schemas.openxmlformats.org/officeDocument/2006/relationships/slide" Target="/ppt/slides/slide20.xml" Id="R674a3a6626ad4626" /><Relationship Type="http://schemas.openxmlformats.org/officeDocument/2006/relationships/slide" Target="/ppt/slides/slide21.xml" Id="R189ed0e50493406a" /><Relationship Type="http://schemas.openxmlformats.org/officeDocument/2006/relationships/slide" Target="/ppt/slides/slide22.xml" Id="R52e8006064ed4a8b" /><Relationship Type="http://schemas.openxmlformats.org/officeDocument/2006/relationships/slide" Target="/ppt/slides/slide23.xml" Id="R397c73d3685447e4" /><Relationship Type="http://schemas.openxmlformats.org/officeDocument/2006/relationships/slide" Target="/ppt/slides/slide24.xml" Id="Rb6ad518266db4b37" /><Relationship Type="http://schemas.openxmlformats.org/officeDocument/2006/relationships/slide" Target="/ppt/slides/slide25.xml" Id="R9364b21fe2f548df" /><Relationship Type="http://schemas.openxmlformats.org/officeDocument/2006/relationships/slide" Target="/ppt/slides/slide26.xml" Id="Ra5b1995f7fb047a2" /><Relationship Type="http://schemas.openxmlformats.org/officeDocument/2006/relationships/slide" Target="/ppt/slides/slide27.xml" Id="R5f7f4153d9694295" /><Relationship Type="http://schemas.openxmlformats.org/officeDocument/2006/relationships/slide" Target="/ppt/slides/slide28.xml" Id="Ra3e0fb1dc60143e7" /><Relationship Type="http://schemas.openxmlformats.org/officeDocument/2006/relationships/slide" Target="/ppt/slides/slide29.xml" Id="Rd2cd0d7063ee4657" /><Relationship Type="http://schemas.openxmlformats.org/officeDocument/2006/relationships/slide" Target="/ppt/slides/slide30.xml" Id="R7cefcae2b4d947d6" /><Relationship Type="http://schemas.openxmlformats.org/officeDocument/2006/relationships/slide" Target="/ppt/slides/slide31.xml" Id="R014c01dc16d24a55" /><Relationship Type="http://schemas.openxmlformats.org/officeDocument/2006/relationships/slide" Target="/ppt/slides/slide32.xml" Id="R79cd0bd391b44626" /><Relationship Type="http://schemas.openxmlformats.org/officeDocument/2006/relationships/slide" Target="/ppt/slides/slide33.xml" Id="R5d792ae61308439e" /><Relationship Type="http://schemas.openxmlformats.org/officeDocument/2006/relationships/slide" Target="/ppt/slides/slide34.xml" Id="Rcdcfef8926474e9d" /><Relationship Type="http://schemas.openxmlformats.org/officeDocument/2006/relationships/slide" Target="/ppt/slides/slide35.xml" Id="R3095a60947ac4b41" /><Relationship Type="http://schemas.openxmlformats.org/officeDocument/2006/relationships/slide" Target="/ppt/slides/slide36.xml" Id="R850bbe9daf474bc0" /><Relationship Type="http://schemas.openxmlformats.org/officeDocument/2006/relationships/slide" Target="/ppt/slides/slide37.xml" Id="R82c9846491c44e9f" /><Relationship Type="http://schemas.openxmlformats.org/officeDocument/2006/relationships/slide" Target="/ppt/slides/slide38.xml" Id="R4a3f9692baf140c9" /><Relationship Type="http://schemas.openxmlformats.org/officeDocument/2006/relationships/slide" Target="/ppt/slides/slide39.xml" Id="Rb4829202960b43c8" /><Relationship Type="http://schemas.openxmlformats.org/officeDocument/2006/relationships/slide" Target="/ppt/slides/slide40.xml" Id="Reed20b8a757841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245d6e275e4c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57347cd556434f" /><Relationship Type="http://schemas.openxmlformats.org/officeDocument/2006/relationships/notesMaster" Target="/ppt/notesMasters/notesMaster1.xml" Id="R57170bc49c4847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797efa14ff4d12" /><Relationship Type="http://schemas.openxmlformats.org/officeDocument/2006/relationships/notesMaster" Target="/ppt/notesMasters/notesMaster1.xml" Id="R289cc18d2f3440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ced654ee684b9a" /><Relationship Type="http://schemas.openxmlformats.org/officeDocument/2006/relationships/notesMaster" Target="/ppt/notesMasters/notesMaster1.xml" Id="R1c6c5983c1d745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7eeb2787d946cc" /><Relationship Type="http://schemas.openxmlformats.org/officeDocument/2006/relationships/notesMaster" Target="/ppt/notesMasters/notesMaster1.xml" Id="R8b26af99a46642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8907118f5b4b96" /><Relationship Type="http://schemas.openxmlformats.org/officeDocument/2006/relationships/notesMaster" Target="/ppt/notesMasters/notesMaster1.xml" Id="Ra3ef7d7fd11f40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670e90cff44127" /><Relationship Type="http://schemas.openxmlformats.org/officeDocument/2006/relationships/notesMaster" Target="/ppt/notesMasters/notesMaster1.xml" Id="R1aec2bb620474b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166093a8cc46dd" /><Relationship Type="http://schemas.openxmlformats.org/officeDocument/2006/relationships/notesMaster" Target="/ppt/notesMasters/notesMaster1.xml" Id="R22b6fb6ee08b42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56c643b0ca46d3" /><Relationship Type="http://schemas.openxmlformats.org/officeDocument/2006/relationships/notesMaster" Target="/ppt/notesMasters/notesMaster1.xml" Id="R0436cf1c9cac44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5f1b51894746fe" /><Relationship Type="http://schemas.openxmlformats.org/officeDocument/2006/relationships/notesMaster" Target="/ppt/notesMasters/notesMaster1.xml" Id="R4481ac0cf81245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faad7960014b65" /><Relationship Type="http://schemas.openxmlformats.org/officeDocument/2006/relationships/notesMaster" Target="/ppt/notesMasters/notesMaster1.xml" Id="R1efbcde4807c41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bf96644c0248c1" /><Relationship Type="http://schemas.openxmlformats.org/officeDocument/2006/relationships/notesMaster" Target="/ppt/notesMasters/notesMaster1.xml" Id="R493ae7fb4c2145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82542f38cd434a" /><Relationship Type="http://schemas.openxmlformats.org/officeDocument/2006/relationships/notesMaster" Target="/ppt/notesMasters/notesMaster1.xml" Id="R6de06a52c87a47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f1c1f385194f6b" /><Relationship Type="http://schemas.openxmlformats.org/officeDocument/2006/relationships/notesMaster" Target="/ppt/notesMasters/notesMaster1.xml" Id="R8ba2aee3820f49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4f8e9dea874b71" /><Relationship Type="http://schemas.openxmlformats.org/officeDocument/2006/relationships/notesMaster" Target="/ppt/notesMasters/notesMaster1.xml" Id="R67a4ecb013ee4d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d2c204169d460b" /><Relationship Type="http://schemas.openxmlformats.org/officeDocument/2006/relationships/notesMaster" Target="/ppt/notesMasters/notesMaster1.xml" Id="R3cbebfb5c91a46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fe2765f4f14217" /><Relationship Type="http://schemas.openxmlformats.org/officeDocument/2006/relationships/notesMaster" Target="/ppt/notesMasters/notesMaster1.xml" Id="Rb52b3afdcb9e4e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bcdd058da44022" /><Relationship Type="http://schemas.openxmlformats.org/officeDocument/2006/relationships/notesMaster" Target="/ppt/notesMasters/notesMaster1.xml" Id="Rd896b52016aa42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49d7b6086c4d4c" /><Relationship Type="http://schemas.openxmlformats.org/officeDocument/2006/relationships/notesMaster" Target="/ppt/notesMasters/notesMaster1.xml" Id="R71b8835c3edb4e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2ff169cff0462d" /><Relationship Type="http://schemas.openxmlformats.org/officeDocument/2006/relationships/notesMaster" Target="/ppt/notesMasters/notesMaster1.xml" Id="Rf2280eba9cf443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c3fb9bddde94cf5" /><Relationship Type="http://schemas.openxmlformats.org/officeDocument/2006/relationships/notesMaster" Target="/ppt/notesMasters/notesMaster1.xml" Id="Rc5a01360f80044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c513379f7674343" /><Relationship Type="http://schemas.openxmlformats.org/officeDocument/2006/relationships/notesMaster" Target="/ppt/notesMasters/notesMaster1.xml" Id="R9206767ddc9048c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21ef96e30794f39" /><Relationship Type="http://schemas.openxmlformats.org/officeDocument/2006/relationships/notesMaster" Target="/ppt/notesMasters/notesMaster1.xml" Id="Re73ef135c6a9461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2aa6b570f754c4e" /><Relationship Type="http://schemas.openxmlformats.org/officeDocument/2006/relationships/notesMaster" Target="/ppt/notesMasters/notesMaster1.xml" Id="R9be5108c9ae345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62a91c50044f95" /><Relationship Type="http://schemas.openxmlformats.org/officeDocument/2006/relationships/notesMaster" Target="/ppt/notesMasters/notesMaster1.xml" Id="Rb43c106a759244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d6a84aae4b4b57" /><Relationship Type="http://schemas.openxmlformats.org/officeDocument/2006/relationships/notesMaster" Target="/ppt/notesMasters/notesMaster1.xml" Id="Rc75337a731094b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0214121cee84236" /><Relationship Type="http://schemas.openxmlformats.org/officeDocument/2006/relationships/notesMaster" Target="/ppt/notesMasters/notesMaster1.xml" Id="R51ca945004a34bf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d174db199aa4670" /><Relationship Type="http://schemas.openxmlformats.org/officeDocument/2006/relationships/notesMaster" Target="/ppt/notesMasters/notesMaster1.xml" Id="R1c355fa75c3f45d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984b877a3cf49da" /><Relationship Type="http://schemas.openxmlformats.org/officeDocument/2006/relationships/notesMaster" Target="/ppt/notesMasters/notesMaster1.xml" Id="R977f78bd6e6b4f8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0d2be7d0c4e4681" /><Relationship Type="http://schemas.openxmlformats.org/officeDocument/2006/relationships/notesMaster" Target="/ppt/notesMasters/notesMaster1.xml" Id="Red4afc9fb05a4aa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7571af000054e68" /><Relationship Type="http://schemas.openxmlformats.org/officeDocument/2006/relationships/notesMaster" Target="/ppt/notesMasters/notesMaster1.xml" Id="R8b08d6917d124b2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7eb9c06995f4f41" /><Relationship Type="http://schemas.openxmlformats.org/officeDocument/2006/relationships/notesMaster" Target="/ppt/notesMasters/notesMaster1.xml" Id="R5bb9bd2c16f542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245c44c5e5a4b2b" /><Relationship Type="http://schemas.openxmlformats.org/officeDocument/2006/relationships/notesMaster" Target="/ppt/notesMasters/notesMaster1.xml" Id="Rb3a7e641f7654fe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aa49b48fbf415a" /><Relationship Type="http://schemas.openxmlformats.org/officeDocument/2006/relationships/notesMaster" Target="/ppt/notesMasters/notesMaster1.xml" Id="R348b4d45b8ea485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117fc4d92584b5a" /><Relationship Type="http://schemas.openxmlformats.org/officeDocument/2006/relationships/notesMaster" Target="/ppt/notesMasters/notesMaster1.xml" Id="R0544ce697452464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7e2117b86d54b63" /><Relationship Type="http://schemas.openxmlformats.org/officeDocument/2006/relationships/notesMaster" Target="/ppt/notesMasters/notesMaster1.xml" Id="R6fddf4c85cb34e5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462b4fbb0464ccc" /><Relationship Type="http://schemas.openxmlformats.org/officeDocument/2006/relationships/notesMaster" Target="/ppt/notesMasters/notesMaster1.xml" Id="R5c64a7d771494af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6a23d7d35884b62" /><Relationship Type="http://schemas.openxmlformats.org/officeDocument/2006/relationships/notesMaster" Target="/ppt/notesMasters/notesMaster1.xml" Id="R89d9d5c51f9a4d0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6afb252bf304149" /><Relationship Type="http://schemas.openxmlformats.org/officeDocument/2006/relationships/notesMaster" Target="/ppt/notesMasters/notesMaster1.xml" Id="R74d9efaafbf54fa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b95048f6c9b437e" /><Relationship Type="http://schemas.openxmlformats.org/officeDocument/2006/relationships/notesMaster" Target="/ppt/notesMasters/notesMaster1.xml" Id="R2146029ed5af465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6d7e51097184697" /><Relationship Type="http://schemas.openxmlformats.org/officeDocument/2006/relationships/notesMaster" Target="/ppt/notesMasters/notesMaster1.xml" Id="R164ca2701a4247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24147f69c44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cbc72d29844e12" /><Relationship Type="http://schemas.openxmlformats.org/officeDocument/2006/relationships/slideLayout" Target="/ppt/slideLayouts/slideLayout1.xml" Id="Rc2dff4411c5d47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dff4411c5d47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e65588b9a4361" /><Relationship Type="http://schemas.openxmlformats.org/officeDocument/2006/relationships/notesSlide" Target="/ppt/notesSlides/notesSlide1.xml" Id="R9697d8d89c6343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364d63edf4474" /><Relationship Type="http://schemas.openxmlformats.org/officeDocument/2006/relationships/notesSlide" Target="/ppt/notesSlides/notesSlide2.xml" Id="R517fa11c3c9248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74e3835a04d2d" /><Relationship Type="http://schemas.openxmlformats.org/officeDocument/2006/relationships/notesSlide" Target="/ppt/notesSlides/notesSlide3.xml" Id="Rf3d10d7026584f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4ed1bc1fd4065" /><Relationship Type="http://schemas.openxmlformats.org/officeDocument/2006/relationships/notesSlide" Target="/ppt/notesSlides/notesSlide4.xml" Id="Rf9d4e3f7992b4c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8e74330d34512" /><Relationship Type="http://schemas.openxmlformats.org/officeDocument/2006/relationships/notesSlide" Target="/ppt/notesSlides/notesSlide5.xml" Id="R7515c14d8d8449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b3f5c232744a3" /><Relationship Type="http://schemas.openxmlformats.org/officeDocument/2006/relationships/notesSlide" Target="/ppt/notesSlides/notesSlide6.xml" Id="R4fbc0c4384784e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064c1145a41f0" /><Relationship Type="http://schemas.openxmlformats.org/officeDocument/2006/relationships/notesSlide" Target="/ppt/notesSlides/notesSlide7.xml" Id="Rccf35a103abc40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03a7d286b4a36" /><Relationship Type="http://schemas.openxmlformats.org/officeDocument/2006/relationships/notesSlide" Target="/ppt/notesSlides/notesSlide8.xml" Id="Rc293c60d8df646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cd701441d4fc4" /><Relationship Type="http://schemas.openxmlformats.org/officeDocument/2006/relationships/notesSlide" Target="/ppt/notesSlides/notesSlide9.xml" Id="R512eb4af84c348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672de51ac46c6" /><Relationship Type="http://schemas.openxmlformats.org/officeDocument/2006/relationships/notesSlide" Target="/ppt/notesSlides/notesSlide10.xml" Id="R6545881b9a714b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cdb7f7a4e4208" /><Relationship Type="http://schemas.openxmlformats.org/officeDocument/2006/relationships/notesSlide" Target="/ppt/notesSlides/notesSlide11.xml" Id="R7e13db8629d145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92cd2dec24c6d" /><Relationship Type="http://schemas.openxmlformats.org/officeDocument/2006/relationships/notesSlide" Target="/ppt/notesSlides/notesSlide12.xml" Id="R2a576dfa541c47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6e866a608497f" /><Relationship Type="http://schemas.openxmlformats.org/officeDocument/2006/relationships/notesSlide" Target="/ppt/notesSlides/notesSlide13.xml" Id="Rcda8fb994afe44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507dfbc1c44e6" /><Relationship Type="http://schemas.openxmlformats.org/officeDocument/2006/relationships/notesSlide" Target="/ppt/notesSlides/notesSlide14.xml" Id="R7a1e6915439d4d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007dec4564b68" /><Relationship Type="http://schemas.openxmlformats.org/officeDocument/2006/relationships/notesSlide" Target="/ppt/notesSlides/notesSlide15.xml" Id="R14bc5dc6c97947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2f41035704d1a" /><Relationship Type="http://schemas.openxmlformats.org/officeDocument/2006/relationships/notesSlide" Target="/ppt/notesSlides/notesSlide16.xml" Id="R8ad4d74427f34b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43d04e94347b3" /><Relationship Type="http://schemas.openxmlformats.org/officeDocument/2006/relationships/notesSlide" Target="/ppt/notesSlides/notesSlide17.xml" Id="Rd50042f7121b47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54f8017ab4b34" /><Relationship Type="http://schemas.openxmlformats.org/officeDocument/2006/relationships/notesSlide" Target="/ppt/notesSlides/notesSlide18.xml" Id="R7a770a7f1e4548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eab317e7c430b" /><Relationship Type="http://schemas.openxmlformats.org/officeDocument/2006/relationships/notesSlide" Target="/ppt/notesSlides/notesSlide19.xml" Id="R8ddd9f2c49da4c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f5de3484e4b41" /><Relationship Type="http://schemas.openxmlformats.org/officeDocument/2006/relationships/notesSlide" Target="/ppt/notesSlides/notesSlide20.xml" Id="R4a919fbc69b0488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95a1805b34225" /><Relationship Type="http://schemas.openxmlformats.org/officeDocument/2006/relationships/notesSlide" Target="/ppt/notesSlides/notesSlide21.xml" Id="R5958b16b4a4644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25474ece94d27" /><Relationship Type="http://schemas.openxmlformats.org/officeDocument/2006/relationships/notesSlide" Target="/ppt/notesSlides/notesSlide22.xml" Id="R85756e390f6e4c8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3b1de393545e7" /><Relationship Type="http://schemas.openxmlformats.org/officeDocument/2006/relationships/notesSlide" Target="/ppt/notesSlides/notesSlide23.xml" Id="R879c56d9e00248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b32f765be4fd9" /><Relationship Type="http://schemas.openxmlformats.org/officeDocument/2006/relationships/notesSlide" Target="/ppt/notesSlides/notesSlide24.xml" Id="Ra9f9a3f4fcef4a1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ddfb964cd48c7" /><Relationship Type="http://schemas.openxmlformats.org/officeDocument/2006/relationships/notesSlide" Target="/ppt/notesSlides/notesSlide25.xml" Id="Ra1e1a696956242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1624e982648fc" /><Relationship Type="http://schemas.openxmlformats.org/officeDocument/2006/relationships/notesSlide" Target="/ppt/notesSlides/notesSlide26.xml" Id="R6585cf5dfad84da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86e9276bb4786" /><Relationship Type="http://schemas.openxmlformats.org/officeDocument/2006/relationships/notesSlide" Target="/ppt/notesSlides/notesSlide27.xml" Id="Rc7237a220b5f43c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73922ebac4915" /><Relationship Type="http://schemas.openxmlformats.org/officeDocument/2006/relationships/notesSlide" Target="/ppt/notesSlides/notesSlide28.xml" Id="R8c0c506cdcc2402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9865f8f6d4387" /><Relationship Type="http://schemas.openxmlformats.org/officeDocument/2006/relationships/notesSlide" Target="/ppt/notesSlides/notesSlide29.xml" Id="R4d442b7f0a34482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1a73c74f147c9" /><Relationship Type="http://schemas.openxmlformats.org/officeDocument/2006/relationships/notesSlide" Target="/ppt/notesSlides/notesSlide30.xml" Id="Rc0ca746c692c405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d88f934bb4f21" /><Relationship Type="http://schemas.openxmlformats.org/officeDocument/2006/relationships/notesSlide" Target="/ppt/notesSlides/notesSlide31.xml" Id="Rb89455066d1442b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6735b4f9c441a" /><Relationship Type="http://schemas.openxmlformats.org/officeDocument/2006/relationships/notesSlide" Target="/ppt/notesSlides/notesSlide32.xml" Id="R1374608b9abe48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a230fa2d94771" /><Relationship Type="http://schemas.openxmlformats.org/officeDocument/2006/relationships/notesSlide" Target="/ppt/notesSlides/notesSlide33.xml" Id="R96ed47019f2f48f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5b8ce35a140af" /><Relationship Type="http://schemas.openxmlformats.org/officeDocument/2006/relationships/notesSlide" Target="/ppt/notesSlides/notesSlide34.xml" Id="Rf3b66c4c0f954d9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3d08b20944399" /><Relationship Type="http://schemas.openxmlformats.org/officeDocument/2006/relationships/notesSlide" Target="/ppt/notesSlides/notesSlide35.xml" Id="R90c88bfc66614bc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16d5e2fb849ea" /><Relationship Type="http://schemas.openxmlformats.org/officeDocument/2006/relationships/notesSlide" Target="/ppt/notesSlides/notesSlide36.xml" Id="R5221479dc86b498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c6ef7204b4552" /><Relationship Type="http://schemas.openxmlformats.org/officeDocument/2006/relationships/notesSlide" Target="/ppt/notesSlides/notesSlide37.xml" Id="Re103f128c8f44f7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48c38a6474715" /><Relationship Type="http://schemas.openxmlformats.org/officeDocument/2006/relationships/notesSlide" Target="/ppt/notesSlides/notesSlide38.xml" Id="R6b41a817886e4f8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ab50c84964c29" /><Relationship Type="http://schemas.openxmlformats.org/officeDocument/2006/relationships/notesSlide" Target="/ppt/notesSlides/notesSlide39.xml" Id="Rcced48ea184c465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490f13c5b4881" /><Relationship Type="http://schemas.openxmlformats.org/officeDocument/2006/relationships/notesSlide" Target="/ppt/notesSlides/notesSlide40.xml" Id="R8d658185d1944b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ABD53-7267-4296-9344-8670810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35FE3-BA65-4097-B924-6688D41E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Integral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BA0EC-73DC-45B8-BDF2-470A732F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Multivariable Calculus and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1BMATM201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Chapter:7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12ABE-6B05-4B99-A618-DBB9738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FBF75-DE2F-42CC-A087-4096EEAD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9F4EC-1658-4CCC-8C71-E8BFF754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14197-8205-4F48-BCD0-325AB1F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EF47F-EA7B-427A-9D1E-4CE85646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13382-1772-43FA-8B22-D8B9F833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1D17D-16E8-43D7-9B2C-DACE77D1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2A9C6-3C49-447F-9263-BA9825A8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7EE88-1913-4224-B135-45B5BD2F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25327-FB67-4D46-B16A-07E434A4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66927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7E2FB-A669-4D66-8E61-BAE819D4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1DC4F-3F0C-441F-9BA9-24DCB3C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5FBC0-8C3F-4B13-83F1-BDD7E96D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24F2A-855F-4E43-8AF9-B2E04F71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57A1C-78BD-448A-9189-D523D037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34E76-7E06-4558-A214-F22AF6C9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4471D-1C47-4A54-858D-DFB2A8E8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E2686-32B1-4EA8-9867-B5359C2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FEE90-DF78-4913-9A05-92ED22E8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DBDD4-2E80-41E4-AE48-DDBC4226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A932F-B10C-43B5-80C9-CB443368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DA741-FADD-4EE1-B493-0330D88B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E1789-EA43-4E34-A16C-7CC636C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06360-809A-4A59-9763-337FB46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04DBB-BC4E-46EC-8CD9-CA52EB7B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04332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F58E0-75D6-456E-8B9C-CBD0E8BE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FB6D9-9049-46E1-9F7F-590FB153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3ADCC-0DD9-429B-B55F-F30D46C8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6CB95-4F91-4603-A8C6-EE32BDDC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A0E06-6FC6-4154-A9A9-D6A35999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9D7E0-03E7-40AA-8B69-871C3E61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B36C8-BCD3-49AB-A07D-BCB76957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D5B51-C43F-4A96-9E4F-99B400C2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AE1A7-2FC4-4DAF-B1AF-9564F7E6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Integral Calculus (8 Hours Theory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F1D78-6141-4387-87F9-1028D8A9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86674-6029-4BF9-A866-0B16FB00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387B4-69FF-49A6-975D-F7459843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Integrals: Definition, Evaluation of double and triple 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86869-04A8-4910-85CA-87144C29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7417E-9EB0-4940-A532-6B0EB785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5E3D1-015B-4AAF-9E5A-23B481FA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Applications to find Area and Volume by double integral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A72EA-6A3B-49D8-A8D1-A24DD314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0EECA-5E36-4C96-8D70-26710B9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6B838-9FE3-44EE-86E6-A068EB38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Gamma functions: Definitions, properties, relation betwee...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90B82-2534-480F-A1D3-5BD456D8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3EA47-1F81-4E24-9A3A-983DD722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85079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86CEE-75B9-487B-9C44-597C22ED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1433B-B24D-4F16-80D1-E333CB14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4FC40-EFDC-4DDF-BB90-57A50DA4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DA9C5-D3A8-40C4-8046-24BD9B77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B119B-ECC4-4250-A3BC-BBBD1E9E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B2EDB-2BBC-47AC-BF81-C023AA0D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BF59F-DD11-4726-8B7B-0352112D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54723-67D7-47B8-A6B2-028CC09A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Integral Calculus (8 Hours Theory + 4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702AA-C654-4742-A19E-96A0079B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Chapter:7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E53C7-47BF-47B7-9B37-21A7617D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BA463-2D89-400F-86DE-510EF157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Integrals: Definition, Evaluation of double and triple in...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220D1-AAF9-4FAA-8AD7-E98BF733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Chapter:7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1FF70-CB0F-48AA-A9B6-DD470AA8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B36E8-ABAD-4823-BED4-8188B48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Applications to find Area and Volume by double integral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D7FF8-0220-4EAE-BA6F-A718655E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Chapter:7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45F85-BD54-4118-BB33-F234F233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2E875-A13B-4FE9-AF2D-8666479B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Gamma functions: Definitions, properties, relation betwee...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51B5D-C152-4343-AE9E-48B8922C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Chapter:7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BCFE9-BBF2-402F-90C0-DB7BEA9E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B7AB4-16D2-49C3-9CEF-7E0C702A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73827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CA0EF-DA19-4993-B9AD-F07EF32A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BD3C9-F3ED-4EAD-BDBD-C7A77E4E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1CB98-BB4A-42E6-84B8-B368D76C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8CFE2-6736-4B68-96A2-6A996C03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15BB6-85E3-42B4-92E6-8B16A16E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Integral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72029-4966-48B1-B87F-14AAAB1B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20849-E812-42FB-AFCA-E0FFB348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1B85D-0ACA-4FF7-8379-D540182C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Multiple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A170B-D345-4D54-A45C-CDAA7CB6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Integrals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83298-2419-4583-877D-6E13D9D9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AD3C9-128C-4F48-9B94-A8263C45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C92AA-6D74-42EA-989F-4A8E05EF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double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1C4C9-7E10-4D2B-A85E-978DEAAB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triple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788F8-01A6-42F1-85EC-86B08946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38076-03FC-436D-AC11-8887DCC6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8C587-3B7E-49C7-86CB-59BAA152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37711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00C7F-7655-4E3B-9532-82DF75AB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B2798-0592-4A55-ACE4-5A000A7D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1D438-AF65-4824-90A6-5CEEED4E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E4A51-D75E-442F-9C70-ADB338B7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C952D-36CF-4E85-9E0F-AD015C15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Integral Calculus (8 Hours Theory + 4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DFCAC-D367-4F7A-BC15-FC4F1EC9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Integral Calculus (8 Hours Theory + 4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9F5AB-DB6F-4E26-A18C-F8CCB31A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1C20B-0F77-4CD6-9048-D66553FC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66E9E-6914-495B-AE53-D1E57F82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3EA13-1C58-4745-A4CD-A4AC2AB2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03653-C287-4379-9E19-BE67A832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1F2A0-BC41-4F7D-B99A-A6395CAC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71B36-D78A-4D27-AB69-CB4AF6D9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193B1-18A3-44C1-98B1-6EB78131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083B5-2673-4D28-9485-98C0FAC9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7187E-1213-47B0-A688-D9D89BFC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03621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9810A-4977-426D-8DDA-21CC7FFC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C6D2E-3DA2-43FB-9E0F-8198640A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460E4-316C-4E5F-93CE-329F35CF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1AEE6-4E9B-4034-8322-157041FC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9CCA1-9674-4E33-A586-8F9363F9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2B38E-D090-48DF-96DE-183E252B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05964-33FF-45F7-A555-8F9E6CEF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7870C-0BAA-4A2B-9E5E-88AE78F4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311DB-AF48-41D3-823A-F0116DBB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Integral Calcul...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9C54F-8698-48DB-A321-C99565F0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D51F1-1E94-4D8E-AECD-AE6C390E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19D87-BC15-4C34-A11D-D5A94FD7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Integral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2905E-35EC-4F85-B22A-0EF50BF0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23B07-40DD-46CA-9F50-FA17CA14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634D8-B418-4AF2-8DA8-D4B95592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646EC-0E20-4AB7-BB76-307C2382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0AC40-8809-4476-BFB2-4C8A0037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B6A5B-B123-4E1D-88A6-ECB3AD0C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Integral Calc...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D8EA0-6D70-4370-A066-50A27C60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5D921-EE45-4F6A-BEB7-0D103A1B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66585-813C-4419-8818-6A2BB8C6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Integral Ca...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0F7264-78D8-4DAE-83AC-0B727531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9D402-D552-4E41-BE4F-E0CE6469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33409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6910E-886E-4336-B5B5-673C3E5A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2925C-AB52-453A-A7A3-7226FA6F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91430-4AFA-48FB-82F5-6D56C2E5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D711B-8DCA-472B-A676-5264DAB0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513C7-060A-4F40-8D8D-CED56509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D49E8-D70A-48B0-8953-8DF8E2F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E38D8-398B-45A5-86F8-37FA6B97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CFBF-2A5D-4613-8949-49E1C2CB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BAD8C-9C29-4267-9993-7DF73801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920CA-B757-4587-B8C4-030AD502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74256-33EA-4FD7-8849-EAB0E036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F09EE-4D22-4326-9CD8-1ED28D01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E43DE-F872-44D5-807C-336AA1F1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48EAF-7D57-4199-B47F-F396DCFF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306AE-70E7-4790-97FE-EC55B622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93494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AAFB0-EFF6-4C1E-BCFC-CF25542E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C3E7E-EC1D-4A2E-ACDD-38BC877D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218C3-6F2B-4040-8A0C-27BA3628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D2715-C6D5-4E8F-BAC6-3D91095B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38C38-D4AF-45A6-BBCB-D51801EA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1C6E8-C197-4687-A132-58628779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Integral Calculus (8 Hours Theory + 4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EDE57-EACE-4712-8D2E-B0F54F95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97529-B127-4864-8921-FFFFE210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F0533-F2CF-4DA1-AF2D-50428D46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1A78E-5A1E-4635-AE8A-D1ADD748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0588B-E313-4283-833F-739B0949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871839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A5C7F-8FDF-476F-8778-92065EE1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E3110-1D69-4C02-84FF-9C08C237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F083D-5659-446C-829E-975D1A1D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A1E27-21B4-456B-87D3-64D70AAE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918E8-903B-4A47-821D-044049AB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Integrals: Definition, Evaluation of double and triple integrals, evaluation of double integrals by change of 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DF66A-34C8-4188-9E92-6DFAB47E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Integrals: Definition, Evaluation of doub...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C426B-93DB-46DA-955E-971B6934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BFE10-5D46-454D-AB79-AEB88BD2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B37A0-AF72-4455-9D86-E1A47FD4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807F0-EF0C-4343-9D56-5771197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E0399-55D9-4AAF-AAB3-51B91210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DDEAA-70EA-40EE-9CCD-85B4026F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05A27-2E6B-4CAC-81F8-170B372C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2F4D6-85E6-444E-8618-3D27AC89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45A7B-93E5-47E9-8A3F-B083B713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DD00E-A923-47C3-A848-294E868A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078167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14991-25C9-4BE2-B498-18B3BE69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43BB2-398F-4F11-84A2-BDAD4C18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3B42E-EB62-4691-A785-14AD2412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1857F-6B3D-4638-BB1B-01E1ADBC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F6422-A19A-4151-8FD8-7D1EB9F5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B09E1-97C7-4257-999F-D1FAD451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C8ECC-D6DB-4BF2-8061-97AE36B6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5BBB6-C2AA-4595-9EF4-77842B47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5D402-1CD9-42A7-8265-6F728273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Integrals: Defi...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01C47-76A7-4647-8024-837FF9FB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B891A-6244-4FD4-A486-A1B5A48A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C722A-A8A8-4EFC-AE08-A3BB3936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Integrals:...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E8DF0-DF6A-4B65-8421-434E7613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7925D-D759-46BC-82DB-B833EBCA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A6E36-BB04-4D70-8A04-871C0141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B7A9A-D600-457B-AB19-7DAAA0B7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6E422-0783-4386-9EE2-0CE297B3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84EF8-D7E3-4D87-9F72-56FBB016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Integrals: De...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4DBBC-1A77-4735-854D-8B3F4489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69A8C-CBEB-4647-9399-3E86371C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7EB9A-D8AF-45F7-B91B-A67E5576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Integrals:...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B697A-50D6-4420-BA74-BF13774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27A7E-0D62-4D18-AED0-526D2863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416744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CFFBC-A587-4EC0-A9AA-28EFB941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07226-1018-4270-ACE6-2B4053EE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7FD21-4094-44AE-B760-A42D3C8C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D0253-3073-412B-96CC-48CAFDF0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9C4D4-A4B7-42E4-802D-80A805FC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FF2C0-CBD1-48A7-8F46-4543EDFA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A1AAE-E344-45C7-BDB2-A29836FF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17F62-2425-44BF-818E-B89854F3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A1306-7D56-446F-9858-53713B70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8AE1B-DCDC-4889-9DA7-4B835724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690E4-A0E0-423C-AF4A-E6DE1C86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7408C-F08C-4CF9-8381-64066F63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379AB-EFD0-44FF-A744-27653C2E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951DA-1244-45C4-A226-52F1B380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533CB-1C13-482A-AA8A-4C6C3462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565204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C2D43-4922-4A03-B4D3-22839B37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4A7FC-894A-437B-A199-4073B8BF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ACAB4-A2CD-4A96-9E16-7BEEC738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D161E-717B-4B02-9343-87158DA6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1BFA3-99AE-4875-AEA1-9E9DC1FE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C16E7-8552-4FCF-80D8-43ADC296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Integrals: Definition, Evaluation of double and triple in...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9B4F4-6F49-4D6A-9902-B6DC0310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1B2A0-3159-443B-B51F-62A59831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FA035-191E-4157-9361-31425040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FF214-5AAF-4664-8323-BB5C4279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8199E-230B-4E30-8461-14DA049B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46340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E06C8-750E-4FC9-8946-543878BC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B385A-9BC6-4D88-92B0-9DEDC2CA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5BC63-9FED-4AEA-BE1D-903504A6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597EB-5D7A-4AB8-8A45-0D560FC0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6C152-06E1-479D-9EA4-8870BEA5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Applications to find Area and Volume by double integral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4B046-C048-405A-B540-7A4CAC66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Applications to find Area and Volume by d...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9A039-B9FD-45D3-BE6D-706D6B2F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DA286-1990-43CF-8D1B-A32B0C40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2BF65-AC25-4432-B4E6-C0599A54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C83C4-510D-41D1-AF98-E7EF4E4F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800BD-7B43-4E45-AE8E-2A5C99C4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D57BA-7851-4A53-8679-32CE403F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25443-B5E0-4F65-BF61-A0237F74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119D6-D01B-48F5-86B5-94B9DC70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03261-9387-4A9F-B084-40B7882E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721B8-96D3-404F-B3F4-4F82EDE1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635506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C4600-94EF-4DE7-8493-28039EF0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824A4-D160-4FA3-8F65-61E0D24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EDA4F-0DBB-46FC-8C59-884A3A7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4BC70-0139-45B5-8D5F-6416F1A9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0F939-22CA-4F47-B978-C527FA33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BEB4A-778F-45FD-BA18-9BDDCE57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317C6-B4D0-4D71-A6D3-2F29576F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0D3B2-7FF1-4ACF-9A90-1227E12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2430E-6B41-4A1D-B33A-1F7230F3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Applications 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ECB2D-6191-4429-905F-4AC4BC22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6F038-41F5-431D-896E-9D63193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8692A-FC52-4907-BD0A-F70F304E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Applicatio...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3E72A-B471-4604-A1A6-76D8640D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11183-FD00-42C0-B617-59FE2326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1AAA6-4D02-4713-A123-E085556C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Applica...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7F029-77E3-4109-87BD-12ADA29A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A18BC-6D7D-49CD-A20D-CC579355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D257A-04B0-4FAD-96D8-15C92A1B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Applications...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C5699-5C5C-4024-9063-7C705BA4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45882-DBC2-4ABE-A9AC-C03371DA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D7DDB-D70B-4413-AE02-12624D92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Application...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0DA88-A4C5-49E0-9914-66B7159A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7EFE5-0666-4F72-8AB0-276A8366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35262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CEE65-ABC9-4ED7-BCE7-1669BB44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77C7E-1E2D-4620-BB27-9592F94B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429BE-5991-4546-AA44-44B39C70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8E61D-9C65-4BD6-A439-7C7E3D63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D63E5-7827-4A6D-BE7B-88950B91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87E9D-1225-4A99-84C3-02EE86A1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D4C0A-E272-4585-A939-51CCEFFD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DF1D3-0DC9-4F1E-819E-50994D63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3EB86-FB95-4321-A13C-8ABE7028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8E47A-4D19-471A-ACFF-F55F9993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E44FF-992D-46EA-A86B-42921C3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F1F05-6307-4012-8600-92C3A866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17B6B-90F3-4BFA-A0FD-82184BD6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B4493-0431-4F7B-BF17-7E8E6BD2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7C8F4-1630-45BF-9E3A-1940BFBB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196482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81EA-EAC0-4796-ADD6-00DA5A54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AB178-3643-4FA2-8091-2499FEE9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3C820-DF95-4C16-B7B7-2311318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B9144-32B8-4D70-B8F2-B115FA7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93A1E-6D1D-4E2B-B4A2-247EF598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08CC4-9920-4B97-9280-20832797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Applications to find Area and Volume by double integral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D1344-9719-4CD9-8087-CE5DDFB3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39ABD-5DF2-4CA0-BB03-C18A6B7B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A4770-337E-49BF-AEAF-66D1D5AD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6BDF7-C956-496B-975C-DB07E0B4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6AF07-F430-45D4-A2AF-8DA34166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916490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AF1A4-15E7-4A01-8372-EAD511CE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CE98A-AA3D-4E11-8AD5-A9F4E4EF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770EF-3F13-4D57-92A6-7B3B8A70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C50E0-90CF-4A81-995F-C6532F73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4F2CF-BB87-4C75-B0CF-A534FE76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Gamma functions: Definitions, properties, relation between Beta and Gamma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659C3-FE1F-47CA-8D64-C8DF85A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Gamma functions: Definitions, properties,...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C3D0F-41FC-40A0-BA26-F44316F3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8B3A9-6BAD-4893-8EA6-7CB6508D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FB751-9C69-418D-B6DB-2591601B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A5416-3505-4700-B7FB-04CA1BFF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D0598-D8AC-461B-911A-1E84D007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CD846-568D-4820-AAF8-854D3F55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45FAD-41AA-4AB8-8217-CD2ECD2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7D3F9-A005-4875-937B-031F3049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BE62D-5A3C-4583-AD02-1F878F0F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AAB39-50E1-4879-AA52-25EA7E61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481375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867E9-1FD8-4A5E-9C5A-1941F50B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A249E-BBAE-4474-94C1-D67CA46F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5FF33-06A7-4DE2-BA6C-5FC4887D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0D2F1-C8FF-4829-9DD2-C0382BE1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1C4BE-210F-4B4E-91CE-4817DE46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AD894-5E44-4562-B427-6BC64272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EB27C-54E0-4C15-AC3B-29D45E5B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185AF-E2A0-4D11-BE04-F4AE74D6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923C2-B77C-444C-B13D-FE02EFD7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Gamma functions...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33EA9-50D5-4B9B-B827-D5F39F30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2ADA4-0B17-4253-97F2-80E430EE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09729-E345-4C60-9103-9670F10A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Gamma func...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8156E-5FE0-4FC0-9B89-967B0B78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4F62B-D76C-4B69-A6E9-1E0A521F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3CCC0-ECE4-4743-8303-0859105F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Gamma 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6CEE8-FD36-4BEE-A713-CF092F1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72A55-CBEC-4F44-B277-36F612DF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F4AFE-EFA6-48C2-87EE-E3EB205C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Gamma functio...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D4AB6-DB3D-46D9-9980-4A6BFDF7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B70A0-0F2A-4005-8FCF-8B0208B8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2770B-4570-4A73-8926-E57710FA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Gamma funct...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02E9C-7499-43A2-9C12-6E907B39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683E0-A15D-4662-90D8-2E348BCE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19587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24C29-39DC-4132-80E8-872F7E2D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6F791-CB1F-4DA9-BE05-E751D2E6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20D8C-7497-403F-B6DA-61832DA9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80378-3F27-4BBA-A383-17997A31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803AF-4898-4E04-AD89-44E75A46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A913A-E6BD-4428-8741-723AE534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B017D-C695-4900-A137-4ABDC8AB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0C70B-989B-4B54-A5F6-575424A2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36291-38AD-4653-9876-E2A7FB1E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8E39B-872D-4DE8-A40C-679CE148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FB8C1-99FC-4916-A52B-441466DF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522E9-707D-43E2-A845-49786754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8CE2A-B1A9-4CAA-9BB2-AFBA0458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2C085-4057-4F5D-9075-A78624D3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94C47-029E-4C75-BDC9-3368A32D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622221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9492A-20E1-4FE3-A5D7-02676905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186D6-67AC-4317-ABE1-2C015B04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74847-6F62-43B3-8EA5-6D528619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D2457-417E-467B-A425-BDC945B4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2C726-7968-41B2-9CD9-BBC00C46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931DD-62E6-4D8A-8DBB-699FC387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Gamma functions: Definitions, properties, relation betwee...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A6436-0A0E-4CA3-AA32-058ED1AF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CD6FE-E7BE-45DF-96DA-937BE033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2878E-4075-4F0E-A983-25140BF1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EECF5-1CFF-410B-9AB0-3C8F72AC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4CF54-9F09-4B0B-8D4C-F314A7F7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204832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87A84-6ACB-43BE-A26E-CC6C8914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7DE82-1662-47FA-979E-705D93BC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CF6AD-B82B-462D-8144-0FF4DC90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D8C81-D947-4190-BFAC-0A6565BB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E2AE9-8E59-4797-84F6-3D7FE9ED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5AA00-8982-49D7-B71D-91F76E00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320470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C0B36-AB96-42B9-B406-74D9650C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8C2AD-81DF-4035-90B3-B6084E4F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D530F-178D-442F-8294-4A9155B3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4B545-9C16-4A7C-A4DB-12C289A8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B02DE-6B83-49E4-8243-29A117CA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Integral: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Calculus: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Multiple: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Integrals: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56C6C-736E-4E97-B3D5-1B8DE841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229187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CC2D9-C4DF-4500-AA3B-21C4FC86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3CE62-010C-41C7-9E8F-18A1A49E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0A300-354A-4B20-B123-B5F8592C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81ECD-80DF-4AE6-AD8C-3AAA093A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2A809-7666-4976-9A31-F8F8CD1F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46BBB-5EA6-4B79-8300-9CCBCE71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082399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8EC8C-E700-4C1C-BABE-DA4903D3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B44FE-C9F8-43A2-A1D6-1CA44A0A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B1E5A-2F37-4909-862B-BCE1DD9F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D0E9F-9805-4D05-ABAB-34F15A50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587D3-5CD1-4A87-8A67-1566D3BF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59503-BA98-4056-98BD-8E016E19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575653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AF96-EDF8-4724-B555-000DE3C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BF9DB-DCBF-4C96-AA2D-DA8E79D5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1C9B4-5233-4821-8CFC-1CF3F9F1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CADEF-ADDF-43D0-9E19-2BDD564F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C828D-705A-49D7-90DB-A5550D5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Integral Calculus (8 Hours Theory + 4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Integrals: Definition, Evaluation of double and triple integrals, evalu...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Applications to find Area and Volume by double integral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Gamma functions: Definitions, properties, relation between Beta and Gam...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05C3F-F2E9-4199-B589-914B406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E13D0-F37B-4BC3-BC9F-F10B7F67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1132C-B12D-4855-9DA1-C181BD6A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444937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F40EA1-C562-4C44-B671-7D8AD0FE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91B21-7D40-44ED-8013-D5119B7D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Integrals: Definition, Evaluation of double...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679DA-6E88-4F3E-901A-1A5FD4D1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16ED9-338E-45E2-9310-21773748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8FA06-1C59-44FD-98EF-48822212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E7BFA-1016-43A8-A9F4-AF171EA5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7ECE8-389D-444F-8625-3DD9A632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70894-8A75-440D-8666-59A8F978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EBBC3-0F95-417B-B6AB-AE222056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0348E-9058-4CE7-8F61-FF8712F8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5BCE7-3F14-481C-B6D0-575E3D89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BA7ED-0F9C-498C-A217-14FD0408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E480E-8F51-46C3-8070-9358303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BDE1F-FBC0-4174-8AAA-01FDEE1C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63057-3DC6-4A2F-A08E-440A3024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129A4-243C-4C82-9910-BD8C1C50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EC6EC-E5EB-4A95-83F6-80FBA4E7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2F15E-5BDB-47F6-97C1-1DE695E0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EF761-F681-484E-8885-B36F0C0B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00EDE-B2A5-4AD4-AF85-795AA84E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2340E-8AD9-4B55-98D1-4EB4F1CB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52981-BCAB-4431-A165-942F654C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CB3A4-0E1E-47B3-9159-DF62F8A5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382E3-BFE5-4D56-9D88-8D5FA928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2D0555-5627-40E8-BB26-7A52FC39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C65ED-332A-4582-8229-2E7D177C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8E33C-A7AD-42C3-82E4-39E04DAB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C7BADC-6F4B-4844-A771-352A2AC7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411DA3-3AB8-47E6-940A-E593D40B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5950B1-822F-490F-BBA5-8401F74B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DA1BA1-19CD-4EC4-84EE-129FE1BD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54C6BE-47F3-4DBD-9AF3-9C3635C0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198498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47C19D-F852-41CE-9374-52B0CC81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317F0-C306-46C7-9729-BD6FDB06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to find Area and Volume by dou...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22002-51D2-41BD-BB9F-B6130280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C29C5-6BE2-48C1-8614-C655BA2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70947-C9C0-45AF-B27C-F7B31EC1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15ADE-E995-4D01-AA50-BA61D081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D133C-11D6-4DAE-99FA-5480E818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51989-906E-4F01-A24A-20B10094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96AFE-4B0D-4785-ACA6-EDC42188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14499-56AF-4D71-85F8-7D46776B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31081-FB2B-4CE1-A448-02A62667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1EB1B-FEC6-43B2-9C24-01234F9C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1FB35-90D7-48DA-A658-CB5CA58D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058A5-767E-4085-95F7-830FD96C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AF020-355D-47C8-97AB-BB6DFA7D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0116C-CAD0-4FCA-AC1E-E6128F86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6E18F-1593-496D-A5B5-DAB7C4AA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C7587-48B8-495B-B5AB-F6232B11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B4DBF-4F83-4E45-8CEE-9B15EEFC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0B748-3E27-4D0E-9D9D-D76B4431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C1CC2-A9C4-43C6-A9FB-B16203B9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CD781-8777-49E5-9097-37F6E598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B039E-C05D-49D6-8504-E48DA61B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F41D3A-07A3-4526-9BB7-08548DCD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61707-BF14-4FE8-AF23-8CDFC105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0C8E2-2359-4B59-AA88-FD849B33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86652C-024A-4F67-BA84-5D1B012C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F2274-8AFE-4433-A1B9-CFB1ACAA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C00142-B867-4DD8-9BAB-03BC5F54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BA4EEC-9A6F-42EB-A647-032D1456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AE558-8954-457A-B746-A1812051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561858-F631-49C9-8092-A633EC2B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802792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C17636-5DCD-46C4-82F0-EF5B178F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8787E-5185-4ED3-9D3F-4688AA27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Gamma functions: Definitions, properties, 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D3F2F-D77B-42F3-A3AE-87D0BDD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CB9F2-5E61-4A9F-A026-60077C21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EBBB7-29EC-4F3B-A545-19A877EF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E938A-8A85-4E3C-8C29-1ED191A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1DC54-D85E-4C88-BBE6-24D179CC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44946-1509-464F-98E8-6E7720D8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C127F-0438-47F5-ABF5-A1249ECD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80D15-DBFA-43EA-AA1A-ADCE852E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EAD4E-D46F-45C6-8D8C-1FB988FB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259A2-AFB4-4741-B9E8-4A51F37B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187E0-30B6-4984-8E18-C1D6B6C8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5C054-3AA7-455F-BF34-2FEB67AB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06C59-A6F4-4DD2-B149-4D2FA0E6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03D0C-BE6B-4471-B0CA-DD66D2D5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482E9-1D7E-4E7A-9E44-CB9A27CA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85B81-03F1-4079-9CC9-D5018FD1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006D5-7F38-4D7C-94E2-39D3E513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08AA2-D2C7-432E-B3A0-C97347C6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C6B2B-1C97-48D0-8814-3262971F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DBDBC-0017-4A94-937D-4062322D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66FF4-513C-462E-AE4E-5D06C9FE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4374A-CCD8-4A6C-B839-7D87E5A8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69188-AD81-4EAB-9D80-85BC4031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5C04BD-B1F7-4899-A4C6-27DC76C7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A9B19-5898-46C5-B740-ECFE9C6C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B7F130-E459-42D2-952A-AE597A0A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2EE4F3-B098-4650-8099-54789CF9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D7689-CA60-4562-A31E-02EDAF87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491CE1-06BE-4463-96B8-9028D11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CB3541-1A75-408F-BE5C-13CD52F9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594969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B204AB-B5AF-4E6D-A197-CF3D239C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AB400-12B5-4C99-9747-70E7191B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 Calculus (8 Hours Theory + 4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40801-A3C6-4402-B1D6-09944FDD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980CB-085A-42F5-98CB-38998BB7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D8C1B-0F4A-4E31-810E-B5E9AD48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07086-39BC-41DE-917C-3F06F664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5678C-B7EB-43D4-BABB-92F4AC2A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38701-1D4A-4436-9DD9-AF104F9F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EBAE4-8514-4E2D-B25F-73F3640D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DE3BF-69D0-4D1B-936B-CB163589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3139D-A452-461F-8396-E130DE48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09B29-239C-45DE-BB9C-94197E7C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1C9E4-01D9-4A22-8FD2-AE976CD4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DE122-F082-461A-AC7E-AD6FE378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DC428-6392-4A43-BD7C-0CE9C63C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C0595-F48B-4D03-A022-EBC4911C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5AEA1-4A8C-4D83-AB6F-68C86F3D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1483F-1E5E-492C-A15C-4DA21242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233D8-869C-4ADA-B8EF-C2900B3C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A2ED3-A92A-4B61-B2E4-8A154E84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F095B-F3AF-4CD7-A65C-185CDFCC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97169-B816-45F7-8EFF-BFB5083C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E4DA0-3FF9-445C-889E-8F4ABE21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63325-6854-4D1C-B66B-441B5E90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9AD4F-08E6-46C6-BEA5-36FC5460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D1013F-B634-4448-8935-1AE8B0C6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8B7152-4DF8-41D9-B3E0-D64C7203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1DD61-7D96-492A-BEC8-D339BEC5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EF6CCE-0907-4BEB-8DAB-F4099441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8C0F5E-5A99-451C-A500-04AC8C4F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9A84AD-C8EB-491B-A4CC-5EA47734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414FF0-FD73-4EE7-B5A1-642AF99D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232443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1E84BF-0E73-43E8-8BD1-A24592C4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20A4A-A1F0-4A4D-8B68-0412E6AC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Integrals: Definition, Evaluation of double...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B8C8D-DDF4-4910-8764-6ABD0902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83A7F-87D2-446E-9D7E-3F90771C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87D97-1F2A-4432-BD48-7D3C43EC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C14F8-29E6-491D-83F3-90A54764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3DFEE-BE65-4870-8C9B-8D7AFF99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19C2D-9C8D-4C00-8E5B-09692C19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0C095-DE36-489E-9FBD-D5E1B6AE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E8B66-C252-408F-A546-C73ADEF4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572D0-4CDC-43F9-838B-73BEF63A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2D7D2-8B0F-4D6B-BEF4-0239366B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49D49-F192-4185-8C77-E2E4F7F9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830FB-A4DC-4305-8004-3DE26628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1F2CE-29EB-40D1-A832-5CF5EC80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AAC2C-B18E-4184-AE4B-ED0D479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33B58-420A-42D7-9720-30151C33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22E3E-7BF3-4AD9-BF5A-02A6C05B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650BC-084B-4B98-81AB-EA9A1239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4D4BE-3088-4E11-9F20-01B0B8A3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4FB52-DC48-42BE-9DFF-C896B9D2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95AF0-F51F-443E-9055-3E622772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AECE7-4176-4CBE-8220-3D7B306D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83C58-985A-4FEE-A58F-4FC0162E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20C88-BE5B-4D6F-B585-FBEDCE20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0FB488-DB03-4FE1-B20A-CDACF63F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3750FC-9212-4664-80A7-2D7783A4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F623AC-13C0-4E23-AEEA-6B6FB58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EFA6A-E7BC-4E7B-9B99-B6FDEE73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F9344D-CC8D-477E-9D95-5E147BBE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1507C3-51E4-4449-B2C0-ABD6565F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00B74D-53D1-4C4F-BAEB-9EBC2030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2392777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DA5060-B1DD-4CD7-8E81-D39A4393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BA7E4-F73E-4394-9F73-DF451C48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to find Area and Volume by dou...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C50AF-F2F1-4F7E-A58B-40D7F1DE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F825B-A7BF-4944-BFA2-EA5BA2E4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4B945-0126-49B5-8BC5-E703307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DCBE1-40AB-4826-A164-0996166C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DB5BE-964B-45EB-988A-706FDD63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32411-F3C0-4E83-9384-D9C6B98A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2706E-DB17-48AF-BCC7-CE172BD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C39E8-BCEE-4B0D-820B-EA5A775E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5F7A8-8F1C-49A2-8158-2A88B168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78A8D-91D5-4885-AF3A-F2F4AB71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23F62-180F-428B-90E8-E7DCCA31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51BF3-B8C2-4CD8-B9E4-D779B263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93379-ECA6-4500-B54E-D9F5AD65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3BED8-A9C7-4FBB-B87E-F4B1293D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50887-BFA6-4581-9713-2C280587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44D37-89C8-4E9E-BF0B-A78559CE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85A6C-D559-4980-BC10-A65B684A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BAA58-65A7-4BEA-B703-54FBCD68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E9243-232C-499C-9B65-4C6E28A4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F737B-663B-4E51-A1B6-29A61267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CC50A-53FE-45BA-851E-214AF382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C193B-AD8A-4A6E-9B27-80D53C56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45A9EC-B79D-482F-80D3-60D8136B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EF2EDD-2EC2-4A20-A2C9-D36C0972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3CF412-6E29-40CD-87E7-8E629761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0E69E8-D865-4A97-B4DA-8BCC298F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ECD620-EF03-4F8B-B4CB-D3E5EDDC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118304-3661-4039-B935-B6E27CD6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1847D-B3D6-4994-8E34-F7B2FB8E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8AF23-30A7-4F13-BD42-308CB02C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594241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CFE0B-013D-4FCD-90A9-D19ED3E1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76C62-F588-4207-9BD9-94DC4A7A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Gamma functions: Definitions, properties, 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ECFE3-3AD7-4D6E-8F41-B2816060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9DB54-9BB7-4989-9F35-28B300E4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D36AD-4B43-4609-9CBB-9E09C8B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E6DAD-CED8-486B-BB36-04605C3E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A633D-C56B-4C4C-A384-52D78C39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43AE5-6562-41B3-A72D-C883A78F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3E2B9-B6F5-4E60-910A-D48C534C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C617C-BFA5-44B4-8FF5-208E9ED9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654E3-608C-44BE-AB0C-3B73BE4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646D8-CA58-4905-9AB7-7AC08869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77ABD-F0AB-42B8-AF53-296828C9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1F005-ED7C-4738-9064-5B3A4ADB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D425F-A7E2-43CA-BD18-F518146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A8695-E729-45A8-8A75-13E227A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65871-FE01-4739-9B12-8DF8F55C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43ABC-4E19-4BB3-9E50-8016F26C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56635-C807-4B00-9EE0-2E487217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61C8B-508B-494D-94A8-574A3A39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58EEC-7DE6-4E33-8CCC-1F4A1E3F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E9731-7C34-47EB-A858-EC58930A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A6139-81A7-4408-8E5C-85655B56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D99F0-C049-4BE5-B315-0A112698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28411B-C1DA-4567-8A63-BDB086BD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68BC8-8118-4D5B-9B00-05D6FC9D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D18D7-0584-4A02-B113-42A16C85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DCA90-61BF-499E-9661-4C5A2FBF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BF14D-6D77-4BC9-83E8-87685E02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5D36E0-EF82-477F-A688-7A1825E8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70EDAC-F3B5-4FB3-9C39-F1133541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EEE950-8BA5-4D90-8F82-277EA6B6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634329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85793D-4785-411C-A707-83A1678F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71B70-E69F-4BCC-8FBB-0BDF0721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 Calculus (8 Hours Theory + 4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E4CD0-04C3-498E-A8B7-22BBD875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82E71-B72E-4898-83FD-AD55555D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56258-7F21-4F79-BA0F-9F0F456A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7BD5B-99B5-4955-B634-CF45795F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014DF-8DE9-4D08-8A31-344A0B64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FBEB1-3226-41D7-ACF2-6F29290A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3F966-993C-4BDA-A40F-F5A003BB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C4DDF-C8A1-4B2A-BF41-BC3680D9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1DE3F-CDA0-4D7A-A34D-5DE54A4C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A0711-C59A-4657-A357-73E86CDC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4D5CA-572C-4236-AA8F-86CF14F3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134C3-7B62-430D-913A-2DD9C342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9AA21-0977-49AE-9038-BD2FB807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0E3C6-73AC-48DE-B60D-9F4B23B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32DE2-646E-47D5-ACE1-2D300AFB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84271-0CD2-4E74-81D5-3952F034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1A563-4086-42F7-9845-39999FA7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495D0-1301-48FA-9F6F-E2FCA704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27B94-CBFA-406C-B269-2BDB9F9E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ED722-3848-42F2-BA17-0B7F2868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2D23D-367E-4C4B-98FA-94E25D46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AE5E7-7D36-41CE-BCAC-D71862FE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38AC1-6111-4012-B0FC-4BC8F1F8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3FD267-F558-4D12-9544-BF67566C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ACCE4-7451-4F60-B999-ADFC4FA1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BA8615-95AF-4B16-AA0A-AA4695F2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97EF37-AC99-448A-8284-563ED3CB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15E5EA-BF68-49EB-A056-460773D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1AFD91-0E69-44DB-98C4-7FCA8A2C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BC20B-3BB0-4317-8940-8B5FF46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723280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C32A81-D0DA-4F10-84B4-95A67C4B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ABC62-22AC-46CB-8962-9E7C7FAA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Integrals: Definition, Evaluation of double...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7C0E9-6C2E-4A66-A614-53CB04FC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EEE99-BCDA-46BF-9BB6-091D75ED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AFEFA-BBC2-4A57-AE63-9749684E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E3E81-489C-42B6-8772-48FA5D34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8FEA5-CFFB-4E1E-8202-3039C561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F1DA3-4CBC-4C5F-AF82-98B6D4AF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9CD05-D0D7-4054-AF70-7B6F006C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1F137-E123-45A4-9D50-67FBA75C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011C2-206A-4B77-93A9-36647831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9489E-61BE-41DB-9301-70A719CD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084B4-FA86-4B03-8C1B-C9E699D3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DAC09-B6C8-42EF-9CC3-6791144B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74296-C4E0-423C-9CAD-96536CA5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FF6BB-D285-4ABA-8EC9-59060372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0987C-16E6-4E80-9439-1F7EC50D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C6473-BD79-4752-87D4-FC3A5175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55851-EE74-44AD-92C1-E73CF49D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FDD48-2C74-45E8-8FF2-5334C25E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0F8AB-CA77-4A93-A05D-0D1C0176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C8449-1424-4877-94FA-E7D6BE03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DA078-6109-4468-B8A3-D99E1D3E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40596-1245-47EF-B14F-62E8D78B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45E52-CC85-4698-824D-D9FDB984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62CA9A-4C16-462D-B750-9C2B1B6F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51FD4-8B8E-4F15-8482-226CD142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55912D-5775-4784-B2AB-9A6563B8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79775-1C66-4E27-82EB-4B1953E3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AC13A-E409-44C0-B68E-BD2EAD36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212BA-B4D7-47AD-888D-9393BB7B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BDB00-4E63-45B7-A115-20107C7A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0454265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B938BB-3650-42D7-BF9E-7E32146C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AD89C-A4B9-4D5D-9C30-4D886B54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to find Area and Volume by dou...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C8C3F-245C-4E14-A791-0F0FDFCF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A9EF9-C9E3-4C77-9C93-4025D7EA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E9BE7-AA0B-4BA8-A06A-4D002191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D531B-EC2B-45D2-ABB2-3896734C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9AC4F-ED76-4608-AE75-27997433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8E2F6-06A7-4C13-A59C-5DE5EC38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401BA-0DD4-4531-A6FB-19AF11B3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1FDDF-AA71-4FA5-AB52-CAFC5426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E8007-8BC0-468F-A949-EE6DEA61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B86B0-6D71-435B-8840-0B205185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C17EC-7EF8-462D-9507-42506DD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03F2E-C2B9-4A16-84D0-040AC7D3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B95E4-58C8-49FE-84C5-9109882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21E90-2323-4A0D-AA67-DAA1CA2B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9236E-2E04-477C-A0AA-E89720FD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BE04D-2A83-4C94-934F-57ACA4F3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879D9-87B2-41B9-93BC-643B04DC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0D1BC-C4CA-47EA-9677-A2C03097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D29C8-4831-4368-9E79-09166107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91BCF-E6F8-4DB0-AD0B-1017BA69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6C3A3-CE54-46B9-A69B-4949D1CC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A313C-3686-495D-99D9-F0DD2FDD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21B95-2DF6-49D4-9726-446D260D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19BAA-9DC0-4C94-8210-A5C969AE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17113-6A1B-43B5-86AE-6C5E7B68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5A849C-A488-4824-968C-BE7B376A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BE2834-E35D-46E8-A5B5-35443DD2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4A894-69AA-4DE7-91C4-B5A7C17C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F375DD-4CC1-452A-A146-3947C79B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5E9AD8-DC0D-4965-ADF7-878DF56B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6054592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C09339-C99C-47C6-AE9E-BC3FA765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AEEBF-AF8D-4F21-93F8-D4CBAFB6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Gamma functions: Definitions, properties, 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238D8-09DF-45D1-BE0B-5A2D212C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3D570-48D3-44B3-97D1-477008F8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33AA4-E8DA-45C7-8B95-B3AA3F0C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0339E-B9A0-4B39-889F-17FC053C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21782-DBFC-440B-9342-53718A3C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8178A-0F7E-4843-8565-E36CD5E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C5853-BCEB-411F-865F-E5FBA61E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31AF1-14D5-4010-B329-A5CD61AC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656C0-8C48-468F-8E0F-81DE7340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BBA64-4A1A-4B67-9C7C-A14F87DE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BB79D-9F2C-45F8-86BB-59C0A7E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6B360-EFDC-4B4B-8702-035E9D36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7350E-A9ED-466F-9FE4-26B4517A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032E7-1AD1-44FE-A172-E2B6D993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B91E4-AC5B-4EC3-8D81-DBB0C46E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402D2-85F9-48F7-95C6-33851FFF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BF0DC-8616-4099-B62F-9BAFCD6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2012F-2C70-499D-A877-EBEED734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F5328-C407-4416-A2B2-A9EA1C08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A1325-50A1-4986-8B2A-6A3B4D47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EA4F4-31F7-4348-8553-EE146C38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09027-9F0F-4077-AD03-8AD16215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1D14C-68AF-43BB-8FFB-384E45F8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C93CD-1C82-4E11-A8F3-A2E9350B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D03FF-133B-4F5F-96F7-77029613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58007-4FF2-4B8D-BF18-AFAF5A31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B3B3DA-685D-4360-B090-883AFADF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35916D-3781-42F5-9BC0-F4875002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8E1C62-39C3-4396-96F7-FDE954BD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413EAC-207A-4C1E-B822-FA7CD5E0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8699925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0BE05A-0364-45A0-AF26-E7952DCE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B6976-1931-4013-B828-42B3291A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 Calculus (8 Hours Theory + 4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05C24-9519-4BBD-BA26-C11BAD6E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5ADF1-2EB5-47B7-9E09-930F9988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EB215-A53A-4ECC-B4F5-27294333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3C58C-31CE-4FBD-8AFB-40782184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6BC5B-F537-40EF-8D33-F16AE6B3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CFD1D-1DCD-44E5-A0B0-C27003BE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9C4B0-4189-4F35-B550-15897234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5FB69-DA94-488E-8146-29356E9E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821C2-1772-4305-8805-3A79551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1690B-19B9-4830-B618-7102DF25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25748-DACF-4F96-8D00-BF1D2FE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050B2-E98C-4CE9-9263-DA3E4B24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0936C-3020-4705-A2F1-36646B5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AE524-64B1-46B4-B229-53CBDE57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FFBE3-B693-4AD3-BB07-5477B5E8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494CF-834E-476F-935D-9D3E62A0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4659A-8D15-4533-906F-1439B825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845BC-2EA8-44FF-84C5-2F41AE03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809D3-C80F-4349-A765-49C83066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B3C6D-C68C-491C-8138-FDB72F03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4BF226-3B27-4B82-96DA-9A8642E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F150A-71A6-4EF2-B06E-B10F0C49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65AA31-4839-40AD-91C0-568FE232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4E05C-54EC-4DFA-AB96-14F3E52D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C18D05-806E-43E7-8DFC-4CC7154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EF0E88-804E-4313-B2A4-9638B3AB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5CFE4-9796-4D4B-B27F-ACBA9C5D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49D7CC-ECA9-486E-80B7-04560440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B72B2E-2F72-4C9B-987F-38FE5DE0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23BE95-61B9-4CF2-836B-22E8B9F6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2306472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AAE057-02A1-4787-A1C0-3BB9E28F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F87EA-76F1-4236-9F21-E28894D9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Integrals: Definition, Evaluation of double...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DE707-9912-4178-885C-38EC3815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47DB7-0CC7-4DDF-BF6B-3A1B826A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1BE33-F39A-4F76-BFCD-41954A96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EFFAD-E13C-474C-A5D1-9431CECC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6FB27-068B-4D08-AF23-7168477E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6A419-62A6-45D5-B78F-E1C553DC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88E7D-0E4C-40CB-A222-DF00CA94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04A43-5D49-40BD-AB41-24639483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CC05C-03FE-40CB-9060-07EA4169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00ED5-7DBB-4ACB-921E-573AB962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AFFBD-AB89-4507-B723-B23B884F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337B2-F068-4E94-A48B-3D798783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8C070-1B9E-4F31-BD39-5EECE317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B8DE6-E029-4C96-961C-274EB44D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F5F08-D4EF-4301-9FA2-92EB03EE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CE8D7-A70D-4721-AD5A-9099ED9F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2C703D-1ACE-4FEC-A4E1-E9FD0EAF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F273B-3C74-4E73-BC5E-BB70FC53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26931-4330-4A58-BAF3-6B1ACFD5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DB3708-1993-4B2E-8321-E7D01117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EFAAE-53A1-4B9C-921A-49C1056D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190B2-CF52-4879-B593-28196981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991BC9-28EF-40C0-ABB7-516F328E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68FC7-C9B7-4CB0-AB2B-55861509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A6D751-D3A9-4339-B85B-8351B370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42372-3B9B-48B2-A299-28499716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5D46BF-FE44-4F1E-A980-56067605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A5037C-600A-4D9A-BF3D-DCB4035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4AE68-140F-4A2F-87FF-8EDC62F5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AFCB2C-F260-40EF-8D17-DA8C65F1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0437015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E87A6C-13FD-4198-B9BB-8E6E6F7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B1FE9-7B81-42EB-B098-884C0F5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to find Area and Volume by dou...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8F183-AFC3-450B-9E83-074C8BDE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B4BB8-E86A-4EA1-8750-0C2E059A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E3AAB-5AAB-477C-B521-AD1DFE98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65FDA-CF93-4272-995F-7D9437FD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E2057-C231-4EB2-842B-B395335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77EE2-9F7F-43B1-B986-2E76F39A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C1BB0-4308-4BE5-88A5-74F84C4D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E116C-59F0-4CDE-9B5B-38F61DCF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61DB1-B5FA-4B29-9F51-068D9E20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D25A9-3C93-4C76-A1CF-A6E4E2F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ACEC7-1D53-4B54-9F07-1A2C00C2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E83D2-7DB5-4A8E-97F7-0D9DB846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ED096-8CC5-494E-A407-5D33E98C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A1C7-25B6-44E1-A15D-6BAB2377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A94BA-8F7B-40AA-9AC3-84B047E7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C59C7-D493-4979-8C5A-9A3F3511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338D3-B0F6-40B9-A911-CE30961E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E7883-468C-4FA0-B468-D08ED582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76C7B-396E-4BC2-8331-D2F0DC9B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925D6-69C0-441C-A6F4-FB50279F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8202E-3F50-4344-81D6-AC601EAF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99842-0D47-4646-9963-CB5A685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8695F-4729-4E5A-B4BA-01048EF8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877A0-1482-4023-99CC-85BCE06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4EDD4-EAC1-4A75-A442-4FE97FE0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2422C5-9900-48EA-895B-2A2F466E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4BEF2-FAFA-4E9F-B8C7-2C62DAE0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5BE671-617C-43F5-BE51-B01F9219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319352-EB9F-4AF7-878A-4A73A107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969E1-A74F-454E-A2B9-1D5FEBBE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48558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2026-08-24T16:03:02.9620000Z</dcterms:created>
  <dcterms:modified xsi:type="dcterms:W3CDTF">2026-08-24T16:03:02.9620000Z</dcterms:modified>
</coreProperties>
</file>