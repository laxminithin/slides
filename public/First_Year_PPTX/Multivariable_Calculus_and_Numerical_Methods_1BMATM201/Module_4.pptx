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9d8fda1fd4c4b" /><Relationship Type="http://schemas.openxmlformats.org/officeDocument/2006/relationships/extended-properties" Target="/docProps/app.xml" Id="R51e5cc87c1ad46a3" /><Relationship Type="http://schemas.openxmlformats.org/officeDocument/2006/relationships/officeDocument" Target="/ppt/presentation.xml" Id="Ra7ba5c28b0da4a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14aaefa9b4e12"/>
  </p:sldMasterIdLst>
  <p:notesMasterIdLst>
    <p:notesMasterId xmlns:r="http://schemas.openxmlformats.org/officeDocument/2006/relationships" r:id="R42e769b45b7844a1"/>
  </p:notesMasterIdLst>
  <p:sldIdLst>
    <p:sldId xmlns:r="http://schemas.openxmlformats.org/officeDocument/2006/relationships" id="256" r:id="R596ba332a38f432d"/>
    <p:sldId xmlns:r="http://schemas.openxmlformats.org/officeDocument/2006/relationships" id="257" r:id="Rf1fdbd24853846b9"/>
    <p:sldId xmlns:r="http://schemas.openxmlformats.org/officeDocument/2006/relationships" id="258" r:id="R91a671d6c8f74ea6"/>
    <p:sldId xmlns:r="http://schemas.openxmlformats.org/officeDocument/2006/relationships" id="259" r:id="Rd750613e4d0949cd"/>
    <p:sldId xmlns:r="http://schemas.openxmlformats.org/officeDocument/2006/relationships" id="260" r:id="R10682b9f8e694c88"/>
    <p:sldId xmlns:r="http://schemas.openxmlformats.org/officeDocument/2006/relationships" id="261" r:id="R94a4c080a750405d"/>
    <p:sldId xmlns:r="http://schemas.openxmlformats.org/officeDocument/2006/relationships" id="262" r:id="R1441cd40b1814450"/>
    <p:sldId xmlns:r="http://schemas.openxmlformats.org/officeDocument/2006/relationships" id="263" r:id="Rcbec3342c8e84b0d"/>
    <p:sldId xmlns:r="http://schemas.openxmlformats.org/officeDocument/2006/relationships" id="264" r:id="R38b99d9c9664481e"/>
    <p:sldId xmlns:r="http://schemas.openxmlformats.org/officeDocument/2006/relationships" id="265" r:id="Reba3e0435cd142d0"/>
    <p:sldId xmlns:r="http://schemas.openxmlformats.org/officeDocument/2006/relationships" id="266" r:id="R459ea6f3615a40ac"/>
    <p:sldId xmlns:r="http://schemas.openxmlformats.org/officeDocument/2006/relationships" id="267" r:id="R075198a7b5dc4d1d"/>
    <p:sldId xmlns:r="http://schemas.openxmlformats.org/officeDocument/2006/relationships" id="268" r:id="Ra76734ee669e40a7"/>
    <p:sldId xmlns:r="http://schemas.openxmlformats.org/officeDocument/2006/relationships" id="269" r:id="R4e056b4cf3f5428b"/>
    <p:sldId xmlns:r="http://schemas.openxmlformats.org/officeDocument/2006/relationships" id="270" r:id="R4873e9f0288b4fd9"/>
    <p:sldId xmlns:r="http://schemas.openxmlformats.org/officeDocument/2006/relationships" id="271" r:id="Rcfa7e0314a874e14"/>
    <p:sldId xmlns:r="http://schemas.openxmlformats.org/officeDocument/2006/relationships" id="272" r:id="Rf5be0fdf08084b6a"/>
    <p:sldId xmlns:r="http://schemas.openxmlformats.org/officeDocument/2006/relationships" id="273" r:id="Re981cdbe7b9a4ede"/>
    <p:sldId xmlns:r="http://schemas.openxmlformats.org/officeDocument/2006/relationships" id="274" r:id="R41095df62c364842"/>
    <p:sldId xmlns:r="http://schemas.openxmlformats.org/officeDocument/2006/relationships" id="275" r:id="R6c48751f33a648ed"/>
    <p:sldId xmlns:r="http://schemas.openxmlformats.org/officeDocument/2006/relationships" id="276" r:id="R63bed03ce6ca4e70"/>
    <p:sldId xmlns:r="http://schemas.openxmlformats.org/officeDocument/2006/relationships" id="277" r:id="R1104ea0e0f614dd7"/>
    <p:sldId xmlns:r="http://schemas.openxmlformats.org/officeDocument/2006/relationships" id="278" r:id="Rb26943c1d5ac47b8"/>
    <p:sldId xmlns:r="http://schemas.openxmlformats.org/officeDocument/2006/relationships" id="279" r:id="Rc4be4acaeeec4857"/>
    <p:sldId xmlns:r="http://schemas.openxmlformats.org/officeDocument/2006/relationships" id="280" r:id="R7998bda2ba784236"/>
    <p:sldId xmlns:r="http://schemas.openxmlformats.org/officeDocument/2006/relationships" id="281" r:id="R7608c27a0f6745ab"/>
    <p:sldId xmlns:r="http://schemas.openxmlformats.org/officeDocument/2006/relationships" id="282" r:id="R7965b6b7180f4cd3"/>
    <p:sldId xmlns:r="http://schemas.openxmlformats.org/officeDocument/2006/relationships" id="283" r:id="Rb72ee6facd664f3a"/>
    <p:sldId xmlns:r="http://schemas.openxmlformats.org/officeDocument/2006/relationships" id="284" r:id="Rcec31d7ec6384d7f"/>
    <p:sldId xmlns:r="http://schemas.openxmlformats.org/officeDocument/2006/relationships" id="285" r:id="R0392b45d34554b08"/>
    <p:sldId xmlns:r="http://schemas.openxmlformats.org/officeDocument/2006/relationships" id="286" r:id="Rbe3b7bbc0efa4cd1"/>
    <p:sldId xmlns:r="http://schemas.openxmlformats.org/officeDocument/2006/relationships" id="287" r:id="R299f96b6f89945a8"/>
    <p:sldId xmlns:r="http://schemas.openxmlformats.org/officeDocument/2006/relationships" id="288" r:id="R5e8b0b583bb049ab"/>
    <p:sldId xmlns:r="http://schemas.openxmlformats.org/officeDocument/2006/relationships" id="289" r:id="Rd1f424badb2a40b4"/>
    <p:sldId xmlns:r="http://schemas.openxmlformats.org/officeDocument/2006/relationships" id="290" r:id="R30298a913aa24be0"/>
    <p:sldId xmlns:r="http://schemas.openxmlformats.org/officeDocument/2006/relationships" id="291" r:id="R77702d6d8a4846b5"/>
    <p:sldId xmlns:r="http://schemas.openxmlformats.org/officeDocument/2006/relationships" id="292" r:id="Rf8c924a524c9496c"/>
    <p:sldId xmlns:r="http://schemas.openxmlformats.org/officeDocument/2006/relationships" id="293" r:id="R6ced7b2817e4427f"/>
    <p:sldId xmlns:r="http://schemas.openxmlformats.org/officeDocument/2006/relationships" id="294" r:id="Ra63c560f348b4c07"/>
    <p:sldId xmlns:r="http://schemas.openxmlformats.org/officeDocument/2006/relationships" id="295" r:id="R615430628d784c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19ff3f546a456f" /><Relationship Type="http://schemas.openxmlformats.org/officeDocument/2006/relationships/slideMaster" Target="/ppt/slideMasters/slideMaster1.xml" Id="Rb2c14aaefa9b4e12" /><Relationship Type="http://schemas.openxmlformats.org/officeDocument/2006/relationships/notesMaster" Target="/ppt/notesMasters/notesMaster1.xml" Id="R42e769b45b7844a1" /><Relationship Type="http://schemas.openxmlformats.org/officeDocument/2006/relationships/presProps" Target="/ppt/presProps.xml" Id="Rd95d7d573ef445ca" /><Relationship Type="http://schemas.openxmlformats.org/officeDocument/2006/relationships/tableStyles" Target="/ppt/tableStyles.xml" Id="R17bb066b3dda469f" /><Relationship Type="http://schemas.openxmlformats.org/officeDocument/2006/relationships/slide" Target="/ppt/slides/slide1.xml" Id="R596ba332a38f432d" /><Relationship Type="http://schemas.openxmlformats.org/officeDocument/2006/relationships/slide" Target="/ppt/slides/slide2.xml" Id="Rf1fdbd24853846b9" /><Relationship Type="http://schemas.openxmlformats.org/officeDocument/2006/relationships/slide" Target="/ppt/slides/slide3.xml" Id="R91a671d6c8f74ea6" /><Relationship Type="http://schemas.openxmlformats.org/officeDocument/2006/relationships/slide" Target="/ppt/slides/slide4.xml" Id="Rd750613e4d0949cd" /><Relationship Type="http://schemas.openxmlformats.org/officeDocument/2006/relationships/slide" Target="/ppt/slides/slide5.xml" Id="R10682b9f8e694c88" /><Relationship Type="http://schemas.openxmlformats.org/officeDocument/2006/relationships/slide" Target="/ppt/slides/slide6.xml" Id="R94a4c080a750405d" /><Relationship Type="http://schemas.openxmlformats.org/officeDocument/2006/relationships/slide" Target="/ppt/slides/slide7.xml" Id="R1441cd40b1814450" /><Relationship Type="http://schemas.openxmlformats.org/officeDocument/2006/relationships/slide" Target="/ppt/slides/slide8.xml" Id="Rcbec3342c8e84b0d" /><Relationship Type="http://schemas.openxmlformats.org/officeDocument/2006/relationships/slide" Target="/ppt/slides/slide9.xml" Id="R38b99d9c9664481e" /><Relationship Type="http://schemas.openxmlformats.org/officeDocument/2006/relationships/slide" Target="/ppt/slides/slide10.xml" Id="Reba3e0435cd142d0" /><Relationship Type="http://schemas.openxmlformats.org/officeDocument/2006/relationships/slide" Target="/ppt/slides/slide11.xml" Id="R459ea6f3615a40ac" /><Relationship Type="http://schemas.openxmlformats.org/officeDocument/2006/relationships/slide" Target="/ppt/slides/slide12.xml" Id="R075198a7b5dc4d1d" /><Relationship Type="http://schemas.openxmlformats.org/officeDocument/2006/relationships/slide" Target="/ppt/slides/slide13.xml" Id="Ra76734ee669e40a7" /><Relationship Type="http://schemas.openxmlformats.org/officeDocument/2006/relationships/slide" Target="/ppt/slides/slide14.xml" Id="R4e056b4cf3f5428b" /><Relationship Type="http://schemas.openxmlformats.org/officeDocument/2006/relationships/slide" Target="/ppt/slides/slide15.xml" Id="R4873e9f0288b4fd9" /><Relationship Type="http://schemas.openxmlformats.org/officeDocument/2006/relationships/slide" Target="/ppt/slides/slide16.xml" Id="Rcfa7e0314a874e14" /><Relationship Type="http://schemas.openxmlformats.org/officeDocument/2006/relationships/slide" Target="/ppt/slides/slide17.xml" Id="Rf5be0fdf08084b6a" /><Relationship Type="http://schemas.openxmlformats.org/officeDocument/2006/relationships/slide" Target="/ppt/slides/slide18.xml" Id="Re981cdbe7b9a4ede" /><Relationship Type="http://schemas.openxmlformats.org/officeDocument/2006/relationships/slide" Target="/ppt/slides/slide19.xml" Id="R41095df62c364842" /><Relationship Type="http://schemas.openxmlformats.org/officeDocument/2006/relationships/slide" Target="/ppt/slides/slide20.xml" Id="R6c48751f33a648ed" /><Relationship Type="http://schemas.openxmlformats.org/officeDocument/2006/relationships/slide" Target="/ppt/slides/slide21.xml" Id="R63bed03ce6ca4e70" /><Relationship Type="http://schemas.openxmlformats.org/officeDocument/2006/relationships/slide" Target="/ppt/slides/slide22.xml" Id="R1104ea0e0f614dd7" /><Relationship Type="http://schemas.openxmlformats.org/officeDocument/2006/relationships/slide" Target="/ppt/slides/slide23.xml" Id="Rb26943c1d5ac47b8" /><Relationship Type="http://schemas.openxmlformats.org/officeDocument/2006/relationships/slide" Target="/ppt/slides/slide24.xml" Id="Rc4be4acaeeec4857" /><Relationship Type="http://schemas.openxmlformats.org/officeDocument/2006/relationships/slide" Target="/ppt/slides/slide25.xml" Id="R7998bda2ba784236" /><Relationship Type="http://schemas.openxmlformats.org/officeDocument/2006/relationships/slide" Target="/ppt/slides/slide26.xml" Id="R7608c27a0f6745ab" /><Relationship Type="http://schemas.openxmlformats.org/officeDocument/2006/relationships/slide" Target="/ppt/slides/slide27.xml" Id="R7965b6b7180f4cd3" /><Relationship Type="http://schemas.openxmlformats.org/officeDocument/2006/relationships/slide" Target="/ppt/slides/slide28.xml" Id="Rb72ee6facd664f3a" /><Relationship Type="http://schemas.openxmlformats.org/officeDocument/2006/relationships/slide" Target="/ppt/slides/slide29.xml" Id="Rcec31d7ec6384d7f" /><Relationship Type="http://schemas.openxmlformats.org/officeDocument/2006/relationships/slide" Target="/ppt/slides/slide30.xml" Id="R0392b45d34554b08" /><Relationship Type="http://schemas.openxmlformats.org/officeDocument/2006/relationships/slide" Target="/ppt/slides/slide31.xml" Id="Rbe3b7bbc0efa4cd1" /><Relationship Type="http://schemas.openxmlformats.org/officeDocument/2006/relationships/slide" Target="/ppt/slides/slide32.xml" Id="R299f96b6f89945a8" /><Relationship Type="http://schemas.openxmlformats.org/officeDocument/2006/relationships/slide" Target="/ppt/slides/slide33.xml" Id="R5e8b0b583bb049ab" /><Relationship Type="http://schemas.openxmlformats.org/officeDocument/2006/relationships/slide" Target="/ppt/slides/slide34.xml" Id="Rd1f424badb2a40b4" /><Relationship Type="http://schemas.openxmlformats.org/officeDocument/2006/relationships/slide" Target="/ppt/slides/slide35.xml" Id="R30298a913aa24be0" /><Relationship Type="http://schemas.openxmlformats.org/officeDocument/2006/relationships/slide" Target="/ppt/slides/slide36.xml" Id="R77702d6d8a4846b5" /><Relationship Type="http://schemas.openxmlformats.org/officeDocument/2006/relationships/slide" Target="/ppt/slides/slide37.xml" Id="Rf8c924a524c9496c" /><Relationship Type="http://schemas.openxmlformats.org/officeDocument/2006/relationships/slide" Target="/ppt/slides/slide38.xml" Id="R6ced7b2817e4427f" /><Relationship Type="http://schemas.openxmlformats.org/officeDocument/2006/relationships/slide" Target="/ppt/slides/slide39.xml" Id="Ra63c560f348b4c07" /><Relationship Type="http://schemas.openxmlformats.org/officeDocument/2006/relationships/slide" Target="/ppt/slides/slide40.xml" Id="R615430628d784c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690ffd67c84b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5aa170c054a29" /><Relationship Type="http://schemas.openxmlformats.org/officeDocument/2006/relationships/notesMaster" Target="/ppt/notesMasters/notesMaster1.xml" Id="Re858527ac011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ad420adcd649e7" /><Relationship Type="http://schemas.openxmlformats.org/officeDocument/2006/relationships/notesMaster" Target="/ppt/notesMasters/notesMaster1.xml" Id="R4657adcddbce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89b299961a4308" /><Relationship Type="http://schemas.openxmlformats.org/officeDocument/2006/relationships/notesMaster" Target="/ppt/notesMasters/notesMaster1.xml" Id="R699bb3122e914e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b134d84b464afe" /><Relationship Type="http://schemas.openxmlformats.org/officeDocument/2006/relationships/notesMaster" Target="/ppt/notesMasters/notesMaster1.xml" Id="Rd6c1d0b91e25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c8756a1ef241d1" /><Relationship Type="http://schemas.openxmlformats.org/officeDocument/2006/relationships/notesMaster" Target="/ppt/notesMasters/notesMaster1.xml" Id="R30c41e8fbe7a47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c126d1ea27422b" /><Relationship Type="http://schemas.openxmlformats.org/officeDocument/2006/relationships/notesMaster" Target="/ppt/notesMasters/notesMaster1.xml" Id="Rf19c1944ecb546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5275a48401499a" /><Relationship Type="http://schemas.openxmlformats.org/officeDocument/2006/relationships/notesMaster" Target="/ppt/notesMasters/notesMaster1.xml" Id="Rae629f0cecc749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3b2902e9ea45e5" /><Relationship Type="http://schemas.openxmlformats.org/officeDocument/2006/relationships/notesMaster" Target="/ppt/notesMasters/notesMaster1.xml" Id="Rc8eba8aa80fe41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eefee44b6646d0" /><Relationship Type="http://schemas.openxmlformats.org/officeDocument/2006/relationships/notesMaster" Target="/ppt/notesMasters/notesMaster1.xml" Id="R488ab61b6c5c49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6085b3a9f44ca4" /><Relationship Type="http://schemas.openxmlformats.org/officeDocument/2006/relationships/notesMaster" Target="/ppt/notesMasters/notesMaster1.xml" Id="R26c45f3546f849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e1d431671f4d38" /><Relationship Type="http://schemas.openxmlformats.org/officeDocument/2006/relationships/notesMaster" Target="/ppt/notesMasters/notesMaster1.xml" Id="Rb9e8469ebe4d49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51ca6606df424a" /><Relationship Type="http://schemas.openxmlformats.org/officeDocument/2006/relationships/notesMaster" Target="/ppt/notesMasters/notesMaster1.xml" Id="R2cc37b3303c445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29c7b593ee4aa3" /><Relationship Type="http://schemas.openxmlformats.org/officeDocument/2006/relationships/notesMaster" Target="/ppt/notesMasters/notesMaster1.xml" Id="Rf28bb4abaf914a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e3582d9d5244ce" /><Relationship Type="http://schemas.openxmlformats.org/officeDocument/2006/relationships/notesMaster" Target="/ppt/notesMasters/notesMaster1.xml" Id="R8cd46a02047e40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99202a5f0643f4" /><Relationship Type="http://schemas.openxmlformats.org/officeDocument/2006/relationships/notesMaster" Target="/ppt/notesMasters/notesMaster1.xml" Id="Red21b61d75e94d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72dd5496904a84" /><Relationship Type="http://schemas.openxmlformats.org/officeDocument/2006/relationships/notesMaster" Target="/ppt/notesMasters/notesMaster1.xml" Id="R79192b1845fe41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1cd71e6ddd4234" /><Relationship Type="http://schemas.openxmlformats.org/officeDocument/2006/relationships/notesMaster" Target="/ppt/notesMasters/notesMaster1.xml" Id="R289524dac3204a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43737432fc4e75" /><Relationship Type="http://schemas.openxmlformats.org/officeDocument/2006/relationships/notesMaster" Target="/ppt/notesMasters/notesMaster1.xml" Id="R236eb56735834c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cb8831f5c142d3" /><Relationship Type="http://schemas.openxmlformats.org/officeDocument/2006/relationships/notesMaster" Target="/ppt/notesMasters/notesMaster1.xml" Id="Ra48923f306bd4c4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f1dd0eec8445dc" /><Relationship Type="http://schemas.openxmlformats.org/officeDocument/2006/relationships/notesMaster" Target="/ppt/notesMasters/notesMaster1.xml" Id="R3c9b2779bdbc43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8154feab9145c4" /><Relationship Type="http://schemas.openxmlformats.org/officeDocument/2006/relationships/notesMaster" Target="/ppt/notesMasters/notesMaster1.xml" Id="Rc2da2614d78e4af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578417c5e94ef6" /><Relationship Type="http://schemas.openxmlformats.org/officeDocument/2006/relationships/notesMaster" Target="/ppt/notesMasters/notesMaster1.xml" Id="R189e2d82162740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adafb5df394762" /><Relationship Type="http://schemas.openxmlformats.org/officeDocument/2006/relationships/notesMaster" Target="/ppt/notesMasters/notesMaster1.xml" Id="R4a27221f4bb64b9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6793a0555f64b4a" /><Relationship Type="http://schemas.openxmlformats.org/officeDocument/2006/relationships/notesMaster" Target="/ppt/notesMasters/notesMaster1.xml" Id="Ra310a8e76ca347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390a805785474e" /><Relationship Type="http://schemas.openxmlformats.org/officeDocument/2006/relationships/notesMaster" Target="/ppt/notesMasters/notesMaster1.xml" Id="Re4ade503a61449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29204ab017f483d" /><Relationship Type="http://schemas.openxmlformats.org/officeDocument/2006/relationships/notesMaster" Target="/ppt/notesMasters/notesMaster1.xml" Id="R4da4326973a041a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fcdef77db94b5e" /><Relationship Type="http://schemas.openxmlformats.org/officeDocument/2006/relationships/notesMaster" Target="/ppt/notesMasters/notesMaster1.xml" Id="R62c9486f9a7c4e4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ca70255278f4d2f" /><Relationship Type="http://schemas.openxmlformats.org/officeDocument/2006/relationships/notesMaster" Target="/ppt/notesMasters/notesMaster1.xml" Id="Rabf859b6675c4d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c11d4c0dbe04f22" /><Relationship Type="http://schemas.openxmlformats.org/officeDocument/2006/relationships/notesMaster" Target="/ppt/notesMasters/notesMaster1.xml" Id="R1d4b8b9b8e2b42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3a874e0ce445b9" /><Relationship Type="http://schemas.openxmlformats.org/officeDocument/2006/relationships/notesMaster" Target="/ppt/notesMasters/notesMaster1.xml" Id="Rabd514a42a0c48b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86fe457dbe5490f" /><Relationship Type="http://schemas.openxmlformats.org/officeDocument/2006/relationships/notesMaster" Target="/ppt/notesMasters/notesMaster1.xml" Id="R44e0e038eb07435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701a0cfcd4e4632" /><Relationship Type="http://schemas.openxmlformats.org/officeDocument/2006/relationships/notesMaster" Target="/ppt/notesMasters/notesMaster1.xml" Id="Rb72fb2935cf7464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9519356365645fe" /><Relationship Type="http://schemas.openxmlformats.org/officeDocument/2006/relationships/notesMaster" Target="/ppt/notesMasters/notesMaster1.xml" Id="R1a748dfa74e148a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4b8ea4a190f4871" /><Relationship Type="http://schemas.openxmlformats.org/officeDocument/2006/relationships/notesMaster" Target="/ppt/notesMasters/notesMaster1.xml" Id="R2f399c23a8194eb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75685503314e67" /><Relationship Type="http://schemas.openxmlformats.org/officeDocument/2006/relationships/notesMaster" Target="/ppt/notesMasters/notesMaster1.xml" Id="Rec556c6d2258458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f2028c45c1344fd" /><Relationship Type="http://schemas.openxmlformats.org/officeDocument/2006/relationships/notesMaster" Target="/ppt/notesMasters/notesMaster1.xml" Id="Rba18d82affa341d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35d21372f524b48" /><Relationship Type="http://schemas.openxmlformats.org/officeDocument/2006/relationships/notesMaster" Target="/ppt/notesMasters/notesMaster1.xml" Id="R915d7023a0ce4d6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2998f4753f04a68" /><Relationship Type="http://schemas.openxmlformats.org/officeDocument/2006/relationships/notesMaster" Target="/ppt/notesMasters/notesMaster1.xml" Id="R573b528dbc6e4f8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842e59d33d0472b" /><Relationship Type="http://schemas.openxmlformats.org/officeDocument/2006/relationships/notesMaster" Target="/ppt/notesMasters/notesMaster1.xml" Id="Rc3b97740daae447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681d88c0b45416b" /><Relationship Type="http://schemas.openxmlformats.org/officeDocument/2006/relationships/notesMaster" Target="/ppt/notesMasters/notesMaster1.xml" Id="R763e1655f8b7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3c4346c7846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7d9a9bc33f4826" /><Relationship Type="http://schemas.openxmlformats.org/officeDocument/2006/relationships/slideLayout" Target="/ppt/slideLayouts/slideLayout1.xml" Id="R0bdd1c24237f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d1c24237f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694f382014d63" /><Relationship Type="http://schemas.openxmlformats.org/officeDocument/2006/relationships/notesSlide" Target="/ppt/notesSlides/notesSlide1.xml" Id="Re0d86d430f7f45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349d3d73642ea" /><Relationship Type="http://schemas.openxmlformats.org/officeDocument/2006/relationships/notesSlide" Target="/ppt/notesSlides/notesSlide2.xml" Id="R5d5528d7c4a647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2ba477dd84e11" /><Relationship Type="http://schemas.openxmlformats.org/officeDocument/2006/relationships/notesSlide" Target="/ppt/notesSlides/notesSlide3.xml" Id="Rdd278350e1aa44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2ead6dd046c5" /><Relationship Type="http://schemas.openxmlformats.org/officeDocument/2006/relationships/notesSlide" Target="/ppt/notesSlides/notesSlide4.xml" Id="Re60d470381b640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b86d28cd445f2" /><Relationship Type="http://schemas.openxmlformats.org/officeDocument/2006/relationships/notesSlide" Target="/ppt/notesSlides/notesSlide5.xml" Id="R473dc5edea88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6150d6fca4d1e" /><Relationship Type="http://schemas.openxmlformats.org/officeDocument/2006/relationships/notesSlide" Target="/ppt/notesSlides/notesSlide6.xml" Id="R91a961b35e0548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db8b5ab874770" /><Relationship Type="http://schemas.openxmlformats.org/officeDocument/2006/relationships/notesSlide" Target="/ppt/notesSlides/notesSlide7.xml" Id="R7c781d0f7b63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b6ff1d72844b2" /><Relationship Type="http://schemas.openxmlformats.org/officeDocument/2006/relationships/notesSlide" Target="/ppt/notesSlides/notesSlide8.xml" Id="Rd06a5143caa045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c78acfcf24110" /><Relationship Type="http://schemas.openxmlformats.org/officeDocument/2006/relationships/notesSlide" Target="/ppt/notesSlides/notesSlide9.xml" Id="R4e75ad60039e4f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7a1a8f8a1485c" /><Relationship Type="http://schemas.openxmlformats.org/officeDocument/2006/relationships/notesSlide" Target="/ppt/notesSlides/notesSlide10.xml" Id="R2080a7b5ee604c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906846e754673" /><Relationship Type="http://schemas.openxmlformats.org/officeDocument/2006/relationships/notesSlide" Target="/ppt/notesSlides/notesSlide11.xml" Id="Rd45e19626f0044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12df1edb24440" /><Relationship Type="http://schemas.openxmlformats.org/officeDocument/2006/relationships/notesSlide" Target="/ppt/notesSlides/notesSlide12.xml" Id="R873f2454c54842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643cb0a43430f" /><Relationship Type="http://schemas.openxmlformats.org/officeDocument/2006/relationships/notesSlide" Target="/ppt/notesSlides/notesSlide13.xml" Id="Rd7d64541857044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4dfb2f8674bce" /><Relationship Type="http://schemas.openxmlformats.org/officeDocument/2006/relationships/notesSlide" Target="/ppt/notesSlides/notesSlide14.xml" Id="R02a3c6bdce2640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6d22440cc43ee" /><Relationship Type="http://schemas.openxmlformats.org/officeDocument/2006/relationships/notesSlide" Target="/ppt/notesSlides/notesSlide15.xml" Id="Rccde4c5bb56d4f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a5c40b4a4673" /><Relationship Type="http://schemas.openxmlformats.org/officeDocument/2006/relationships/notesSlide" Target="/ppt/notesSlides/notesSlide16.xml" Id="Raecb2978147f44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09df1bfad4139" /><Relationship Type="http://schemas.openxmlformats.org/officeDocument/2006/relationships/notesSlide" Target="/ppt/notesSlides/notesSlide17.xml" Id="R9e3f2b133f064d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c73b7d93d4486" /><Relationship Type="http://schemas.openxmlformats.org/officeDocument/2006/relationships/notesSlide" Target="/ppt/notesSlides/notesSlide18.xml" Id="R52aed6473e7b47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a232580b44685" /><Relationship Type="http://schemas.openxmlformats.org/officeDocument/2006/relationships/notesSlide" Target="/ppt/notesSlides/notesSlide19.xml" Id="Re059de854c9748a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d3a642d584295" /><Relationship Type="http://schemas.openxmlformats.org/officeDocument/2006/relationships/notesSlide" Target="/ppt/notesSlides/notesSlide20.xml" Id="Rdc33ea7898504d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4df72b01541b6" /><Relationship Type="http://schemas.openxmlformats.org/officeDocument/2006/relationships/notesSlide" Target="/ppt/notesSlides/notesSlide21.xml" Id="R236c62309aa044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149f129f5469f" /><Relationship Type="http://schemas.openxmlformats.org/officeDocument/2006/relationships/notesSlide" Target="/ppt/notesSlides/notesSlide22.xml" Id="Rfbc4faa03b0f42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c30cbd9ad460f" /><Relationship Type="http://schemas.openxmlformats.org/officeDocument/2006/relationships/notesSlide" Target="/ppt/notesSlides/notesSlide23.xml" Id="R684201ee08a34b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535ededa3487c" /><Relationship Type="http://schemas.openxmlformats.org/officeDocument/2006/relationships/notesSlide" Target="/ppt/notesSlides/notesSlide24.xml" Id="R8908673dfe6943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863fd4c68469f" /><Relationship Type="http://schemas.openxmlformats.org/officeDocument/2006/relationships/notesSlide" Target="/ppt/notesSlides/notesSlide25.xml" Id="R2bafe69ebb11477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2f293be1c47de" /><Relationship Type="http://schemas.openxmlformats.org/officeDocument/2006/relationships/notesSlide" Target="/ppt/notesSlides/notesSlide26.xml" Id="R30742b65081d49b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48b57a4f54a1c" /><Relationship Type="http://schemas.openxmlformats.org/officeDocument/2006/relationships/notesSlide" Target="/ppt/notesSlides/notesSlide27.xml" Id="Rd4606762e90547f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a6b9ddc4d4b32" /><Relationship Type="http://schemas.openxmlformats.org/officeDocument/2006/relationships/notesSlide" Target="/ppt/notesSlides/notesSlide28.xml" Id="Ra5ebf9ba4780431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9bf89f0c5418a" /><Relationship Type="http://schemas.openxmlformats.org/officeDocument/2006/relationships/notesSlide" Target="/ppt/notesSlides/notesSlide29.xml" Id="R37a6fa6a160040e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b04369e5b44ae" /><Relationship Type="http://schemas.openxmlformats.org/officeDocument/2006/relationships/notesSlide" Target="/ppt/notesSlides/notesSlide30.xml" Id="Rc0ba30e39644475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f58d75267470d" /><Relationship Type="http://schemas.openxmlformats.org/officeDocument/2006/relationships/notesSlide" Target="/ppt/notesSlides/notesSlide31.xml" Id="R3f86a689ead2413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57368fd8f4634" /><Relationship Type="http://schemas.openxmlformats.org/officeDocument/2006/relationships/notesSlide" Target="/ppt/notesSlides/notesSlide32.xml" Id="R0a23549e619d419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8ec709fda46bc" /><Relationship Type="http://schemas.openxmlformats.org/officeDocument/2006/relationships/notesSlide" Target="/ppt/notesSlides/notesSlide33.xml" Id="R0570ef72d3e24b5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b4e0a2c77498b" /><Relationship Type="http://schemas.openxmlformats.org/officeDocument/2006/relationships/notesSlide" Target="/ppt/notesSlides/notesSlide34.xml" Id="Redacc503e2674c8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6b43e19d4794" /><Relationship Type="http://schemas.openxmlformats.org/officeDocument/2006/relationships/notesSlide" Target="/ppt/notesSlides/notesSlide35.xml" Id="R256aec9c7ea246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42bcdff4c49c1" /><Relationship Type="http://schemas.openxmlformats.org/officeDocument/2006/relationships/notesSlide" Target="/ppt/notesSlides/notesSlide36.xml" Id="R14959d950dfe49b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e613fde814dc9" /><Relationship Type="http://schemas.openxmlformats.org/officeDocument/2006/relationships/notesSlide" Target="/ppt/notesSlides/notesSlide37.xml" Id="R07e90c739d4543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b66bec14e4089" /><Relationship Type="http://schemas.openxmlformats.org/officeDocument/2006/relationships/notesSlide" Target="/ppt/notesSlides/notesSlide38.xml" Id="R28da7492777b4a4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652006a6d457a" /><Relationship Type="http://schemas.openxmlformats.org/officeDocument/2006/relationships/notesSlide" Target="/ppt/notesSlides/notesSlide39.xml" Id="Re00fc97e25514e8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c4f5e35ef4b13" /><Relationship Type="http://schemas.openxmlformats.org/officeDocument/2006/relationships/notesSlide" Target="/ppt/notesSlides/notesSlide40.xml" Id="Re63ad428340847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AE90C-7D6A-4833-A8E9-B76B629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6B016-F1A9-4286-9C53-20ABD8B9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Methods- 1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B2E3C-71FF-4857-B4AA-19B8F7A0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Textbook1:Chapter28: Chapter29:29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15698-EF48-48BB-AD3A-1C640212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F4D63-E169-4500-88CE-E39780B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F5E57-7267-4B9A-9695-787A8EC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D644B-368D-43C7-984D-6A6B79B8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AA486-7EA1-4651-8C03-9687CDB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B5E2D-6C9B-41BF-A9AF-F8F2A26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DB91B-1FD6-4709-B92B-25AEF785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1A16C-AF79-4086-B849-AC85131A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00CCE-28D2-4477-B0BE-885C9DE0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F099B-36EC-4A5D-9E1C-6FF51B08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79765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B31A6-8BB6-48FE-832A-EE52902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5DCC9-5E1D-4216-8C84-169225F2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8B7C2-003D-4B8F-91B5-E60EC259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2D107-B244-46FF-8BF7-DA2D33D6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067F2-97F1-450D-B3C2-CE44204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16A09-059E-4D6D-B091-D33ECF13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F9681-4528-449B-840A-8221E98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8DE2F-A945-49C0-AFD4-9AD301C9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0441A-6730-4EE9-9DEC-8CD498DF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A7085-885B-4FDC-A8A9-DD489BD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E70B8-09DC-4951-97B5-0EAC687A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48964-807E-4C34-9E70-43A1EDC3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BE75B-49A4-47C4-B850-15048B65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E89A2-801E-46BE-AFA8-FE3A178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2E427-10B5-438A-A564-34B490A3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70964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5B872-6790-4015-A798-048033A4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39C02-A238-4537-BD96-09E0F02C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9D9DC-9130-41C7-B387-FC5C5578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E295B-D3DC-4489-A419-70419BCD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AD774-3324-4671-BFA1-62D8EA0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1C755-867B-4102-AD79-CD531CF2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9F935-054E-4129-878F-C53A6572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8161C-AD3C-4B69-B62C-39D5FF30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B1AEC-F776-4F18-996E-7D71297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Methods- 1 (8 Hours Theory + 4 Hours Tutorial)...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8C882-0C30-491B-A9EC-489E15A6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7D836-FE0D-415A-9BCB-022B3BD8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FA2F3-4ADC-4A0E-B41A-621F9B14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Interpolation: Finite differences, Interpolation using 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4F617-F0CA-4459-874B-D1DCEA5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1D517-3EDB-4F6E-A209-EF72829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D8BB3-007D-4D5C-8901-BE5B6C44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integration: Trapezoidal, Simpson's1/3rd and 3/...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BAAC0-1E64-450A-AFB6-24A2DD12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09073-3695-422D-950B-38BE224D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5D7B6-3E0B-495D-8024-6AD5C1B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1-29.12,Chapter 30:30.2-,30.8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4749D-5752-4565-8CF8-EB2D2B53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0AC7C-C092-478A-8B21-054AF08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28379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CF0E9-6613-464C-9E57-7B7F8189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E3681-04E8-4881-80DF-D054607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EB3C6-C144-4CB7-9D55-47375D1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84564-A8BD-433B-94FA-8D02A21A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018E0-FAFF-4612-B1B4-80819490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02D53-3A03-4489-8969-103745B3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CD829-286A-4631-8621-BCD9ECA0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CFC43-5891-4CD3-A010-1B3B88CC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Methods- 1 (8 Hours Theory + 4 Hours Tutorial)....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F925A-5C05-4BA6-AC7E-5D0CDB31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Textbook1:Chapter28: Chapter29:29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308D7-13E9-40DA-A8CC-5DD8A21D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4215A-FBB6-48E8-BF1D-81ADF970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Interpolation: Finite differences, Interpolation using Ne...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B966E-6BA0-453E-A2FC-4BF5A6A9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Textbook1:Chapter28: Chapter29:29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1DEA3-EA07-46B0-A151-97FE71CF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ACE1C-F59D-45B5-A924-F929147C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integration: Trapezoidal, Simpson's1/3rd and 3/...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7A618-72CD-4744-ABBA-8EAA1696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Textbook1:Chapter28: Chapter29:29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7B0F0-C759-4D16-9C86-B02E0C7F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3097C-8666-470E-810A-E8180C43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1-29.12,Chapter 30:30.2-,30.8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7F84C-41DD-4C57-B4F6-E4D8449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Textbook1:Chapter28: Chapter29:29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F1ED4-332F-441E-93E0-2F02CD89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482A0-5D34-4B07-BED5-AD3A2EB5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89039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011D6-6AF0-4435-B953-54FA86CA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01660-2993-4C20-BF85-636DBA6B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33957-067B-4734-84EB-9967B4DD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8264A-E114-40F0-A9AE-4F57DED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4179F-9514-457E-919F-4862798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50B67-2792-42E6-9016-99CE32CE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5B5F5-AC50-4748-AC4F-117E7507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A4370-2AC1-4299-B5AC-E92C9C8E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64C40-39D6-4402-AF10-A6747709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BE915-84E1-4317-95FB-A3874C0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transcendental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0FEEC-FE72-4C71-BE39-5BDBDD9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B0EAE-BAE7-444D-B088-278773AB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Regula-Falsi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1EDB9-4504-40F2-8096-C76AE40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Newton-Raphson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CE6EF-1E09-4D55-8F35-2C17E182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85764-2C4B-4EEA-8440-440C5ECB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1D144-58EB-49C6-8F2E-0375BB8F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2405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25008-2C87-4B5A-96AC-35673F7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4A21-613F-4FA2-A099-2FA4188E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8E9B7-5E56-4FF1-8FD7-2C18A186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7B19F-6B44-458E-8176-8848DC40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2414-E085-4D8F-B195-3FE22C9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Methods- 1 (8 Hours Theory + 4 Hours Tutorial) Solution of algebraic and transcendental equations: Re...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DD2DD-E4C4-4800-ACD7-75CA3AE9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Methods- 1 (8 Hours Theory + 4...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CBC2C-2D1F-4D31-A48C-A9D8C83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11E8E-59BE-4CBA-B084-0544B38E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934C5-13F9-4D52-B766-E27C1B0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2B048-0CDA-4343-8B7D-C006AEB5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EC2C0-BF6A-4565-9BB3-799E516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EA097-8613-470A-BE22-83254269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BB62B-0689-4BC4-88D7-59570A4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12926-4BA4-4175-B33E-73B6CF0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91C9F-D88B-4523-A443-77F54C73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96B1C-C4A1-40BE-B2BC-B6D84119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96461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FE850-D4EC-464B-9170-F81F6DBB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FAF5C-62C1-48C5-BD97-89F78117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813BE-45B1-4675-AC71-4B77FE03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A0CB3-EB2D-46EF-B8EE-A64D2A8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C2B3F-E964-4DA6-AFE4-F03D730D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DEE33-3FFC-4D2F-AC9F-0B684D5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1EF4F-F206-4EC5-B580-843EEC2A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F900E-9048-4B69-9B13-A7E39824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5413A-9A3F-48ED-B3B1-51B797D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Metho...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DA6CF-C251-433E-8E2B-C32F7DE0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3DC8E-9E81-4DFF-9AA9-4E5A7743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3E9C9-0F63-4640-94D7-9F38838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838F5-83BB-4DE8-B61F-84D7502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A4929-3220-4BCC-9465-CA266CE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2B061-901A-4048-9BEB-A3D10F10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6B1BC-B054-49CD-A5CA-DEEBA124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8B967-DE0C-4FE3-A3AB-00F98AE6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47028-FE6B-40EA-9291-82F663A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9CBC9-8FCC-4DE2-ACA2-F35988F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31D73-4CED-42B7-927F-3D1A528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282A6-3D89-48F5-A83E-9A3D7AB2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06089-54F9-49EB-9D7C-E5CD92E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6F61A-B187-45C4-9BC4-FA7C927A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6440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2BB98-B5EE-47FC-B8BA-E1067C94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C7665-1B29-4030-8E6C-B19D4325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B5818-21F9-4164-9B76-EF15A946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55FB3-C7DB-4988-9BAA-8BF72D69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0D72D-01EC-4562-861E-F32363D0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1067-AFA2-47B4-B7EA-9ED5D9A0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E2E6C-85AE-4987-8617-E23125E9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2E9E8-7F02-402D-B8F2-449BB739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FDE67-1BD6-46DF-9420-47C901FE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6070E-9318-4EBD-BE8A-E143B01D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35065-0B4C-4759-BCDD-BB82165D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E2669-4479-4BC6-B88E-0B7DEDAF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6718D-7A35-46DD-8C9E-ED11A25C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51664-4E2F-4A76-BAE9-A0AC4CE0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E7246-C9EC-4B8B-8A5C-B5589684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82016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500E2-8CFA-4E95-BD90-F7AEDF8E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81BE8-BD26-4331-8E81-8B14DB88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32CC3-AFD7-46E8-AE1E-9A846D44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791F-8599-4876-A5AD-7ADF865D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22AB4-E1B8-40AB-84B2-0F14D221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E6ED5-5C3E-415C-8619-81068593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Methods- 1 (8 Hours Theory + 4 Hours Tutorial)...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2843D-F826-4EFF-8FE3-F47067EC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8DCEB-31C3-44EE-AE12-473D691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7048C-F8C1-49EF-8FC3-F3AD8941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EE3FC-270B-4261-9D18-66E4930B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253B8-2E43-447B-B83B-09C8DA99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5791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EB0DB-A39B-41B6-A799-CE987A0C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A35E6-349F-4BD9-A4EB-2FC15CDB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61A1F-2F0E-4D82-9C65-EA6C173F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FFCD1-3A55-469D-A140-E9012D4C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92166-359C-45B4-9464-D7B90713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Interpolation: Finite differences, Interpolation using Newton's forward and backward difference formulae, Newto...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9C130-A756-493D-AD6D-96348BD2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Interpolation: Finite differences, Interp...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5818A-3A3D-4E50-B39D-DB2C068E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6E789-EC58-49C4-BC42-4CFC008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9306D-2AE7-44CC-B2B6-90DB633C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444E3-978A-4B1A-A732-92228B5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B9185-1D89-4114-B364-BD56103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26B34-D2F5-4E71-98A1-1994E1E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F520C-CAB0-4C15-81B2-DA7E024B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ECDB8-BA07-4241-8363-C9B08F7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40127-0F2E-4461-8195-77605DC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6640F-E6E4-4D0B-B98D-C366CD74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99196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805E0-1E1A-4464-90BE-E99ED1CF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DD185-028D-4F8F-8EDE-957259FB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4E826-7612-413C-B400-DAC29ABC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66952-DE5F-4CA7-AD87-24F2B600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A371B-072E-4E48-A869-AF16AED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C40D2-E4B4-4BB3-AD46-4398C05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B2ABA-960F-4C38-B5B0-0118372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66D2C-8B36-42A6-8BAE-AD96861C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12370-CC57-4BC9-8E8C-78020E0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Interpolation:...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DC171-8276-4C4B-960B-9DE7C01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47F2F-606B-48CB-A3BE-1EB70786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7B28C-AA1E-4CE9-A9F0-BE9CCAA3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Interpolat...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A016E-5673-42A1-B407-1A820E58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BEDEF-4280-4B39-AEB9-0E35046F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F4E2A-8AF2-46B6-A90B-F38A8F5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Interpo...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5423A-54A8-47C7-9A6C-E3012C81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40921-FD6F-4251-8A8C-4C171F46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AFFA0-64E4-4EF8-80D1-127B6801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Interpolation...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34A92-9E41-47DA-98A6-85DAD66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C4D8A-8FD0-4941-8974-8C790036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BB47A-EF1E-4FF5-AE87-6B13EBD6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Interpolati...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6ABFE-6863-4356-9674-69468A29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38C84-AE87-450B-965C-DCF2E26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63091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CB4FB-FB41-4935-9E2B-39EA3F70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711C8-D889-49D1-89E8-A9FE2430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5D4E3-690F-47A5-8DDB-73B4626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A77D8-AB51-498A-BE5A-284FD9E6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BAFF9-5759-4823-A5EF-DF05E917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9EC90-69B4-4C01-8451-6FFC9FA4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25BDC-530F-430D-89AF-370A08DE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08412-A0C3-4991-A9BD-938CBD2F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4FA61-FCD6-45DF-8C17-5039EFD4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83219-A222-4A00-9439-9D8743C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2F67D-37E2-4B09-861A-E4BC1D8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3C33E-CB55-4975-9C5E-7A5E6C88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63664-27F3-4B4C-A4D0-BAC80764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412F5-776C-4B0A-8013-E83A1E5E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DCC58-9F69-4BF0-A332-667B1FD4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059932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5F841-4278-4678-99D8-B5F83FE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93965-8D03-402B-95E2-C33DF3E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E8519-B5F8-4A2A-9CC2-2C27BB25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F6381-F0DB-4686-A585-49146022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71F24-3792-487F-AFDD-66DD10F3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795C6-89A7-4BDB-B94C-DE7B62E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Interpolation: Finite differences, Interpolation using Ne...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94373-EC52-43CB-B994-38177EE2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84BF9-C3EE-4529-8866-0EF67868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0C75B-D2A4-4BF6-B3F0-369AD965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3C78-327C-41BF-B62B-90180A14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BC863-88FC-4B42-9641-89601CD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54672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8D9A9-F6A4-46B3-93D3-425153F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4ED16-125C-47C7-B4B4-176B0CDA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ABC49-3E16-4AAA-861E-8140FB2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C9119-E447-4660-A45F-9598B9B0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C7157-3094-49D9-A50B-AD6BA021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integration: Trapezoidal, Simpson's1/3rd and 3/8thrules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02615-DB10-44F6-BE0D-D4D91A50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integration: Trapezoidal, Simps...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4712B-900D-416B-B976-A5C87AAE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F543A-D60D-408E-A715-7D29B43E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48971-5585-4FE8-B269-504E646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E2F19-10B6-4B4A-B1A5-C31B8DE9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6D052-0965-454C-B40A-74C52B73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D6479-60B9-4742-B8D7-977DE259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C8352-AC58-42AD-AB05-96B8933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8569F-7A69-4AA4-9F65-F59200DA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12616-1B84-4E78-9CB3-9AA8B96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87AA3-54FD-4812-B46E-3AB8C5B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010868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5B18C-C920-4997-87E3-CDB5AD8F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17E26-4460-4352-B4C9-08A07503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9363E-0A8E-4BE2-9043-25E047FB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F12FF-5431-4401-BD1C-13B9C0AD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8CC25-7BFA-443D-B9DF-9D357A6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4ABE4-9D43-4764-8B0E-6E57EED1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D8B5D-5C4C-47B4-86F4-F3A6EFEA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31BB5-7A85-49A7-9428-3DB7A8A3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C4208-C60F-4D90-A6DA-4E232946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integ...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B9F6C-80D0-4B2A-ADD1-38DCDEB8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B7D19-FEE5-498B-BAFE-864E2531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543A5-0BFD-4E9B-8E99-8BAE46C4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437F5-CBD4-4F42-BEFF-EB740D18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9DF20-D10A-4180-91AA-ECEC5F70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CE0DE-55ED-440C-BA1F-42B4EBC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47BB5-26B5-4114-8376-3A52C0F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E87DE-543D-4912-B1D6-2754C4A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F0BCE-54A1-4B53-97AD-BE17159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8A634-1ECA-4D9F-A488-74FB1E19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C1AE0-7264-463E-B2A0-98B6AA2A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6C07F-203D-47B5-B4DB-EF283120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5FDF9-BB42-4210-A739-C9CE34BA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AC2CA-D7C2-40DD-86CE-454C56F8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941089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4CCC4-06E6-4210-84E0-36C53C00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9F85B-34CD-4CCE-A954-E6AC4ECF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BAB64-033C-4397-998F-95517628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2A858-11F8-48EE-ABD6-2FB36888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49581-E283-4DCD-A674-943880E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8E98B-C564-4EC3-99BA-D12D5918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D8D10-FFA3-4FB7-B2F6-71E00A4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13070-14D2-480B-ACD3-4801FEB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49240-A6DC-48DE-8291-6ACF484F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CC0B1-4A8A-4B40-840D-B723A12F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27483-5B4F-45AB-AE03-2EB87CA8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D702D-6ED8-45D1-90A2-C863E290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8CD11-94BB-48C5-B235-197F4793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50F89-C751-452C-A633-2B54524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2243C-6CD7-4254-A77B-784473EC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978255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CA9DD-9BC2-4213-9698-2850656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6207D-35C7-4E41-8D11-895BDC3E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40E6A-EE09-4EFA-A793-E1AD079E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72001-1ECD-43CB-8E2B-7ECC6D5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C7122-5E9A-444C-8FF3-D48597A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D006B-D441-4D22-9CFF-ADA36DA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integration: Trapezoidal, Simpson's1/3rd and 3/...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1DDD2-7F9D-4723-8B64-315D18A8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E636C-F3BB-4256-9531-90F517A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2E2E4-54F2-4874-B2D2-1EA1BE7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24FA1-9A32-47E0-A367-910377B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8AE53-61B7-4403-819A-6E57F930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11323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43E4F-58C1-468F-8C76-BD14E0D0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657D6-96D2-4F43-8DC1-AFA032AA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6E2E2-0DE2-4711-AE5A-D8257AD2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E0AEC-9A16-4EAB-85B4-F18EA87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9158C-7D30-4AD2-A484-ABA1775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1-29.12,Chapter 30:30.2-,30.8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E1E0E-CE1B-4A5F-81DE-304602B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1-29.12,Chapter 30:30.2-,30.8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DD4DE-C275-4936-97F8-C53DD8E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1D3D4-4E9A-4977-B5D7-7959521F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7B640-D9B7-4705-9155-8ECE7DBB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8BA23-B09A-48A1-AC7E-638ECCC3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31022-335C-48C3-AE10-963C1953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57DFC-988D-46C0-86DC-25A908D9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E5855-52BD-4D1A-BCDA-7C73E6B4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CDD01-5FE1-4CAE-8508-CC7F903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9230D-DD24-4136-9C54-13B1BFF9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63951-1492-41EE-BD30-CB5C7C6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433685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DE3C9-866E-4D51-8A99-57269B7E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2E643-2262-4EEB-8120-3E03628A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51ED8-C4B5-4FA5-B2CE-CA630E68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7B55C-9CCD-408A-B7C7-BBEDAE67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50E7C-E88E-4062-9C91-3B43EDF5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348FB-1E86-4C63-A42D-8355F15D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3F5DF-1A30-48FD-AC0E-243B0915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60EC5-BA4D-446D-B8C1-E4BF44E5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20DB1-C855-4B53-9302-A523B9D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1-29.12,Chapter...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A51D0-40AF-4E49-A1EA-BAECA001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7148D-33BF-471C-9C52-FCC020BF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E9A01-B3CD-474A-A33A-8135FAF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1-29.12,Ch...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60644-3FBF-45CC-89DF-82DD10DE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F9248-F974-4100-AC1A-ED839509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9C3CF-EF0E-4D41-A603-F71D9E9D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1-29.12...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A1D3F-A543-43E5-A5F3-A722221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CECEC-A124-4252-9CE8-4400F860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61429-9BF1-4273-9C6B-D306DAFF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1-29.12,Chapt...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5AD1-F6ED-4FDC-AAAB-4B30C98C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57E11-4E58-4485-BB8F-665033A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E7213-2CF9-45B8-9828-707CB47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1-29.12,Cha...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3F15F-93AB-44B8-B203-438FD60A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664F7-240F-4E85-B23E-63DD0B74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140479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6A01A-69A2-4DC8-AEE7-BD28DC00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D54C5-408A-447F-895C-2ED7897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02D1E-A6A9-4068-8561-68CA21E4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A35A1-4589-4D24-A056-0D3E55C2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0BEF0-922F-43A0-A7EB-536E48D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6384B-2787-4CA1-AAF4-05E139F1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AD29D-F637-41B4-96DC-E213B914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D75E3-28CB-4DA2-97A2-ED5E4F1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32D6F-B210-41CE-B502-36A4AB16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D8A86-26E9-4051-899A-E48BA890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9DC13-904B-470E-ADCA-5580F32F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4FD57-AFE1-47A7-A2D4-A5650414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05363-7313-4E6B-AFC6-6C33F7EB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2292B-832D-4213-B60A-591D7A47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F77FC-06EB-42A3-A075-58ECE7F2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219389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43DEA-9AD5-4D5D-8240-3285E0E3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E3C2A-E366-4C28-90AE-CFB93E55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F8177-7430-4405-91BE-35049710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FE270-9FEF-4D61-A009-D53CC7F8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0A57C-CEF6-4971-856B-25883A10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FAF27-0247-47CD-9B77-835A2FB9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1-29.12,Chapter 30:30.2-,30.8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AA5FE-C9FF-410E-BE46-190C54A1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917C8-EC93-47D0-8790-2119467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5D695-2B74-4DFF-A4AC-E0611AD5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0F10B-A0F6-494C-AF14-6FBCCB16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8B94F-4384-433C-9483-FBD8788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961373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7D39D-E19F-4D53-9087-88B4004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1776A-E908-4760-BBD6-F0CC474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80301-A628-4E78-BF00-7A69DB72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3D851-3E36-49E9-83BF-3949BEFF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3250C-8219-4626-BAB0-5B010735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86D8F-2166-4EF7-9295-F99E15A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48361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B527C-1923-419B-97C2-DF91D5B7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98406-34D8-4945-ACDC-361983B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BDD38-C950-4725-A541-7019B98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D4286-A922-4BAC-B03B-3660B2E7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63AD8-1AF8-451A-AC55-7AF8715D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Methods-: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algebraic: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7F201-A6EC-480D-8E4B-1D1F669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998032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24103-6D1E-40D1-8434-AB23266E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7CC69-6BF5-4E20-9409-FCD63A9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B7925-BEC4-4DDB-9D5F-0C45C8E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11DA9-D802-47B9-9FD5-695F205E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0930A-0702-46D0-8B8F-C748984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4D5CE-2585-4ABB-A440-BAAA78B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224341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FEED4-2447-4E05-869B-9758C18F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334F-2229-4EBA-9411-09E85EEB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673F2-DC2A-4485-A740-8A930C0C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E3C78-3D2D-45AA-AD59-19DEE45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6099D-B06E-4582-8B04-79C4B5CF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FED6D-3A69-46BC-8C34-A40E03F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72110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77FF9-80A1-4C9C-AD88-8A8209AC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6B70C-1593-4533-9D05-A50E9E5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23670-B90C-43F7-8373-4AE9D9D2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C5270-1FFE-4E80-BCF4-21256DC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4CA25-3C85-4B0C-9ACB-6908E5D7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Methods- 1 (8 Hours Theory + 4 Hours Tutorial) Solution of 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Interpolation: Finite differences, Interpolation using Newton's forward...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Numerical integration: Trapezoidal, Simpson's1/3rd and 3/8thrules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1-29.12,Chapter 30:30.2-,30.8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C4EB2-D352-44BC-99D4-D5A3D05F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EFE1E-5414-4A09-8155-484A5046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F089B-E6BD-4CF4-A802-F9F10CDD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275592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47C83A-813B-48F8-8A03-8A232DE3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DECD6-F3A5-424B-825A-C691D970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A5463-0142-41CE-ADC5-1520A11B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34DA5-223F-4480-89BB-98AD419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E36AD-75D2-4ADC-B32A-57365E8C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3B312-17FC-4348-90EF-AFB526E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5AAC1-4763-48E6-83D6-917F336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DF7F1-3022-4DB0-951A-9156A037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ACDA9-B26B-407C-B94E-6F4582B5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610E7-2FA6-435E-A208-76FB732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57A35-FE27-408E-BB53-429F060D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BA01C-A334-4BE4-9A14-393EDD9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EAFDD-10DC-4E35-8EFC-468CA511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71200-6409-4B50-800F-09AC75B4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593E9-864D-4F1F-9F34-387A0EAF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F7958-D64B-446E-91F2-A728D168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C06CA-0B18-418A-BB18-0E236716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BB66E-9406-49B9-82EE-1FDA6864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BA277-98CE-4FAB-A3FE-7F30FC8D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0E4BF-B86B-4350-BF51-659C161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42E3A-C9BA-4089-84B2-1C0A58CE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D0229-FCF7-4E34-87C0-9E5A5987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9D3B0-9782-4044-976F-15140D2A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8D153-BB90-4858-8E95-5242096F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E8271-F857-4FBA-AACA-DCA6F24C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25CE9-D124-47BE-A000-2A06B39D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8C2BB-07F6-48E7-8D19-74C5DDC3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4E543-68ED-43AE-8A64-EAB8569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B8D12D-7F09-418A-B94F-9F75C87F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EEF82-0ACE-477B-A8BA-F6B67751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FA81BF-2EA2-410E-ACCD-E4DB878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6345C-56FB-44CE-ADCC-8E795FFB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22605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04FF3-9004-40D6-B9A9-691CFD7D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C0643-F8A8-4943-B4B5-6BE7B632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33F5E-ACBA-463A-A721-B956C55B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A0C1E-2D1B-41D3-A081-CA0A937F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1A7E7-A61D-4C24-A048-85D3C0E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27EA1-6437-4018-9A66-A41B1CB0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35B0D-615D-47AC-AE72-FD6C7684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0C7AE-A0E1-42A6-9327-D72BE67E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D231B-0BA9-4D29-91D3-A9BBDE1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D1E1A-9459-4A8C-B66D-917BE39C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FE128-A7B7-4EFB-944E-83F12E94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071A8-E31C-408B-8948-BD40FB81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B243D-3632-43F5-A9FE-3FA65467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903E6-2D60-4301-BEF6-778D929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59088-D5FE-4E7D-82B4-B11A84B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8DEF1-FBAB-4EA4-A212-08F2DF8A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7E20E-37B2-4AFE-8426-F09EB0B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5C299-161A-455D-A442-6EFAAF37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DA1B6-12AE-473E-A4C7-24D4FF35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3A429-7BDD-4CA4-AB72-EF82D79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399F8-6B50-45E2-AC95-13CC62BF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931D1-F31A-4D02-8D05-7F5E87B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94879-2B2D-49D0-B890-56D894F4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F4CA1-33D5-456A-8BCA-63E941D9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8011D-53A9-4FEB-A0E3-24837308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36110-66C7-4AA7-8B41-45BEE151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A8543-AAB9-4E8A-974E-E76500C6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B743F-E5C1-4D8E-8EC7-91C05D1E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355D7-B027-482B-B9F9-2BBC9DC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617E9-6A00-4963-ADC4-F367CE50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C53400-B47D-4864-AA2B-9FF65DD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EEC57-9ED9-4807-BE74-C4E41E20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734848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95FB98-9221-4C31-9A2E-AAE635FB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90A89-63F6-4400-A782-3DB4344B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1-29.12,Chapter 30:30.2-,30.8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8F54B-0BF7-4A69-A9BB-60719FD9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A6BD5-C39C-4AB2-841B-0BA12769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43A57-4831-4910-9226-0CE44C3B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5FAC4-036E-4A75-AD99-30E3CDA8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A2068-BE6C-430A-A94A-A3386677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A33FB-AAE0-49E9-8107-982BCBA6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46DBA-C42E-44D2-BC51-F8B4A7D6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B8821-37B3-40FF-A3EE-E84AF9C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B0887-C2D3-46F8-9510-E74FC1D5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65F34-52AC-4FE8-80E2-F573464F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BB3C5-4027-4359-91E2-C3DB726D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9E9F6-D64F-4F8B-A61A-F74C9B82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56311-559D-409F-B6E4-E03B5642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785E8-455B-4ED3-84A8-AEB40398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083C0-D2C3-4F5D-A11A-4E3921EA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4FE08-DA1E-4036-80EF-9F7B1AD4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933FC-FB10-44E4-971D-CB04352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28617-CDD6-41EF-B566-816C62A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D9825-EBF9-4D9D-85A2-90D027CE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B4AB7-F3CD-426E-892F-12ED303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DE4E1-F491-4FAC-B30D-9DC79256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24FDF-291E-4503-88F6-79101491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8FCDC-B159-4339-A7E6-89CF614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481B6-0102-406D-9CD0-43B8941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E658C-A408-4525-ABD9-3E0C97A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B2978-1887-4ABA-95DE-EE2D5DF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76299-4D0B-417E-9879-D27CF4F3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FC5C8-0F09-4D97-8A41-2513B74F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CA363C-2AA1-4B42-B4A8-065B49F9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61CDCB-DA95-4805-B7BB-EBDADC17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116854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AA7C6E-A7F0-41AB-858F-4A1750EA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BA245-2B04-4CC1-9DEC-81A9DD9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Methods- 1 (8 Hours Theory + 4 Ho...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47536-1659-426D-8195-131F85AB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6DE57-7A47-4C84-86A0-020231F0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ABA2C-8B37-4BEF-A25C-0F361EEB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76A1E-3E8B-4635-8BE3-38B9C5B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C1F7C-E88E-4578-A076-E766F81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B3616-54C3-4F81-8EA9-727D843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554EE-A833-4287-BC4F-F277A69D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9249D-35D7-4E10-8B72-42E57A26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CE755-0B23-4E3E-A0F9-1096C491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5EBF2-06F1-4119-8ABA-84D42C0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6DF00-8F44-4946-AB50-043AC61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E1036-BE3A-4C8E-BA43-A37B1E2B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87684-FE1D-4DA0-8136-E770E069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23742-3894-4E8B-8337-FC05236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F2B88-0C8C-4971-9C07-55EAC9C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07A02-E287-43E8-9B54-F73C88EA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49B86-CB4F-460C-AA17-33D1661F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DF47A-4D79-4D6E-8FD2-6EF4D5F2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ECDCF-1EB2-47DA-9549-B89B632D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9AA80-4B29-4B0D-ACE9-9F9CF047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9F872-8891-4E32-BC3A-FBF6CBB7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E3BCA-FD72-4FE1-B240-16F19695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A28B7-0C79-42C8-BC6F-C0C7C8AE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C62F3-6F3C-4EE8-97A4-6D5CE76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E7383-29C1-41B6-A220-4E5CDD0E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97614-E27F-4519-97DF-FE6B896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9ACF8-5C52-4EB3-93CA-B33A73B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7F4D5-14C4-46C0-98B1-DD65E8B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5ABC6-B81B-4E15-B746-03D67C16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0E7EA-0BFC-4A46-AF7B-7D1DDD8C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620816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AFCB5-890E-4A9D-B39C-BFFF38E8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7BC93-6AEB-4897-953B-7057B863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A87C8-8EFC-4898-8E94-1CA4B527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B58B9-343D-4F4B-BDCA-8654EBFE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04545-1B62-4F84-9E75-93893479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573CB-83A9-49E1-9657-EC371059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E873C-FC7D-4567-B33D-198B5A82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631A4-B488-454E-A51C-9D5341E2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9E6DE-0CE1-40A0-910E-3C39067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B40DB-E992-46C6-A768-934920D7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C5866-07CA-4E59-97C5-6C8DF201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498A8-E66D-45B0-9F72-DE23F50A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CD9C7-1489-4A1D-95D8-2DD6D594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0FEDB-B9EB-4091-B69F-9854813C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FAD28-DB27-4366-91CC-7974AC7B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B679D-53DC-4055-BFD7-8FB9F93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4249B-1C81-4A6B-A5B9-3C0DC813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0B9F3-06A4-4E85-A32B-69BBC18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380F3-F9CE-4C44-9551-0C6BA208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166D1-32C0-4185-B6B8-DD231CC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F0F1E-8617-49A9-8DD8-76C2248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BCCCA-53C9-4521-848B-EC3C9883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1829E-78E0-4C1D-8C49-50235A9E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8C1FA-E8AD-48C2-ADBF-C54A9A68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7962D-A2CE-4992-8A3B-98DEFBBC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66D36-E051-48B3-8103-B11E4E7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C8ADC-A0AE-47BE-92D0-D8CEF43E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2209F-1181-4137-81F3-ADED1C2C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B6F3B-BD53-4A88-B374-AB96CCB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0D3B5-044B-4146-947F-7E9C53C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64068-1C0C-4190-8AEE-5ECF2A36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AE65E-42EE-48F7-A976-B28A50BE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519416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0077B-9481-4ED2-B5A2-DE2B3867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4CFF3-6675-4AAD-AF14-7BE2BCC4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A42C6-DDF1-4311-A423-1F81ACCA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E347F-C57A-4D58-B244-992BD8BB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3AA67-C53A-4CF4-87AB-1FEB674B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B749C-31A8-4795-B39A-43F3238B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FD122-4E0F-4EDF-B834-7EA7A7D0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DE258-4795-4518-9C14-0148E2A2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720E1-F092-47F3-94FC-BD677ED5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E47CF-A37F-4062-8793-EB6B54B3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94314-BBC1-4003-8741-C23BA424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E0EAD-DCD3-45CB-BE4B-2166A054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A9234-F5F0-4640-A0B8-1F00FD1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68290-93B1-4F56-A0C7-D0B0033B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4D93B-B6A4-4F9A-B708-C94F2F60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707CA-EDF6-41C3-96D1-7D3E8C66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FAE45-29F6-41A2-9DC6-DF53D7F9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B5CD2-9E9B-49D1-ADFA-32FDC1D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42D34-9DFE-4AD0-80C2-3B2D8915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1F1E0-4A6D-49F4-8DF2-EA8D6E03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50F6B-89E4-43BB-98F3-5758532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67BAA-5081-4581-8DCB-BB2DAC7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E66F1-2C39-4FD9-980F-B03A3B5D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0DE60-6E3B-4B60-B8AD-C1928089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481990-24D0-472D-9EA7-E78D8102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FEFFB-B9F4-489D-9CC8-AB35C3A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08413-0E64-4FC6-BF6C-3F808CB2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2B2D9E-0079-46B0-9DCC-3FF1FF0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F1389-5E05-4D5C-9A12-DB41CB2A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6DEC1B-B1D2-4190-944E-875B2B7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468D61-0156-424D-B6FC-1722E10C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75981-A994-44B1-9B6B-623F272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837923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598375-9000-4C04-8E4E-0C5007B7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B8FB4-62E6-4F58-8A2A-33D57195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1-29.12,Chapter 30:30.2-,30.8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28AEA-DF55-4A25-8B7A-3EF69202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57C70-6F79-45FA-95D7-935AD601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FC0C5-69B8-4B3A-9DB4-7B1108B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5BBDF-40D3-4CB5-96A9-C6115EA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725F0-FA1E-4987-8855-6DC1461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9E38C-CAC6-4742-A0A2-FF07E9C9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A953D-2F9F-4C36-8844-955480DB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FD6CC-86AD-4EDB-A458-AF364B55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A58A3-06FB-4A71-BC30-1E9984FA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F5149-52F2-455A-8E70-2B1E4DFC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B0B91-4AD9-48D1-AD17-E3D8719B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74CAA-AB9B-4C10-93AB-FA7D16A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5EFCC-CBD6-4072-AC4E-65C7BBE4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78989-AE3C-492B-9789-0CBAE92E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DCB46-3D67-4605-8031-E2CF541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DF062-7FF8-4820-8E9B-25F75CD5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0E046-017E-4F5E-9256-CB0F4813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91026-4BF6-4E1C-9490-67D9E52C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32E45-D633-4ABB-B383-A4AE25D8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B0E00-7AAF-4F06-B0F1-31B695C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C0733-5715-49DF-870A-7BB4660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702BB-1EB3-4070-B51C-46122FA2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5871B-291E-4DAA-82F7-5566A3A8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6AC5EC-3B75-4E63-84C6-A5850FE2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3B023-30FD-40E0-B38B-7CB96AF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E80DC5-ED2A-4FE2-A756-76A2473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48B0D-7BAC-4E0A-B797-3E0248AC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D063CE-A9E9-417D-8F9B-261AF75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A6DEEE-0000-4565-9641-6A48DBF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B46D8-BEF9-4CB1-9164-194E0FDF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405494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158B0-01BF-45C9-A3C5-C1569C9D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D0019-7128-4DB9-B4E4-1D02EDD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Methods- 1 (8 Hours Theory + 4 Ho...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44E5E-120F-4C05-B230-5E6BFD0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4801F-0174-479C-88C1-EA56284A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C3F7F-5629-46B6-8EAF-E574714F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01213-5496-4C75-99C4-03B238CD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74435-69E4-4F13-961F-D01F18A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E1F40-ED10-460F-9A9C-601F0CB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63125-12B6-4F9B-B3FC-3C7BBFF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3B2D3-40C0-4372-93CE-DE3F3C0B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6647D-A406-48BC-8052-26FC1AC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08268-9DF4-4829-A6E4-520E0997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90252-CFA7-4C2D-8383-0AAAF7B3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9D663-DFED-4EC6-92E4-33E13AD5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CAC77-F992-4364-BE57-BC2D3FFA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C1110-6E6D-4857-B156-5B9D1025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E6C19-F7FE-4E7B-BCB1-FF714E49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2C31D-E0BB-4FC9-B8F9-72BA23C1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15B94-F6B1-4038-8BD7-05184099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12C23-A327-4BD3-A2C1-252B3199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A7CA8-3F6F-4645-BB3F-D45F9F45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3DF81-6A0D-49EC-892D-D907A437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E06FD-BA50-4196-82C0-FED77F7F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85542-3140-4F16-B9C0-8DA62052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4489F-C711-4455-8BB2-7EB8D7ED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43C84-2A19-4DC3-8312-9B144C58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2A6FA-5FA2-4685-B9DB-7DCB1097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C1D18-485D-47B4-B223-0F5C3908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08E34-F5A2-4B4D-A42E-4BEF20DD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5AAEBD-AC80-449B-A4AB-1DAAF5C0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25B7D-AEE6-4499-8864-ED165BC4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E67742-94AB-4832-90C1-1DA2285E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898310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2848E5-5817-46DC-B8B6-DF25C3B1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F099-2123-4FA5-8B00-B7C68ED6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10189-5487-4973-B4D0-7825263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2817F-4DB6-44D9-A07D-7211F0A3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2DB71-A11E-452E-90F2-0B9EB36A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56EFD-0CAF-427A-8DE4-1467C9F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7AD16-0B43-451C-B72A-4582D92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52E31-7A24-4904-98D8-8F5B3C6E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421D9-8843-439B-B416-31341B4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834C6-036C-44A9-897E-A2B5AD9E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E7831-3294-4B52-B2E7-B9103E40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73A93-0CAA-4EFD-9AFB-8022C1D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199BF-ACFE-4A10-9533-1EAB9AED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1C525-2789-4D09-9C00-A45C748E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6B068-9966-458F-9391-C4789AAB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5476A-B161-4EE7-9FE3-A277378E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E74BF-6858-4A15-BF09-E90C43B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328FB-18C7-4D72-98E4-E1879BDC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CC0E0-D352-4004-8164-03D190D6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FD366-5FF9-40B1-9676-6D9E35B2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80796-1E2F-4514-AF12-1B24D39C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A2260-784B-475E-9301-8479C1E1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93F08-B38B-4B72-91E7-1DCD2B81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1C52A-F7D2-4F52-8E49-4F96A9F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93197-9EE1-462B-B56C-331C8353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06F63-58BB-40FF-A20C-3B607C50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9A58F-2907-4A5E-811F-59F2A18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913A1-2116-428C-8EB7-DCEC057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FF7BC-6730-47A8-9966-ABC4E2FC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9940B-0B44-45C5-897F-183D31DF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61E0C-F399-4481-B860-75965F4C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2322F9-9945-4D9B-9A3C-8A429C4C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0009836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774E92-B21A-4BB9-8058-89797B07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B03A2-0560-463C-B7B1-5882564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063A8-CB31-483C-A26F-846E60C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7CA5A-E0F3-4704-BEB0-78D374E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440E4-CA07-45E7-972D-D75B257A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4F8C9-825D-4A53-A5CB-6FB8D389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F0838-9319-4B9B-ABFE-13FDE4CD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515FB-0891-48B2-A739-11B2FD6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EBBAD-F694-4D82-8B8F-446A5016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04565-1DBE-46E2-9718-E5FB6850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67E43-28C7-4D0D-B370-0C995A1F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8D4DF-6BF9-44C2-A1FF-F91908A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03144-1B57-444A-A07E-6C2A938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66895-1FD1-4DE6-9C3C-1B70E68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3D1E9-4829-431F-AB13-D7C655E7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A8D83-9D9E-40EA-B02D-4A38B860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BBDFE-A89D-4B7F-B55A-5C695BE5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987DA-636C-4DBD-B151-6256F5F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21031-BD73-4638-AC98-486CF5A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E8A32-DBC8-4869-BD90-F4450466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82AEB-F5A5-4647-BE4E-B87C721F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6F60A-B65A-4D84-87FF-FC54090F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7C23-3186-4D21-A16F-B58BB598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57F27-887D-4DF5-8266-EA4D98FE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6DC3A-828D-4392-A3BC-ECEB37D3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BCBFD-3853-4490-97C5-9F011892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78491-1506-42D7-8B6B-560F89E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6C74A-213E-4661-A199-41B882BD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2A2680-6467-4395-AAA9-C386CE91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733E3-3601-47BB-A4D5-3327439E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C0E48-2111-4AC8-BBE1-6E9C6903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6E7FE5-5734-4A27-97F7-1ABDB554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643842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B78C9E-0D6C-4B1D-9469-D715C97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DFBFD-92BF-4223-9257-5AD21310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1-29.12,Chapter 30:30.2-,30.8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CF952-21C7-498E-8E42-81D75F37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D7E3B-ACB8-45D1-8104-08AF12A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0994B-CF83-4270-B0A2-43A7E5E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D3BEF-A4DB-497B-9C6F-F8992301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3C103-29F4-4DC0-92C9-B37BFE4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680AA-50DA-40E0-8328-60213A08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3E9F5-C6E7-482B-AC13-3E2CA19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56D4C-8AC6-4CC0-BFB1-E10896DE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7FAB1-A3F5-4B7D-87D4-47897AC4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D2E6B-C4CC-48E8-BE14-0A26DBCE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EBB70-CB97-4281-8875-C8E52F5D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BE992-E8C6-40E7-96CD-64EEAC5B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618D3-FC59-4888-8B44-8B6327A1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7B887-1B6B-4C52-89EB-3BDF675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1B3CC-AD64-4911-9CDB-E506B498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789FE-E535-4E3D-8DEF-1A8591DE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D12F0-AE85-4A93-A343-A490031B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644F4-E0D6-4F0A-8229-7C480882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CDF1B-E115-4E53-9BD0-3682B552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A9D7D-DE02-4DBD-A9B2-569719E8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08058-A033-43E5-9BAA-E8B51D13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6F369-2CE5-4411-9B53-3ABC756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B31DAB-472D-4008-8FF5-5E71DCF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31CAA-384B-4569-9F36-227EC132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B5A80-6E15-43C8-868A-54576A9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846A8-582D-46C9-892F-766A6E3F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81DB5-CE70-4E44-A7EE-6129B0C7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C00BCB-D748-45CD-A27B-752D2E5D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86A51-8E71-4AB6-A367-688509A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1F09CD-C2ED-448E-8B32-D7247952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853765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DBAF87-5457-4683-A17A-FB8ECE4E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1F7E8-B9DF-4887-9BDE-455BD4C3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Methods- 1 (8 Hours Theory + 4 Ho...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3F522-B0F0-4A31-9A5A-7EA447A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E2017-213F-41C4-8D6F-FE77D18A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2FBF7-582D-4E40-B981-F7458546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4259-E010-4387-AAE1-8A097F89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F0022-B559-4B08-9117-3D0CA7B6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960AB-F83F-40D7-956C-C791EEAA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CB7D4-117E-4717-9054-64B496F4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59AD6-F004-4A45-B7DD-AE892E00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F6BA5-CE2B-4777-9903-8EE122A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9262D-B8F8-4E59-8E22-0BBDFEAC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BEB63-1C8E-40B3-9077-D8554F42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71420-847D-4E27-820A-C6639C61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70187-727A-4465-9E4B-AE1208FD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F65E6-88C3-4C81-A391-89F95F5A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38F3C-A020-4544-B7E4-2C3A67A2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72FD7-B2A0-44E2-96EA-4E0E4D3B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8FDEA-BBBD-491B-A40E-FD07EBD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FFABB-59FF-46D6-B213-ED2C067F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F12FA-9610-43ED-BFDF-7DA1F2B2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61CF4-4395-4329-950B-EC06CB48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749CB-C807-4BFE-89FC-0B64C589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C3F61-C913-4525-8597-7F4777E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0AEC3-5E5D-47FE-BB96-05959B5C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AE0D4-FD8F-4876-B2B3-34F3310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D9845-BFEC-46FF-9D27-F10A75E0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ED460-5F4F-43F2-8561-A80BF877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4D121-836E-4046-9248-24975699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53DA60-5649-4BA0-980F-BF61C86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13514-93D8-458D-9E08-69B8CF1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A7A5F-C531-46F3-A1F3-E325ED83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650413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59BFA-291C-4F07-B73B-F8E96A2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84E51-8CFE-49F2-A7A1-C6E72EE4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Finite differences, Interpol...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93EAC-A6AD-4887-AF8A-C63DBA74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1B0D6-BADD-4CBD-9631-0B03EAD0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763FE-5211-43D2-96F3-82FB6D0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7DC23-B1F7-4A64-873D-DD2A3023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0298-3317-49B9-BF48-B0A341E8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1236A-6FA8-4296-A4D4-2B15243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64D8B-55ED-4C03-9826-2AD5754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2D214-395B-4D60-8875-F95CDEE1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573DA-3478-4C91-82BE-456B19E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BC478-8C8E-4116-82C6-E76F52E2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A8D4A-423B-4C59-9AF3-5838B788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CC926-8240-4485-B6EF-CF08D55C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8F18A-A9C4-4853-A819-D298C9A7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11C3B-8CA6-4C1B-8CAA-C2E6E9C1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7C0C9-9E60-48B5-95E9-26E371DE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41740-D3ED-4396-ADC7-E293C7E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91B80-2B7E-4E0B-804F-B21DE79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30F89-2F0A-409A-B6D9-CA38C7C4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7DEA0-A3AC-4E58-B925-E3F79AC7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37DF4-FAE2-4893-8D03-C36DDDC0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391E1-F901-492D-9F52-060E344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886C9-70FF-4B69-997A-95E1535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F1D7C-EBC2-4D07-BE14-812D2E99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8AAA0-36EE-4D77-9299-BE9AA599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8B1907-BE59-476C-B8F4-5B17B32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7B5B4-6C30-4A92-8F50-D8C1F12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AE7DC5-9361-447D-8F1D-1C9E30AF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27950-1384-4F0B-BEA8-DA55F4E4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261865-40A6-46D5-B5DD-3584FB6D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03233A-72DF-4480-BEED-66214884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161809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83DCCF-8EE4-4FA8-B664-56BCA350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00BA2-1066-46F1-AB1F-35E0E79C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62768-9BFD-4595-A5E4-3440FFB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43186-4185-4430-8574-F79BE714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251E6-EF38-44A2-B1BA-4AA8D918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73966-0C24-469A-BBD8-FF2C5C75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B9472-483A-410B-BCAF-A9174ED5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3DCA6-879C-4E26-856A-2C2F3171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DA642-B65A-4769-AF76-903207C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EF779-6AB9-4418-9E9C-4D8BC27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53B47-3C65-4FD1-B676-C85F6CC6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51CBE-64C5-4B0E-9ED5-22F4E03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E055E-8425-46FE-84F3-F6008E2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D01B6-A489-4941-945E-32054019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439B0-988C-4601-ABEA-A1AAE3D0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C7D5F-FF7D-44BD-9835-43B7BB8C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66B0C-A27A-44AF-B85E-12A2904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043D3-1C6C-447A-B278-0D5B984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D12AB-0A3B-4174-A9BF-399F80F4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15748-B21B-4B15-B599-FD425CEA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8BB70-C668-4927-A52E-A741E404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EE17C-C95E-4BB0-A7A3-332A754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EB70B-8BB9-41FA-A0FF-286FF30C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FC583A-BF94-4A2C-A669-E78EA6AD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D088C-6131-4654-9953-A674A6F6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76BC5-569C-4F43-A99E-6E5EDBFE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D55EB-E965-4E90-98BF-8C121CCB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E5A8A2-75FA-4988-93D1-469B70E1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49DFA-B2ED-4238-B23B-D1FDFCB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88A90-60CB-4177-A699-C7C0316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37C15A-7DD4-4F15-97D3-A64D29E6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A351E-989A-428A-8AF4-7917638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05996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2026-08-24T16:03:03.7770000Z</dcterms:created>
  <dcterms:modified xsi:type="dcterms:W3CDTF">2026-08-24T16:03:03.7770000Z</dcterms:modified>
</coreProperties>
</file>