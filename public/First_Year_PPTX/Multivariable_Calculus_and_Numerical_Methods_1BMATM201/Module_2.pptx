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0b966a506840db" /><Relationship Type="http://schemas.openxmlformats.org/officeDocument/2006/relationships/extended-properties" Target="/docProps/app.xml" Id="R8cb085c3a5f14d49" /><Relationship Type="http://schemas.openxmlformats.org/officeDocument/2006/relationships/officeDocument" Target="/ppt/presentation.xml" Id="R63d1723f024742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de0e0355e04b76"/>
  </p:sldMasterIdLst>
  <p:notesMasterIdLst>
    <p:notesMasterId xmlns:r="http://schemas.openxmlformats.org/officeDocument/2006/relationships" r:id="R36bed6b685f44a9d"/>
  </p:notesMasterIdLst>
  <p:sldIdLst>
    <p:sldId xmlns:r="http://schemas.openxmlformats.org/officeDocument/2006/relationships" id="256" r:id="Re7fbcc6a5b984b50"/>
    <p:sldId xmlns:r="http://schemas.openxmlformats.org/officeDocument/2006/relationships" id="257" r:id="R69e56e191b2a4fd9"/>
    <p:sldId xmlns:r="http://schemas.openxmlformats.org/officeDocument/2006/relationships" id="258" r:id="Rf26d752beec64591"/>
    <p:sldId xmlns:r="http://schemas.openxmlformats.org/officeDocument/2006/relationships" id="259" r:id="R8319772c4d434e8d"/>
    <p:sldId xmlns:r="http://schemas.openxmlformats.org/officeDocument/2006/relationships" id="260" r:id="R766f71ea562e4c7c"/>
    <p:sldId xmlns:r="http://schemas.openxmlformats.org/officeDocument/2006/relationships" id="261" r:id="R8b13b85fd8964013"/>
    <p:sldId xmlns:r="http://schemas.openxmlformats.org/officeDocument/2006/relationships" id="262" r:id="R0ccbeeafa83c4ab8"/>
    <p:sldId xmlns:r="http://schemas.openxmlformats.org/officeDocument/2006/relationships" id="263" r:id="R421d153779894a6f"/>
    <p:sldId xmlns:r="http://schemas.openxmlformats.org/officeDocument/2006/relationships" id="264" r:id="R8ce3b7a06d574453"/>
    <p:sldId xmlns:r="http://schemas.openxmlformats.org/officeDocument/2006/relationships" id="265" r:id="Rad6aee47b5f7458e"/>
    <p:sldId xmlns:r="http://schemas.openxmlformats.org/officeDocument/2006/relationships" id="266" r:id="R768259ddbc4344a2"/>
    <p:sldId xmlns:r="http://schemas.openxmlformats.org/officeDocument/2006/relationships" id="267" r:id="R3e205d355f6f4dba"/>
    <p:sldId xmlns:r="http://schemas.openxmlformats.org/officeDocument/2006/relationships" id="268" r:id="Raed064375d5d4a94"/>
    <p:sldId xmlns:r="http://schemas.openxmlformats.org/officeDocument/2006/relationships" id="269" r:id="Rb36d930078794e64"/>
    <p:sldId xmlns:r="http://schemas.openxmlformats.org/officeDocument/2006/relationships" id="270" r:id="R17f443bf6d9a4a1c"/>
    <p:sldId xmlns:r="http://schemas.openxmlformats.org/officeDocument/2006/relationships" id="271" r:id="R3fe5e70ebbe74c13"/>
    <p:sldId xmlns:r="http://schemas.openxmlformats.org/officeDocument/2006/relationships" id="272" r:id="Rdf50f9713e2c425a"/>
    <p:sldId xmlns:r="http://schemas.openxmlformats.org/officeDocument/2006/relationships" id="273" r:id="R625978a22a364334"/>
    <p:sldId xmlns:r="http://schemas.openxmlformats.org/officeDocument/2006/relationships" id="274" r:id="Ra94f30b6624f4f62"/>
    <p:sldId xmlns:r="http://schemas.openxmlformats.org/officeDocument/2006/relationships" id="275" r:id="Raea19bc10e1c4ee8"/>
    <p:sldId xmlns:r="http://schemas.openxmlformats.org/officeDocument/2006/relationships" id="276" r:id="Ra0f2868d06384212"/>
    <p:sldId xmlns:r="http://schemas.openxmlformats.org/officeDocument/2006/relationships" id="277" r:id="R2be4fd3e856b494a"/>
    <p:sldId xmlns:r="http://schemas.openxmlformats.org/officeDocument/2006/relationships" id="278" r:id="R8c06a4e56f784456"/>
    <p:sldId xmlns:r="http://schemas.openxmlformats.org/officeDocument/2006/relationships" id="279" r:id="R1fe890ec1b404056"/>
    <p:sldId xmlns:r="http://schemas.openxmlformats.org/officeDocument/2006/relationships" id="280" r:id="R289dcb6d8cd3494d"/>
    <p:sldId xmlns:r="http://schemas.openxmlformats.org/officeDocument/2006/relationships" id="281" r:id="R76139a207d4544c3"/>
    <p:sldId xmlns:r="http://schemas.openxmlformats.org/officeDocument/2006/relationships" id="282" r:id="Re5aaf11108d14f64"/>
    <p:sldId xmlns:r="http://schemas.openxmlformats.org/officeDocument/2006/relationships" id="283" r:id="R760bc0ca6bcf43f2"/>
    <p:sldId xmlns:r="http://schemas.openxmlformats.org/officeDocument/2006/relationships" id="284" r:id="R6f244b4fe77c44fc"/>
    <p:sldId xmlns:r="http://schemas.openxmlformats.org/officeDocument/2006/relationships" id="285" r:id="R95a4cef4f58d4168"/>
    <p:sldId xmlns:r="http://schemas.openxmlformats.org/officeDocument/2006/relationships" id="286" r:id="Re61c0f4674364cb0"/>
    <p:sldId xmlns:r="http://schemas.openxmlformats.org/officeDocument/2006/relationships" id="287" r:id="Rc7409d4169164ffb"/>
    <p:sldId xmlns:r="http://schemas.openxmlformats.org/officeDocument/2006/relationships" id="288" r:id="R2eed126ab0e649bf"/>
    <p:sldId xmlns:r="http://schemas.openxmlformats.org/officeDocument/2006/relationships" id="289" r:id="Rd2e0e3be888b42d0"/>
    <p:sldId xmlns:r="http://schemas.openxmlformats.org/officeDocument/2006/relationships" id="290" r:id="R138276054014420d"/>
    <p:sldId xmlns:r="http://schemas.openxmlformats.org/officeDocument/2006/relationships" id="291" r:id="R47fa01605a224723"/>
    <p:sldId xmlns:r="http://schemas.openxmlformats.org/officeDocument/2006/relationships" id="292" r:id="R7b11e31a2d9645cd"/>
    <p:sldId xmlns:r="http://schemas.openxmlformats.org/officeDocument/2006/relationships" id="293" r:id="R144465353a204717"/>
    <p:sldId xmlns:r="http://schemas.openxmlformats.org/officeDocument/2006/relationships" id="294" r:id="R40661f47f9614863"/>
    <p:sldId xmlns:r="http://schemas.openxmlformats.org/officeDocument/2006/relationships" id="295" r:id="Raad833d2f4bb4b3c"/>
    <p:sldId xmlns:r="http://schemas.openxmlformats.org/officeDocument/2006/relationships" id="296" r:id="R406c477f8e9348d8"/>
    <p:sldId xmlns:r="http://schemas.openxmlformats.org/officeDocument/2006/relationships" id="297" r:id="Rf4089cd18aea43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93ec10b48844d2" /><Relationship Type="http://schemas.openxmlformats.org/officeDocument/2006/relationships/slideMaster" Target="/ppt/slideMasters/slideMaster1.xml" Id="R98de0e0355e04b76" /><Relationship Type="http://schemas.openxmlformats.org/officeDocument/2006/relationships/notesMaster" Target="/ppt/notesMasters/notesMaster1.xml" Id="R36bed6b685f44a9d" /><Relationship Type="http://schemas.openxmlformats.org/officeDocument/2006/relationships/presProps" Target="/ppt/presProps.xml" Id="R5c46558c78da4da0" /><Relationship Type="http://schemas.openxmlformats.org/officeDocument/2006/relationships/tableStyles" Target="/ppt/tableStyles.xml" Id="Rd2e5eb0ee1b746c5" /><Relationship Type="http://schemas.openxmlformats.org/officeDocument/2006/relationships/slide" Target="/ppt/slides/slide1.xml" Id="Re7fbcc6a5b984b50" /><Relationship Type="http://schemas.openxmlformats.org/officeDocument/2006/relationships/slide" Target="/ppt/slides/slide2.xml" Id="R69e56e191b2a4fd9" /><Relationship Type="http://schemas.openxmlformats.org/officeDocument/2006/relationships/slide" Target="/ppt/slides/slide3.xml" Id="Rf26d752beec64591" /><Relationship Type="http://schemas.openxmlformats.org/officeDocument/2006/relationships/slide" Target="/ppt/slides/slide4.xml" Id="R8319772c4d434e8d" /><Relationship Type="http://schemas.openxmlformats.org/officeDocument/2006/relationships/slide" Target="/ppt/slides/slide5.xml" Id="R766f71ea562e4c7c" /><Relationship Type="http://schemas.openxmlformats.org/officeDocument/2006/relationships/slide" Target="/ppt/slides/slide6.xml" Id="R8b13b85fd8964013" /><Relationship Type="http://schemas.openxmlformats.org/officeDocument/2006/relationships/slide" Target="/ppt/slides/slide7.xml" Id="R0ccbeeafa83c4ab8" /><Relationship Type="http://schemas.openxmlformats.org/officeDocument/2006/relationships/slide" Target="/ppt/slides/slide8.xml" Id="R421d153779894a6f" /><Relationship Type="http://schemas.openxmlformats.org/officeDocument/2006/relationships/slide" Target="/ppt/slides/slide9.xml" Id="R8ce3b7a06d574453" /><Relationship Type="http://schemas.openxmlformats.org/officeDocument/2006/relationships/slide" Target="/ppt/slides/slide10.xml" Id="Rad6aee47b5f7458e" /><Relationship Type="http://schemas.openxmlformats.org/officeDocument/2006/relationships/slide" Target="/ppt/slides/slide11.xml" Id="R768259ddbc4344a2" /><Relationship Type="http://schemas.openxmlformats.org/officeDocument/2006/relationships/slide" Target="/ppt/slides/slide12.xml" Id="R3e205d355f6f4dba" /><Relationship Type="http://schemas.openxmlformats.org/officeDocument/2006/relationships/slide" Target="/ppt/slides/slide13.xml" Id="Raed064375d5d4a94" /><Relationship Type="http://schemas.openxmlformats.org/officeDocument/2006/relationships/slide" Target="/ppt/slides/slide14.xml" Id="Rb36d930078794e64" /><Relationship Type="http://schemas.openxmlformats.org/officeDocument/2006/relationships/slide" Target="/ppt/slides/slide15.xml" Id="R17f443bf6d9a4a1c" /><Relationship Type="http://schemas.openxmlformats.org/officeDocument/2006/relationships/slide" Target="/ppt/slides/slide16.xml" Id="R3fe5e70ebbe74c13" /><Relationship Type="http://schemas.openxmlformats.org/officeDocument/2006/relationships/slide" Target="/ppt/slides/slide17.xml" Id="Rdf50f9713e2c425a" /><Relationship Type="http://schemas.openxmlformats.org/officeDocument/2006/relationships/slide" Target="/ppt/slides/slide18.xml" Id="R625978a22a364334" /><Relationship Type="http://schemas.openxmlformats.org/officeDocument/2006/relationships/slide" Target="/ppt/slides/slide19.xml" Id="Ra94f30b6624f4f62" /><Relationship Type="http://schemas.openxmlformats.org/officeDocument/2006/relationships/slide" Target="/ppt/slides/slide20.xml" Id="Raea19bc10e1c4ee8" /><Relationship Type="http://schemas.openxmlformats.org/officeDocument/2006/relationships/slide" Target="/ppt/slides/slide21.xml" Id="Ra0f2868d06384212" /><Relationship Type="http://schemas.openxmlformats.org/officeDocument/2006/relationships/slide" Target="/ppt/slides/slide22.xml" Id="R2be4fd3e856b494a" /><Relationship Type="http://schemas.openxmlformats.org/officeDocument/2006/relationships/slide" Target="/ppt/slides/slide23.xml" Id="R8c06a4e56f784456" /><Relationship Type="http://schemas.openxmlformats.org/officeDocument/2006/relationships/slide" Target="/ppt/slides/slide24.xml" Id="R1fe890ec1b404056" /><Relationship Type="http://schemas.openxmlformats.org/officeDocument/2006/relationships/slide" Target="/ppt/slides/slide25.xml" Id="R289dcb6d8cd3494d" /><Relationship Type="http://schemas.openxmlformats.org/officeDocument/2006/relationships/slide" Target="/ppt/slides/slide26.xml" Id="R76139a207d4544c3" /><Relationship Type="http://schemas.openxmlformats.org/officeDocument/2006/relationships/slide" Target="/ppt/slides/slide27.xml" Id="Re5aaf11108d14f64" /><Relationship Type="http://schemas.openxmlformats.org/officeDocument/2006/relationships/slide" Target="/ppt/slides/slide28.xml" Id="R760bc0ca6bcf43f2" /><Relationship Type="http://schemas.openxmlformats.org/officeDocument/2006/relationships/slide" Target="/ppt/slides/slide29.xml" Id="R6f244b4fe77c44fc" /><Relationship Type="http://schemas.openxmlformats.org/officeDocument/2006/relationships/slide" Target="/ppt/slides/slide30.xml" Id="R95a4cef4f58d4168" /><Relationship Type="http://schemas.openxmlformats.org/officeDocument/2006/relationships/slide" Target="/ppt/slides/slide31.xml" Id="Re61c0f4674364cb0" /><Relationship Type="http://schemas.openxmlformats.org/officeDocument/2006/relationships/slide" Target="/ppt/slides/slide32.xml" Id="Rc7409d4169164ffb" /><Relationship Type="http://schemas.openxmlformats.org/officeDocument/2006/relationships/slide" Target="/ppt/slides/slide33.xml" Id="R2eed126ab0e649bf" /><Relationship Type="http://schemas.openxmlformats.org/officeDocument/2006/relationships/slide" Target="/ppt/slides/slide34.xml" Id="Rd2e0e3be888b42d0" /><Relationship Type="http://schemas.openxmlformats.org/officeDocument/2006/relationships/slide" Target="/ppt/slides/slide35.xml" Id="R138276054014420d" /><Relationship Type="http://schemas.openxmlformats.org/officeDocument/2006/relationships/slide" Target="/ppt/slides/slide36.xml" Id="R47fa01605a224723" /><Relationship Type="http://schemas.openxmlformats.org/officeDocument/2006/relationships/slide" Target="/ppt/slides/slide37.xml" Id="R7b11e31a2d9645cd" /><Relationship Type="http://schemas.openxmlformats.org/officeDocument/2006/relationships/slide" Target="/ppt/slides/slide38.xml" Id="R144465353a204717" /><Relationship Type="http://schemas.openxmlformats.org/officeDocument/2006/relationships/slide" Target="/ppt/slides/slide39.xml" Id="R40661f47f9614863" /><Relationship Type="http://schemas.openxmlformats.org/officeDocument/2006/relationships/slide" Target="/ppt/slides/slide40.xml" Id="Raad833d2f4bb4b3c" /><Relationship Type="http://schemas.openxmlformats.org/officeDocument/2006/relationships/slide" Target="/ppt/slides/slide41.xml" Id="R406c477f8e9348d8" /><Relationship Type="http://schemas.openxmlformats.org/officeDocument/2006/relationships/slide" Target="/ppt/slides/slide42.xml" Id="Rf4089cd18aea43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5f432dc1d845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ee541c43124860" /><Relationship Type="http://schemas.openxmlformats.org/officeDocument/2006/relationships/notesMaster" Target="/ppt/notesMasters/notesMaster1.xml" Id="R16fbff1ff41a42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165823642b4a7a" /><Relationship Type="http://schemas.openxmlformats.org/officeDocument/2006/relationships/notesMaster" Target="/ppt/notesMasters/notesMaster1.xml" Id="R79c2b4b5de3747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0068fcbf7e45ea" /><Relationship Type="http://schemas.openxmlformats.org/officeDocument/2006/relationships/notesMaster" Target="/ppt/notesMasters/notesMaster1.xml" Id="Rc3800e4c1ed441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de5c7a0b934c8a" /><Relationship Type="http://schemas.openxmlformats.org/officeDocument/2006/relationships/notesMaster" Target="/ppt/notesMasters/notesMaster1.xml" Id="Rda7e726381bd47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82149f8d3446bd" /><Relationship Type="http://schemas.openxmlformats.org/officeDocument/2006/relationships/notesMaster" Target="/ppt/notesMasters/notesMaster1.xml" Id="Rbb2ec622f4214d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eac7f0072c4ec8" /><Relationship Type="http://schemas.openxmlformats.org/officeDocument/2006/relationships/notesMaster" Target="/ppt/notesMasters/notesMaster1.xml" Id="Rf73464da650744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5f82924f454799" /><Relationship Type="http://schemas.openxmlformats.org/officeDocument/2006/relationships/notesMaster" Target="/ppt/notesMasters/notesMaster1.xml" Id="R0fa3f963ad8546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d53831990c4197" /><Relationship Type="http://schemas.openxmlformats.org/officeDocument/2006/relationships/notesMaster" Target="/ppt/notesMasters/notesMaster1.xml" Id="R431e6edbb01546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6415b618ff42e1" /><Relationship Type="http://schemas.openxmlformats.org/officeDocument/2006/relationships/notesMaster" Target="/ppt/notesMasters/notesMaster1.xml" Id="Rda814f8610504a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8f6d98421949f1" /><Relationship Type="http://schemas.openxmlformats.org/officeDocument/2006/relationships/notesMaster" Target="/ppt/notesMasters/notesMaster1.xml" Id="R2131bb46e67e48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798705c6534ee8" /><Relationship Type="http://schemas.openxmlformats.org/officeDocument/2006/relationships/notesMaster" Target="/ppt/notesMasters/notesMaster1.xml" Id="R87dd1c9151b449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aec8f2873245ae" /><Relationship Type="http://schemas.openxmlformats.org/officeDocument/2006/relationships/notesMaster" Target="/ppt/notesMasters/notesMaster1.xml" Id="Rb4dd4e1b247241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d4c37f5f444f8d" /><Relationship Type="http://schemas.openxmlformats.org/officeDocument/2006/relationships/notesMaster" Target="/ppt/notesMasters/notesMaster1.xml" Id="R34454f5bd1c34a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bb776012704da1" /><Relationship Type="http://schemas.openxmlformats.org/officeDocument/2006/relationships/notesMaster" Target="/ppt/notesMasters/notesMaster1.xml" Id="R2fb57334044a41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da26ca44bb4fa1" /><Relationship Type="http://schemas.openxmlformats.org/officeDocument/2006/relationships/notesMaster" Target="/ppt/notesMasters/notesMaster1.xml" Id="Rc7938d3dca174c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0c9b84805a48bb" /><Relationship Type="http://schemas.openxmlformats.org/officeDocument/2006/relationships/notesMaster" Target="/ppt/notesMasters/notesMaster1.xml" Id="R870e2b7999ae43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4d1d255c9a4b73" /><Relationship Type="http://schemas.openxmlformats.org/officeDocument/2006/relationships/notesMaster" Target="/ppt/notesMasters/notesMaster1.xml" Id="R76d5492dc08c4a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fefc4802c504e74" /><Relationship Type="http://schemas.openxmlformats.org/officeDocument/2006/relationships/notesMaster" Target="/ppt/notesMasters/notesMaster1.xml" Id="R95f6ac30ee794e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59449d8f85940ce" /><Relationship Type="http://schemas.openxmlformats.org/officeDocument/2006/relationships/notesMaster" Target="/ppt/notesMasters/notesMaster1.xml" Id="R778fa92d7baa44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99378876c9c402d" /><Relationship Type="http://schemas.openxmlformats.org/officeDocument/2006/relationships/notesMaster" Target="/ppt/notesMasters/notesMaster1.xml" Id="Rc538e4598e5b4c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372883821584a84" /><Relationship Type="http://schemas.openxmlformats.org/officeDocument/2006/relationships/notesMaster" Target="/ppt/notesMasters/notesMaster1.xml" Id="R92a96f5340fd41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4568362d80410d" /><Relationship Type="http://schemas.openxmlformats.org/officeDocument/2006/relationships/notesMaster" Target="/ppt/notesMasters/notesMaster1.xml" Id="Re51a97d3953545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aee06a045e4dd4" /><Relationship Type="http://schemas.openxmlformats.org/officeDocument/2006/relationships/notesMaster" Target="/ppt/notesMasters/notesMaster1.xml" Id="R26a8ef84e52c4c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776debb717d49d7" /><Relationship Type="http://schemas.openxmlformats.org/officeDocument/2006/relationships/notesMaster" Target="/ppt/notesMasters/notesMaster1.xml" Id="Ra8326a22c039484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973768f2624279" /><Relationship Type="http://schemas.openxmlformats.org/officeDocument/2006/relationships/notesMaster" Target="/ppt/notesMasters/notesMaster1.xml" Id="R3d1ddbcc88984e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055f90932e4be9" /><Relationship Type="http://schemas.openxmlformats.org/officeDocument/2006/relationships/notesMaster" Target="/ppt/notesMasters/notesMaster1.xml" Id="Rf6aeccc8427c47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983e8411b64f7e" /><Relationship Type="http://schemas.openxmlformats.org/officeDocument/2006/relationships/notesMaster" Target="/ppt/notesMasters/notesMaster1.xml" Id="R3124b8648843430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0f0b088224c450e" /><Relationship Type="http://schemas.openxmlformats.org/officeDocument/2006/relationships/notesMaster" Target="/ppt/notesMasters/notesMaster1.xml" Id="Rfbe8c480fa514d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3df729512649a8" /><Relationship Type="http://schemas.openxmlformats.org/officeDocument/2006/relationships/notesMaster" Target="/ppt/notesMasters/notesMaster1.xml" Id="R15cec358e80941b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3b6a8c297c24850" /><Relationship Type="http://schemas.openxmlformats.org/officeDocument/2006/relationships/notesMaster" Target="/ppt/notesMasters/notesMaster1.xml" Id="Rae761eb81428445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450034ef2604357" /><Relationship Type="http://schemas.openxmlformats.org/officeDocument/2006/relationships/notesMaster" Target="/ppt/notesMasters/notesMaster1.xml" Id="R33729e09e6824c2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b9741e89eac4b25" /><Relationship Type="http://schemas.openxmlformats.org/officeDocument/2006/relationships/notesMaster" Target="/ppt/notesMasters/notesMaster1.xml" Id="Re94038ff5599414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8f280fc5ec247fd" /><Relationship Type="http://schemas.openxmlformats.org/officeDocument/2006/relationships/notesMaster" Target="/ppt/notesMasters/notesMaster1.xml" Id="R1218a0072b1e45c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ad5a855a4ab4d78" /><Relationship Type="http://schemas.openxmlformats.org/officeDocument/2006/relationships/notesMaster" Target="/ppt/notesMasters/notesMaster1.xml" Id="R15ad708602264b6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e59225043fc4611" /><Relationship Type="http://schemas.openxmlformats.org/officeDocument/2006/relationships/notesMaster" Target="/ppt/notesMasters/notesMaster1.xml" Id="Rd24139f1ae724aa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5113565b19b4271" /><Relationship Type="http://schemas.openxmlformats.org/officeDocument/2006/relationships/notesMaster" Target="/ppt/notesMasters/notesMaster1.xml" Id="R21147498c23341a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e10bba9055349ab" /><Relationship Type="http://schemas.openxmlformats.org/officeDocument/2006/relationships/notesMaster" Target="/ppt/notesMasters/notesMaster1.xml" Id="Rf29b61b94160409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d5c1e4e404545dc" /><Relationship Type="http://schemas.openxmlformats.org/officeDocument/2006/relationships/notesMaster" Target="/ppt/notesMasters/notesMaster1.xml" Id="R3994a409bbea45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02fba00747d49e8" /><Relationship Type="http://schemas.openxmlformats.org/officeDocument/2006/relationships/notesMaster" Target="/ppt/notesMasters/notesMaster1.xml" Id="R2d6b5e2dd85a454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e2615ff0f894065" /><Relationship Type="http://schemas.openxmlformats.org/officeDocument/2006/relationships/notesMaster" Target="/ppt/notesMasters/notesMaster1.xml" Id="R6d0c2120e897462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c825244c4d247a4" /><Relationship Type="http://schemas.openxmlformats.org/officeDocument/2006/relationships/notesMaster" Target="/ppt/notesMasters/notesMaster1.xml" Id="R7ec16b526c8348b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99f32c35be74b60" /><Relationship Type="http://schemas.openxmlformats.org/officeDocument/2006/relationships/notesMaster" Target="/ppt/notesMasters/notesMaster1.xml" Id="Re9c54dceece34f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e162ca25a44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07428e2b224177" /><Relationship Type="http://schemas.openxmlformats.org/officeDocument/2006/relationships/slideLayout" Target="/ppt/slideLayouts/slideLayout1.xml" Id="Rd792c352ded443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92c352ded443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327c27ae945bf" /><Relationship Type="http://schemas.openxmlformats.org/officeDocument/2006/relationships/notesSlide" Target="/ppt/notesSlides/notesSlide1.xml" Id="Rca0fae8c4eb041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a7d55d1654fa7" /><Relationship Type="http://schemas.openxmlformats.org/officeDocument/2006/relationships/notesSlide" Target="/ppt/notesSlides/notesSlide2.xml" Id="R5bdd267fc04243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9c945d52e4dc0" /><Relationship Type="http://schemas.openxmlformats.org/officeDocument/2006/relationships/notesSlide" Target="/ppt/notesSlides/notesSlide3.xml" Id="R9ea4566990fa46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bc2ef43f34b46" /><Relationship Type="http://schemas.openxmlformats.org/officeDocument/2006/relationships/notesSlide" Target="/ppt/notesSlides/notesSlide4.xml" Id="Rf2430014182b47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2e5be93ad4028" /><Relationship Type="http://schemas.openxmlformats.org/officeDocument/2006/relationships/notesSlide" Target="/ppt/notesSlides/notesSlide5.xml" Id="R31cdaaa680904c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6a72735984de8" /><Relationship Type="http://schemas.openxmlformats.org/officeDocument/2006/relationships/notesSlide" Target="/ppt/notesSlides/notesSlide6.xml" Id="R67000918e0a647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d6705d50b4d52" /><Relationship Type="http://schemas.openxmlformats.org/officeDocument/2006/relationships/notesSlide" Target="/ppt/notesSlides/notesSlide7.xml" Id="R9f5548b6964942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84d88f72b4e53" /><Relationship Type="http://schemas.openxmlformats.org/officeDocument/2006/relationships/notesSlide" Target="/ppt/notesSlides/notesSlide8.xml" Id="R882a2e5bde0e4d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b2994cad341e4" /><Relationship Type="http://schemas.openxmlformats.org/officeDocument/2006/relationships/notesSlide" Target="/ppt/notesSlides/notesSlide9.xml" Id="R6a5548dce90d4b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fc98464594884" /><Relationship Type="http://schemas.openxmlformats.org/officeDocument/2006/relationships/notesSlide" Target="/ppt/notesSlides/notesSlide10.xml" Id="R5b54a105ad3945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ec93752a2469b" /><Relationship Type="http://schemas.openxmlformats.org/officeDocument/2006/relationships/notesSlide" Target="/ppt/notesSlides/notesSlide11.xml" Id="Rc8f46a08b0184b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2b868c6214dea" /><Relationship Type="http://schemas.openxmlformats.org/officeDocument/2006/relationships/notesSlide" Target="/ppt/notesSlides/notesSlide12.xml" Id="Rca58ebc570e44e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d29a9cb40422d" /><Relationship Type="http://schemas.openxmlformats.org/officeDocument/2006/relationships/notesSlide" Target="/ppt/notesSlides/notesSlide13.xml" Id="R9f8f2ce9c6b54a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2e704c0dd4f00" /><Relationship Type="http://schemas.openxmlformats.org/officeDocument/2006/relationships/notesSlide" Target="/ppt/notesSlides/notesSlide14.xml" Id="Rb81254ae32ad4a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dbfcd2d6c4e17" /><Relationship Type="http://schemas.openxmlformats.org/officeDocument/2006/relationships/notesSlide" Target="/ppt/notesSlides/notesSlide15.xml" Id="Rea6b9f215bd043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33ec3af5a48d0" /><Relationship Type="http://schemas.openxmlformats.org/officeDocument/2006/relationships/notesSlide" Target="/ppt/notesSlides/notesSlide16.xml" Id="R50e24de08c0547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a9d1dd9c644ec" /><Relationship Type="http://schemas.openxmlformats.org/officeDocument/2006/relationships/notesSlide" Target="/ppt/notesSlides/notesSlide17.xml" Id="R83d108e0335f40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2dc3546ff4bbd" /><Relationship Type="http://schemas.openxmlformats.org/officeDocument/2006/relationships/notesSlide" Target="/ppt/notesSlides/notesSlide18.xml" Id="Raf396d746a024b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87818c0ba4ea5" /><Relationship Type="http://schemas.openxmlformats.org/officeDocument/2006/relationships/notesSlide" Target="/ppt/notesSlides/notesSlide19.xml" Id="Rd773e500d7214c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29357910b41f8" /><Relationship Type="http://schemas.openxmlformats.org/officeDocument/2006/relationships/notesSlide" Target="/ppt/notesSlides/notesSlide20.xml" Id="Rfc96f805131a488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16f9df79e4009" /><Relationship Type="http://schemas.openxmlformats.org/officeDocument/2006/relationships/notesSlide" Target="/ppt/notesSlides/notesSlide21.xml" Id="R3f6090da14be4f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028a5482b4d85" /><Relationship Type="http://schemas.openxmlformats.org/officeDocument/2006/relationships/notesSlide" Target="/ppt/notesSlides/notesSlide22.xml" Id="R1925fc6c526c40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a4eaf967d46a4" /><Relationship Type="http://schemas.openxmlformats.org/officeDocument/2006/relationships/notesSlide" Target="/ppt/notesSlides/notesSlide23.xml" Id="Rca2eed2b7c214a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c6c81ca734ad3" /><Relationship Type="http://schemas.openxmlformats.org/officeDocument/2006/relationships/notesSlide" Target="/ppt/notesSlides/notesSlide24.xml" Id="R2cc4100aa3534c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f7a247d1e4035" /><Relationship Type="http://schemas.openxmlformats.org/officeDocument/2006/relationships/notesSlide" Target="/ppt/notesSlides/notesSlide25.xml" Id="R5cbf4f687f5c47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c4727360e4b25" /><Relationship Type="http://schemas.openxmlformats.org/officeDocument/2006/relationships/notesSlide" Target="/ppt/notesSlides/notesSlide26.xml" Id="R210d27553dbd46d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f30da41a4426a" /><Relationship Type="http://schemas.openxmlformats.org/officeDocument/2006/relationships/notesSlide" Target="/ppt/notesSlides/notesSlide27.xml" Id="R252940dcc311414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b4d10651a489f" /><Relationship Type="http://schemas.openxmlformats.org/officeDocument/2006/relationships/notesSlide" Target="/ppt/notesSlides/notesSlide28.xml" Id="R29daf614de8042b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27f135ae5442d" /><Relationship Type="http://schemas.openxmlformats.org/officeDocument/2006/relationships/notesSlide" Target="/ppt/notesSlides/notesSlide29.xml" Id="Re33636ddd4cb4e1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f4951b729478b" /><Relationship Type="http://schemas.openxmlformats.org/officeDocument/2006/relationships/notesSlide" Target="/ppt/notesSlides/notesSlide30.xml" Id="Rec1f04caa293425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c3a5f26f94728" /><Relationship Type="http://schemas.openxmlformats.org/officeDocument/2006/relationships/notesSlide" Target="/ppt/notesSlides/notesSlide31.xml" Id="R921266fee76b4a7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ece7b8cb14f99" /><Relationship Type="http://schemas.openxmlformats.org/officeDocument/2006/relationships/notesSlide" Target="/ppt/notesSlides/notesSlide32.xml" Id="Rfaf1b7ba892649d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9f3e3137c47a8" /><Relationship Type="http://schemas.openxmlformats.org/officeDocument/2006/relationships/notesSlide" Target="/ppt/notesSlides/notesSlide33.xml" Id="Redae9bf7bb7c40e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6e6a418aa42a5" /><Relationship Type="http://schemas.openxmlformats.org/officeDocument/2006/relationships/notesSlide" Target="/ppt/notesSlides/notesSlide34.xml" Id="Rdf3b956f576b4bd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de4dc0d4140e6" /><Relationship Type="http://schemas.openxmlformats.org/officeDocument/2006/relationships/notesSlide" Target="/ppt/notesSlides/notesSlide35.xml" Id="R31c6b368012448f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c69def0c746b3" /><Relationship Type="http://schemas.openxmlformats.org/officeDocument/2006/relationships/notesSlide" Target="/ppt/notesSlides/notesSlide36.xml" Id="R1f510fdb691b4c8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8a5f795a145c2" /><Relationship Type="http://schemas.openxmlformats.org/officeDocument/2006/relationships/notesSlide" Target="/ppt/notesSlides/notesSlide37.xml" Id="R4533d8fd694346e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4ec559f0243f9" /><Relationship Type="http://schemas.openxmlformats.org/officeDocument/2006/relationships/notesSlide" Target="/ppt/notesSlides/notesSlide38.xml" Id="R404d1dbec766414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73f9da15e4fc8" /><Relationship Type="http://schemas.openxmlformats.org/officeDocument/2006/relationships/notesSlide" Target="/ppt/notesSlides/notesSlide39.xml" Id="R5a53bdc26bfd478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6c897f9114566" /><Relationship Type="http://schemas.openxmlformats.org/officeDocument/2006/relationships/notesSlide" Target="/ppt/notesSlides/notesSlide40.xml" Id="R8a3771102017436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b6a249b174388" /><Relationship Type="http://schemas.openxmlformats.org/officeDocument/2006/relationships/notesSlide" Target="/ppt/notesSlides/notesSlide41.xml" Id="R1b2e7c225f034aa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15091d4e04648" /><Relationship Type="http://schemas.openxmlformats.org/officeDocument/2006/relationships/notesSlide" Target="/ppt/notesSlides/notesSlide42.xml" Id="R0728e0f80ed24f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8946D-5261-476C-A921-3D43AFE8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1A6D1-B99E-4AAC-92A7-D4DAB871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Ordinary Differential Equations of Higher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10A11-40B3-4CB3-BC03-CB1EE723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Multivariable Calculus and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1BMATM201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17; Textbook 2: Chapter 9: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2A461-CC28-4427-BA83-6776EBDD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B116F-1377-419C-A887-E63DAF79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D0EF1-D919-46A2-AD3E-E9844E30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0B817-9832-46A5-AC8F-6348B7E4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A1939-D759-4DAC-9BBC-C2F8B43F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F7C9B-AC55-4404-9363-CABC4141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08CB6-6102-478B-A1F3-716E8EE2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788D5-E969-4078-B013-5EBE803E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07628-C287-4433-87AA-7AE318BB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37DFD-824B-4493-AF54-56460B32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50260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1FBFF-D6AA-40D4-8E82-321A73AB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62C9E-E157-4479-A6BA-1359B20A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C5A25-59C0-4EE4-87DB-A8C27F47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F2827-5999-426A-8218-6BD93BFA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31690-64D0-4515-96FC-B239E7BE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F72FC-2562-486A-9F3D-A6F7C152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9813B-6C88-4C3E-955D-FFC40B06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BEB8A-8180-40FA-9DD7-9B8C3DB2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CBFB0-DC02-4625-A5CE-A0EA26C0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090E5-3E9F-4739-84A2-B389F724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3FC90-A0CB-4AAD-A175-7333BF44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098DE-8EFB-4004-A26D-1F00A756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8A189-C425-4390-9F33-96146D09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A782C-8F67-48C5-B759-6C9AEE20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C363F-885B-4FEB-85E7-B365430A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4578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3D47B5-9D52-4D8E-BF6E-A062702F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C0D9-0EF1-405F-A2B3-257D3696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F0CFE-C4D7-4303-95F9-E5C49821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D8592-F4F0-4BE9-9E35-3E357886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D3CC0-8C23-4BAB-BE65-A42D60EE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C6AEF-786A-42E4-A220-4401E9ED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480DC-7528-413A-B140-C5F84553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4A532-63D4-4E9F-8064-1C83636A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F974B-7F98-41EB-8B3A-BDB4AF1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Ordinary Differential Equations of Higher Order(8 Hours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768EE-F2C4-4BA4-B254-6FA92C4C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4457A-1DCD-4DB3-8737-DC73064C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1F36E-BCA5-4F44-8BB5-9DE2E4AE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homogeneous and non - homogeneous equations -eax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D8231-6B3C-4E27-AB44-6146F85D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F74C2-7FA9-44CA-AA5B-FE104EC2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0439B-979B-450C-B63D-FC2D23B5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sin(ax+b)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11394-C69C-42C0-BEF6-873CD70F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2780D-F692-4D35-A4E4-11AF1A34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75EDB-4C15-4DE9-9E9A-5ED24B3F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cos(ax+b)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B16C6-87CD-405E-B7DD-F3536ADB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D302A-BA7D-4A67-947B-C13187BD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4B1B2-3C80-4AFE-916A-580C6E5B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Method of variation of parameters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D5029-158A-4BD0-8442-F101726B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F2A63-5D92-401D-8EB7-EC88F52A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90AB25-1FFF-4C4F-A404-BDAB4170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Cauchy's and Legendre's homogeneous differential equation...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1EEDC-31EC-4A6B-AC0F-F8A7BDCE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022C7-FEA6-44E2-B2AC-093A3E3A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5F6AC-DE11-4748-A7CF-92C25D0C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 13.4-13.9(1,2)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1D88CF-B463-4D74-A5AC-D10F2A80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F86CE-C070-4F9C-929E-846AD1B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F3D811-5174-4872-9D48-4F185F3B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 14:14.2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C23DA-818E-4655-BE03-F2154B5D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5316EB-4ACE-40CD-9E73-12277AFC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08259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87499-540F-4827-A052-29F1B73F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72787-9FFF-4A9A-B467-664DF603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4C158-54B6-4623-AF0D-FF4F3BB1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75F5A-6173-48A6-A052-F19BD51B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0FDD8-9C6B-4736-89C5-3AF4B179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63A55-D67B-4C1A-8B66-358E13B7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65959-349F-44E4-875F-B999B69E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B556A-3C0F-4DBF-A174-8F0A8A81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Ordinary Differential Equations of Higher Order(8 Hours T...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CE4F6-C305-4D44-84F4-2DE05EEF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17; Textbook 2: Chapter 9: 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76B75-381E-4D83-821F-5BBD6743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9D691-2ACC-404A-A13A-F6F6A3E0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homogeneous and non - homogeneous equations -eax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BCEAE-0EA8-4798-97BA-38DAF86E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17; Textbook 2: Chapter 9: 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FFEFA-60E0-45FC-8255-B7B4755F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4C6A2-BE77-4AF3-B81E-9EEE2DBD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sin(ax+b)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8C940-1BA8-422F-BF34-3B6AD847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17; Textbook 2: Chapter 9: 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BE90F-E583-4B3B-997F-4EBBF2D0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62CB1-30EC-4A3F-BEB3-70B03078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cos(ax+b)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007D8-B5BA-49CF-ADC7-F955582C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17; Textbook 2: Chapter 9: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96F5A-D864-410D-AF4C-B92D9BCD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25A1B-9B23-4C3D-AA6A-D6D575DC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Method of variation of parameters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0B821-34A1-4B9C-AC46-4DC85BF5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17; Textbook 2: Chapter 9: 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8CD62-5C96-43CE-B395-BE286B6F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5238E-2886-4708-B2A2-86DEDD6C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Cauchy's and Legendre's homogeneous differential equation...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9307F-0450-4519-80C2-7F0F218F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17; Textbook 2: Chapter 9: 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603D8-D395-4CA0-BDAB-FB3B88F8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EDAC5-16DE-46DD-A12A-9FED5D9E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 13.4-13.9(1,2)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180FF-BC20-4831-B86E-70FFCFE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17; Textbook 2: Chapter 9: 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672520-7FE7-4A40-8B73-8D414BB0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1CF124-5865-4F50-8573-04F7DE30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837915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E0FA7-D62A-457D-9007-3AEF8264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88447-781C-4651-9449-B109B318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E32E3-ED8E-4BBA-B9DC-F24EA963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B8F27-0C15-47C9-A024-068983B8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29535-77F4-4BA4-97EA-69AFAFAC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Ordinary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F1F0F-FF3E-43CC-8C69-08643B66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35151-0732-4305-881B-70F79987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CC51C-ACDE-4611-A364-7C58406A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Higher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B3140-F8AF-476F-B285-A360A0EC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B1C9E-073C-41E2-AC05-601DD733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42E3B-7C1D-470E-82C0-8442FB7A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83F79-601B-4219-A6DA-37AB7385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Higher-order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1F44C-E084-4271-AE5D-3679EBAC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CEC8F-C34D-4ED4-8D53-E1AD96E7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coefficients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24EBB-31FD-4A9C-A39F-76AC7A30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438C1-1A32-4B0F-9E8D-87E3D57A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3337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9496E-2ADE-436E-838C-6CE84795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99D7D-C5A0-42F1-AC60-AD488119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746DE-A9EA-47DF-BEEC-59D0DF4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62F11-8F5B-420E-8871-C27FE6F2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08A47-F67A-4839-8B6B-35D86E2A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Ordinary Differential Equations of Higher Order(8 Hours Theory + 4 Hours Tutorial) Higher-order ordinary differ...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C6B9B-F86D-4DC7-9113-C6066598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Ordinary Differential Equations of Higher...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E9D63-B4CB-4921-A96C-B1B3C582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AF9F2-DB6C-4853-A021-DAA2299E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E4EEE-223B-4D7A-8913-68BA0AAA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413CE-CFF6-406A-A240-0C6C9FA2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958CA-6035-44F2-B569-E8C191EE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4802D-B6A0-427D-BDBA-81EFAE6E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86D4C-84C2-48FE-AB9D-98B06EFB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199B4-74F9-4520-90A7-5EBB1A1C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A2C13-7728-4871-BFF1-332579B3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D66F0-582D-4D58-871A-2FBF8FF9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10439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4C3D4-7704-4FB2-9F27-3952BDE3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620FE-FCD5-477F-A038-13B0CF51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81519-7A9C-4832-960C-AD427787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5F2AF-F4F1-405E-A135-AB4440CD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E8A10-12EA-413A-8794-0C916093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7A770-7920-4DFC-BAB2-BD36B253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2EC72-B3A0-4F51-A235-3E8053E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67B1B-AE38-4352-971A-9DEA307C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CCE61-8C2B-4114-9A8E-193FDFB9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Ordinary Differ...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ADA91-605F-400D-B57E-1EC2C07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6B132-611D-4EC2-BA7A-FECFF54B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64680-EECE-417B-B865-783C083A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Ordinary 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09E05-5435-4A3F-8144-CB32F511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D30A6-414E-4873-B1D2-E6508BCF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33606-AF9E-4917-90D7-97D5C24B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Ordinar...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2F06F-3715-4BF7-8DB0-2E8BA307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8C9CA-8987-4400-82A5-6CF37B56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6F2F2-D5C5-404F-863D-EA67663B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Ordinary Diff...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33FAF-2492-4BA6-933D-3E2E8942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74538-934F-4A73-9DF6-3FD6C348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935EF-7813-4B8C-88A8-2B0881AE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Ordinary Di...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0206D-AD59-4FFB-9CDD-EF18EC0D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C3EBA-68DB-4910-BA4C-A06E16C4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089907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A1930-D48B-4396-82C7-177C998E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10553-EE6B-4E96-A1F8-5CFC9F2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03BC2-829F-47EE-8E87-2B09E513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95A1A-2959-42EB-8B08-8EB6F20E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04393-C985-45E6-913B-071A27C5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835E3-D649-410E-BCBB-4C3F81BE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D7C17-C4E8-46D1-B1E7-6B96AAD9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2D52C-1B5E-4EC5-A3B6-8A1067FD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A16CF-B4E0-486B-9451-80496656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579B9-4595-44FA-94C5-56C463F9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2F096-289B-4E2A-AE14-3DA578FC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F8F27-5F46-4E71-B17E-9844D7FA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A2A1B-7F23-4020-9EB4-52EC78D6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1A86D-E00F-473D-9CCD-9A12D83A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53EB9-7B8D-42AE-A63B-C90490DB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10692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04955-388D-46CD-832F-D7094FC2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729EF-31E6-45C4-AB89-B15FE762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2F638-E753-4981-8C39-4F680ECF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DD14F-F0DC-41F9-A776-0D381FFC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FD915-7E8C-47A4-8625-5C167A49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0D03E-F382-4FC5-8543-613353F4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Ordinary Differential Equations of Higher Order(8 Hours 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80FE7-31A3-4C8A-A69D-0DE74171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445D-6BEF-4883-9742-2CA84EE6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1DF7B-D319-4050-858A-10E8C38D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802E5-B02A-4930-8EF3-C6570950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25D2D-874B-4406-B916-0ED702A7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04221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F9095-8117-4551-B1AA-770AEE69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1EDBE-F2FF-4057-AE39-29CA284A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B90D7-6222-417C-9807-F46679CF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F369D-E369-44E5-8D22-2246F9CF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3A7F2-EE53-44E9-85EC-87DE7C0A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homogeneous and non - homogeneous equations -eax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29861-A8DB-481F-864A-BA1EB36B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homogeneous and non - homogeneous equatio...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F763C-478B-4278-99D8-1DCEA542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32608-ACB0-473B-A57B-C35468AB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67F39-B07C-457E-9AEE-1C62F486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CCFDC-C2F0-4CC8-81E5-DC62D6C1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CDEA4-4924-4B25-B3C8-F5BF3C5E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7CA1D-6C2A-496D-A953-CAAAA287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A8CF2-BA44-45A1-89F3-42D2003C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A2966-403A-46A1-A254-9419E2F7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A99C3-562A-41C4-978E-1206B17A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802C5-30A0-4B44-961A-5BEB6CEE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925984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74EAC-98B1-4AC9-9877-F8E11CE7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5F573-36D3-4E46-8CB5-AC263EB9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F92B7-2734-4DC1-A62C-F67F22F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66F6D-252D-430B-A054-54206488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A9C1C-7203-4611-BC86-787C70A3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E8105-3A40-49E1-AA01-F602B828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11E5E-3B8D-4C97-BA2D-E4D33B2D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94B2F-0AF0-47D0-B63E-8EFC34E5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DB4F4-2E47-459B-890D-95FCE32A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homogeneous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5305F-5E88-4443-B506-6CB96C20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E7196-84F8-4CCB-AF05-4CFEF167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F6068-54FE-433A-A15C-9D44836E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homogeneou...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9922E-5230-4396-81C2-B59B9E7F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51910-2FF0-4CC2-B12D-07E57025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81AEA-8D3E-4CBE-B955-0CE4D2DD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homogen...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95061-24D3-4899-BE4E-B0F74814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CC87F-0C55-4D03-BA48-22582A49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FE60A-7BC1-4D86-A2B1-B7B0BE71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homogeneous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278E7-1F63-4747-B941-EC0E9F30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ACEB5-602D-4A19-BAEE-D1D14E05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32D32-D4AA-427C-8F5E-F14518AC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homogeneous...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E9DCE-2F76-4001-A41A-438D292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298F2-C07B-49D6-B74C-F335DC6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165399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EB54D-0223-4888-80CC-B8DBBEA4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563CF-E941-4927-9E3F-9D63F5D3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D9068-B0AC-491D-A0D4-82DD5CDA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DEDB8-5AE7-4AB4-8BBC-95DE5D76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31936-3509-45D3-AFEF-E675F041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F6EE2-46D6-4CB3-BFD7-0D4F76A1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E5B27-58D2-41AB-99C2-0DE53ECB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39A88-FFEB-4C99-86C2-79E16271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62491-3DD0-46BB-8749-EB124DD4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1D961-ADE2-4293-9667-A8FF89B1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34179-8FEB-44D8-AFA6-53C4ABE5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CA7A5-7FF6-40FB-A1E5-AFA702FB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EDCB3-4C0A-430D-BF05-B4E8EEA7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DA737-F113-4B60-BDA5-C544BE3F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3A810-82CC-4B2D-9B16-FCB4EF7B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53891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4B570-BB3D-402E-AE4A-4E513149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426D-417B-4E82-8912-ECBAE58B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C76E5-C61E-4812-960C-6CE92869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F2CD1-0FCE-4EA4-99A4-76C97388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63D7B-8DF7-4292-B4AF-425CB47F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3B152-8323-4F08-B75F-3F6110BF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homogeneous and non - homogeneous equations -eax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2D5C2-2119-4B13-B2B5-40D73972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D6E6D-2394-4F83-88CC-90CB0FE4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21E2E-7B57-4D32-96F9-99816199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E4FFF-3F3E-4112-B2AD-EACF717F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E3F14-2C06-408C-9F48-1C5235AD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910567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FED2D-75E5-419D-826A-53A984F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8449B-552A-4E9C-9B6C-41818949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6236D-4F3B-4EBC-B938-00EE694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33B41-18CA-41BA-973B-28B3228D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0CCCA-327E-4496-B871-E49553E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sin(ax+b)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C5C46-C084-4D1C-B551-362FF8C6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sin(ax+b)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1C546-7AAC-40D3-A7D1-06215741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D483A-3DF5-40F9-930D-21D99DCF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CF436-2FC9-439F-AE24-A268529F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AF367-EA6C-4DA4-A7C9-10B2E2CE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0B08C-05FC-4896-90D9-0205C480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BB55D-6C00-4B34-9C8E-1CA73534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FA444-3E5D-4945-8553-1B820462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42AE3-FBD3-4F6C-81CC-7958873C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838BB-71E3-4B33-8A79-43A2A268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147B5-57A4-4561-A0D9-151796D9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077402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1F332-B48C-4C45-8C96-89607874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A4CFB-044D-460C-B63C-E2F8AAA6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39E83-BC65-4BBC-8FF6-C51A63AB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430C8-FF27-4361-93CA-19A5FD33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A882F-0808-4942-B944-11BC04FA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FAF41-3293-4125-8CDA-B5C8C1D6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D053A-D669-402C-9239-0F014C8D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BDB3D-FD4B-483B-AF6C-985EBBCB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BE054-27EC-4AF5-AD27-589B4C9E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sin(ax+b).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8E03F-7582-4D02-9BCB-9018F380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260BB-DFA1-42C7-90A4-6A9AF290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168A5-EE33-458A-82B5-2D4128AF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sin(ax+b).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F5510-8CD4-4F26-A27D-DCD9249C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2FEAB-155D-4927-AF26-2B95533F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64E3F-7318-416B-B30C-5C0CF13D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sin(ax+...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3DA53-B4BC-4C8D-BBEF-44AD26C2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FECC1-1D00-4418-8547-D7A7BEFE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DB337-E31C-4BAD-988B-AAD300C6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sin(ax+b).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E5B16-B0B3-47D0-8447-87F9E5CD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ED8D1-214B-4832-BBF9-4F781265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4D3CA-9E16-45C1-8B18-28DDE85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sin(ax+b).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F571C-02AC-418B-BE9F-B8576D53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9334D7-816A-49E2-9439-08997476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932265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3E8F2-7186-42FA-A467-F469406C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C002D-28D8-4A75-B294-FFCAB5B2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DFFBF-40A1-4AA7-9353-B3F1D8C9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00A50-6736-40CF-B9C0-5FCC73AA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2949A-A50B-44E7-9809-3FDAA33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9D110-05F3-4269-A52D-2DDF5E46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E3401-9A2F-4860-9DBB-81FA0D7E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09D54-37BE-48A9-B5AD-55C3A6C7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90373-956C-4217-87A3-6650ED23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E8958-CD9A-4A13-BFB6-A27B84C5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0756A-E8A6-467B-A90F-7644F64E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D1ACA-808A-4B09-927D-D09B9809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F4BB3-8321-472C-8748-756F0718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6CAA9-FF77-47B1-A989-A7CC461F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8792E-EF4D-4027-B626-D05ADD70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202334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19954-7A26-4177-BF2B-940E176F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13CFA-E78C-40DC-A818-BDC63B0C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17141-F96F-41E1-9B8A-8307714F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C8451-1B63-433A-B36D-6BB9D1AD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DD04B-0A14-44BA-A094-34218947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39811-92E0-4CBF-9DD3-D9CDCBD0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sin(ax+b)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70E85-2F42-419B-9283-4561B74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0465E-5168-4615-82BE-D956F15F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9EB08-7135-4800-A085-4756E94E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51342-75B4-47DD-91FA-3C92CBE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B292F-18AC-4915-8F1D-998D81E7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069196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A4F63-5FC0-48CB-AEDB-F36E44FA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9A8B9-56D7-440A-8EFB-E778964F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E7413-2A96-4A73-B3B6-C5CD036A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62CBD-C243-41C7-BB6A-15D3089A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9E610-7375-4230-9E6B-C1B1DDD3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cos(ax+b)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CF8B0-1E61-4003-8126-F36A997E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cos(ax+b)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91F36-D4C2-4EAE-B675-68FB0368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C2B30-8F97-4BC1-B99A-A59D3CD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B20EB-58F4-42B2-AC1B-C26CA5EB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67B0A-A33D-4593-989D-70C3475B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792AA-A803-4A22-9349-89193B9C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E6CEF-382D-4345-BAC9-F6B98C08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2731C-88F8-4731-9669-8067CF51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0A369-3D16-4C0D-930D-49AB023B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D5051-2588-4D88-AE07-C3CC2CCA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4F67A-FA44-43B3-A30B-DB795856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24581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203AC-7724-4C8D-86D5-CFA90E9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D9B09-24DA-40FC-88E1-8C7D0F79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B399A-65D3-4B29-B221-15750E39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42DDB-CFB0-4FAB-B8A2-AC1B79DF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31141-6E70-45A1-9979-C914BE63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45C53-E0A9-4D85-A3E4-110E6E4E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71F23-319D-4123-95FF-AB3FB74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FD54C-42F0-45CE-A67B-E53C9200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BE83E-D582-4F30-A6CC-79F18A20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cos(ax+b).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03D4A-AC86-45D5-9CE5-BD9C5C1B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6DC53-D4C4-4AD7-BEAD-A79DB2CB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DE82D-8AE2-4098-9CE9-798672D3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cos(ax+b).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C0E5B-102C-41CF-A636-876E8017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FBFFF-12AC-46AA-9DA2-1C9AAE26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FF7DE-C976-4F44-AD33-8FA7C3AD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cos(ax+...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BD4FE-02A9-45EA-AD5D-E8FC588A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1935A-7192-4A0F-B623-CAEBD20B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D9567-C5F5-48D0-BA63-1AF2A5B1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cos(ax+b).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123CB-F729-43A5-B575-EAB1AA01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858FA-23EB-4103-B8F3-D78A4DE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683CD-3F0D-457D-BD20-32A96602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cos(ax+b).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6F91F-F5AB-46CF-BF81-59FE87C8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10996-6F83-4B79-882F-35AE2463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432747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08EE4-ACEC-48F1-96C4-685BD4A9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D5ABB-76CC-471A-9D84-28DE216E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A5C08-72DA-4F91-8826-B45F1842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87D82-48D9-43C8-A0BE-37368244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65EF8-13D6-4F63-8F4A-9A42FE05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15CF0-1180-400C-82F5-A648F00D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24B9F-C68D-43D4-923A-24BE60F1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324DB-D783-47F7-8906-BE775CAE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CA16D-EA26-4B3B-91C3-3C751836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14D48-AE51-456F-937E-ED5A763F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842A7-DF84-4BCE-B681-611F01AA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11A99-6B84-48F3-B9EF-84DDCF50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2545B-0411-45D8-A0CA-BC1410CC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CEE5D-E340-47A8-9D3C-0B516AF5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F2974-5046-441F-B7BA-79125AB0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829793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8D96F-CBBB-4099-A40F-21341885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41D3F-8935-4B54-B581-8A5F7C2B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C1564-C4AD-40F8-B6E1-E6762E46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BAE3B-72CF-4C78-9126-6D3A89F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D39CF-B843-4BF9-99C5-A3CDB162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1174A-64D8-476D-8A7A-53A3A5B1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cos(ax+b)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CB2C6-5851-48AE-8381-ECE3C975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0F918-B5C5-4ADA-99EA-04F4156D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9CD9B-3DF9-4C4B-A53D-AE4687BE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E1A33-4703-463E-9583-3411BAC3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03CAE-3C76-4BA5-A1AF-649AAAA0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674362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ED946-8830-4E80-9950-7F3310BA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4965F-6C53-4D0E-96A9-2D113119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2D6BD-1E5A-4D1A-B7E9-2BCEF069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09261-4B31-4959-870E-C9F8C419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6A949-41EC-4555-950B-282FA400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Method of variation of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03BA5-EF3F-4549-9888-2BB46767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Method of variation of parameters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02984-36DD-496F-B5AF-C636B6CB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13762-132C-4ED4-A778-2CB597E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67C4E-DD47-4875-A22D-2360C1B8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8DD36-2E67-471B-8A16-2D3D59AE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4572D-3968-404C-9958-E32F431D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2DB10-813E-45F5-9E9F-F5E4755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1584E-70FB-4A6E-9BBA-A89EB9BF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34188-33D5-4974-A3B1-B3D6084F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CC35D-D563-4EE0-8531-FB4EB755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389C7-4229-4AF4-A293-393E2EE4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151783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E36D4-FB9B-4710-8AC0-465B80D1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533BF-B1A1-4275-B9F0-3585C7C2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66DB9-A499-4721-B773-B5F41E6A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F776F-3014-4869-A5A8-46093D85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6E12A-024E-4ECF-8A88-C53191F6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97F57-3181-4C76-9ADF-31D8F33F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25E37-574F-4032-8592-362430A4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65A32-42D7-487E-9320-3F8BA85E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2C66D-4949-46E4-97DA-A77A3710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Method of varia...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FC8D3-103D-4E42-99BA-6A4ED6F6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BA504-36A1-402D-99C8-CFC548C8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74536-91E6-4FEB-92A3-A3AF4A2A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Method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5A6B5-05EB-4FC9-A9D3-AA016A3E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40D4D-E2A5-4619-BF8B-9B4FE7B8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F36C6-A944-4729-9556-56325DB8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Method...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F975A-0C1F-421D-A076-E7480359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5F832-B15D-4AC2-BB76-C715436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B5F66-98FF-4FE9-A775-E3F4BAEB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Method of var...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3ECED-C427-40FF-B36A-245D44B2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CF9FC-3E06-43A2-B239-749C889B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37FE5-2036-45B3-9F69-C953D4A6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Method of v...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A78F3-C582-47B1-B36D-285A6EF1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96A95-3292-421C-85F8-9D25A3A7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100492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744CF-A459-40D6-B890-A8445ADE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6D571-1364-4781-9A76-9699541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7B7C2-0D9C-4275-AF7C-1DBA9DCE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8C416-AF7D-4A7D-855A-CEDBF60D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2E060-703A-4258-88EA-E35B79A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F9A43-4013-4A50-B031-C400C639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A4ED4-744F-4033-A19F-F7BA31F6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1E739-407A-4FED-AC05-9A58506C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6EE37-4429-430D-873D-236C195A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9AB8C-0E20-4208-B4B8-DE9CB14E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02F93-AFCA-44F9-AA04-870C9207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6F707-36D7-46CE-96C9-2A5AE587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39CC7-A948-4382-82CD-BC506B86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C198E-08CC-4FDC-BB81-9A8E0B44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39C57-2104-4F54-9BFC-D3851BE8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916979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5AD5D-6261-4EC5-BAEF-F94971C9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F160E-670D-4D10-8978-25A0D43D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955FB-DE8D-4F4B-8E36-7EA97D1D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6BE07-8011-4333-991A-DD019BA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01F1C-9B71-41B2-821C-0056110F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CC6F7-107E-49C4-8376-2C30E7A8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Method of variation of parameters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E2586-D43E-4399-95AE-62C8FF3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984A5-9B5C-4F4F-A4D7-1D3860CC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CC315-3AFA-4478-8F88-A47C1448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81AEE-7D07-4AEB-99FB-68AED161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A95DD-A9E9-4F3E-8F7D-E1220138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091181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540EA-A810-4D7C-AC21-E4853357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095BB-6504-449F-87FB-FA9A9830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318E1-099F-474C-8651-0668B356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D6B3F-46AE-4C78-B916-0E17A97B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80C1F-1D37-4555-B095-D1DADBEB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Cauchy's and Legendre's homogeneous differential equations. Applications: mass spring model. 8-17.12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F2A0A-C349-424A-B472-0166A770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Cauchy's and Legendre's homogeneous diffe...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4C061-48F3-4C33-ACD0-BB5457D2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26DE9-A640-449D-8628-3D39D0DB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5B02D-78C8-4864-BB8F-023EE423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63C92-2EE5-428B-84DF-043F54D5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C69B8-1249-45D1-AB4C-7B48D7C0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68E37-1485-46E6-9918-95765777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D8AD4-2006-435A-A3BC-65E27B30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189B1-4182-41BA-A736-6A4208AE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1594F-E2A1-4365-BA99-CA469189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BAEA7-C7B3-47B0-B80A-B8666C1A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142710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84D9E2-2022-4325-9F8F-D5CA9582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5537D-533D-40B0-8DD2-B2C4BB2E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ADDD4-D23A-40A8-B114-FFD79B98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1B711-47DB-4C01-B690-74D3251C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0D9BE-3187-4E73-A94A-0C5FACE3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86A1A-0198-4A54-84E5-A0715361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3DF2E-CF77-4A02-9843-3BFF713C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D4DC6-D584-469E-B109-A52E656E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24EE7-D86D-4BAD-B37E-91E7F533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Cauchy's and Le...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781DC-E49D-46FC-B7DB-6E8C870B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1A11B-F1C2-462C-A71D-EA4A41A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29175-3951-4FDE-A0BB-2B11FEFD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Cauchy's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FC1F9-79C5-40FA-9CAD-C19A589B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CE190-EFCE-42DB-A8A1-C74368D9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8D575-5850-4E0D-B542-C9E6439E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Cauchy'...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AD005-B230-432B-A2F0-76903DCD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3A036-A246-4AAC-B74B-FD743512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1EEDE-A9C3-47BA-AE94-482D03AC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Cauchy's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8333B-DADE-4134-8EBD-FD4D2B4F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23AAD-5400-4E50-95E9-A8A6C905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CCF64-240B-4F16-B5AD-AD3DCB5D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Cauchy's 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3C89A-AE7F-4EF3-8F51-56239E06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FEBEA-1BE4-4D88-BFE9-BD26D56A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452702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0C5D0-3A46-4C2B-98CD-4324B5AB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321A6-5CAF-4C3C-BFEA-C4BB4487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19A1C-08CE-4ADA-91EE-CB329490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B53C3-E91F-47DF-88FB-8300D9A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B561B-2E81-4DDB-A14E-7FD10332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F4FAF-0797-47B4-B709-B4555194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FEE9B-CD0A-4B0F-A934-8D006141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D9712-96BF-4D5F-8990-B1C999B4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70696-D64C-44D2-8F40-17B16C6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FC73F-02F0-496F-B38A-E96832E6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21214-2738-4460-A859-479EB45A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48515-9985-419C-912F-CBE2798F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4884A-DBE1-409C-8848-B5273BDD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88B75-8022-43D8-B449-DCBA8579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A4576-73D3-41F4-A92A-F6914F22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062399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29A8C-22B2-4B05-9F67-475E03C3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23932-829A-44A2-9BA3-19B7B2CC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7E6A2-5439-41D3-8032-F693805D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04780-FAE9-4CCE-873F-F25F8AD6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161D0-BD57-4E45-ADAC-30BDC647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4300E-A7B7-4ABA-9FFC-BD504CD9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Cauchy's and Legendre's homogeneous differential equation...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64735-324C-47BA-89B3-583EA51D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EB55D-07F1-4131-8B03-3F296A98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3215D-0188-4F15-8AE3-F156B278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04ACD-5503-4D56-BC99-61B4710E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C55D1-5999-4102-9880-CB68CC5E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461738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0B833-D5FE-4847-AABC-2B0DAF1D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4C5CD-75F4-4EC9-A6F3-A5A0B84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84D9A-36F1-46A3-889E-AF75416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EF063-3880-41E9-B37A-2FBA3852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185C2-783A-4AF5-9447-D8917D77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 13.4-13.9(1,2)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D2F30-C94E-4A2A-B8EB-5AF70A0C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Chapter 13.4-13.9(1,2)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70829-5D08-4F6A-8EFB-D7D19CFF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81129-ABEB-4AB2-8E39-3525C49E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EA692-C895-4C8E-9720-E8D97665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9132D-17F2-424C-B075-57E43C1B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EC6F7-1712-4405-8C48-824DAB7D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49F90-059E-4946-A28A-12CFB2AE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F32C9-6F38-460B-A189-2C11E7C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C09FE-76EC-44F0-B5E7-68A81642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E11B1-DE4C-4584-84BA-83F7A3FF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EC859-22AD-47A9-8CC4-9B390F81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305163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4DE1A-6CE0-4CE3-9666-D084BCB7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56790-12BC-43B2-B919-D95CD6F4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38D41-EF2F-47B8-A7B4-D583D333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C2665-B2E4-40F6-84D5-4F482783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FDF35-B537-414F-B3A4-7EF9543B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F9257-AAA2-4358-9DF9-A8E9DF9A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EBDA1-0FCA-43FC-9CC9-450A91D2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E237F-BD07-46DA-81FB-D8535ECE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4DDF9-D01A-443F-A22E-1D53EBC8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Chapter 13.4-13...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56A0B-A521-4793-8771-4CB33C5A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E0EB2-55BF-4883-8E1E-B715A73B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C0BE6-5C57-4646-9348-7F1FEB6D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Chapter 13...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DD180-ACB2-48C4-A7DE-0A27B303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ABFF4-1945-45DE-A9D5-E81E4800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30147-F21B-4D8A-89AA-CDEF53E6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Chapter...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42550-D56F-4732-AA8F-C29870FF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0ED23-E33E-4154-A796-2E536EA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B6693-EC53-415F-B00A-5833D8EC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Chapter 13.4-...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AC64B-9AB0-4923-B239-8DF5E0F1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C6F63-9DB2-4BE7-857B-1DB4E39B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CF126-1025-4C33-AC78-60494275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Chapter 13....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63BC8-5A6E-4919-907D-B394F24F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886DE-ECEF-4393-9E93-84DFFDF2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372592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E2E7F-0D0A-43FE-9AE6-C6682723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E918C-3CDB-48F8-8A3F-572BAD1D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35E9A-0890-49E8-BC71-F3846B6D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AB01A-2AFB-4DD1-B99A-6929C490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7600F-F9EB-499E-A3CF-9A214FE6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2AC60-DCD4-404F-B5D9-10EB219C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47F5C-7003-4D1B-A26F-026E387C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26D8C-F60D-453D-906B-7434D397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40AB0-FEF3-4324-AD8E-1B0C76C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E7B49-1382-419E-A0C6-9CC977F3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B89F6-37A9-45D7-B180-4FE9F04E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908A6-2C8F-4853-9BAD-F0272DF8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0E15C-1F3B-4C8D-90B3-9C5FABF1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9A759-D663-4310-BAA6-9A9DF4CB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8124A-5684-47AA-99A4-E9FD2BE9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367259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C5EF2-023F-435B-A8DE-BAD6085B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ACF5B-26EF-4C04-BBB8-AA807BD9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24D60-B3B0-42ED-A9BD-896FEA16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DE417-A0B1-40A3-8871-07D26C1D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D2F03-0697-4D08-B1FD-27540922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C3A92-CC52-42BA-9CE4-E28AB2C8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 13.4-13.9(1,2)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FB94C-6748-4386-A08C-AE3DAAD5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9F5A4-9DF7-438D-9616-D6B8A1E2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3164F-B7D1-4D8C-A564-55028D2B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ABDB7-C3CA-4C8E-8D60-8C7036E7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1D948-D865-4BD5-B9D9-9B30B47D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807902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54A19-CC81-4701-A9E0-AE749CB7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52C5C-7CB5-4253-9266-0979D3A5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2A5C8-6F8A-4460-BEE9-24DF457D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4B763-6A09-4BCC-A38C-951DCF21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6BABC-1804-43A9-856A-34F2D0E9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 14:14.2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60CC2-6C6F-40F8-967A-AD256E1E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Chapter 14:14.2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DA0BC-A913-4E71-B5DE-23B565D7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AA2F2-1794-466F-B9B2-435E2359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731D1-8743-4852-AF6B-93F56D0E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1DDBB-B690-40DE-9F5D-8AEEF7DE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4663D-7F33-4515-9BA6-D323448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F90E6-AC21-4632-BC8E-2EFEBF8A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6DA9E-B8F4-4E62-A89E-1049B7E1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38E57-3530-4357-B197-97093524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018F1-1060-441F-AC6C-BAFDC42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4D8F6-30FA-409A-84E0-44C2EB0B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8459253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B47BB-6DDE-41B2-84FE-8E698470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32D6F-2279-45CD-AB3E-F1FB57A0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330B3-8BEB-459B-8360-AE6C591D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C8D6B-4835-496A-B6F8-1B6C75EE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5119F-2A66-44CD-AC98-78C94600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92F4D-ACF2-4B21-B114-4BC32C50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BE886-F9EC-4F85-9959-7682FB24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B9CEC-3FD9-487F-8B3C-577EF617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98014-27BE-4D5F-9EB9-C16481CD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Chapter 14:14.2.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BC00A-F5E5-4C88-AA22-8A109955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4CD48-BE87-4C6D-B99D-4925E437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6DEE3-06CD-43C3-BF7E-976A5A80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Chapter 14...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1A276-4626-4E68-BD26-2F75C745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6DBE0-14CE-4AB0-BD47-103A5000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B48DB-B276-4BEA-BEFC-B5BD94DA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Chapter...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ACF2F-B5A9-449B-894D-E27CC933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91B6C-284D-49B3-9F9C-00F6D740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4DBA8-9D67-4DBC-8536-F64B620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Chapter 14:14...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44073-2BED-47E5-9B41-0B86B291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3A973-C881-47DB-964A-D5B52425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24FEC-A379-4F02-B9AC-7571C178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Chapter 14:...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0B27A-6FEE-43B8-95BB-F1371A6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C6F7C-1AB7-48CD-92A1-74B910D8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1119461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01575-2F24-43B8-A489-8DF1BD86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C13EB-C796-4503-9F7C-5896EEBE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82C88-AE7B-4AF9-B58F-0329B3C5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CF9A3-A693-44D5-869C-84F974D9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31E00-000B-4AC7-8C16-965D8F23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AE0FF-2BD4-4068-8624-E3FBD57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1C705-579B-44E1-BD39-321A9508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5CA32-3AA5-49F6-89ED-075FDAAD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73E03-7C8E-45AB-99A4-7B5E3F42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0765B-9B98-4488-90CD-8ECA1F56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1D404-E871-4A42-94E0-30C4B2D4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FEC60-A4D2-4458-B856-33C9CB92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EE115-A84F-46BA-B3A9-DE1A3B81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1B0EE-C2CD-4F5B-9405-28BC4C1A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1A44D-3C8F-47B6-95C1-5821CE4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066962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0C448-D44C-4B4B-97F8-3F745D01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D037E-22D7-4CE3-8F26-70130467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23DDA-9ABF-40A9-9AF1-C0D16D01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41402-97B9-4BF4-8F30-678D1B0A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15500-B3CC-48C0-A3A7-13D048E0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B8EE6-4477-4D5C-BB0C-41209D1C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 14:14.2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50103-11CB-43AA-9081-92597611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1087E-E891-45D9-9396-9719A996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B6048-9E39-4365-8314-54AD0731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FC8F9-3BDD-44F5-A3E7-E796F077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D27A0-EBF3-4EDD-B217-519DF67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398540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58773-FD0E-43AD-AE4C-C1F97963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37524-D7ED-4C14-A54A-47BA9044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A183E-99BD-4920-AA4E-8727B36F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B3399-B6B0-4419-A1BD-A14828F8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FE66C-B39C-439B-8BEA-6930849D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B424A-5596-47DF-A9D3-E86FA99D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416243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18B56-453F-4B3D-AD2B-74F4D11B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14DF3-4793-4AE2-B09B-988BEEB5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2B1FF-2C47-49D7-BA60-F31E595B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D268C-EDCC-4A0B-9E45-21A29588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517E1-16D7-4816-937A-958EFBB5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Ordinary: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Higher: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Order: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41133-3074-4872-ACC1-6C5557F1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345601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A8639-1182-4F4C-BC04-790F63E2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2F198-0BB5-48DE-88FF-BC1DB7A0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DB19E-844E-4AA1-BA02-0A69BF23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392DC-DAF3-4726-8B60-39595D54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83701-69A2-4702-BCAA-591C2374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36FA0-EE5C-442E-B203-DD67E711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3085605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8AD51-2C51-4B94-B701-8CCA5DE0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D2259-814F-4710-AC18-5032C7FE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5C608-5AE2-41C0-AB4E-4F52F6CD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38D67-2A03-41C8-A103-CB77B83B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A0AC5-301D-4D41-B5FC-A5B020D5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B86D1-9FAC-4C1B-8EAA-F5A4ABD1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3812563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AFE81-14BC-4E9F-B33B-4ECF39AD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D724A-A53A-4374-96E0-F1B404D0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B4221-9553-4259-B2F4-04DAEE6B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5DB6C-486F-4D65-B927-D07507EF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0A484-D50B-4E3A-8E1E-D7E6729B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Ordinary Differential Equations of Higher Order(8 Hours Theory + 4 Hour...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homogeneous and non - homogeneous equations -eax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sin(ax+b)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cos(ax+b)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Method of variation of parameters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EF496-6561-46F1-86D7-9B11F488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54C42-CE2C-4E34-BD1C-1DAC9C6E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20562-33B8-452E-A7F3-6FD330D7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Multivariable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91093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2026-08-24T16:03:03.2280000Z</dcterms:created>
  <dcterms:modified xsi:type="dcterms:W3CDTF">2026-08-24T16:03:03.2280000Z</dcterms:modified>
</coreProperties>
</file>