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70d1c178942ba" /><Relationship Type="http://schemas.openxmlformats.org/officeDocument/2006/relationships/extended-properties" Target="/docProps/app.xml" Id="R792c271190bc4597" /><Relationship Type="http://schemas.openxmlformats.org/officeDocument/2006/relationships/officeDocument" Target="/ppt/presentation.xml" Id="R9ed0defcdf5d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7cc8a0ff4441b0"/>
  </p:sldMasterIdLst>
  <p:notesMasterIdLst>
    <p:notesMasterId xmlns:r="http://schemas.openxmlformats.org/officeDocument/2006/relationships" r:id="R3f6c1a80fe9f4af9"/>
  </p:notesMasterIdLst>
  <p:sldIdLst>
    <p:sldId xmlns:r="http://schemas.openxmlformats.org/officeDocument/2006/relationships" id="256" r:id="R805de6622f0647c9"/>
    <p:sldId xmlns:r="http://schemas.openxmlformats.org/officeDocument/2006/relationships" id="257" r:id="R5ced8b50d62d456a"/>
    <p:sldId xmlns:r="http://schemas.openxmlformats.org/officeDocument/2006/relationships" id="258" r:id="R554d81504dad40e6"/>
    <p:sldId xmlns:r="http://schemas.openxmlformats.org/officeDocument/2006/relationships" id="259" r:id="R4e4e7d4f20234356"/>
    <p:sldId xmlns:r="http://schemas.openxmlformats.org/officeDocument/2006/relationships" id="260" r:id="R6205c9c115f1460e"/>
    <p:sldId xmlns:r="http://schemas.openxmlformats.org/officeDocument/2006/relationships" id="261" r:id="Rd1dec4cdc89048b9"/>
    <p:sldId xmlns:r="http://schemas.openxmlformats.org/officeDocument/2006/relationships" id="262" r:id="R02db801edf7949a5"/>
    <p:sldId xmlns:r="http://schemas.openxmlformats.org/officeDocument/2006/relationships" id="263" r:id="R9532dcf16e884974"/>
    <p:sldId xmlns:r="http://schemas.openxmlformats.org/officeDocument/2006/relationships" id="264" r:id="Rb37dcc6586c043a1"/>
    <p:sldId xmlns:r="http://schemas.openxmlformats.org/officeDocument/2006/relationships" id="265" r:id="R60a4b784b3454f59"/>
    <p:sldId xmlns:r="http://schemas.openxmlformats.org/officeDocument/2006/relationships" id="266" r:id="Rab85344dba8f4a27"/>
    <p:sldId xmlns:r="http://schemas.openxmlformats.org/officeDocument/2006/relationships" id="267" r:id="Re9bbe3661e8c4234"/>
    <p:sldId xmlns:r="http://schemas.openxmlformats.org/officeDocument/2006/relationships" id="268" r:id="Rb8a029db9b5d4f18"/>
    <p:sldId xmlns:r="http://schemas.openxmlformats.org/officeDocument/2006/relationships" id="269" r:id="Rca48b5397a66413f"/>
    <p:sldId xmlns:r="http://schemas.openxmlformats.org/officeDocument/2006/relationships" id="270" r:id="R737a082240f44d33"/>
    <p:sldId xmlns:r="http://schemas.openxmlformats.org/officeDocument/2006/relationships" id="271" r:id="R25bebccf2a3640f6"/>
    <p:sldId xmlns:r="http://schemas.openxmlformats.org/officeDocument/2006/relationships" id="272" r:id="R13bab40b1b5f47ec"/>
    <p:sldId xmlns:r="http://schemas.openxmlformats.org/officeDocument/2006/relationships" id="273" r:id="R48c99f86e7a240c2"/>
    <p:sldId xmlns:r="http://schemas.openxmlformats.org/officeDocument/2006/relationships" id="274" r:id="R7de3fbf5db5b46bd"/>
    <p:sldId xmlns:r="http://schemas.openxmlformats.org/officeDocument/2006/relationships" id="275" r:id="R55c7589b719948c7"/>
    <p:sldId xmlns:r="http://schemas.openxmlformats.org/officeDocument/2006/relationships" id="276" r:id="R2b035115f63c4e7e"/>
    <p:sldId xmlns:r="http://schemas.openxmlformats.org/officeDocument/2006/relationships" id="277" r:id="Rafa730492e234965"/>
    <p:sldId xmlns:r="http://schemas.openxmlformats.org/officeDocument/2006/relationships" id="278" r:id="Rabd6833993fd499e"/>
    <p:sldId xmlns:r="http://schemas.openxmlformats.org/officeDocument/2006/relationships" id="279" r:id="Ra011c4e4559b4241"/>
    <p:sldId xmlns:r="http://schemas.openxmlformats.org/officeDocument/2006/relationships" id="280" r:id="Rb6687288c0474f39"/>
    <p:sldId xmlns:r="http://schemas.openxmlformats.org/officeDocument/2006/relationships" id="281" r:id="R7019a6ea053544fc"/>
    <p:sldId xmlns:r="http://schemas.openxmlformats.org/officeDocument/2006/relationships" id="282" r:id="R49098023737f421b"/>
    <p:sldId xmlns:r="http://schemas.openxmlformats.org/officeDocument/2006/relationships" id="283" r:id="Rf0a27b559cc947b3"/>
    <p:sldId xmlns:r="http://schemas.openxmlformats.org/officeDocument/2006/relationships" id="284" r:id="Rf64721baf3fc442e"/>
    <p:sldId xmlns:r="http://schemas.openxmlformats.org/officeDocument/2006/relationships" id="285" r:id="R1eec8fb72c0746dc"/>
    <p:sldId xmlns:r="http://schemas.openxmlformats.org/officeDocument/2006/relationships" id="286" r:id="R77f5b6ec8f2d450c"/>
    <p:sldId xmlns:r="http://schemas.openxmlformats.org/officeDocument/2006/relationships" id="287" r:id="Ra4ca9c9ea2574673"/>
    <p:sldId xmlns:r="http://schemas.openxmlformats.org/officeDocument/2006/relationships" id="288" r:id="Rcc5651ff634a455b"/>
    <p:sldId xmlns:r="http://schemas.openxmlformats.org/officeDocument/2006/relationships" id="289" r:id="R7859a41776d44128"/>
    <p:sldId xmlns:r="http://schemas.openxmlformats.org/officeDocument/2006/relationships" id="290" r:id="R2da1d4774e924296"/>
    <p:sldId xmlns:r="http://schemas.openxmlformats.org/officeDocument/2006/relationships" id="291" r:id="R03f6980172a54769"/>
    <p:sldId xmlns:r="http://schemas.openxmlformats.org/officeDocument/2006/relationships" id="292" r:id="R8e9021e1fed041ba"/>
    <p:sldId xmlns:r="http://schemas.openxmlformats.org/officeDocument/2006/relationships" id="293" r:id="R4aa37a03bfe74dd0"/>
    <p:sldId xmlns:r="http://schemas.openxmlformats.org/officeDocument/2006/relationships" id="294" r:id="R19c6a4f9ae644325"/>
    <p:sldId xmlns:r="http://schemas.openxmlformats.org/officeDocument/2006/relationships" id="295" r:id="R7595467f139641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eb0e8988d43b2" /><Relationship Type="http://schemas.openxmlformats.org/officeDocument/2006/relationships/slideMaster" Target="/ppt/slideMasters/slideMaster1.xml" Id="Ra87cc8a0ff4441b0" /><Relationship Type="http://schemas.openxmlformats.org/officeDocument/2006/relationships/notesMaster" Target="/ppt/notesMasters/notesMaster1.xml" Id="R3f6c1a80fe9f4af9" /><Relationship Type="http://schemas.openxmlformats.org/officeDocument/2006/relationships/presProps" Target="/ppt/presProps.xml" Id="R1be7a4debef343d8" /><Relationship Type="http://schemas.openxmlformats.org/officeDocument/2006/relationships/tableStyles" Target="/ppt/tableStyles.xml" Id="R22c957789c8043a9" /><Relationship Type="http://schemas.openxmlformats.org/officeDocument/2006/relationships/slide" Target="/ppt/slides/slide1.xml" Id="R805de6622f0647c9" /><Relationship Type="http://schemas.openxmlformats.org/officeDocument/2006/relationships/slide" Target="/ppt/slides/slide2.xml" Id="R5ced8b50d62d456a" /><Relationship Type="http://schemas.openxmlformats.org/officeDocument/2006/relationships/slide" Target="/ppt/slides/slide3.xml" Id="R554d81504dad40e6" /><Relationship Type="http://schemas.openxmlformats.org/officeDocument/2006/relationships/slide" Target="/ppt/slides/slide4.xml" Id="R4e4e7d4f20234356" /><Relationship Type="http://schemas.openxmlformats.org/officeDocument/2006/relationships/slide" Target="/ppt/slides/slide5.xml" Id="R6205c9c115f1460e" /><Relationship Type="http://schemas.openxmlformats.org/officeDocument/2006/relationships/slide" Target="/ppt/slides/slide6.xml" Id="Rd1dec4cdc89048b9" /><Relationship Type="http://schemas.openxmlformats.org/officeDocument/2006/relationships/slide" Target="/ppt/slides/slide7.xml" Id="R02db801edf7949a5" /><Relationship Type="http://schemas.openxmlformats.org/officeDocument/2006/relationships/slide" Target="/ppt/slides/slide8.xml" Id="R9532dcf16e884974" /><Relationship Type="http://schemas.openxmlformats.org/officeDocument/2006/relationships/slide" Target="/ppt/slides/slide9.xml" Id="Rb37dcc6586c043a1" /><Relationship Type="http://schemas.openxmlformats.org/officeDocument/2006/relationships/slide" Target="/ppt/slides/slide10.xml" Id="R60a4b784b3454f59" /><Relationship Type="http://schemas.openxmlformats.org/officeDocument/2006/relationships/slide" Target="/ppt/slides/slide11.xml" Id="Rab85344dba8f4a27" /><Relationship Type="http://schemas.openxmlformats.org/officeDocument/2006/relationships/slide" Target="/ppt/slides/slide12.xml" Id="Re9bbe3661e8c4234" /><Relationship Type="http://schemas.openxmlformats.org/officeDocument/2006/relationships/slide" Target="/ppt/slides/slide13.xml" Id="Rb8a029db9b5d4f18" /><Relationship Type="http://schemas.openxmlformats.org/officeDocument/2006/relationships/slide" Target="/ppt/slides/slide14.xml" Id="Rca48b5397a66413f" /><Relationship Type="http://schemas.openxmlformats.org/officeDocument/2006/relationships/slide" Target="/ppt/slides/slide15.xml" Id="R737a082240f44d33" /><Relationship Type="http://schemas.openxmlformats.org/officeDocument/2006/relationships/slide" Target="/ppt/slides/slide16.xml" Id="R25bebccf2a3640f6" /><Relationship Type="http://schemas.openxmlformats.org/officeDocument/2006/relationships/slide" Target="/ppt/slides/slide17.xml" Id="R13bab40b1b5f47ec" /><Relationship Type="http://schemas.openxmlformats.org/officeDocument/2006/relationships/slide" Target="/ppt/slides/slide18.xml" Id="R48c99f86e7a240c2" /><Relationship Type="http://schemas.openxmlformats.org/officeDocument/2006/relationships/slide" Target="/ppt/slides/slide19.xml" Id="R7de3fbf5db5b46bd" /><Relationship Type="http://schemas.openxmlformats.org/officeDocument/2006/relationships/slide" Target="/ppt/slides/slide20.xml" Id="R55c7589b719948c7" /><Relationship Type="http://schemas.openxmlformats.org/officeDocument/2006/relationships/slide" Target="/ppt/slides/slide21.xml" Id="R2b035115f63c4e7e" /><Relationship Type="http://schemas.openxmlformats.org/officeDocument/2006/relationships/slide" Target="/ppt/slides/slide22.xml" Id="Rafa730492e234965" /><Relationship Type="http://schemas.openxmlformats.org/officeDocument/2006/relationships/slide" Target="/ppt/slides/slide23.xml" Id="Rabd6833993fd499e" /><Relationship Type="http://schemas.openxmlformats.org/officeDocument/2006/relationships/slide" Target="/ppt/slides/slide24.xml" Id="Ra011c4e4559b4241" /><Relationship Type="http://schemas.openxmlformats.org/officeDocument/2006/relationships/slide" Target="/ppt/slides/slide25.xml" Id="Rb6687288c0474f39" /><Relationship Type="http://schemas.openxmlformats.org/officeDocument/2006/relationships/slide" Target="/ppt/slides/slide26.xml" Id="R7019a6ea053544fc" /><Relationship Type="http://schemas.openxmlformats.org/officeDocument/2006/relationships/slide" Target="/ppt/slides/slide27.xml" Id="R49098023737f421b" /><Relationship Type="http://schemas.openxmlformats.org/officeDocument/2006/relationships/slide" Target="/ppt/slides/slide28.xml" Id="Rf0a27b559cc947b3" /><Relationship Type="http://schemas.openxmlformats.org/officeDocument/2006/relationships/slide" Target="/ppt/slides/slide29.xml" Id="Rf64721baf3fc442e" /><Relationship Type="http://schemas.openxmlformats.org/officeDocument/2006/relationships/slide" Target="/ppt/slides/slide30.xml" Id="R1eec8fb72c0746dc" /><Relationship Type="http://schemas.openxmlformats.org/officeDocument/2006/relationships/slide" Target="/ppt/slides/slide31.xml" Id="R77f5b6ec8f2d450c" /><Relationship Type="http://schemas.openxmlformats.org/officeDocument/2006/relationships/slide" Target="/ppt/slides/slide32.xml" Id="Ra4ca9c9ea2574673" /><Relationship Type="http://schemas.openxmlformats.org/officeDocument/2006/relationships/slide" Target="/ppt/slides/slide33.xml" Id="Rcc5651ff634a455b" /><Relationship Type="http://schemas.openxmlformats.org/officeDocument/2006/relationships/slide" Target="/ppt/slides/slide34.xml" Id="R7859a41776d44128" /><Relationship Type="http://schemas.openxmlformats.org/officeDocument/2006/relationships/slide" Target="/ppt/slides/slide35.xml" Id="R2da1d4774e924296" /><Relationship Type="http://schemas.openxmlformats.org/officeDocument/2006/relationships/slide" Target="/ppt/slides/slide36.xml" Id="R03f6980172a54769" /><Relationship Type="http://schemas.openxmlformats.org/officeDocument/2006/relationships/slide" Target="/ppt/slides/slide37.xml" Id="R8e9021e1fed041ba" /><Relationship Type="http://schemas.openxmlformats.org/officeDocument/2006/relationships/slide" Target="/ppt/slides/slide38.xml" Id="R4aa37a03bfe74dd0" /><Relationship Type="http://schemas.openxmlformats.org/officeDocument/2006/relationships/slide" Target="/ppt/slides/slide39.xml" Id="R19c6a4f9ae644325" /><Relationship Type="http://schemas.openxmlformats.org/officeDocument/2006/relationships/slide" Target="/ppt/slides/slide40.xml" Id="R7595467f139641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f0cccb7e3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02f59496541f0" /><Relationship Type="http://schemas.openxmlformats.org/officeDocument/2006/relationships/notesMaster" Target="/ppt/notesMasters/notesMaster1.xml" Id="R6983b18763a5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effec42984314" /><Relationship Type="http://schemas.openxmlformats.org/officeDocument/2006/relationships/notesMaster" Target="/ppt/notesMasters/notesMaster1.xml" Id="Ra01c7e05830c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c9e0d0db344f6c" /><Relationship Type="http://schemas.openxmlformats.org/officeDocument/2006/relationships/notesMaster" Target="/ppt/notesMasters/notesMaster1.xml" Id="R837dbdfa89fd42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0d310eb91c4c81" /><Relationship Type="http://schemas.openxmlformats.org/officeDocument/2006/relationships/notesMaster" Target="/ppt/notesMasters/notesMaster1.xml" Id="Ra9d3350ed1e948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433aebe8340a9" /><Relationship Type="http://schemas.openxmlformats.org/officeDocument/2006/relationships/notesMaster" Target="/ppt/notesMasters/notesMaster1.xml" Id="R680663cb44a94b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583f20de24db5" /><Relationship Type="http://schemas.openxmlformats.org/officeDocument/2006/relationships/notesMaster" Target="/ppt/notesMasters/notesMaster1.xml" Id="R15a8ce89f3ec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f8139565c445e8" /><Relationship Type="http://schemas.openxmlformats.org/officeDocument/2006/relationships/notesMaster" Target="/ppt/notesMasters/notesMaster1.xml" Id="R1fce11abe93d45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9a65b5b986471c" /><Relationship Type="http://schemas.openxmlformats.org/officeDocument/2006/relationships/notesMaster" Target="/ppt/notesMasters/notesMaster1.xml" Id="Rc0e7b1f4d9984a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ff72cd7115485c" /><Relationship Type="http://schemas.openxmlformats.org/officeDocument/2006/relationships/notesMaster" Target="/ppt/notesMasters/notesMaster1.xml" Id="Ra76e19a7a6844b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1b3f2f2e844e2c" /><Relationship Type="http://schemas.openxmlformats.org/officeDocument/2006/relationships/notesMaster" Target="/ppt/notesMasters/notesMaster1.xml" Id="Raabd035bcc0f43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fe017c70b4b97" /><Relationship Type="http://schemas.openxmlformats.org/officeDocument/2006/relationships/notesMaster" Target="/ppt/notesMasters/notesMaster1.xml" Id="Rcd6bc9dbdf6c48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30618d01ae4a3b" /><Relationship Type="http://schemas.openxmlformats.org/officeDocument/2006/relationships/notesMaster" Target="/ppt/notesMasters/notesMaster1.xml" Id="Rda3801b2b51441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c60ab50008434d" /><Relationship Type="http://schemas.openxmlformats.org/officeDocument/2006/relationships/notesMaster" Target="/ppt/notesMasters/notesMaster1.xml" Id="R1f8f2de6386341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f43350ffda4c06" /><Relationship Type="http://schemas.openxmlformats.org/officeDocument/2006/relationships/notesMaster" Target="/ppt/notesMasters/notesMaster1.xml" Id="R0d2f998049a74d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d528c2cca649e5" /><Relationship Type="http://schemas.openxmlformats.org/officeDocument/2006/relationships/notesMaster" Target="/ppt/notesMasters/notesMaster1.xml" Id="R7f6f8e5eab8a42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a32b54088c48f0" /><Relationship Type="http://schemas.openxmlformats.org/officeDocument/2006/relationships/notesMaster" Target="/ppt/notesMasters/notesMaster1.xml" Id="R192be9511d5e4f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6235767c024284" /><Relationship Type="http://schemas.openxmlformats.org/officeDocument/2006/relationships/notesMaster" Target="/ppt/notesMasters/notesMaster1.xml" Id="R14b47e3aa9df43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cb1e9974f749dc" /><Relationship Type="http://schemas.openxmlformats.org/officeDocument/2006/relationships/notesMaster" Target="/ppt/notesMasters/notesMaster1.xml" Id="Rc8a6198b4c254d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91b128cb324b08" /><Relationship Type="http://schemas.openxmlformats.org/officeDocument/2006/relationships/notesMaster" Target="/ppt/notesMasters/notesMaster1.xml" Id="R6f6b18048f8b4f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0346d0735440ac" /><Relationship Type="http://schemas.openxmlformats.org/officeDocument/2006/relationships/notesMaster" Target="/ppt/notesMasters/notesMaster1.xml" Id="Rf6c13f161e5b41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c42743e73b4349" /><Relationship Type="http://schemas.openxmlformats.org/officeDocument/2006/relationships/notesMaster" Target="/ppt/notesMasters/notesMaster1.xml" Id="Rf5a938cf3d2f4e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daafdea32a4930" /><Relationship Type="http://schemas.openxmlformats.org/officeDocument/2006/relationships/notesMaster" Target="/ppt/notesMasters/notesMaster1.xml" Id="R6fec3dbd579645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8e3c11f49db45ba" /><Relationship Type="http://schemas.openxmlformats.org/officeDocument/2006/relationships/notesMaster" Target="/ppt/notesMasters/notesMaster1.xml" Id="R441c61b47e9544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b4a426af1f48d6" /><Relationship Type="http://schemas.openxmlformats.org/officeDocument/2006/relationships/notesMaster" Target="/ppt/notesMasters/notesMaster1.xml" Id="R09b1b3d7f8794e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edac0aefe24d6b" /><Relationship Type="http://schemas.openxmlformats.org/officeDocument/2006/relationships/notesMaster" Target="/ppt/notesMasters/notesMaster1.xml" Id="R204f425655e94d4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86b5aff1ee436d" /><Relationship Type="http://schemas.openxmlformats.org/officeDocument/2006/relationships/notesMaster" Target="/ppt/notesMasters/notesMaster1.xml" Id="R45bd8629029645b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3ba77e93f04fdd" /><Relationship Type="http://schemas.openxmlformats.org/officeDocument/2006/relationships/notesMaster" Target="/ppt/notesMasters/notesMaster1.xml" Id="R14234760338e41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f23bd43cf444c1" /><Relationship Type="http://schemas.openxmlformats.org/officeDocument/2006/relationships/notesMaster" Target="/ppt/notesMasters/notesMaster1.xml" Id="Rb0d8b26819b84e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899b0604144cc8" /><Relationship Type="http://schemas.openxmlformats.org/officeDocument/2006/relationships/notesMaster" Target="/ppt/notesMasters/notesMaster1.xml" Id="R5c014de2a3a145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1675bc325a42c4" /><Relationship Type="http://schemas.openxmlformats.org/officeDocument/2006/relationships/notesMaster" Target="/ppt/notesMasters/notesMaster1.xml" Id="Re333664bc56e40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a4b3fe3d94c4c5f" /><Relationship Type="http://schemas.openxmlformats.org/officeDocument/2006/relationships/notesMaster" Target="/ppt/notesMasters/notesMaster1.xml" Id="R83327477249b471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25c2cc44574a9e" /><Relationship Type="http://schemas.openxmlformats.org/officeDocument/2006/relationships/notesMaster" Target="/ppt/notesMasters/notesMaster1.xml" Id="Re791206c38e844e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89edee0edda44fc" /><Relationship Type="http://schemas.openxmlformats.org/officeDocument/2006/relationships/notesMaster" Target="/ppt/notesMasters/notesMaster1.xml" Id="Rdd6684c3c94e4a0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ca2dfcdc7ad408a" /><Relationship Type="http://schemas.openxmlformats.org/officeDocument/2006/relationships/notesMaster" Target="/ppt/notesMasters/notesMaster1.xml" Id="R950f9a932d564a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47d4874df04848" /><Relationship Type="http://schemas.openxmlformats.org/officeDocument/2006/relationships/notesMaster" Target="/ppt/notesMasters/notesMaster1.xml" Id="R020097785881490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9e5faf446424e6a" /><Relationship Type="http://schemas.openxmlformats.org/officeDocument/2006/relationships/notesMaster" Target="/ppt/notesMasters/notesMaster1.xml" Id="R1506629f195743e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8a8f077c6024079" /><Relationship Type="http://schemas.openxmlformats.org/officeDocument/2006/relationships/notesMaster" Target="/ppt/notesMasters/notesMaster1.xml" Id="R79b08298b25f4e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f0d906874394cc3" /><Relationship Type="http://schemas.openxmlformats.org/officeDocument/2006/relationships/notesMaster" Target="/ppt/notesMasters/notesMaster1.xml" Id="R147a72cf0eb44d7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3c16e29696548b0" /><Relationship Type="http://schemas.openxmlformats.org/officeDocument/2006/relationships/notesMaster" Target="/ppt/notesMasters/notesMaster1.xml" Id="R9929fc14ff70421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69e70f1ac240ab" /><Relationship Type="http://schemas.openxmlformats.org/officeDocument/2006/relationships/notesMaster" Target="/ppt/notesMasters/notesMaster1.xml" Id="Rf138a8a5d5a6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63548d6ba49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123ba3433491e" /><Relationship Type="http://schemas.openxmlformats.org/officeDocument/2006/relationships/slideLayout" Target="/ppt/slideLayouts/slideLayout1.xml" Id="R4674d59ccb4c4a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4d59ccb4c4a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9dbd546ae4f45" /><Relationship Type="http://schemas.openxmlformats.org/officeDocument/2006/relationships/notesSlide" Target="/ppt/notesSlides/notesSlide1.xml" Id="R6e34d343d5e641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e12a501c6466a" /><Relationship Type="http://schemas.openxmlformats.org/officeDocument/2006/relationships/notesSlide" Target="/ppt/notesSlides/notesSlide2.xml" Id="R47719637d1a148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c1aea1d734313" /><Relationship Type="http://schemas.openxmlformats.org/officeDocument/2006/relationships/notesSlide" Target="/ppt/notesSlides/notesSlide3.xml" Id="R18f5e2969f14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496c94c754dac" /><Relationship Type="http://schemas.openxmlformats.org/officeDocument/2006/relationships/notesSlide" Target="/ppt/notesSlides/notesSlide4.xml" Id="R67abdce4345147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0cf74be9843a2" /><Relationship Type="http://schemas.openxmlformats.org/officeDocument/2006/relationships/notesSlide" Target="/ppt/notesSlides/notesSlide5.xml" Id="R0abebfc6bf834e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03f3fa154b1d" /><Relationship Type="http://schemas.openxmlformats.org/officeDocument/2006/relationships/notesSlide" Target="/ppt/notesSlides/notesSlide6.xml" Id="R9fb1a9e7c7b04d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e6503c87f45e7" /><Relationship Type="http://schemas.openxmlformats.org/officeDocument/2006/relationships/notesSlide" Target="/ppt/notesSlides/notesSlide7.xml" Id="R405ee206f0c547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1d77da12f4c62" /><Relationship Type="http://schemas.openxmlformats.org/officeDocument/2006/relationships/notesSlide" Target="/ppt/notesSlides/notesSlide8.xml" Id="R601a9b998d4a4b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6cef868e44578" /><Relationship Type="http://schemas.openxmlformats.org/officeDocument/2006/relationships/notesSlide" Target="/ppt/notesSlides/notesSlide9.xml" Id="R2c9b2c4fb12c42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a73cf0fc3453f" /><Relationship Type="http://schemas.openxmlformats.org/officeDocument/2006/relationships/notesSlide" Target="/ppt/notesSlides/notesSlide10.xml" Id="Rc0408333ded84f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a2982d5d94c01" /><Relationship Type="http://schemas.openxmlformats.org/officeDocument/2006/relationships/notesSlide" Target="/ppt/notesSlides/notesSlide11.xml" Id="R19bc00bd7c4149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f37327464400b" /><Relationship Type="http://schemas.openxmlformats.org/officeDocument/2006/relationships/notesSlide" Target="/ppt/notesSlides/notesSlide12.xml" Id="R4b4df4b99ae24a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162dd2b8b4e1a" /><Relationship Type="http://schemas.openxmlformats.org/officeDocument/2006/relationships/notesSlide" Target="/ppt/notesSlides/notesSlide13.xml" Id="Rf0b58548d83941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ec647167842f8" /><Relationship Type="http://schemas.openxmlformats.org/officeDocument/2006/relationships/notesSlide" Target="/ppt/notesSlides/notesSlide14.xml" Id="R4e132709fcce44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4626b6bd44aa7" /><Relationship Type="http://schemas.openxmlformats.org/officeDocument/2006/relationships/notesSlide" Target="/ppt/notesSlides/notesSlide15.xml" Id="R1254ceb7ea3540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f855d37c74c21" /><Relationship Type="http://schemas.openxmlformats.org/officeDocument/2006/relationships/notesSlide" Target="/ppt/notesSlides/notesSlide16.xml" Id="Rb8903881f12040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1a07815c74f79" /><Relationship Type="http://schemas.openxmlformats.org/officeDocument/2006/relationships/notesSlide" Target="/ppt/notesSlides/notesSlide17.xml" Id="R99efc21028814e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81017cc6b4097" /><Relationship Type="http://schemas.openxmlformats.org/officeDocument/2006/relationships/notesSlide" Target="/ppt/notesSlides/notesSlide18.xml" Id="R46193763471646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80afaf2246da" /><Relationship Type="http://schemas.openxmlformats.org/officeDocument/2006/relationships/notesSlide" Target="/ppt/notesSlides/notesSlide19.xml" Id="Rb1416cc46e0046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a8e5304be4aa2" /><Relationship Type="http://schemas.openxmlformats.org/officeDocument/2006/relationships/notesSlide" Target="/ppt/notesSlides/notesSlide20.xml" Id="R77611183638e4a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5729e4da49b8" /><Relationship Type="http://schemas.openxmlformats.org/officeDocument/2006/relationships/notesSlide" Target="/ppt/notesSlides/notesSlide21.xml" Id="Rb027e62522de4f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67f221e16409a" /><Relationship Type="http://schemas.openxmlformats.org/officeDocument/2006/relationships/notesSlide" Target="/ppt/notesSlides/notesSlide22.xml" Id="Rf4b9dfce828c4c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6ba49307c4e10" /><Relationship Type="http://schemas.openxmlformats.org/officeDocument/2006/relationships/notesSlide" Target="/ppt/notesSlides/notesSlide23.xml" Id="Recc1252686d14d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69943b407419e" /><Relationship Type="http://schemas.openxmlformats.org/officeDocument/2006/relationships/notesSlide" Target="/ppt/notesSlides/notesSlide24.xml" Id="R33465617af664c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9d78959134a0b" /><Relationship Type="http://schemas.openxmlformats.org/officeDocument/2006/relationships/notesSlide" Target="/ppt/notesSlides/notesSlide25.xml" Id="R8df385449fb740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85163c4f94241" /><Relationship Type="http://schemas.openxmlformats.org/officeDocument/2006/relationships/notesSlide" Target="/ppt/notesSlides/notesSlide26.xml" Id="R74c6004c81ad40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30a22dd9d4546" /><Relationship Type="http://schemas.openxmlformats.org/officeDocument/2006/relationships/notesSlide" Target="/ppt/notesSlides/notesSlide27.xml" Id="Rd2d070e3894b4c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0a8b930144c81" /><Relationship Type="http://schemas.openxmlformats.org/officeDocument/2006/relationships/notesSlide" Target="/ppt/notesSlides/notesSlide28.xml" Id="R84d718d788284a2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1f9db21834760" /><Relationship Type="http://schemas.openxmlformats.org/officeDocument/2006/relationships/notesSlide" Target="/ppt/notesSlides/notesSlide29.xml" Id="R24d1f1947ca0420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9e899609d4142" /><Relationship Type="http://schemas.openxmlformats.org/officeDocument/2006/relationships/notesSlide" Target="/ppt/notesSlides/notesSlide30.xml" Id="Rabbf46384bff4c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c822fd39b4c1c" /><Relationship Type="http://schemas.openxmlformats.org/officeDocument/2006/relationships/notesSlide" Target="/ppt/notesSlides/notesSlide31.xml" Id="R4dc9ad51d48a44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20b2ac55f4279" /><Relationship Type="http://schemas.openxmlformats.org/officeDocument/2006/relationships/notesSlide" Target="/ppt/notesSlides/notesSlide32.xml" Id="R03111a1f741b47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57b6b5eb74ddc" /><Relationship Type="http://schemas.openxmlformats.org/officeDocument/2006/relationships/notesSlide" Target="/ppt/notesSlides/notesSlide33.xml" Id="Rfcc04d0f155b4b1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2c61510454b8a" /><Relationship Type="http://schemas.openxmlformats.org/officeDocument/2006/relationships/notesSlide" Target="/ppt/notesSlides/notesSlide34.xml" Id="Rb2d0d9e73b314d1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bbe065a9f48b9" /><Relationship Type="http://schemas.openxmlformats.org/officeDocument/2006/relationships/notesSlide" Target="/ppt/notesSlides/notesSlide35.xml" Id="R967b26d1eddf45f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9eb3712bc4785" /><Relationship Type="http://schemas.openxmlformats.org/officeDocument/2006/relationships/notesSlide" Target="/ppt/notesSlides/notesSlide36.xml" Id="Rc654de599afc4fc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3bc60ec294cbd" /><Relationship Type="http://schemas.openxmlformats.org/officeDocument/2006/relationships/notesSlide" Target="/ppt/notesSlides/notesSlide37.xml" Id="R85e3ad18a15b40b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25ee395f94046" /><Relationship Type="http://schemas.openxmlformats.org/officeDocument/2006/relationships/notesSlide" Target="/ppt/notesSlides/notesSlide38.xml" Id="R095a6fb7d8e3476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3588da9b74b01" /><Relationship Type="http://schemas.openxmlformats.org/officeDocument/2006/relationships/notesSlide" Target="/ppt/notesSlides/notesSlide39.xml" Id="R5defd483f153468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a71fed2f349f5" /><Relationship Type="http://schemas.openxmlformats.org/officeDocument/2006/relationships/notesSlide" Target="/ppt/notesSlides/notesSlide40.xml" Id="Rccd37d3676e64b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BEDCF-ACC9-42CC-962D-90266BA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5AD33-9DD0-4DEF-87EB-6049994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Vector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ABD33-D43A-4C88-AE44-48CDB33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84CB4-7F62-420D-8342-5D24A8F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D7294-FD7A-4FCF-8309-E1295A01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EBF97-9854-4E61-A2E1-7729AD5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7268A-A8C5-4B6B-A973-01B45406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860DA-2C9B-4627-8EC6-04C8438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2580B-69F5-46B6-86DA-ABAB5A7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532AB-89EC-43A4-9D7F-ABF7B575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32150-B071-48BA-9ED1-3CE24FD6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F512A-EC59-40A5-9989-101927B1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75CBC-8DD8-426D-A8AA-AD45D0BE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73522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3D404-7AB3-48B3-99F0-56F1E2A6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D1EA8-5024-4B98-B492-13825049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3A546-BFDD-4BF9-BBF5-D5FEFA8C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F9FFC-8753-4CB1-B29A-0CEB1D1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A7F6-3FF5-459D-844F-07AF492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771D7-627A-45C1-B6D5-4F349EC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7C882-C62C-4DC3-A72D-3B7035B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DA00F-0152-4F0A-B212-77DB3C33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104BD-9ABE-4F8B-821A-5691DFC3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BBB0E-845B-4A63-B22B-25A3F26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B999D-CF71-4F2A-A948-5C07209B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5FD24-CBC9-4EA6-8D1D-F4CE544F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E5E71-B722-43E5-8082-AA01A16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BA137-BC12-4547-A406-9F2336FE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52604-8EDF-4FBA-9B9A-1620335A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52809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99DEF-66ED-4D26-B393-F111D264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4DC2F-5811-4691-945E-CC069F4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0BCBD-07EE-4FA4-B4F5-C8EBF4F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D6937-A47A-4845-B131-9F26CC7D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A4F54-1C13-486E-8228-7439786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7903A-848D-4F5B-A89B-5C9BFF0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2D8BC-CE5A-434B-8151-DE3AB4F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3EA47-9FB8-4FF2-BCB0-E946B15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7CA87-A70F-49A9-9A32-E47D3D7F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Calculus (8 Hours Theory + 4 Hours Tutorial)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3D03-185D-48A0-93B1-8B8121E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3DDB3-5955-43C9-8B90-ADEC7AA4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1923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A656F-5792-4F13-8406-8C6C9EC8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21414-2E44-40A6-8A5F-F3EA35CF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D357A-4DC9-4E38-A04D-44DD1EA7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E3C12-31CA-4170-9A7D-DD4CC9D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91544-03D7-4C52-BFE7-2552755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54368-AD3A-42E8-8C9B-310888E9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7A20A-7DE1-432B-8FC3-D9F1E9A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392FA-A6A0-462B-B533-066DCE04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Calculus (8 Hours Theory + 4 Hours Tutorial)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17675-5280-4B72-BC6F-E83DEB44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CF2D3-1E9C-4D96-9D36-31EF2E7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7A842-015D-4C33-B1D7-EB8017CF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89998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8B158-1806-487B-8CB7-9FF6D09E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1A986-AFC5-4F3D-88DD-4338F7C3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0C9D4-FDFF-4571-887D-6AAC7CA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5C0C8-518C-4F9B-9DB1-EE8F1CC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C188C-680F-4106-BBC0-14639211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67BA5-9878-4990-8FF2-ECE1BAAC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60836-B0A1-4126-B46F-68CEFBC2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8C654-85F1-4E54-9D12-F3979FA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AE27F-6C35-49BB-8280-86800AB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9520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101AD-D281-459B-8229-D31BCBC8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524DA-72C7-44D0-B718-F8430C0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7F098-4F35-4BD4-85FE-77D7DEAC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D01DB-4620-40DC-899B-EC5FD526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1FB3A-48E1-4E46-A4B9-C89E698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Calculus (8 Hours Theory + 4 Hours Tutorial)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BB1BB-2433-446B-A2F5-BBA07698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Calculus (8 Hours Theory + 4 Hours...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6B219-256D-4FBF-ACCB-6340B83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C702F-CDEA-4DCB-AB49-9B85E73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CAF5C-4026-47AC-B068-3495860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947D0-9FC9-4125-9FB8-E9B95FD9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842BA-8C5C-4319-B2FF-466C24C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F56D8-4F60-402E-BC6C-C9274AE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0CF71-0DFB-42BD-973C-7E5E808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92E86-D486-4CFE-A658-78913F8B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65CF3-B6EB-419A-ABA1-708A2ABC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7F653-F727-4276-87C9-3E254807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50674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E40F7-DE56-4665-95A3-20601410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C641E-1CB5-4EBE-B32D-AB784D1E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5C10A-7FD5-44DE-80FB-C40745C8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06148-608C-4F63-B1CF-8AE16B8A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0AD1-2FFB-4C98-A8FF-C5653EF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E605C-EDD0-462D-B8ED-56151744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1130C-09CE-4CFA-A272-DC12CC9E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05998-5D8D-478A-87A6-2B04E1D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7BE27-0A41-43D4-A2B8-F57CF74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Calculus...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84870-371E-465A-A4BF-810350A0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1F26A-4EB9-4999-9F24-1491C8C8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3F60D-287B-46FD-A81B-53194B8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245EA-8884-4088-A903-28F05C06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0A02E-6CE8-45E6-B2D9-9B984582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FF7D2-34AA-4EAD-86AD-A61C2811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01F82-7903-4903-A19A-0E661AD8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F706A-3753-4836-96F2-F4A09080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DA2BF-512B-41FC-BB0B-66EB051A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Calcul...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53E21-DE14-4C54-891A-997BDFE0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61294-718B-4044-B7C8-BF6A9032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DDC18-B65D-4E60-BBD8-FA3A066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Calc...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694A3-E5A4-41C3-A259-411D7D8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817E3-96EA-4C64-AA5D-657728C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168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1765B-EC53-4FA4-B051-778FC921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A5990-960A-45E9-BF4D-9F1EA570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CBBAB-4BF7-4E09-86F3-50207EBD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A407C-1A76-4B43-B139-2D2F0E7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F3ACA-178D-4E72-97D4-36C42A2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DF013-46A1-4E1C-B55D-7D787F4A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921C-4D42-4BEC-AC14-468D610E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5D558-DBB8-46DD-B05D-50BD663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9D090-A669-40CD-B0FB-47285A5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0C0D9-EE0D-4420-BDB3-9DDECED3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A4D1A-8173-4BC6-B4CB-09A58F6F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C429D-1444-49A9-B08D-A25F9030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0EDAB-BE62-49AC-B63D-044E61CB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C387C-4B57-476A-8D03-086EA51D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DA507-A07F-4735-A48C-C0B1840C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81156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E58FB-1691-4A94-AEF8-0114022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5CE3B-2D3E-48C1-AA57-74A3E76C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CA818-4699-456F-8FD1-D68D633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7F054-9108-4A68-BA65-E0FF87D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E0F12-5E36-45D8-BDE3-2C23FAD1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337DF-3ABD-40DC-821E-F7B15201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Calculus (8 Hours Theory + 4 Hours Tutorial)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E7DAA-40F1-405D-8BB8-0BF6DCD1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48CFD-07F9-403B-9A57-1CA02B1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E6672-8D92-4E07-901C-0AA5207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E33D-DBB1-4E5F-8750-286C3DC9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F1AA9-38E7-4164-A0E1-B36687C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550665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14B78-D01A-4764-8CE5-2159A3B3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6AF0D-83B3-459E-8040-DC4D76B0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131B-B310-46D2-9315-4649850B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EB62C-B012-4F98-89F7-3F847CB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7AFB9-D9C4-4B7F-A861-FF2265E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963A8-D3D8-4627-B195-D9EE9D07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242488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0ED2B-4150-401B-A886-95DCECE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75880-BC03-4E9D-AF5D-B7C4B0F2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A6ED8-1FFE-4D14-943F-D494428F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C1BF4-4673-4B76-9CDD-2D8625F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A61C5-FA26-43E7-8847-199C766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Vector: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5BB3-22E1-4EE3-BBD2-2836AF8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571917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85CBD-5197-4236-AF24-5866D0D6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25967-FC4E-4D29-9B6C-454501F7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7F649-13E9-4B39-A09B-85B7C43B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8FFD8-98D6-443C-8566-FB66D967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7085A-E84B-4D17-9668-92B2E6F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EFDF8-E33C-4FF6-8293-84662B98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22578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F9194-EC6D-4AE2-AA84-91BF1BE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5BBF-F649-4841-9D5E-6F687C46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BCCB4-BF85-42CC-B7DF-A13D8230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64BE8-E2A6-4913-B36E-EF5BB1E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33CF1-C8D1-40A3-BA46-57461943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F21A7-FDB0-47F2-AE60-3F9447A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26746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1A30D-1C95-462B-905A-A215EDA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F2F92-E42A-4512-818D-95A67A6F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F0894-E066-44B5-955D-76537C7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C094B-CC41-4BB3-B3C5-288A61E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9E2A2-8976-44C2-98EE-FF6ECE7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Vector Calculus (8 Hours Theory + 4 Hours Tutorial)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DC373-4ADE-4CBD-95BC-8B28E6FE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1708F-9348-48BC-B1FB-13539B1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FE7E6-7EC4-41E3-A1F4-5266A826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798450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9B97B-96AA-45AF-8C00-4EAFDF6D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B2071-53B4-4B04-B1D1-956CEEB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26DAB-B80C-4012-AB59-C3685DFE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8FBE0-32A0-4339-BFF8-A6F79F24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6219E-B1F4-4695-A193-A4822D08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36EE-EDDC-4C69-BF77-D6E7C4F3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636D-664C-4C3F-9049-D92E105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5BAB1-7763-407D-83E4-618F3A3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099F7-5E92-4531-9B1F-50AB247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6FA63-F0D8-4A3A-AF7F-B4CFBAF7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DC8EC-2960-4D95-A357-7CF3316A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00DF0-FDC3-48A2-8060-BE49813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06930-E0F5-4178-89FD-1273B944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1412D-CBBC-488F-BB5A-B5322A9D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F7DE3-51AE-4108-8EA3-1C40E6C2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A5618-5372-4E5E-8A45-1205E396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F197B-4F29-4345-B0C5-0163B46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20D5E-CAE2-46A9-A3F7-1A7E799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9F6BE-F573-4DA4-9CE4-EA7A5C5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0CAEE-7BD6-4A66-A063-CC320ACE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365E4-0998-4EDC-972B-4E8743A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E80D3-4329-4BAE-9C64-9B064A6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16002-C419-4391-815D-3DAC98BB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AEBC2-3AA4-4B0B-B2D2-EFEEC63C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84B75-3F4F-45B8-95D6-0E8A203E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C9A5E-9A05-446C-BF86-8E765A1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0C64F-F05A-46E1-A5CA-8F031EED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87B00C-0BD3-446D-8EF1-2D49D0F8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A01E6-FFBA-400A-B4DA-27EDE0D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86F3B-EAB1-466F-8E9C-A432C56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F8F21-7807-4EED-877E-51832C2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9E025D-F232-4B86-A3B3-860FDA61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873177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62BA5-6D16-4BC7-8A10-50A57B83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A59B2-4996-40C9-A474-5CF7B847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1701D-FE66-4857-B817-79FC275F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71108-9080-4712-8117-1E7D10E4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FC141-B373-4597-B27B-0C235235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7995-63CA-4072-AD96-AC95675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F4790-8BF0-4EFD-A798-FF168D55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FFE1-1B92-4C2F-AD28-A491C965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ECEDE-68E9-4577-A6D2-BFCCC373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8CC0D-9C08-4042-A068-3C94BA9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89337-E2DA-465D-A9C3-9EB7D09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0C855-DD9D-4069-9BE2-971CD194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CD5FA-2EC4-48A2-89B6-22D19A8B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7AB6-6193-4CA1-A0D0-CA40230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2CC3C-5B00-4677-963E-1F6AE84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AAF03-C2E1-4194-8BC1-FD9193B4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612C0-2993-4AB1-8A5B-712F2005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80911-CA90-4930-B494-D93F801B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26F1F-9FEF-41AE-9610-B1D281B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150EB-07B5-4F48-9CF1-0DCC957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05E26-FFFA-4993-9CB1-0B6C843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513CD-CB54-44EE-B370-107285F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CB4AC-983B-4CC7-B880-D659A1B3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D8E52E-E032-441D-9EB6-A35DFD81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514A8-1928-47EE-9ED8-68A45667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3F856-C323-4030-9488-570E14DE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75DB4-B33F-40C8-9248-37902C6C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BA1EA-3343-461D-9E9E-1A925034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DC7C4-AF80-471C-9FAE-BBB775E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44571-0936-4E46-A6B4-561F4F65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B9C090-05CD-490B-B7E9-E1732AD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233662-8879-4186-A15A-3875A2AE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207774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CBB353-F29D-444B-8933-7C800A2D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AC907-2A96-4E7E-8C05-1363FD3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CA702-AA44-42A8-89F1-C89E28D5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E031B-5A1F-464D-8A0F-73329986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1D37A-4848-44E8-8F4E-F67B91BF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E63C7-6032-406A-8D6D-3700B841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36723-C058-4D06-900D-B0690FE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98702-70E4-4A27-B176-C1CCEDF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DF00D-972F-42B3-8CD4-5FBDC6A3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AA791-B9BF-4C81-B0A6-3FB04BF5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89008-AEB0-461E-A681-1DAC60D4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BA1AB-6FD1-4A7E-9976-34B380DE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BA20A-E065-4F51-A27A-D1BC9BE9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67524-DC12-4349-BE0D-5A94365F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DBDF4-2F20-4A9A-8A87-14EA18A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4BFF5-FBB1-47DA-9B6C-F8083D95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CADC9-7FAC-48BA-ACCF-330B84D6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95508-9010-4454-88A7-94F227C7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90C5C-96E7-4E7C-A213-EA205D7C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93C64-094D-4B31-9184-DCCB3464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7CCD3-2C64-4A12-A9F2-A2637CD7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1013D-3AB0-4407-9ACD-3D96284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0918E-EF90-4400-8284-AB97E02A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F2CF9-9640-40FF-B076-A21F3B7A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25578-4AE6-49CD-916C-9386389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5216F-6EB7-479B-B6FA-889E1A22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7289C-A070-48A7-93AD-C06A693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D7125-C26D-4638-9F4D-1C84ED7B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5C1E0-AA1C-40F7-B358-AB2F95CB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5156D6-F84C-4558-94E4-8F81D1D5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4F348-2989-4FA8-81AF-4092788D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DDC0C9-04AF-454F-87C1-684FF09E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401407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C112FC-5CD1-4BF1-BF66-FFE595C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C4D1A-4EC0-4444-8B84-C13E62F9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8605F-D53D-4F66-A60A-DF492910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09B03-0C09-4415-BE2E-677887D1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D4019-09F3-415F-A4D6-EC9DA04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1B56B-3396-4626-8790-7BB832E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72AAD-16C3-4C39-A076-2B7CD2EA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4930-893A-4EB1-9A54-F0994EC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A6346-0BD1-4437-BC56-08BA4079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24563-4FF1-497E-977E-8D92864C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933D9-3AFA-434C-8AD5-7B2DCB41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D68C3-CD1A-4FEE-8CB8-5566871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E90CA-CC1A-42B3-920E-7E09C610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8F877-7CC3-4EB7-BCAB-0798C240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89C5D-2779-4AD6-9FF3-16BCBCDA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3984C-5705-4930-AFEC-A878121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2AB06-D433-4D62-95BC-83B5649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9D1B7-6696-4A3B-984C-54A6ECDE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83136-A1B9-4FF8-AD6E-17E9203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83396-FBD3-41F4-9E20-D81186E6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A816F-D37C-4F44-9A77-E52CC53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86687-F3D5-4F99-80AD-5D4666C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2798A-3D37-4922-ADBE-7CDBB58A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5A5C2-5449-4AEB-A2FD-5A9C1B9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6F51A-5357-4B54-972D-56FFD35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F63C5-9067-4986-83CA-63D2E1CA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AABA33-1637-483E-8A42-15871535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89378-8720-4A7F-B7D8-BDF266C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187913-EB74-49BC-AA38-E2C7F207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A9E72C-870E-4904-8D48-D0E6FEB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4CD15-837E-49D3-BDF4-7EE12741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9DE533-D4F8-4F4E-A123-7610494E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159760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907D3-3B89-4660-A391-0CEA5EF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712EF-D736-4C66-B5A5-2C840EA8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F45BF-2A8F-4C87-AF6A-437E3599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22406-CFDF-4BB3-9A06-AE60442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7FC7E-8128-4C15-8053-495ECD1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86702-11D7-4003-98AE-B50296ED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98543-85B8-467F-9EC8-F482042B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E1A2B-1E7B-4D88-9C19-77E7CE2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C0CCF-20C0-439E-8D6E-3A2D92D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9B458-81C2-4B9B-B2D0-B981E82C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CBB1-F825-4B7B-BB24-A321D39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83048-295F-45EC-93C4-12ABFF4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D537B-E308-4FBE-8D31-A223B1C1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DFAC9-A847-4966-9CFE-7DE0561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A86AE-1266-4BB5-B746-29CA6022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C8549-28A0-443E-BEB9-46B0B043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4B648-444C-4251-8F48-D0CF9EE4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0EEA5-A9C1-42CF-98A9-4241E8D7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9BB2C-BEB0-490E-8C5F-67B1BC5B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49293-A136-4A62-9763-8C16DA43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EBA33-6683-49A1-BEAF-FDC32ECC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033D2-58DF-4060-B0D0-CB1D2BC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424B2-24E7-4CFE-8D6B-9A1E289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2E3F3-A419-49F7-9246-295C710F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ED2BB-4CDB-483B-965B-0AD10D7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8EED3-31C4-47DB-8239-BA9757C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A6173-CF52-49CE-B839-0820B14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9B772F-2BED-49AC-A9A0-ACA84A0D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9DB25-FC02-48F9-B2F9-C89A1500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4D0E0C-6CC5-45D2-BEFC-6E99E5F9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C94BC-DBFC-409D-8A38-B463A8C4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409B2-F330-4FDA-93DF-F4A85AA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477405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2816A-CDB4-430B-94A2-283DCC6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5433-6B8C-4562-962F-6BDAC75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1A719-DF8C-404C-9CEF-0B8ABFD9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FCF0-86B5-46EB-BF6B-7EE629AE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57BF1-3A7E-4470-B7F4-B85B1EFF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B4201-C1CA-43EB-99B9-C550024C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98363-99C3-4484-B028-B9D58FF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A385E-50A8-4A70-B5D2-5A40357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B6B86-A172-4EA5-9788-9D804A19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5051B-EE63-4B6F-A005-646840C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853B3-2548-4C59-86F2-8CFBE0D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033B7-69EF-4530-B2A4-01CC33DF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9CF17-3DCC-4FE4-A637-0D294C1D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D8562-23D7-4345-BDCE-0FBF8A3C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CD34B-8A7E-4C01-B584-4B1AC2EA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37E85-E245-4BDF-A16C-3332E518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C718A-192E-4B0B-98B9-141F844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CF3E7-F24A-40B5-B07A-ABEA2E3B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C047E-C414-46E1-992E-24712532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3FC7C-554F-45FE-B7CA-C13EF9EE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C4C22-883F-4A89-B22D-36C596FC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3CF49-1ED6-4D9B-A68E-09CB560B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D3F1A-B137-4FA8-AC1D-490DB59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FBFD3-CDEF-4E48-A67A-71FC7B4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877F8-67DD-4A02-933F-58176F6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847A9A-FF51-48C7-8E38-6E9B8709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B9782-9777-4360-A663-6917646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BCEE5-0A28-48F9-A725-958B7C05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6C50C-26D5-4E11-B045-F7A3787C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598B6A-F8A9-4219-ACA8-4B8B548D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29470-AEA3-4396-803D-95D97B5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AFDD8A-159E-4B89-8DC1-7D11C29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929216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E5839-A587-4075-86F0-B0C6B23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DF88-0675-4689-9343-1BD489F2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9478C-57EC-4753-9717-B23F93F8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AB781-A528-44BA-B2DA-6AD04D45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2B82E-35C4-40E2-91CC-C0AA825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F19BE-1EE7-4560-8F59-64DC997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BEFFD-B128-4DF1-85E9-1F447D57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EE52B-1056-4EAA-A97E-142FAAE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9F65C-87A6-49DF-935F-704CD9EE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EF84B-2CE0-4A75-9C8F-33A4352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EF2BA-8308-439B-B180-A22A5B5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7491C-CC74-4C12-AB3A-2DBAD72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71A52-853C-4C17-9C1E-84F51F4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50211-76EB-426F-9471-ED4C2A1A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4132D-693B-459D-9BCA-ED49C61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D2C0D-1318-4C64-A1EA-4A93EBC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43758-9879-40B3-ADC0-1CCBD81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2FE60-6811-4C5D-9C87-E7109957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533C3-95B4-4BB8-A32E-6E7921DE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884E4-8740-4783-BF3C-85120620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2D3B7-12F2-4DFE-AAC1-6833FAE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91E58-FD72-4FAE-97C9-7DE69EC6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B1CB8-BBC3-4BAA-AEFB-777923B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AD84B-4BDE-43A2-A137-4BF46261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F4B3B-7AE3-474B-BF48-956DB598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ACC6F-89EE-476D-8428-434784BA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CA4CE-22F7-4D7A-82B8-49148AA6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98A0C-76F4-42BF-BE2A-9F37D08A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1FE5E-AE07-49FD-BDC8-54516EF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A68B3-F598-498B-9D59-BE2CE50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9BD9F-6420-4B3D-8591-47C9DC99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D4871C-1892-437C-A9F9-A9846973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641656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2DC9BE-1AD0-46E0-A52E-A309154F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C07B2-A81F-4314-B7DD-E223E61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63019-0F23-4EA6-BCEC-67CFC3A0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78A35-BB51-43F5-8002-810EE3D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92108-EE22-45DE-9081-9393F3B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369A-E8DC-4CE8-810F-200C975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74079-7D83-4A43-A95C-94B714C9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B93B0-53C8-42BE-8FFC-22DE8D8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A8754-045F-41FA-A83D-DBDA3C9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8E7DC-75AA-4C3E-AB3D-B6A74125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DE6EF-17A1-4B33-9686-D99D7873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F14B6-5BA2-4C7E-BA76-93B11537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3E8E5-F7AF-42EF-B40E-D1FC835A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D9836-3226-48E5-BF97-78E24E1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CFCD7-D15E-4230-912B-82AFA95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9CADF-AEB5-4244-AEF7-91EA5783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2DF8B-ED3E-437A-B966-10FC998D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CCB09-9B51-454A-A696-1B853B1E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A3FE2-AC54-4781-A955-3A094CC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795D0-FEDF-4468-8520-7A9EA5A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B9339-8DAA-4F52-8439-617FA76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36C00-2CF2-40F9-B408-BC7AC4FF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31103-0F53-44B9-893B-FACCDA2E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DF39E-61F4-40F8-ABE3-BD2878F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B5526-CEF8-476E-837C-DBA8D4F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0DB47-C190-4404-9366-F1E70B4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5E2A2-168B-4462-9968-C7C2362A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2F84A-59E9-42C3-9C09-6C91866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F50B0-D89D-43DB-BD06-2D3F89F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D8077-0784-4170-8FDA-5027973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2D0DD-8717-4823-803E-34BB4B88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E59850-D8EE-4152-9B63-5EE40C1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121051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6D6A46-24EF-4C7B-AE1A-281D0CC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CDFF-C0BA-4129-A81F-8CC0E45F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18161-D668-41EF-B97A-A622B89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4FEE-032B-4677-AE31-7C3E7C3E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8C74C-CBF3-479E-8ADD-1008485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B1E88-6C12-4668-8772-1A9B2C66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266A8-A322-43D6-A779-90F7BEF2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CFCB8-0BD9-480E-B05D-15017BB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AA8D5-3080-4FA0-BD37-CDC2C156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2352B-8AA6-488F-9756-6AA0D7FE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5ADA2-F2D2-4EB4-81BA-EF53483B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939CA-25D9-4C54-A019-B2AF5456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5A8A-E39E-4A48-AB83-0E37711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B3BCB-4279-40D1-ABBE-69F469B3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FCC78-82DB-4F09-BE0C-1A853D4D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76556-545C-46B0-BBC3-B541F7FC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36555-0C57-41A8-8CDD-EA9A190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ECFB1-2432-4BF9-8BB0-013469C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EA475-6174-4535-9C04-79C8D56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6E572-E859-4CA4-8A22-7CA4770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06F73-7760-4AB8-8228-AEE4D05B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9E18C-7A4E-4951-A07D-5102AD4A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95AE4-BBEA-4233-AC46-161987C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A7521-974A-4746-B3D0-DFA5BDEB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D9C6C-2F1C-4CCD-9A61-429981D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A94CF2-30A4-4FC6-85B6-15FC49F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4A0A9-1164-4B89-83FB-6FF54D4F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03EEA5-8118-4EEE-9B21-9AC56109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629F2-DCE9-40AF-A7A9-A731AA29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F3762-027F-47E9-B6A4-01933CB1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27AB2F-8F5C-499B-9467-362A1C8F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9F4BDE-3D2F-40B4-B629-C1B50BC0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079043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D83AC-8277-4793-BC6E-01629ED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6B66D-A58F-4D26-AE68-F693111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0965E-69E3-4411-AFEB-483AFAD1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83158-6FD2-4DCB-894B-40E2669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49C8C-771F-4807-B4D1-2021C39D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6646E-7596-4143-A3AD-4F59920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3DDA5-0EB2-4260-ABF7-CAD62CCC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17935-14E0-49E9-B71A-DEA647BB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4E50-D82E-4C05-B163-692C9F1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286F8-D2A5-4322-8EFC-27AA588A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72C72-F812-403F-A6F9-565E344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0A5EA-0FD6-44FC-8FBD-D2295CB5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B740E-BF21-4DE9-8DA9-212EC745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B0ECD-B898-4E70-930A-BB42F62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8EEFA-9030-40BB-8BD7-E9D53313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0C1C6-0E3E-4184-8984-4627A15A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70AA1-04D6-4202-B536-AB1F9401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91F9D-F630-4842-A13D-0A327D56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CDC4F-11F4-4FAC-A836-BF598D3A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C5987-0501-429F-B362-B9033E9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400BC-64DC-4FF7-8288-159FA4B7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E4CBE-DD76-4EDD-B998-EC831F0A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90953-D0C8-4E59-8545-3CBA80F1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DF947-8B9E-4F20-9B84-C4901AFE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D7061-BF3A-4F4E-A2E6-80AB3F2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BF5A2-6BB5-497C-9D73-D57E6B98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430E5-FF73-4E25-8981-1FEBAB5E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09069-7AF9-4099-AD9E-EE6F8708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A0CCF-A0E0-4FBC-9D01-B699438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40FB9-88E9-4EA1-B28C-B624161E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36A254-38B2-45CE-9718-0EE3E26A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81F6E-D95F-41D8-A4D8-74FC68F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62833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67112-82EC-4F73-A5D3-C012F1C4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F00BF-CE42-4520-84C3-8FAF2A4A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AE697-1F87-4C7F-A328-94A065D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1EBD6-FA46-4EEC-8DED-368515D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D6C1E-296E-429B-B21E-B1A9054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1244C-E5D5-4EC8-9218-FA61F2C7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28480-59AE-4C0B-82DE-0A51F6A2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266E3-1250-4692-A51F-D2C98FC9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57202-AAB8-4D92-805E-21A8D53E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56471-7C68-422D-B1FF-29D60FE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94DBE-9840-4907-B836-240F476A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02B41-BE4A-4352-9820-19636502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A8966-5A18-42DF-A64E-60E6626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A1E-F7DE-44ED-9700-CB6A453B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73591-376B-4827-871B-F70EEA6F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051CA-C531-4234-868F-B6A111FB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1CD07-0F64-4684-8506-A48E1226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73F32-3B2E-4781-ADA7-219C18A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10729-FE66-4C24-A2A7-CB0D1A2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BAE5A-FEE7-4BFF-B125-8125085E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78A8C-E599-4ADF-B151-138430F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C5996-223F-4D86-ACF0-68EB991C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74BC6-8910-400E-9195-7AD88A6A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610B8-B590-4432-B88B-9F1D6DDC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EBFB0-8527-4AA5-B319-A194FACF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4203B-C37C-4839-9ECB-E6F786F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1EA89-89A0-4CAC-9BE0-66FD51EA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73571-CFEB-45B2-9BE7-111A4699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F9D8A-0B69-4502-A43F-B1A09BC0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6486A6-E771-4D4D-8B6D-92B47AD3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F69CA6-D48E-481B-B8E5-890BC3F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224AB-8FAE-4D28-8A87-1F398DCE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762378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8E93E2-AF28-4205-AB34-D4889179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9444D-DECD-49C3-BD0A-23A94FFB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FE542-56F6-4ADD-A60F-E3B16E83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3C083-825F-4362-AA30-B8AC93A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07C17-D875-4396-9455-A01B8D63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533A4-23CA-4843-9C1F-D90972FC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48295-CF65-4E35-A5E4-FC6EE7C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48E8E-ACB2-416C-8085-9429C49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CC930-A794-4D11-BC63-E0D2BD1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A23AB-53C5-4A16-8FD5-31A6CB9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EF7D3-9344-4B03-9B68-391A560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7A7FF-F649-4803-919A-6F19EFCE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E9225-EB02-47E2-82EB-0771AEF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6CC1C-754D-454E-ABC5-2099CAFF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C8DE1-E543-4D9A-A057-5801872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616D1-9BC7-4787-B516-81B45393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A8A40-D05C-4EA2-A200-7812F89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F789D-D036-4BF2-9907-803B9D2F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ECBD7-7F34-4E00-95CF-CDBBA471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C634B-ED98-4C38-81D9-D314FF44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23697-F6A7-4C52-B735-0678361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9E112-24D0-4BD2-ACF3-934FF86B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AC038-B183-4513-8D98-65DE91D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A2203-041D-4B7B-B433-93742A3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135D4-B145-4718-9E2B-CB01661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ED727-4328-4BAA-9C08-11FF4FE4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75E90-B6E1-4FE3-A534-4D0853C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ECBE7-15AB-4BD1-85FA-DEBB2FE5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BDBB4-91FE-4447-96F9-39C77A1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672B2-DEE4-4B22-B160-9B096023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90A8C9-2854-4184-8DD7-21E2CE56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F6F729-105C-448B-B9A1-6F337D0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513375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3DAE8-F49C-4621-944E-7877F60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E8C2A-E490-4B0C-878F-40DB2B7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07128-1CDA-4650-8211-C463F73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D4F31-574D-4603-A293-8B85E4D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C33D6-8AFF-4085-8F7F-46B9032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18251-41D6-4822-BFA8-61A3B58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85444-1296-426C-B691-1D29E98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D2D9A-9652-4861-A1EE-1EACBBC1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13C26-CB61-422C-B480-F4F99FED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119D1-C5B6-4C1D-BF24-AF2FEF5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4BDC2-06AC-4D77-B80A-E1F6A60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8E4B5-E01C-4EDC-8D70-8230092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1ED17-840F-4B2F-BB4B-A433D539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82231-B4CC-4B25-B6F8-5D7595A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A5BCA-C3EB-49CF-8C6F-E58E12A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CE4CF-0CA9-4AAE-8DCB-1DE81E08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9343D-3DFE-4300-97F0-03483FE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190D5-8CAB-4209-8BFE-64B4E67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7FD11-94CA-4C25-8BFC-6AC3EF3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424EC-6C43-4E6F-B751-7AD4D3D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F1799-0B2E-4277-82D7-D70E0BF3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6F0C0-D9C5-4B9A-AB45-BB7DFA0F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D0AA7-4E22-4C9E-BC39-F17363DB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B2591-0AE0-4790-B213-796AC7A1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C5BFE-916D-49B9-A98F-AB9B943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68E2D-1131-42CF-94E8-42EB370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A9EC6-24D9-4DD3-8864-5F4C0FAD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916EC-E90E-459F-8BC4-3DE1DF3F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53400-E909-4B84-B072-F2D4568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F325A-FE76-4D1A-8C68-30031080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0DB1E-773B-452B-9E26-8270C32F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0988F7-3BB4-49D2-B6BB-664F47DD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3636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B29C34-5307-487F-A22F-5D14D6BB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099B5-F2AE-44A2-8CF2-BF276B9D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661C7-642A-4A78-95C2-1C10815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D1F7D-F453-4294-900C-C1DFD03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F0F14-35C2-42FF-B809-5AC257B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DEE6A-CB6B-450B-96DB-3452612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4E11-5DB1-4E3D-87CF-D80B751E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FDD0-67AE-4492-9F4E-153C6067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F36E4-7654-4C77-BFDF-1A2C6174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44C5D-F917-4938-9298-E17A55C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642BA-A203-441D-B725-DA6C1D7A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833D2-B763-482D-AEB2-04B20B94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2C4E6-403F-47B5-B92F-049AA13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BD471-5C84-4A70-AB38-A5D31B0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47357-2830-468F-B1A0-ED2B672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A97DB-58F1-4F85-B5CB-E233362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49610-35BA-4BDF-815B-C8A516B6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98F22-02C9-41B2-BD89-F0F7B267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06A71-EFB0-4056-82CF-A3BA917E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9FDAC-6243-40D8-B64A-47E7AAF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B7B59-CCB1-468F-8366-C5780F2B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35EB2-C955-4280-A9CD-E974369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9C7EA-3691-4658-AD1A-DA2EF459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13FE6-A127-4F02-B1E5-E255840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18101-A795-4CFA-AC04-A4BE0067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91172-038F-4068-9DDE-4B0BE423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F366E-2F93-4618-9B1F-59C3D682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AB764-34CB-40F2-8749-77681FC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B66A3-CABD-4B04-8F60-AD55E0A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B43DBF-0B17-4AD6-A650-80F38E3A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D9DB9B-D2F2-4978-8C64-095BB7F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180C4-1D1B-4AE6-A1B9-E8AF565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80445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CFD7F-0F36-42FB-A5A8-B6C6043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79299-549D-47F8-B31B-8E900E7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0009F-4D61-487C-8FBD-F772F9C4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D64B9-1739-40A5-AAB6-38436B2B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1B1AE-2863-4479-B4DA-3ED6364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53E34-A6BB-4547-99CC-E1EB64A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09699-0366-4843-A049-1EC6246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65B53-50C7-4D3D-B7B5-2E6FAA6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9990E-D314-4FF4-9924-AC9FC69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F90F6-3204-495E-8DAA-186EEEB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3BC0A-BD88-4118-B26C-E83EFD3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12606-DAEA-4DBE-B875-EC58349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CD16A-9A74-4190-B369-77BCF5A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A6AFD-A994-453C-BF80-4719083F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92266-42B2-40DF-8526-EE4DFCF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8227A-8FE8-43E9-860E-3971E695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43DF8-F2D9-4B07-A187-AE6D797E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D4E61-68D3-4957-A94F-AC799BE9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BCB70-9991-40A8-A196-95C72208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5CE40-A9C0-4A8B-9B7A-8E1134D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731E0-CE87-414C-8B05-C0FFC19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B45CC-3266-4775-9F53-1228172A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F9384-FBD7-4CCB-BA4E-B317C4E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1735E-C265-4E28-813A-A337214C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BFA1C-2BB2-430D-A708-A8CE5688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0B77F-A830-40D5-BFAD-1547E4DC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993CE-5DB6-4FC8-8F24-BE0EC137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0CFC2-252A-45B6-89A8-1C3A556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EB9BD-CF74-44F2-B008-AF62D4B5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59BF45-8165-4679-A806-D84031A7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C14C43-7CF3-4232-9B38-D00C543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E6F17-93DE-46A5-AF49-C891D2CF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533760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14B71-82FA-4BF6-BBB6-20A9286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02865-124A-404D-9587-2E4E540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4190F-576D-46FE-904E-1BF76EA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3B0B-B087-4B85-983A-B0928A7D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EFB4C-F766-47B0-B969-61C172D4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82094-0BF4-4BE0-B1A0-668BDEB0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B090A-791E-46D3-869A-DF8B3091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B5F0A-C8CC-4C14-A14A-5C307BC9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0939B-3764-4E4A-A3B8-1510F494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421A5-048B-4C2E-A02D-130A6A6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59943-17EE-4F85-860E-D35A76BA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24EFB-3C70-42A7-9E9F-B4372123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5E7CC-D83C-41EC-83DC-D8F1AF8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7F493-F428-438E-AF72-F5F6EF0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ACBB7-7E8D-49B2-A13C-3E2770CF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9A9D1-35B8-45E7-B348-C9698324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0F7A8-BF81-4543-A165-B38435E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8575B-5C3B-434F-A03D-514C6984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AEE53-2E51-4E5B-B588-022CEA78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68810-5F1E-40D9-B4B8-D2740A9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FA275-7944-49EC-A56B-30F60E3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230CC-C0A2-458E-9128-4C9966B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65E7A-2691-4A65-A184-6728D424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6AF46-F4C6-4F47-845A-563B728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1E070-2B8A-4523-9396-A778942A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66EE6-B847-4523-A902-7ED60511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6C2B9-2ABB-416C-BF85-2E798381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BF7E4E-06D2-4321-BC4F-4C7BC03F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AF273-3EE8-4CC0-8248-FBA733D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119D5A-E445-4421-B9AD-F92F5D01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24F4C-EC22-4B8A-A24B-86D418B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11A083-9BB6-4BB7-8F00-16DD7D7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283901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3D45C-7658-4154-B5CF-0ED9E2DE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CB3E7-63EE-4D46-B383-E08CE6E0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50A9A-181B-41C7-846A-D8DC927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F438-2BC1-4C8D-8121-48C884C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9885F-4709-4F5B-8EF0-AF4B224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A8233-049F-494B-986A-AFAFB189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4DF81-CA12-427C-80DF-BDB9EEC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0CBE-F1B2-4DB5-B0DF-C7D2565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8475E-3B0B-45F4-9E00-FC8734ED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B37FD-4DE9-49A2-8666-E9FD4C2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2FCF2-5D03-4EEF-AD2E-83B5EB0A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D5DAC-84BB-4F43-92BB-D7CA479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85D39-F8E3-4F71-8865-0CBC9FEC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297DE-253E-4248-9799-BF29D8E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2BDA8-A6BD-43D1-B9F6-3E41D358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5B954-E9BA-4435-83F0-A04649B7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E06CF-0153-4244-8E06-0EFA3233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2708C-3039-4D2C-90C0-BAE45DE9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55F18-33F6-4FC6-8236-0C4E7B4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E12BA-FA38-4037-AF49-5E60DAB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00FA2-039F-4744-9CB5-61841986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324EF-682A-47C0-A0F2-67F920A8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12815-1622-4118-8F75-F0D501C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3345B-C2A0-4122-8D64-7CEE1FFD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DD2CF-3483-4305-B06C-655053B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4661A-7804-453D-ACE4-75975F04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CAB8D-75D0-4FD0-BC9E-116208AD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CAD48-0BEB-4D77-BD80-76E293B5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06D1F-CA98-4497-B090-1700C33C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51EAB-CCA6-4015-8180-317C1F3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8CDB9-F956-4A43-AB2C-462EDFDB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D927AF-8373-4B32-BDFB-E33538CC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221308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E1711-DB82-47F3-A8C8-F4FA352C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7F92D-FC47-4667-8AD3-BC65155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2CF7E-1829-4478-AB11-EDD95845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56386-972F-4701-ABB2-F88021C5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AE004-AA3D-4383-9AED-7F06FA5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F625E-4023-4450-9E5B-470C2FD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51E5F-E279-4799-AAED-116D647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6DBF4-DFDA-4029-8BFF-579CD9C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0093C-365A-4D40-9E01-8707B41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D266-5944-4209-B91C-2AECAAF1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BEF19-511A-4CF6-A9E8-342F8B11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EA5C7-D398-42D7-909F-AC6AC023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AF72F-C1D5-49A9-9567-1112685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A1949-F9A6-4134-8277-43DA98B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5FC94-42DD-4A9A-9E1B-ABC0C119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4A6AE-7551-44F9-8BC9-F823243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2A309-314C-48BA-8AD4-9013A59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31B2C-F539-43AE-BEA2-ACF2892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3DEC8-0DA6-4154-B816-2F8F5551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60854-035F-42E5-8878-237A4865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56226-81D7-48EF-84DD-2B8DC18A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B1118-8F25-4F5E-8E81-010D04F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F07F3-C90B-4670-A4A8-45274FF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A541F-90EF-4F1F-9336-8E2E481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BAEAF-6BC0-4144-9522-49AD3F1C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A7A26-E79E-4E39-B12B-BDC05580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F38B6-5068-4AD0-A90E-855A725D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3CB06-ADD8-4193-BCD8-7BCF438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22F57-91BA-4ADC-90C7-6D6A00D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8C4363-AE7E-4B1F-A55A-4B6931F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9C035-6A0C-4CFE-B3FC-86FACFF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F1C4B2-B79F-429B-A0CB-5FF5CC7A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976412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8E953-1506-4962-A5EF-4FD98483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61158-D83C-484A-8A82-3338BC0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0C963-7FD0-4AAE-BAD2-18275974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4BF9E-D8FB-4179-B70C-10BDA9F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D5375-2539-4A53-AFB6-36F46F0C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EF8BE-1969-4771-9BBD-243AFA1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23F06-CA69-4C9C-BE80-5954E98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4A31B-2B9F-4F07-8DE6-22C316A1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89CF2-6864-4706-953C-0045E6FB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1EF82-F9FD-43F9-AE9E-776C31F1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64414-1AD7-45DE-AFE6-90E03EB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C422C-B199-4E9A-AD44-DE8FA36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6DCAF-8B73-44A3-B99E-7344B017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10D17-BEBE-4F79-9A80-07A4F570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B5F0E-73D1-4E7B-B2F0-CAEACB26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2EFEC-68FD-4C44-A1E2-BE7BB3A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9EA6D-67B8-4DF2-B386-35DC2FA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B5ED2-B020-40B6-A4C7-9CE777A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A65DA-CF54-4F37-97AB-3C31D7A8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D621C-8C3F-4667-A619-A346958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EF007-AF19-4435-9886-5DFAD8B9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F1EAD-4BF4-40AA-A945-6E10302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D4C62-3695-4372-BFE1-BAB23582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DF4C9-CB54-40AE-B697-BC61115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F027A-86E8-4518-AC5A-547FEBA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A0E71-545B-4B0B-A7FB-6CE6BB25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E34C9-0BAA-46A7-947D-FF34BF8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46AA0-5275-4287-A7F8-F176796C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291C83-3B78-4DEF-88D2-E251E279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6030E-21E4-4BD2-91B9-ADB9AC3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982616-3FAB-4BE7-A46B-34E6B824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54D386-60A2-49C4-BC31-CD9F7686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46903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AA89A-56FB-4F96-8C53-66E609B1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6574E-7583-4376-A883-E774C210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F0315-4867-4945-992B-ED41A95D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BD69A-6272-48C0-BFC8-DCED49F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2F474-1188-4E16-AB14-E47EC004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B551B-F1CD-4EC8-AD34-3B60240E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6CF48-9D07-4415-804F-5FC468DD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AE2A3-F9AF-4A7A-AA0A-266C9775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45987-2EF2-4924-B2F5-474E15AE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4F46A-DF58-4629-BE42-1096CBF7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E9D01-30B9-4F2A-A629-F624069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0A301-A106-4A54-9093-F4D9858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0F458-0532-41C9-8E96-E3F5379B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265AD-DF65-4C92-B1B0-C69BD88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541C6-ABB7-47D8-99ED-69F0598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1B546-0543-4280-961A-BB2C918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B77A5-BD29-486F-831A-A239642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085A3-0B9C-4CCC-8754-A8F58E40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37472-BA97-4703-9CF8-A6C6019E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7A69B-BCAA-4116-936F-9A41E2E9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C907E-A702-4484-9869-EDEA3E5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5B2E6-694C-4921-8D60-980FB42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EFE08-9506-402F-BF74-5FE912D8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C15D0-310F-4D43-BC41-40C6685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92884-3A4B-4EAC-9B98-EFE75EC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60A1B-E4B1-43FC-AF96-99417DA4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7C609-4A6E-4F61-B5CA-BC7FEAE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F02FF-8F70-4892-BEF6-8D18FFC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667CBC-C708-44E6-8CC9-8EAF3429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8207E-8EEE-43D1-B9B9-910B2C3A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80E7D-5CC6-4804-AF18-0B8D83AA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C2401-9D2B-4256-AAA1-52428B6D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376939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984C7-E108-4998-8234-4F4F7C28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DFB30-88AE-4397-8626-63E0FDF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F5CDE-5DEA-4A46-AB07-9BE87DA5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295AD-5CFD-4E67-9240-C296D2A5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1E550-0DE8-4E9A-B74B-4E2C45F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29A6B-BF95-4586-B2D1-AB567A8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1B991-DF7F-48A5-B5E7-4C05400E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1965-B9E7-4C12-9A43-8DD88E37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B436E-5067-43F1-A6B0-97F0871F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5B767-1B60-4610-AA56-29AF97A8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3206A-0B05-4390-8EAA-77D90184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CD543-8121-4C30-927F-402E58AB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6C39F-1D0B-47EB-9750-835CA38A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6FC1D-5A0F-4E89-ABC2-B2941F3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EAEA-DF96-4EF8-B416-8ACD1F36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BF8E1-E875-4F37-9155-2142E3ED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4EBE4-62D3-4212-9333-C5756B19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FB7F3-41E5-4F45-A187-87C032CC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06A1F-C493-4E5D-952C-971E7C85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2A2AE-04B1-4512-B45A-39034E5A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EDF90-7E09-482E-8EEA-B974A06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37158-7539-40AE-92A5-B3D503F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B6016-C926-4B87-BDA0-AF7F0A0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CAC8F-B6AB-4B48-A4B1-163DF809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EB714-F57F-40B4-8DC0-5F2D9C8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FD058-4011-474A-BDBF-14CBD2A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E78B3-F365-4D7B-8F88-1E19B55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CC646-538F-40D1-8377-D692A9D1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9F244-DA43-4C64-8FCA-09F73D0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C040C-91BC-4C9F-AF73-EC377607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9FE66-DD87-494E-86DF-5266999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2EEB32-0086-485D-A34B-C26EB419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48556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44C0C8-E102-42DA-8E79-457A33A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DF434-E11A-4224-96E5-4DDD3011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982CE-FB1E-4F9F-BF8C-A3600BC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554C-4522-466C-BD6E-86C06CB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8C66C-3277-4D2B-8214-764C98F4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FA848-EFAE-4D31-8131-FD46C47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0955E-C2AD-48E8-B903-F08B43F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9F1ED-CAB6-4B13-BCBF-7A6E25CE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7F2B5-4FA4-42A7-A555-B8DA204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A78E9-539A-4AC8-8C76-01D1AFF0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93FDD-D19A-4A65-A4E2-947B2DC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BEF4C-3758-48EF-B66C-4A558FA9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2E3B4-3DAF-4D9B-AFDB-CB3D96E5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B81FF-43E4-4B4A-8F18-7389216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16BDA-B599-45E0-8F8C-BC7A4C81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4C24F-17B7-49AD-8942-B4E18B8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1DCD7-C132-46B6-996F-80ECFD4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04E15-5C8A-45B3-A502-1A2100E2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0D007-BDB5-4CB0-AB7A-EA512119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CC4DD-CB7A-4B24-8540-CC2563F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EE934-843E-494E-817D-B64531ED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562A8-2013-40A6-8FCC-EAA2EB76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3BF02-B898-4286-9BF6-3B2B286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2CC8D-3AED-4793-84F6-C07F1CAD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202B2-E717-44C6-9347-7D1818B0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B3DE2-78C8-4E29-9B74-1CA2A964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C75DD-A4E7-44B9-8A1A-BD44331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FA069-2496-43FA-BCA1-DA6046C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B0E09-E97D-4463-97F8-4A05B28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2ABED-14C9-436B-9E2B-3A52196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298D5-57E6-41EA-A4B4-3BC4D94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6FD8F-4743-4E6C-8B4A-BECD1938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604460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01004-3DAD-45FC-A13D-2A2CC7B7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8D646-EC5A-4840-BE5F-29A89F8E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5D178-6E49-4B51-B35E-527C971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21480-D2B5-457C-9081-73A2F388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4EE3B-01E3-4600-B06D-B1DB4021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B4F40-9A62-4770-B1D9-25547BF4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EC55A-D4F5-489F-AD56-0106DB05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5654E-0D98-42E7-8B74-8716AAC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1D18A-1785-4C27-B80D-13B42724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64D3A-8D9B-477B-A208-5ED30AC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5283C-2F76-4283-BFD1-16D33024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574F9-DA99-4D34-86C1-CC3ECD5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650E6-C4FE-4CD7-8B6D-9DEFED06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B637A-DC7C-46F2-B8A3-92C1CFFA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B6F12-3DA1-4A65-A27C-10B6060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A6DAA-1DE8-4B2E-8D42-FABBFFF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9980D-85B5-444A-97F0-B91A3E1C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E0CA7-D5AB-4E0E-9C98-B7FD7847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1A2C1-8C21-48D9-8153-FB8CDD66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0C29F-8155-4B54-AF27-E78D3D0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2570A-8322-42E9-8544-7476B37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0289D-5577-46CA-ADEB-57F7190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F5DB1-8BB5-46AF-A102-D3CEFFD2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173C7-2910-4C96-9373-EE436B4A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282D3-3B85-4472-A9DF-64456391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7B5BD-3AD9-4C74-B9E4-9A6D9765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E9712-5029-4824-AB30-5AF4184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C91B7-3961-4F80-A91C-0D0BC05E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A723A-3AC4-4635-81BC-6752238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BE262-3914-42AB-91C3-C6E939C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E464E-4AB7-4794-BF1E-7E62A73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B40EF-AD5D-458F-93E7-7B41C3AC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978893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C263D-3E79-43D0-A83F-7326B5FE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94017-32AA-4CC9-AC26-19BBEF9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9C816-7CA8-4F98-976B-1C4AEE2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BE4E8-FB3F-4451-9044-906A2518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A3207-6F05-44A8-BA4B-CB1B121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5B84F-0E4A-4DD9-A90F-DC7BF249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ED2B4-6076-4495-B142-CA035CA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CC86E-0E06-465D-99A2-7805E2F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60FFA-1AFD-46F2-8D02-32EFB999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813CC-8F7B-4FDD-8722-DFA1EB8D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B6C91-3E7D-4EA8-A293-DEB4F98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DF324-7FCC-4C1D-8CCE-AFB1F9C5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737A8-9E8F-4725-B28E-6275ED7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991C0-87BD-4594-A323-990D929B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89042-C965-4C48-B617-B182D492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72AAA-9CA6-416B-98D7-09B5360D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3E4DC-42DB-485A-B355-09453E73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39E70-CD9E-4505-90C8-E7DB288F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66209-6D21-448E-9FC5-D7C31836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9BC48-9468-4ACD-9457-97D984EF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6136A-A7B8-48CA-A87C-B4E76556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623A9-CEE0-46F7-8733-6553CAAE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3F860-B6C3-4FCD-8C44-EA19C6E3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84735-D0D4-4E5D-B1F4-67CA603A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E17D3-BA1E-436C-A15B-5EE11863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25072-A03B-42E3-A0DA-96F39CB7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4E7AE5-6892-4716-A2D1-064B638F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F504E-BCD8-4607-AA7B-C42EEF8B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24145-D537-4BDA-B664-8D3122D3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54B0F-BEF8-4B95-A9BA-5DF52EC7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206F5-D831-47F0-B317-AB79ED4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333B8-F829-4ACF-9234-CA904B0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137333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B288D-92E2-4133-8B2C-4A2D4EEA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1C836-9B70-4A16-81E9-A5C85B1E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9E19A-60E0-4713-BA56-BA9D8F03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FD568-523C-4BDE-BA28-9139F14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6FF68-F0B0-4020-BA01-69DB157E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96B53-F3A0-4CDB-A001-AE93DF8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554B-B47B-4C5C-BDA7-9916AEF3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8746D-2073-4811-99B2-0710BFB0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5350A-5A92-4C25-A5CF-E6B0274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22AC-0867-4F06-AE15-CCDE539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5C1B2-4E97-4A46-845F-6C89659B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32312-68ED-4373-83DF-F6B61C53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9094D-C2B4-45D7-91CC-98690FEC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F02AE-3BBB-4ABD-8C57-03BFA8C3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00CBA-F92B-46DE-80E4-88B3CB24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60828-BCD0-40D4-ADE5-4EC7B8F2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127ED-FA54-4636-B886-082AA3A2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4E2F9-3607-4BFF-9791-8709B09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25B7D-23F6-40F4-907C-BABA2D6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CC7FA-7B66-439D-80EE-D80BB5D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70590-98F8-4BB7-AF1E-51A99BDE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62C12-4D58-4DC4-AD44-FDF14367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3889B-A526-4EDD-BC90-E6C3C9FA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E06F2-DEB7-47EA-81DE-81CD5850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2159B-F717-4091-858B-4EC9DC8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85FAE-E655-4D04-BE5B-C32E971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98447-865A-4205-BA23-39B0B62B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2DC77E-519E-4929-8878-2C9B392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EC2FA-6053-4B76-993B-FDC9777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5E68A-6B3C-433E-8653-F1CEC5E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A4291-86F2-4B7A-A634-ED3FE6A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5350A-26B7-4E68-96C2-99BF45B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625140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432F29-6AD4-4A8B-9953-7E4EE43F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11A1-C6D8-4956-AD93-C24A871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AEF8D-0628-4C9F-B4B6-12C67B0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76AA0-3431-485F-AB63-1554917B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7E889-224B-46BC-A364-9122A28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6551F-8304-40C5-95A7-456CB49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60670-B6DC-4BBE-98A5-E330BC6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17D64-DB40-4640-B45E-5048E47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306E8-F5AF-4B31-8876-36245BA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E0B63-FB75-41E9-8138-88FEDDF8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DE132-025D-461D-8582-CA037A27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37924-6017-4263-9EC2-A91DD1FC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6F7B3-C006-44C7-8F95-90FF8EE5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1AFA7-4B7B-45B2-9A0A-E71C6661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4A66F-2470-4D3D-B440-6013323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46410-BF68-4099-BDF1-7F1BF371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39AB5-136B-4FCC-93C9-C88DD05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A292C-ADC4-47EC-AB6F-0358BD26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4EA95-C5B9-4816-84A3-9D67DE4D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2A2E5-A45C-4F86-968B-F853EADE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729A4-0366-4C70-969F-786B544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DE397-78F4-4E73-88B0-B2CC6773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9EB32-A0DD-4A1C-AABA-4C4C704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D4523-1D46-48B7-84D8-FCA1FADD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BB2C7-8AD0-48B3-BEB0-E571152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BD972-BEF6-43A3-825A-E70CEB5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EF5CD5-21DE-4697-84B4-7100E9C7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2A0017-DD5C-446D-A3D0-04E805D1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CB712-20CC-467F-B88D-EC403934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BF826-E2DE-439B-8B38-9048D6D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3B98C-CEC2-4443-A832-8CEED7C2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43089F-0E62-4693-831A-8470F8C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55407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2026-08-24T16:03:03.4700000Z</dcterms:created>
  <dcterms:modified xsi:type="dcterms:W3CDTF">2026-08-24T16:03:03.4700000Z</dcterms:modified>
</coreProperties>
</file>