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cf36e0a4fc4a89" /><Relationship Type="http://schemas.openxmlformats.org/officeDocument/2006/relationships/extended-properties" Target="/docProps/app.xml" Id="Re99ecc4e11bc4468" /><Relationship Type="http://schemas.openxmlformats.org/officeDocument/2006/relationships/officeDocument" Target="/ppt/presentation.xml" Id="R591b2dff09eb47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415c01d08f41f1"/>
  </p:sldMasterIdLst>
  <p:notesMasterIdLst>
    <p:notesMasterId xmlns:r="http://schemas.openxmlformats.org/officeDocument/2006/relationships" r:id="R57b662c8c710438d"/>
  </p:notesMasterIdLst>
  <p:sldIdLst>
    <p:sldId xmlns:r="http://schemas.openxmlformats.org/officeDocument/2006/relationships" id="256" r:id="R8af26a4594ff479a"/>
    <p:sldId xmlns:r="http://schemas.openxmlformats.org/officeDocument/2006/relationships" id="257" r:id="R3474047c52b64d04"/>
    <p:sldId xmlns:r="http://schemas.openxmlformats.org/officeDocument/2006/relationships" id="258" r:id="Re4dc9e14d2e04ab9"/>
    <p:sldId xmlns:r="http://schemas.openxmlformats.org/officeDocument/2006/relationships" id="259" r:id="R465c2554cfff4794"/>
    <p:sldId xmlns:r="http://schemas.openxmlformats.org/officeDocument/2006/relationships" id="260" r:id="Rc8ca11f9df024e2c"/>
    <p:sldId xmlns:r="http://schemas.openxmlformats.org/officeDocument/2006/relationships" id="261" r:id="Rc74f89299a3048d5"/>
    <p:sldId xmlns:r="http://schemas.openxmlformats.org/officeDocument/2006/relationships" id="262" r:id="Ra07964343e8f4704"/>
    <p:sldId xmlns:r="http://schemas.openxmlformats.org/officeDocument/2006/relationships" id="263" r:id="Rbb1a1a7f9c454096"/>
    <p:sldId xmlns:r="http://schemas.openxmlformats.org/officeDocument/2006/relationships" id="264" r:id="R4a2e97cce9ad4939"/>
    <p:sldId xmlns:r="http://schemas.openxmlformats.org/officeDocument/2006/relationships" id="265" r:id="Rea23f0ac2cd54ca3"/>
    <p:sldId xmlns:r="http://schemas.openxmlformats.org/officeDocument/2006/relationships" id="266" r:id="Re9ac2f1928da42d6"/>
    <p:sldId xmlns:r="http://schemas.openxmlformats.org/officeDocument/2006/relationships" id="267" r:id="R197ef8567f66420e"/>
    <p:sldId xmlns:r="http://schemas.openxmlformats.org/officeDocument/2006/relationships" id="268" r:id="R201dc247fc8c4cc5"/>
    <p:sldId xmlns:r="http://schemas.openxmlformats.org/officeDocument/2006/relationships" id="269" r:id="R2168c61e4ea342f0"/>
    <p:sldId xmlns:r="http://schemas.openxmlformats.org/officeDocument/2006/relationships" id="270" r:id="Rc441de6fd63244db"/>
    <p:sldId xmlns:r="http://schemas.openxmlformats.org/officeDocument/2006/relationships" id="271" r:id="Rfb45c990e97148e8"/>
    <p:sldId xmlns:r="http://schemas.openxmlformats.org/officeDocument/2006/relationships" id="272" r:id="Rd03f85d4dd6e4027"/>
    <p:sldId xmlns:r="http://schemas.openxmlformats.org/officeDocument/2006/relationships" id="273" r:id="R06b4109c65b34b90"/>
    <p:sldId xmlns:r="http://schemas.openxmlformats.org/officeDocument/2006/relationships" id="274" r:id="R3faebf92df564adc"/>
    <p:sldId xmlns:r="http://schemas.openxmlformats.org/officeDocument/2006/relationships" id="275" r:id="R46c04ced84a84ea7"/>
    <p:sldId xmlns:r="http://schemas.openxmlformats.org/officeDocument/2006/relationships" id="276" r:id="R936170d4070e434f"/>
    <p:sldId xmlns:r="http://schemas.openxmlformats.org/officeDocument/2006/relationships" id="277" r:id="R6ded29477ffa4821"/>
    <p:sldId xmlns:r="http://schemas.openxmlformats.org/officeDocument/2006/relationships" id="278" r:id="R13cfbecb52904dcc"/>
    <p:sldId xmlns:r="http://schemas.openxmlformats.org/officeDocument/2006/relationships" id="279" r:id="Rf326e4e164b84cff"/>
    <p:sldId xmlns:r="http://schemas.openxmlformats.org/officeDocument/2006/relationships" id="280" r:id="R8189158d0a694823"/>
    <p:sldId xmlns:r="http://schemas.openxmlformats.org/officeDocument/2006/relationships" id="281" r:id="R3d964edf15044c99"/>
    <p:sldId xmlns:r="http://schemas.openxmlformats.org/officeDocument/2006/relationships" id="282" r:id="R9c8fc55ff1f14176"/>
    <p:sldId xmlns:r="http://schemas.openxmlformats.org/officeDocument/2006/relationships" id="283" r:id="R530e55e3a9c9443f"/>
    <p:sldId xmlns:r="http://schemas.openxmlformats.org/officeDocument/2006/relationships" id="284" r:id="Rb2827218532f4995"/>
    <p:sldId xmlns:r="http://schemas.openxmlformats.org/officeDocument/2006/relationships" id="285" r:id="R3838a15ae5db4db6"/>
    <p:sldId xmlns:r="http://schemas.openxmlformats.org/officeDocument/2006/relationships" id="286" r:id="R07553226552545e3"/>
    <p:sldId xmlns:r="http://schemas.openxmlformats.org/officeDocument/2006/relationships" id="287" r:id="R988eeaa197ce41fa"/>
    <p:sldId xmlns:r="http://schemas.openxmlformats.org/officeDocument/2006/relationships" id="288" r:id="Rbd1be84a93af4d3e"/>
    <p:sldId xmlns:r="http://schemas.openxmlformats.org/officeDocument/2006/relationships" id="289" r:id="Rc3648c80b57543cf"/>
    <p:sldId xmlns:r="http://schemas.openxmlformats.org/officeDocument/2006/relationships" id="290" r:id="R1cae33bb7d2b45a7"/>
    <p:sldId xmlns:r="http://schemas.openxmlformats.org/officeDocument/2006/relationships" id="291" r:id="Rddf82c5c40294491"/>
    <p:sldId xmlns:r="http://schemas.openxmlformats.org/officeDocument/2006/relationships" id="292" r:id="R301ee9b45b304f9a"/>
    <p:sldId xmlns:r="http://schemas.openxmlformats.org/officeDocument/2006/relationships" id="293" r:id="Rfe8be08bed3a4caf"/>
    <p:sldId xmlns:r="http://schemas.openxmlformats.org/officeDocument/2006/relationships" id="294" r:id="Rfdb1e9b840f74fc8"/>
    <p:sldId xmlns:r="http://schemas.openxmlformats.org/officeDocument/2006/relationships" id="295" r:id="Rb5a8dd0c96f945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e969293979470c" /><Relationship Type="http://schemas.openxmlformats.org/officeDocument/2006/relationships/slideMaster" Target="/ppt/slideMasters/slideMaster1.xml" Id="R61415c01d08f41f1" /><Relationship Type="http://schemas.openxmlformats.org/officeDocument/2006/relationships/notesMaster" Target="/ppt/notesMasters/notesMaster1.xml" Id="R57b662c8c710438d" /><Relationship Type="http://schemas.openxmlformats.org/officeDocument/2006/relationships/presProps" Target="/ppt/presProps.xml" Id="Raba819a8c23b49d7" /><Relationship Type="http://schemas.openxmlformats.org/officeDocument/2006/relationships/tableStyles" Target="/ppt/tableStyles.xml" Id="Rceca5ce5d4c24efd" /><Relationship Type="http://schemas.openxmlformats.org/officeDocument/2006/relationships/slide" Target="/ppt/slides/slide1.xml" Id="R8af26a4594ff479a" /><Relationship Type="http://schemas.openxmlformats.org/officeDocument/2006/relationships/slide" Target="/ppt/slides/slide2.xml" Id="R3474047c52b64d04" /><Relationship Type="http://schemas.openxmlformats.org/officeDocument/2006/relationships/slide" Target="/ppt/slides/slide3.xml" Id="Re4dc9e14d2e04ab9" /><Relationship Type="http://schemas.openxmlformats.org/officeDocument/2006/relationships/slide" Target="/ppt/slides/slide4.xml" Id="R465c2554cfff4794" /><Relationship Type="http://schemas.openxmlformats.org/officeDocument/2006/relationships/slide" Target="/ppt/slides/slide5.xml" Id="Rc8ca11f9df024e2c" /><Relationship Type="http://schemas.openxmlformats.org/officeDocument/2006/relationships/slide" Target="/ppt/slides/slide6.xml" Id="Rc74f89299a3048d5" /><Relationship Type="http://schemas.openxmlformats.org/officeDocument/2006/relationships/slide" Target="/ppt/slides/slide7.xml" Id="Ra07964343e8f4704" /><Relationship Type="http://schemas.openxmlformats.org/officeDocument/2006/relationships/slide" Target="/ppt/slides/slide8.xml" Id="Rbb1a1a7f9c454096" /><Relationship Type="http://schemas.openxmlformats.org/officeDocument/2006/relationships/slide" Target="/ppt/slides/slide9.xml" Id="R4a2e97cce9ad4939" /><Relationship Type="http://schemas.openxmlformats.org/officeDocument/2006/relationships/slide" Target="/ppt/slides/slide10.xml" Id="Rea23f0ac2cd54ca3" /><Relationship Type="http://schemas.openxmlformats.org/officeDocument/2006/relationships/slide" Target="/ppt/slides/slide11.xml" Id="Re9ac2f1928da42d6" /><Relationship Type="http://schemas.openxmlformats.org/officeDocument/2006/relationships/slide" Target="/ppt/slides/slide12.xml" Id="R197ef8567f66420e" /><Relationship Type="http://schemas.openxmlformats.org/officeDocument/2006/relationships/slide" Target="/ppt/slides/slide13.xml" Id="R201dc247fc8c4cc5" /><Relationship Type="http://schemas.openxmlformats.org/officeDocument/2006/relationships/slide" Target="/ppt/slides/slide14.xml" Id="R2168c61e4ea342f0" /><Relationship Type="http://schemas.openxmlformats.org/officeDocument/2006/relationships/slide" Target="/ppt/slides/slide15.xml" Id="Rc441de6fd63244db" /><Relationship Type="http://schemas.openxmlformats.org/officeDocument/2006/relationships/slide" Target="/ppt/slides/slide16.xml" Id="Rfb45c990e97148e8" /><Relationship Type="http://schemas.openxmlformats.org/officeDocument/2006/relationships/slide" Target="/ppt/slides/slide17.xml" Id="Rd03f85d4dd6e4027" /><Relationship Type="http://schemas.openxmlformats.org/officeDocument/2006/relationships/slide" Target="/ppt/slides/slide18.xml" Id="R06b4109c65b34b90" /><Relationship Type="http://schemas.openxmlformats.org/officeDocument/2006/relationships/slide" Target="/ppt/slides/slide19.xml" Id="R3faebf92df564adc" /><Relationship Type="http://schemas.openxmlformats.org/officeDocument/2006/relationships/slide" Target="/ppt/slides/slide20.xml" Id="R46c04ced84a84ea7" /><Relationship Type="http://schemas.openxmlformats.org/officeDocument/2006/relationships/slide" Target="/ppt/slides/slide21.xml" Id="R936170d4070e434f" /><Relationship Type="http://schemas.openxmlformats.org/officeDocument/2006/relationships/slide" Target="/ppt/slides/slide22.xml" Id="R6ded29477ffa4821" /><Relationship Type="http://schemas.openxmlformats.org/officeDocument/2006/relationships/slide" Target="/ppt/slides/slide23.xml" Id="R13cfbecb52904dcc" /><Relationship Type="http://schemas.openxmlformats.org/officeDocument/2006/relationships/slide" Target="/ppt/slides/slide24.xml" Id="Rf326e4e164b84cff" /><Relationship Type="http://schemas.openxmlformats.org/officeDocument/2006/relationships/slide" Target="/ppt/slides/slide25.xml" Id="R8189158d0a694823" /><Relationship Type="http://schemas.openxmlformats.org/officeDocument/2006/relationships/slide" Target="/ppt/slides/slide26.xml" Id="R3d964edf15044c99" /><Relationship Type="http://schemas.openxmlformats.org/officeDocument/2006/relationships/slide" Target="/ppt/slides/slide27.xml" Id="R9c8fc55ff1f14176" /><Relationship Type="http://schemas.openxmlformats.org/officeDocument/2006/relationships/slide" Target="/ppt/slides/slide28.xml" Id="R530e55e3a9c9443f" /><Relationship Type="http://schemas.openxmlformats.org/officeDocument/2006/relationships/slide" Target="/ppt/slides/slide29.xml" Id="Rb2827218532f4995" /><Relationship Type="http://schemas.openxmlformats.org/officeDocument/2006/relationships/slide" Target="/ppt/slides/slide30.xml" Id="R3838a15ae5db4db6" /><Relationship Type="http://schemas.openxmlformats.org/officeDocument/2006/relationships/slide" Target="/ppt/slides/slide31.xml" Id="R07553226552545e3" /><Relationship Type="http://schemas.openxmlformats.org/officeDocument/2006/relationships/slide" Target="/ppt/slides/slide32.xml" Id="R988eeaa197ce41fa" /><Relationship Type="http://schemas.openxmlformats.org/officeDocument/2006/relationships/slide" Target="/ppt/slides/slide33.xml" Id="Rbd1be84a93af4d3e" /><Relationship Type="http://schemas.openxmlformats.org/officeDocument/2006/relationships/slide" Target="/ppt/slides/slide34.xml" Id="Rc3648c80b57543cf" /><Relationship Type="http://schemas.openxmlformats.org/officeDocument/2006/relationships/slide" Target="/ppt/slides/slide35.xml" Id="R1cae33bb7d2b45a7" /><Relationship Type="http://schemas.openxmlformats.org/officeDocument/2006/relationships/slide" Target="/ppt/slides/slide36.xml" Id="Rddf82c5c40294491" /><Relationship Type="http://schemas.openxmlformats.org/officeDocument/2006/relationships/slide" Target="/ppt/slides/slide37.xml" Id="R301ee9b45b304f9a" /><Relationship Type="http://schemas.openxmlformats.org/officeDocument/2006/relationships/slide" Target="/ppt/slides/slide38.xml" Id="Rfe8be08bed3a4caf" /><Relationship Type="http://schemas.openxmlformats.org/officeDocument/2006/relationships/slide" Target="/ppt/slides/slide39.xml" Id="Rfdb1e9b840f74fc8" /><Relationship Type="http://schemas.openxmlformats.org/officeDocument/2006/relationships/slide" Target="/ppt/slides/slide40.xml" Id="Rb5a8dd0c96f945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39333d2e2a4e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a12b510e92410d" /><Relationship Type="http://schemas.openxmlformats.org/officeDocument/2006/relationships/notesMaster" Target="/ppt/notesMasters/notesMaster1.xml" Id="R2c15b347ae6747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4896516d01472b" /><Relationship Type="http://schemas.openxmlformats.org/officeDocument/2006/relationships/notesMaster" Target="/ppt/notesMasters/notesMaster1.xml" Id="R25d3cedd688f49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97295f398b42ca" /><Relationship Type="http://schemas.openxmlformats.org/officeDocument/2006/relationships/notesMaster" Target="/ppt/notesMasters/notesMaster1.xml" Id="Rcdb13a542b3148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d3c111b6c8452b" /><Relationship Type="http://schemas.openxmlformats.org/officeDocument/2006/relationships/notesMaster" Target="/ppt/notesMasters/notesMaster1.xml" Id="Re74a0584c20e43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395208d42b4747" /><Relationship Type="http://schemas.openxmlformats.org/officeDocument/2006/relationships/notesMaster" Target="/ppt/notesMasters/notesMaster1.xml" Id="R12afc7ac340243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7e1ab1fa3e4311" /><Relationship Type="http://schemas.openxmlformats.org/officeDocument/2006/relationships/notesMaster" Target="/ppt/notesMasters/notesMaster1.xml" Id="Rf7d7c87422874f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3a3ab7ac9a4fbd" /><Relationship Type="http://schemas.openxmlformats.org/officeDocument/2006/relationships/notesMaster" Target="/ppt/notesMasters/notesMaster1.xml" Id="R5bb6c09d8b8547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ccd61fb27148ad" /><Relationship Type="http://schemas.openxmlformats.org/officeDocument/2006/relationships/notesMaster" Target="/ppt/notesMasters/notesMaster1.xml" Id="R066402fd136d43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7949011062472d" /><Relationship Type="http://schemas.openxmlformats.org/officeDocument/2006/relationships/notesMaster" Target="/ppt/notesMasters/notesMaster1.xml" Id="R2f434f3ac783451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a2a00070eec4324" /><Relationship Type="http://schemas.openxmlformats.org/officeDocument/2006/relationships/notesMaster" Target="/ppt/notesMasters/notesMaster1.xml" Id="Rfd0d2cc42e3e4c3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584699530ec488e" /><Relationship Type="http://schemas.openxmlformats.org/officeDocument/2006/relationships/notesMaster" Target="/ppt/notesMasters/notesMaster1.xml" Id="R01468d4eae384d0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0106cac558c4f72" /><Relationship Type="http://schemas.openxmlformats.org/officeDocument/2006/relationships/notesMaster" Target="/ppt/notesMasters/notesMaster1.xml" Id="R113db7d2a6f642b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292552654624930" /><Relationship Type="http://schemas.openxmlformats.org/officeDocument/2006/relationships/notesMaster" Target="/ppt/notesMasters/notesMaster1.xml" Id="R5dbe80715a8b4f5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c2cc86fb7824d57" /><Relationship Type="http://schemas.openxmlformats.org/officeDocument/2006/relationships/notesMaster" Target="/ppt/notesMasters/notesMaster1.xml" Id="R4ba8ef3d2cf5420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716f07e41674ec7" /><Relationship Type="http://schemas.openxmlformats.org/officeDocument/2006/relationships/notesMaster" Target="/ppt/notesMasters/notesMaster1.xml" Id="R44b63ed48436487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667aa8f6a464a1a" /><Relationship Type="http://schemas.openxmlformats.org/officeDocument/2006/relationships/notesMaster" Target="/ppt/notesMasters/notesMaster1.xml" Id="R9c00ecb759a44ce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d334ce04c764b8b" /><Relationship Type="http://schemas.openxmlformats.org/officeDocument/2006/relationships/notesMaster" Target="/ppt/notesMasters/notesMaster1.xml" Id="R413c529c6340442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43dc809d7ce40f9" /><Relationship Type="http://schemas.openxmlformats.org/officeDocument/2006/relationships/notesMaster" Target="/ppt/notesMasters/notesMaster1.xml" Id="R9399262e4cdd4b2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35a25dcfadb4e33" /><Relationship Type="http://schemas.openxmlformats.org/officeDocument/2006/relationships/notesMaster" Target="/ppt/notesMasters/notesMaster1.xml" Id="R98932568c65844c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1cb2a54af6f4f7c" /><Relationship Type="http://schemas.openxmlformats.org/officeDocument/2006/relationships/notesMaster" Target="/ppt/notesMasters/notesMaster1.xml" Id="R113172bc4f35488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d6d2e1c069d4205" /><Relationship Type="http://schemas.openxmlformats.org/officeDocument/2006/relationships/notesMaster" Target="/ppt/notesMasters/notesMaster1.xml" Id="Ra9c5ce1190504c7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df27f666d3242cf" /><Relationship Type="http://schemas.openxmlformats.org/officeDocument/2006/relationships/notesMaster" Target="/ppt/notesMasters/notesMaster1.xml" Id="R2cd20fbb20b94d8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ff3e98818d94bff" /><Relationship Type="http://schemas.openxmlformats.org/officeDocument/2006/relationships/notesMaster" Target="/ppt/notesMasters/notesMaster1.xml" Id="Rf2ffb4fd28b94cd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e35068b023b49a6" /><Relationship Type="http://schemas.openxmlformats.org/officeDocument/2006/relationships/notesMaster" Target="/ppt/notesMasters/notesMaster1.xml" Id="R15f1f487d55544a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97a9961e5b64ccd" /><Relationship Type="http://schemas.openxmlformats.org/officeDocument/2006/relationships/notesMaster" Target="/ppt/notesMasters/notesMaster1.xml" Id="R46ee5cf238ea477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db151a6c56e4e2a" /><Relationship Type="http://schemas.openxmlformats.org/officeDocument/2006/relationships/notesMaster" Target="/ppt/notesMasters/notesMaster1.xml" Id="R0ce12c8c974a47e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48e628e212e444c" /><Relationship Type="http://schemas.openxmlformats.org/officeDocument/2006/relationships/notesMaster" Target="/ppt/notesMasters/notesMaster1.xml" Id="R643e71a2a28040e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d1592201c994fb8" /><Relationship Type="http://schemas.openxmlformats.org/officeDocument/2006/relationships/notesMaster" Target="/ppt/notesMasters/notesMaster1.xml" Id="R712cb98b1a914e1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43c5761cced4ccd" /><Relationship Type="http://schemas.openxmlformats.org/officeDocument/2006/relationships/notesMaster" Target="/ppt/notesMasters/notesMaster1.xml" Id="R6d67d685d69142a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02f42eb2a544812" /><Relationship Type="http://schemas.openxmlformats.org/officeDocument/2006/relationships/notesMaster" Target="/ppt/notesMasters/notesMaster1.xml" Id="Rd40fcacdd253490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2d8dc33176e4f81" /><Relationship Type="http://schemas.openxmlformats.org/officeDocument/2006/relationships/notesMaster" Target="/ppt/notesMasters/notesMaster1.xml" Id="Rf0c97172e131435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0e3456b608c4f72" /><Relationship Type="http://schemas.openxmlformats.org/officeDocument/2006/relationships/notesMaster" Target="/ppt/notesMasters/notesMaster1.xml" Id="R1b34f19c770746d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d93fb365da1487f" /><Relationship Type="http://schemas.openxmlformats.org/officeDocument/2006/relationships/notesMaster" Target="/ppt/notesMasters/notesMaster1.xml" Id="Re7083033b68d483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0c3b0eb00f24623" /><Relationship Type="http://schemas.openxmlformats.org/officeDocument/2006/relationships/notesMaster" Target="/ppt/notesMasters/notesMaster1.xml" Id="Rdf8270cad7694f4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bdd20b3f07242c5" /><Relationship Type="http://schemas.openxmlformats.org/officeDocument/2006/relationships/notesMaster" Target="/ppt/notesMasters/notesMaster1.xml" Id="Rcf75707cd0fd47d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aa70d899cee43e5" /><Relationship Type="http://schemas.openxmlformats.org/officeDocument/2006/relationships/notesMaster" Target="/ppt/notesMasters/notesMaster1.xml" Id="R2678b67dcd6a4c1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01a89ef611b4b87" /><Relationship Type="http://schemas.openxmlformats.org/officeDocument/2006/relationships/notesMaster" Target="/ppt/notesMasters/notesMaster1.xml" Id="R9dec0877b5f0461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8e0002118c84671" /><Relationship Type="http://schemas.openxmlformats.org/officeDocument/2006/relationships/notesMaster" Target="/ppt/notesMasters/notesMaster1.xml" Id="R8acf52a01f5a443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2f28dbece6d4b72" /><Relationship Type="http://schemas.openxmlformats.org/officeDocument/2006/relationships/notesMaster" Target="/ppt/notesMasters/notesMaster1.xml" Id="R366ebd8042b04912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0949330c6ff4761" /><Relationship Type="http://schemas.openxmlformats.org/officeDocument/2006/relationships/notesMaster" Target="/ppt/notesMasters/notesMaster1.xml" Id="R162923c2a69e47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c88542a30948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290710ef534fbe" /><Relationship Type="http://schemas.openxmlformats.org/officeDocument/2006/relationships/slideLayout" Target="/ppt/slideLayouts/slideLayout1.xml" Id="R92d2aced2b0a4d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d2aced2b0a4d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e0247c9614102" /><Relationship Type="http://schemas.openxmlformats.org/officeDocument/2006/relationships/notesSlide" Target="/ppt/notesSlides/notesSlide1.xml" Id="R3d14745b2f2c4c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62707364744296" /><Relationship Type="http://schemas.openxmlformats.org/officeDocument/2006/relationships/notesSlide" Target="/ppt/notesSlides/notesSlide2.xml" Id="R4894a005e2334b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2f6080d3694e8b" /><Relationship Type="http://schemas.openxmlformats.org/officeDocument/2006/relationships/notesSlide" Target="/ppt/notesSlides/notesSlide3.xml" Id="R7d72cfee3ebb43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f91b90087344e3" /><Relationship Type="http://schemas.openxmlformats.org/officeDocument/2006/relationships/notesSlide" Target="/ppt/notesSlides/notesSlide4.xml" Id="R8eea70c7f58f44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306d6faf04069" /><Relationship Type="http://schemas.openxmlformats.org/officeDocument/2006/relationships/notesSlide" Target="/ppt/notesSlides/notesSlide5.xml" Id="Rcd075e7f3aa34c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981eccefb74de3" /><Relationship Type="http://schemas.openxmlformats.org/officeDocument/2006/relationships/notesSlide" Target="/ppt/notesSlides/notesSlide6.xml" Id="R60c7985b171f48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1a18b83974b0f" /><Relationship Type="http://schemas.openxmlformats.org/officeDocument/2006/relationships/notesSlide" Target="/ppt/notesSlides/notesSlide7.xml" Id="Rbd6aa651fa0249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5eeb17bc240a8" /><Relationship Type="http://schemas.openxmlformats.org/officeDocument/2006/relationships/notesSlide" Target="/ppt/notesSlides/notesSlide8.xml" Id="R4a81db3c0ee1449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e903b347814ff1" /><Relationship Type="http://schemas.openxmlformats.org/officeDocument/2006/relationships/notesSlide" Target="/ppt/notesSlides/notesSlide9.xml" Id="R3d19814e22f44b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c24b674b944965" /><Relationship Type="http://schemas.openxmlformats.org/officeDocument/2006/relationships/notesSlide" Target="/ppt/notesSlides/notesSlide10.xml" Id="R3f1986f6020a471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cfad8fd2194e04" /><Relationship Type="http://schemas.openxmlformats.org/officeDocument/2006/relationships/notesSlide" Target="/ppt/notesSlides/notesSlide11.xml" Id="Re0841c1ceb0c42a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f8b9e08eab46ca" /><Relationship Type="http://schemas.openxmlformats.org/officeDocument/2006/relationships/notesSlide" Target="/ppt/notesSlides/notesSlide12.xml" Id="R68daa3b9a8c44cc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8cfc723df44474" /><Relationship Type="http://schemas.openxmlformats.org/officeDocument/2006/relationships/notesSlide" Target="/ppt/notesSlides/notesSlide13.xml" Id="R75a8ff93b21e4b9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baab5aae594ae6" /><Relationship Type="http://schemas.openxmlformats.org/officeDocument/2006/relationships/notesSlide" Target="/ppt/notesSlides/notesSlide14.xml" Id="Reed6f65b079a450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dbbc3fba984734" /><Relationship Type="http://schemas.openxmlformats.org/officeDocument/2006/relationships/notesSlide" Target="/ppt/notesSlides/notesSlide15.xml" Id="R86aa0fa0df63452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48125a77cc4b4b" /><Relationship Type="http://schemas.openxmlformats.org/officeDocument/2006/relationships/notesSlide" Target="/ppt/notesSlides/notesSlide16.xml" Id="Rf715a401e9f14c3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2ee51d0114cd0" /><Relationship Type="http://schemas.openxmlformats.org/officeDocument/2006/relationships/notesSlide" Target="/ppt/notesSlides/notesSlide17.xml" Id="R0f60dc7ac5084bb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a6d228aa314669" /><Relationship Type="http://schemas.openxmlformats.org/officeDocument/2006/relationships/notesSlide" Target="/ppt/notesSlides/notesSlide18.xml" Id="R2336342716b34b7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3ec631a56b468d" /><Relationship Type="http://schemas.openxmlformats.org/officeDocument/2006/relationships/notesSlide" Target="/ppt/notesSlides/notesSlide19.xml" Id="R22eeed742a9f4b6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42efbe5ef94c81" /><Relationship Type="http://schemas.openxmlformats.org/officeDocument/2006/relationships/notesSlide" Target="/ppt/notesSlides/notesSlide20.xml" Id="Rbea88455bd5b4b9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041d3adee49da" /><Relationship Type="http://schemas.openxmlformats.org/officeDocument/2006/relationships/notesSlide" Target="/ppt/notesSlides/notesSlide21.xml" Id="Rdca2011820c94d3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6577bfe85541fc" /><Relationship Type="http://schemas.openxmlformats.org/officeDocument/2006/relationships/notesSlide" Target="/ppt/notesSlides/notesSlide22.xml" Id="R62d747d00f71467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952a65f5cb450d" /><Relationship Type="http://schemas.openxmlformats.org/officeDocument/2006/relationships/notesSlide" Target="/ppt/notesSlides/notesSlide23.xml" Id="R41d16528ab9e472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bdee2df7a94acc" /><Relationship Type="http://schemas.openxmlformats.org/officeDocument/2006/relationships/notesSlide" Target="/ppt/notesSlides/notesSlide24.xml" Id="Rda38a3c40aea439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1d4334be024574" /><Relationship Type="http://schemas.openxmlformats.org/officeDocument/2006/relationships/notesSlide" Target="/ppt/notesSlides/notesSlide25.xml" Id="R898de615e87b4c7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ba0039b4e64b0c" /><Relationship Type="http://schemas.openxmlformats.org/officeDocument/2006/relationships/notesSlide" Target="/ppt/notesSlides/notesSlide26.xml" Id="R11a0de56244b4e1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6d884186ef421d" /><Relationship Type="http://schemas.openxmlformats.org/officeDocument/2006/relationships/notesSlide" Target="/ppt/notesSlides/notesSlide27.xml" Id="R3717fd90a931445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ecfe2f735947a5" /><Relationship Type="http://schemas.openxmlformats.org/officeDocument/2006/relationships/notesSlide" Target="/ppt/notesSlides/notesSlide28.xml" Id="R9f7fc7e8dbf4471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e9da61641a4f1e" /><Relationship Type="http://schemas.openxmlformats.org/officeDocument/2006/relationships/notesSlide" Target="/ppt/notesSlides/notesSlide29.xml" Id="R6cfe58f9bde54d9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670dd6f09a4f39" /><Relationship Type="http://schemas.openxmlformats.org/officeDocument/2006/relationships/notesSlide" Target="/ppt/notesSlides/notesSlide30.xml" Id="R191e88186b3248e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4e36defa14b5c" /><Relationship Type="http://schemas.openxmlformats.org/officeDocument/2006/relationships/notesSlide" Target="/ppt/notesSlides/notesSlide31.xml" Id="Rcb4aab75949a4cd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ea6299f6c242d1" /><Relationship Type="http://schemas.openxmlformats.org/officeDocument/2006/relationships/notesSlide" Target="/ppt/notesSlides/notesSlide32.xml" Id="R70a3b754f02e473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6b5bbb90e844c0" /><Relationship Type="http://schemas.openxmlformats.org/officeDocument/2006/relationships/notesSlide" Target="/ppt/notesSlides/notesSlide33.xml" Id="R2edd212aead849d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3009ca7e44105" /><Relationship Type="http://schemas.openxmlformats.org/officeDocument/2006/relationships/notesSlide" Target="/ppt/notesSlides/notesSlide34.xml" Id="Raa3345a66f72410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3069936ddf4fef" /><Relationship Type="http://schemas.openxmlformats.org/officeDocument/2006/relationships/notesSlide" Target="/ppt/notesSlides/notesSlide35.xml" Id="Rf22aa4f3bfeb426f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60d0e6a9a43db" /><Relationship Type="http://schemas.openxmlformats.org/officeDocument/2006/relationships/notesSlide" Target="/ppt/notesSlides/notesSlide36.xml" Id="Rc6cabd198d65456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748246bda40d4" /><Relationship Type="http://schemas.openxmlformats.org/officeDocument/2006/relationships/notesSlide" Target="/ppt/notesSlides/notesSlide37.xml" Id="R919f1bb34b7d439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61f59f289149da" /><Relationship Type="http://schemas.openxmlformats.org/officeDocument/2006/relationships/notesSlide" Target="/ppt/notesSlides/notesSlide38.xml" Id="R49b95ca332fb402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8ae0351bc844ff" /><Relationship Type="http://schemas.openxmlformats.org/officeDocument/2006/relationships/notesSlide" Target="/ppt/notesSlides/notesSlide39.xml" Id="Rf03d6db90f5d40b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6f036a91048d1" /><Relationship Type="http://schemas.openxmlformats.org/officeDocument/2006/relationships/notesSlide" Target="/ppt/notesSlides/notesSlide40.xml" Id="R99a21411529d42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9F511A-10D1-4025-AA27-D8F8E767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3A9FB1-84EE-42D8-A590-21353DB7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Numerical Methods- 2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0798E1-96C1-467E-AB87-4F600986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Multivariable Calculus and Numerical Methods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1BMATM201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Textbook 1: Chapter 32 :32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BF7FC-3F2E-475C-98FF-9B292D98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39E492-A8C3-4FF3-B669-CDDB7EA0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AE1475-5332-4212-B668-6654C4D8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487FBC-6DE3-4D0D-839A-EB140D12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10B360-1568-463E-909A-E5A806E2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FC9B6-329D-449F-85A7-FDCF80E7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118E53-9752-4A7D-9A2F-5408CEC5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F5BE77-A2F7-4B5C-AA25-165E11F8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254A1D-9C23-4323-89DD-F7728E32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9C2AD1-BFA4-4D48-BC7A-E29EB59A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3682163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20B1CC-A532-422A-B530-FC567148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D970D-25EB-4699-A16F-E19C262F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017472-38AA-4379-9372-9092A10D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7B9DFF-48C5-41E4-ABDD-1FAF6DDA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81B833-4BB3-4356-8DCB-8D2C774D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124FFE-9607-4617-84A4-92DBB16D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052197-4AD3-4863-9995-7A74192F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551F7D-220E-43B3-81A3-A646B834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81616E-29D8-40DD-A3AF-C350459F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C0E983-446F-4A0D-8D08-6EB268D8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C3E044-8255-4E3E-A47D-7CB326F3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953E62-63AD-48EE-8573-88A271BD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32851E-4D2E-4AE8-91EA-141648C9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8DE057-9E88-454B-BF01-52B1E3A3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5CB9A5-87A0-4506-AA00-3227D14B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7049915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DEEF55-958C-43F9-BBFC-8206D7D9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F08A4D-6483-4235-9197-4E204969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835BD3-BEB0-46BA-B1DF-A35F6603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A72A3D-8B24-4C1B-B3C6-7A7F5A49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23A756-F71B-43F4-83DA-29C8F7AA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41C731-E3CB-4FB1-AD97-7DDD2BB0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126052-F94A-4592-948B-06A3CFC3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B2E67A-0883-480C-9D2B-A9F66540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A56666-5F0D-4043-8D3F-8B9A4E46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Numerical Methods- 2 (8 Hours Theory + 4 Hours Tutorial)...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8B9F6B-80A5-4086-B7BF-6A9B7360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58AB77-0AA6-410D-84DD-00667F0B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FECCC0-82CE-4356-9797-5DC18E43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Modified Euler's method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CE4762-F553-4445-804F-139DF66A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98ECA5-7127-49A0-928F-9664E180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F39B0F-96A0-4818-8A34-E0BAFD38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Runge-Kutta method of fourth order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6B6F33-F27E-442E-979C-0BF750F4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AFF119-DDFD-4EA8-896A-ABDB93AF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C1E17D-6966-4C19-B5EC-E36B4A45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Milne's predictor- corrector formula and Adams-Bashforth...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FE0CA1-1B6A-467D-9BA7-030C0734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B1316B-B6B5-4614-8A27-FB6139A7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4819025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6CD576-9847-4260-B3F0-BA2055CC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3317E6-82BB-41D2-9BC3-7032FF4B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1F88A4-D501-4DB9-A8EE-2311EEC1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AF0FF8-1855-412D-853A-00E9AC61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082722-C46B-4956-BB80-49B98097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5BFE2E-2C16-4EBE-9860-EF8843CA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9FBEC3-E964-4275-9294-5D6EA336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B0B49D-553F-41C7-AE94-2AEB63EC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Numerical Methods- 2 (8 Hours Theory + 4 Hours Tutorial)....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1C1C89-29FB-43F2-800F-A25008F9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32 :32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C48D12-A729-4152-B515-58AACCD5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CC52A1-1371-4A89-9F4E-B7C485C1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Modified Euler's method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A9B844-E113-466E-AE32-10FB0661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32 :32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E52771-216F-49F4-8292-ABFAFA9B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6D5A2E-D52D-4725-B0F2-20DF6720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Runge-Kutta method of fourth order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31765-AA34-44A2-8551-6E4AAD8A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32 :32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DBDF2E-10F3-4F17-A28C-DC769126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0268DD-5395-436A-B196-D99BBBEC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Milne's predictor- corrector formula and Adams-Bashforth....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16FEB0-033E-42DA-B70B-B829D3B4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32 :32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184E9C-5F7B-43AB-B329-6D9A09C1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B810CA-0ACB-4BFD-B648-B226BAC3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4702015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1CAF3E-CB0F-4B81-942E-1A498F46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342207-2B7E-488D-BE7D-1447E38C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E9A241-AC79-4F30-8E4A-28E5B9BD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37D6E5-7875-414F-97B7-4D87BB7A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7B7190-3C4D-432C-BC14-A921CDFB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Numerical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4B56DA-2A11-4931-B8E6-500822B0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Methods-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020E5E-B0E1-4C45-AF1E-5ECEA158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Tutorial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6061C8-48C6-46B1-BE94-720C96EE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solution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E6E2DD-0661-44B9-9900-A55939FD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ordinary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321A44-4C1B-4173-B44E-86FA4171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differential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60FF54-15F2-48E2-9042-1A09E99D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equations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9B0B78-DC91-44C7-9460-A14898D8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first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59F90E-FAA8-4F69-83F9-832D0342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order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92B50C-5C84-4F32-BF4B-B4D5C02E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degree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94CCCC-0AC1-4D62-8FF2-01ACEFA1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B5B7B5-FC3D-49A5-AE4A-6131AEAA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3514752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EF135F-B825-44C8-AE8C-8E94F4B7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0E7E49-B0F5-4A9F-A89D-3763E52B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632175-349E-498D-B929-DD0366B3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B137A2-E09D-492F-BF24-C6CE4E95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74C8F1-70ED-4C48-AC0F-23D4BD69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Numerical Methods- 2 (8 Hours Theory + 4 Hours Tutorial) Numerical solution of ordinary differential equations...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491C10-DF7E-4ABF-B17A-AC5773F6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Numerical Methods- 2 (8 Hours Theory + 4...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5B7F85-81BC-4181-A733-589C4639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A75C7A-FDDB-4327-847D-9F00B98C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DF2E10-4462-41C4-9E99-3E8D12A5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974084-F52D-483E-9539-D80D5E40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ED2463-587D-4E65-B897-2B118F24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8A80CA-8433-4920-99DD-8FDC30BD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9ACF65-D88F-473F-9E3A-98F73FEC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A251F1-DB6F-4882-A808-35BF27C1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67C3A3-48B3-42DB-9BFA-93C7C125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5E6C30-0349-421A-8031-178F1EF7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2023773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F3CD93-B4B1-4D1F-992C-56C91B81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D5F126-2E93-4DD3-9F25-7A56FEC1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38E343-C15F-43FA-9851-0DFCF2D4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39DB8A-57C2-44CD-9A2B-E3573351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A379D0-307B-46B3-8D84-6104E863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D21861-2B9C-4CD6-B5F9-2ACCA183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BC7EA8-5B53-49AD-A51A-07D5174B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D841FA-5632-4D81-9769-0A118E12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10C1E1-C60D-4B3E-A9CC-B0D35A95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Numerical Metho...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003F0E-F6A4-49F4-B030-2BE1D444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B197EF-8A61-49CD-93AB-3973D070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B461F3-16FB-49D4-8BCA-027147C3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Numerical...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9A406E-A15E-4E4D-A1D7-84170C12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E16306-07DF-4023-B933-943EBDBE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90CACA-E0B0-48CF-BC5E-859B9ACF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Numeric...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882F5A-B76A-4A09-987E-7EF39C83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18D1BC-6BB6-468A-8BC3-541C2292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A3A692-7989-4CCA-A11D-74930202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Numerical Met...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2029F8-FA87-4E95-851E-F33E30B0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270F02-FFBD-4CC8-976D-DE61E1FC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A85C8B-56FB-438F-A797-95339176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Numerical M...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D6497A-CDA3-4C5D-AAAB-001A0B86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61FB96-4D87-4071-8C66-B9C28C80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678608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1F596A-6A34-4F97-8D87-7075A770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90F4D-1FA7-4CF4-9197-01F4198B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5AAF2C-69AF-43AC-87F0-B3F7F027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18D423-81D0-49A1-BCF3-D84277D5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A83195-C170-46B1-A3FE-9AB81F7B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9619D6-FAA1-45D1-A510-C82EF1B7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4E3717-26EB-4337-95C6-83028997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577056-7574-4771-82DB-9650B24E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EA21EB-9535-4EA0-AE69-0B6B90BB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888156-2380-4CA8-B66A-03B390F0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945B4B-7F1D-42B5-8657-A9868570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E10260-D8B0-4D56-B143-9B08B813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A99A67-A410-4D75-8D84-C98D3FF6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DAE45D-D197-46B6-9F6C-F49B5206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485BA9-67C4-451F-8EC5-AA067350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1340616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D71337-ED7F-4345-AA8B-11FD7818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03E83-2C95-40F3-B642-B851D442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0FCA44-B1BF-4CDB-B88D-9E8A2A41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56F587-A7B5-4CD1-B462-1FBCCC84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8A2B57-A371-402D-BD1E-3F871FFF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E15A10-4CCE-498C-A0A1-8A9C44E3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Numerical Methods- 2 (8 Hours Theory + 4 Hours Tutorial)...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7ED84A-69D6-442F-9A7D-360F2E53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0776BA-F1F4-481D-939E-BC439C6A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D8CC90-08FF-40EE-818B-84156463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FA02D6-BD2F-46E1-A7FE-5B766565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FE83F7-27B3-44DC-A3B4-B311EDAB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9117201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0E752D-DC9F-4B74-AB26-7492CC47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2899FA-BE25-4D6B-88ED-EB58749C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1F2C38-A17B-49F3-B00D-2A8D9B40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563613-875E-48CC-A7A0-A9F3E7B5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C9B1D2-8D8E-4345-9FCA-1A92914A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Modified Euler's method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04E2A-F2E6-4539-9623-883484B5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Modified Euler's method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A2E4DD-511E-4066-9839-ABB2360E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56177F-5775-4926-A3AE-DC8CA015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B84CAF-DCE6-4838-8CB3-4130552E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D8666F-B81D-403B-864B-E78D6494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C94DAE-A86A-4B77-AF00-0C6552AC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6E4C68-48AB-435D-88A3-A94384B8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FFBD38-2DDA-4B67-8D35-BD230FC6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249B0C-0F51-471D-863B-545A2B61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D519EC-0F84-4FFC-A36B-6022DBA2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8A28DF-FB4C-4C21-93E2-DB3C9FA6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5046891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E9548B-E318-4F78-BF46-F6C1FD30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DF83EB-1130-4962-9D06-C02BEB25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37BB8-A12F-4D25-8E76-4C355121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2288C3-32A3-41F7-B86D-7454329C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02E6CD-73A8-4DCE-9D7E-FADE9946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91CE6C-15BB-47F5-B964-BCB15702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2F86C8-1345-4B7D-89D6-67ABD7C8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F6756-4C54-4245-8F08-B1C16DC2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3717D6-CDF9-4C7D-9D25-2A33F988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Modified Euler'...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04B038-2188-44A9-8BEF-C73B4A39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6CF841-BA6D-4D68-993A-9005E678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B18760-D774-4025-AFA6-2F43E346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Modified 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EF3138-109D-4860-8F78-BEE8E5F1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9C1BB8-9F81-4F95-B0E7-AE944FFF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66C98F-F240-4CDC-A01B-ABF0AC3A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Modifie...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E3DCB3-9575-4B33-A472-6E7C5CE8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47154F-AB1C-4A49-824C-0AF29F5E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14DA2D-6D0F-491E-ACC1-04469D9F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Modified Eule...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CCA8FB-9B0B-4D48-836E-3C6F5E19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EFA669-83C5-426E-BDFB-B4303AD0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D48634-B90D-41DA-8E97-4B302401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Modified Eu...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27BFA4-1DFE-4109-BCA2-6496EC29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CD0F15-A339-4DCD-A413-147B6A29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5226071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522009-A405-4056-B706-99F574B6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5E5CDB-49ED-4C99-9770-00AFB635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120DDA-F086-4EE9-94E1-B093DA21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3F0FCD-5832-4EB4-9F79-6057CFDE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823EA-2FA4-4826-9295-B68AAB97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67DB54-819A-4376-8B2B-B99C3ACB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CB2F72-DEB6-4E79-9875-2F52B414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CF00F-74B2-4DC5-80C3-BF32BCD7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0247BB-9D14-484D-8D74-D3E4721B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556DFB-5BCA-44BD-9EEF-6FAD8C67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456301-5AF7-4090-A8FF-56669AC3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9D1B8C-E77A-48EB-B119-446FD6DA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F9333A-BC5C-4A9B-9CED-508EA15A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5F7AC5-D441-466B-8A1A-5BBF451F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6BF4DD-34AF-4E36-9C35-A49C13DE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4920807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92E0E2-9730-4E0D-AA2D-7A74E521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FAD070-DC71-4DAD-8E47-DCA45080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BD0521-C033-4B1F-A121-6A4350CD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46139A-F485-4E04-9871-D7DE474E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438A9B-AE9F-4881-AD7F-FB212DD9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17A824-3939-4591-90E0-4E720401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Modified Euler's method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2F43C3-341D-4F68-818C-0DF73A71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329081-C28C-420D-BE21-0E2C8408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67ACDF-966A-466B-BD22-04C8DA25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9F2B3D-E30E-4888-A928-E014EC21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016E9C-377B-4710-AB85-51EDA45B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0395763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B639F7-E9CD-41E9-A21F-2D2BD0D3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B25EAA-0B7F-47B2-9F95-E7B50004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AF019-2B6E-4DD5-A064-B43BF0E4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FFCDBD-0A6C-440C-9E9A-2EED3C5E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29C1E-BDDD-49E1-ABE7-60B320F3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Runge-Kutta method of fourth order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E093AA-8B52-423A-8AAA-279EE60C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Runge-Kutta method of fourth order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7EB44F-6E1B-4738-B6FF-7D8EF701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3FFD9E-C686-4D8B-B5E2-0DC9FF8B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A842F0-52EC-4E76-8626-20597EF1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974946-D6FE-4AE5-B377-5C8E5D08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5F943F-5258-44B4-B86D-0795E8F5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A3D9CF-D3E5-47FB-B20F-2C420DAF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30E600-6E6E-4A46-80B0-AD43B102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CB26EF-B11E-4BA7-9763-B6858041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3ECE85-B82E-4577-8889-CB745B4D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0D0FDD-30C9-4BD8-846F-27F049FC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4707639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3EB995-7886-4DAE-A9EB-E9D5DC63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0459DF-A176-4AEA-A2F5-3B602CBC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9ACC44-FF65-47DD-AAF5-43F143A5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4934D4-BD0C-49AC-95A4-9B4F65CD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23E8E0-0035-481F-AF72-49219392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3E7D3C-FBD9-48B0-A442-70F519C7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D17CF9-7C63-4207-9057-0F78FA3E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6CC46C-0230-4713-A044-1CB16E3A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408D82-969A-4E64-86B5-4C533B7D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Runge-Kutta met...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0E1FE4-0DF8-4720-B028-353739CF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8EB6F2-B7D5-456D-99D6-6F4A5DA0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155574-FAF9-48F5-A8FE-59996457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Runge-Kutt...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02D51F-72E9-493B-81DF-D29B6B08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6E4EF3-0E01-4E99-ADC6-91511614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03248F-F0BB-4A6B-85B5-1C4AF447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Runge-K...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32A91A-5357-4285-838A-261F3FAF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A96E9E-8C7F-4F41-B8D0-52D4A379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6F1669-3722-4603-94DA-66E4DB14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Runge-Kutta m...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D75DAD-7410-4533-829D-CA04DD6D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ED83C3-464B-4B43-AABC-0EE8C44B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C68807-9B5A-4DF1-9AA7-E8AA373D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Runge-Kutta...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134ED9-2FE3-44C9-9A4D-2D9C09BC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5B222F-EC8F-4347-B7F1-BC37EE93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13120305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9B1E91-EF5A-4302-8558-BB56620B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53E08E-0C26-48AE-B7D4-3DCBBEE3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FA00FC-BA07-4B64-B77E-25FB21B6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02E478-FFC4-449F-962E-A4309EAC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AE91BE-7984-483D-9B4B-025CB7B1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01786B-DB86-4A1C-8466-604611FC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A0372C-3675-4FD3-9825-85E8C9CD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90AA75-E2A3-469E-95CD-371C579B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120B7F-7452-4F56-8BFA-13A022E8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9E8973-552C-4B46-B269-B8337DC3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1C5EDB-E854-4782-8182-4266CADF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5211CD-83B7-4BE4-B80C-7F1C3B2F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761D8C-EBF8-4490-8639-AA329E3F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F1725C-BD61-4DF7-A255-F97CEDF5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A31C04-DB2E-4810-8C44-D335B9E8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77377131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F6CA57-331B-44D1-ABBA-6B22FB99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637CD6-0FD0-4603-92E0-E61FD670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444C22-7E5D-4531-9C5E-2A097E4F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830DF-D349-4735-936A-E611CE31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FC60EC-F388-469B-ABB1-1970D1E6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06C9FE-81D8-4DBF-AFF8-98A8CCD2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Runge-Kutta method of fourth order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1552D7-C516-48AC-8809-84DFA3FF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BFB734-DCB2-4D28-9759-6895A82A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880B2B-7C7B-402C-8930-05D5E70D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586C74-4456-4F7C-B893-7B32E661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F6F56D-F5DF-47E5-AA83-A49F9AFE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76242674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E703B3-C54F-417A-9EA1-3E8ACB87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0E4C5-40AA-4189-9FAF-BD7C20A5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BA63E1-7438-45E4-847B-1CA354F9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6C4F15-2F22-473E-BE50-A521FA2B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6D881A-1710-4559-B9A6-5292C89C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Milne's predictor- corrector formula and Adams-Bashforth predictor-corrector method. 3- 32.10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D1DEC1-71F5-46AC-81E1-839DC533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Milne's predictor- corrector formula and...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F8294D-0051-49EE-8679-DE6D17C9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CB0867-D18A-4FCA-A24E-1B466656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7A89BF-2460-4E4E-A059-83B1F997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3C1DA3-1C73-4FCD-BFB5-F602155A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19C0A2-25ED-4BCA-962F-6969AF9C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BCD715-DBDB-44D7-8255-4EA68BE8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EB26FF-9A28-4AB6-BAA7-6FC06056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C6DB40-5BDC-41F7-892E-FB8B8F4B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345915-5926-488A-A974-297FE3EC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ADA26F-EADF-4762-BD34-3B0297AD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91727242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33D586-D27A-455F-BE6D-384505E7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14D728-E5E1-4F80-BD56-0ED2E8D8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B103AA-79A9-4FEC-A862-F7ED3738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6949E-E707-41BF-8516-953F60EC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A82805-8ADB-4107-A4B0-E4AC7E03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36FE3-27A2-4444-8317-37BB5E85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86FC1D-F386-4415-9D99-DC340C91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3B7783-7DB1-4C2E-8C83-8B61E2AA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62369B-9F8A-4818-9B5B-C855853F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Milne's predict...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E82EA1-5096-459F-8818-5F407674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0DC962-8860-4ADA-BE74-3FCA83F3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9EABD9-DC56-46A2-9A6C-302880B7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Milne's pr...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D76539-BBDC-4EBC-A97C-E47944F5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31F1C1-929A-48A6-91C2-EF6412CE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B0D205-2A22-4EA1-94E5-7E4D428B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Milne's...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2258CF-AD86-4A9D-85B0-A1C3C115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6848D7-6B60-4451-BC31-A902548F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580FAE-0B68-42C0-A71B-F6F41DA5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Milne's predi...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BE3004-BFF2-4D92-BC91-E245791C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90D8BA-6BED-4D28-9950-3BEC0316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63BD88-4D31-45DA-B048-3E776187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Milne's pre...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0DC1CF-1D5D-4FAE-AA8D-D6C335A8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B54869-8FAB-4065-AC73-2182BEEF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09705760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B9BD1A-0026-4DBC-8DBA-0D139C4A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921DC-E846-4D91-8F1F-C2286A24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89F1AD-DB97-4DE9-9A92-066C83DB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AEDBA-C63A-47C6-816B-BB41831F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59536D-17BF-4DF5-B67D-472AC0D0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B4E32A-E1E2-46B6-9A6D-514A3D4D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B310A0-D419-4813-9826-D4C3096D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29C215-5783-4BDF-AF2F-9FEFFD5B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06BD38-B23A-4036-A9A5-80C8B0D8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8DE380-D470-4F23-9819-B032CD8E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88E9ED-6694-4BAE-9100-8017B26B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D5FA57-28CB-4D8B-88D8-44375E56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D0C70A-EE74-4BDC-9957-9DD94FAA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DD6BBB-F692-4FCE-8BBF-794B85E7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7A220B-E37D-4C2C-80B7-796BAAD7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72676820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4B960C-5E84-4AB5-8185-1048DA96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8B52EC-2CAB-4952-B224-D1A92F31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7602BF-7C37-4661-AC90-A3AF86AE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AA5C4C-E079-444A-ABDB-13F6C75E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764809-FD93-4605-A821-70D1FBAD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A1BB76-3BB6-4C9E-90AF-D127023C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Milne's predictor- corrector formula and Adams-Bashforth...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ACE0B1-FA05-422C-BB3A-826BEDB1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EAC8FA-730A-4932-B635-B2D9FA65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050E87-F51C-4FA7-9BAB-612905DF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621F11-81C0-411A-91E3-BC707BFD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54DFDF-CF00-4DD1-9C38-A12BE781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18724969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AE2754-9673-42FB-A974-A7F2F518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84A5F9-3A58-4002-98B8-8DB3451E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463C97-1F76-4D2E-89E3-F881B74A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47E0F5-A924-4699-B41F-A04EB2EC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837DCB-9F48-4872-BEA4-F72B4314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B09183-9D8A-431F-95B5-F9F58E52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3147795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5AE132-5586-46FD-BE07-49E93CE1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A0F48F-83F8-468A-BD54-61F3ABAD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E3EC95-7466-4B76-A91B-4D2D3EFC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213829-3001-4B6B-A434-6C42ED73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14D6B3-0F55-429E-89A2-634513E9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Numerical: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Methods-: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Tutorial: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solution: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ordinary: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4E9247-046D-4C05-9981-3E793748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26384998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D2F045-1304-4D0A-8283-8424781F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61150C-043F-42C9-BBC0-FD4FC8C6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C79EFF-3DA6-493A-B1D9-53B8B60F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3FDF57-8636-4E0A-B383-B241D2F0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2F7A61-D8F8-4FC7-B670-C9488537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Given data: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Required result: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Formula or theorem: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Substitution: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Interpretation: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D74059-4325-4965-A2FD-1E29B6A4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00863062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CE58B-4A41-4805-AC07-1C52E0AD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C21C1-16E5-40D2-9FD5-C1C16300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8BFC52-6B89-4DB4-8F77-C308DEFD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BC02AE-A7B1-4E7C-BB41-E7A70ECE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D5FDCE-E765-4412-9ADE-B2F96882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Jumping from theorem to answer without showing conditions, substitution, or intermediate simplification.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4D6651-25C4-4842-BBDA-778268DA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41153287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01ACFF-3968-458C-98B4-8D4A16DC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545011-4133-4762-A9FA-0502E031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6BE830-4862-4733-AD1A-F65B5F53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C84FF4-2772-4CA4-8F0F-9274882F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EDDD8-E12C-4C79-9B99-7EFB590B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Numerical Methods- 2 (8 Hours Theory + 4 Hours Tutorial) Numerical solu...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Modified Euler's method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Runge-Kutta method of fourth order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Milne's predictor- corrector formula and Adams-Bashforth predictor-corr...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C40E71-E8A5-4B5E-B740-B1B1C37E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3CF982-2C75-45BA-8819-2C307F29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89D7CA-1621-44CB-AB84-98889DB4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05919799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000E54-07E1-4C03-9DDC-5FBCE506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364C95-AE9A-4854-A0EC-948FA40F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Modified Euler's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A35C7B-26FD-443A-B4EB-E2C39477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5C4A74-0981-4050-83E0-1AC0DCC4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A237BC-2F02-4FC1-B1A0-64B966F8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8F2553-4B8E-45EF-BD81-97FC9977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2EBEBA-5B00-43E6-AD03-D60103B0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DAA864-9055-4835-80BE-2ED766CD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6E7C09-43C6-4EAC-ABED-46C5789C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589645-99D4-4210-BADA-563D6B44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0FFF97-58B8-4EE7-BD26-99D5A1B1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0F2392-C045-413F-80CC-914B2955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48E368-2A46-4364-A6FB-BCB20504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6CD7B5-1D2D-4F3E-A5F2-BF61F4E1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A592A4-1CD4-46D2-A5B8-24B3EE3F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9D4A3E-79F5-42AF-A191-F9A93CF2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D9F6B2-491B-4014-94A3-8727A5A5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DCD117-1F68-48F0-A14A-544762DB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3C2D05-380D-4559-9D85-261E8208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AA86C2-9753-49F4-9F37-644E2C43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D2D95A-7AE2-42FB-9D44-73A67172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69D617-4297-40E7-889A-464C1931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E33DD3-B45B-4740-97D2-241EAECF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08EEBE-04AE-40BF-860C-35D8140D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5610B7-46F6-4CEB-AE5B-B387D776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CD75CB-45CC-4F9E-9C66-58F7344A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5202FB-79F4-4FDC-9AC1-E8742334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C9F514-E164-4BB5-896E-E43EE43C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B1C240-D060-4562-97E8-DA9DF7BB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4D6C28-730B-4EB9-A410-40400089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6D9F8D-FA76-4847-B0F6-0F621ADC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F3B85E-1987-4B9C-9D32-7518012B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25769096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880DB9-CAAE-4212-BE9A-E3C6CC24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7DF87-A349-4CE9-8F63-F346B0FC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Runge-Kutta method of fourth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4A7922-68FA-4D27-8450-0073773C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8AAED6-1C69-4082-B8DA-9E97C306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AA92A-EDC3-42DD-B284-60C7ED0B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3075E6-5EF4-4DC0-865A-89B242F9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6E722B-32C2-4F3D-B184-2B624F3D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629E3F-7ACA-404C-BAE9-0A014A6D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952F38-027D-4809-9F83-E40051E2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71FDFF-61A7-4FDC-A8EC-890E27F8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78F206-AF0E-4B99-A2DF-B56C43FD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ECD894-8AD9-471F-965E-E5683B7C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A59104-34D6-4CC9-AB5D-3C70A703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9E9FD4-A8AE-4B12-97E7-A2EC56CA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1A6DAD-5B3F-4426-9F1C-9CFDC8CA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9245E5-B720-4845-B468-7B5E1859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6F906F-D4D6-427F-B0C4-286646DB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1AC5DF-B97C-4749-9DE8-3D9FB432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F7BF97-38AC-49BD-A739-0D7ECCD2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C74071-30DA-4F6A-9777-589DE087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EC4DE0-C5C7-4E84-A0EF-F9DDBA28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BCC3F6-323A-4A3E-80DE-A0691575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E780E8-88E2-4C6E-B498-F7C66533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11A639-81C6-4881-B13B-8E8C3467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273E45-214E-43A2-B516-F151BEAE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10FC58-B48C-4D0D-BF69-DC51C43C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057AFF-DC4F-4A08-8A6E-363E810E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F9115A-2241-490C-A831-5C85AA3E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CC883C-6F61-4898-A975-D392245B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92F05C-173F-4889-86E5-D2DD0929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31FD29-2B6F-4188-BE64-E3C69217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E36C4E-B52D-49D0-A913-86BDA3EE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30703929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9DD551-AC9A-4D36-817E-77790021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8410FE-ABAB-4AA3-822D-5056DE65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Milne's predictor- corrector formula and Ad...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02AF5B-A8BF-4541-A71A-78A8CFF6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771D2C-D830-481E-B6F8-CA46E8B4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C916DD-9006-4510-BB85-7A83DA2B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F8FC83-CA99-44BD-8E65-9CAF9EB6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6AC6A6-E1C7-4EAB-BB4B-7B3252EF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7D9104-3C87-43E4-97C0-5C609BF7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38EAF8-8397-4C73-9995-AEB47E6C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F53FBF-C68D-42ED-97B8-3E5936A3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9B3F1F-9871-4999-AD35-7E787E6E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755095-AFD2-4F43-8DB5-26982CF1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80B163-DE7C-4D3D-BFC6-664D8FEB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BA8A8C-3221-4663-B87D-4785B236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151318-7585-4851-860E-0DE9261D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D78A51-CF70-4BA7-B2F9-0FF16B59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8729F8-9D3D-45E3-9453-53D14534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95198A-F5D8-4857-ACA1-F9417C1A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75C4C0-E2DD-4E9E-A2F5-E3417FC3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A79236-4E31-49D1-9B87-AE9CF924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B961E2-07B2-4EF8-8544-D15EE14C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86EB35-301A-4EB7-971A-6782439C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7CF40A-8EB3-4054-95E7-7809AC41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89BFAA-6F88-4299-8D20-3762AB2D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E4A63A-9FA5-4932-B5BB-D169EE0D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8700C5-4F4E-4811-92BE-5D66D111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59174C-87A2-4FE0-9FF3-F3D545A7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8E168D-17A6-476E-B389-9FEE3B0C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2A5061-5D17-49A4-8ABA-3494AB52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2C6C4B-5E33-4856-A69E-32083940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843353-3CC7-4A60-9EAA-A2612089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D9D7F7-0F23-48A0-A345-765900F4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95708742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B07C6D-A653-47EB-8AEA-42338D42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784F45-70BC-42CF-8584-9149B3A3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Numerical Methods- 2 (8 Hours Theory + 4 Ho...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DF6AF-6915-46F6-99AB-12EABC20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A70087-5B53-40A0-B5A2-AA298B6D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800F52-8DDD-416E-8BB0-764C3D92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A2280F-9B8E-4390-99DD-467443CA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3BE58B-1A3F-47C4-8DC5-F9867188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1472FC-8591-422A-8422-8A0B0542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82A960-BB2C-4E4C-BFE0-1440BC2F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90A9AF-BD06-4C0D-8980-B0F205D9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94C2F-DCDB-48B1-BCD7-7DCAF68A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AABFED-E24A-4B5C-867E-B46B4B49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7374FC-59E7-4D35-9A00-0525AA12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6F8114-47EB-46A9-B5A6-6F3965B0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6A8429-675F-46E9-992C-66D95E1D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8EB0AE-AA57-48B1-8990-77FC61CE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8C6398-C160-4DCE-A221-48892CFF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6DC3F3-024B-49B7-86FF-3A00E256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90836A-FF08-4B50-BE7C-B022604A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2F3203-1FCC-4A6A-970C-141DDAF7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D26B5F-2396-4C12-91AC-167E0EAA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34760E-C727-494C-BF09-CAA0B640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AF6E34-C108-4B0C-B973-FC471827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A0AD28-677F-4861-806B-226A9843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784052-E7BB-464C-BBE3-D5590F0D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4DA90B-8633-49E7-BFBA-7AFA58D3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BF72D6-E3F8-4008-A4DE-C01434E1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79F830-D3A1-4CD9-AFDE-1E2B97D9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851009-A62B-4E90-B23F-D07F689F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CE4879-D7E3-4F00-ADBC-60D4B919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78B0B5-CD45-4B92-A83F-F616F59D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F5E5DB-C74B-4BD8-B27B-DC79D2A2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52535216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E36F95-32CD-4FBA-AEC2-59B1BDA0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230A6B-F952-4272-BAD9-E14D282C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Modified Euler's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D41F8-9F1A-44C0-A0F9-CEA1BE09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EC69D-713E-4D5A-89EE-CCDD955C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D909C1-D47E-483D-A53D-AF5B5612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822BF6-78E4-4CD6-A4B3-422E9E5A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68CDAA-7122-4C23-9AF9-069984E4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62B070-28A2-4E33-87B9-A0BBDC70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715F2C-5A95-4A7A-A178-11C5D10F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4FC0B1-8EF0-4C7C-9A60-C80D780B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6E991C-AD21-4519-8519-7BAC0221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D5D877-1588-4E2A-AFE2-5092FD07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737998-AFF5-491F-A315-8B88FA03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12F3D1-15CA-4ECF-A57A-4234FE72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046698-AD47-47EF-97F7-F3535E7B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13013B-CABE-4ABA-8111-4631F592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D05A0A-30D8-4B78-A684-73141DB1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F607DC-82B0-478B-9128-C108BC21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AC267B-E754-4A10-86BA-5281D072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452D50-E29F-49EF-AD5D-1850F929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6564E0-517D-4668-BE8D-3E589C0F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E0ACCB-88EA-40C0-9B46-AB8EE757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63377A-7F13-4A87-8434-F2EA3098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7A0808-2B4A-4F0A-9AB4-3A0250DA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C0758D-079D-4B93-B48C-740FD622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A9E996-98CB-45DE-9BED-1D5293A9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E74717-8BAB-4F1C-BA83-E5A492BE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1C2A96-A9B8-4A71-83AB-EF15EBD4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50F0E1-187A-4BC6-A189-84C1F0C5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DF6183-1BF6-46D0-B70C-0999C9EC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0D7FD3-208B-4EB6-926E-5A6340E6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010E7E-572E-46F0-880C-05E087E2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9082851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A4A983-CCC5-4B11-8178-E17722D6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7378F0-DF47-46A5-9606-F090AD77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Runge-Kutta method of fourth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7CDCEE-39B8-4D5C-904E-C14C31AB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6130CD-8F5B-4EAD-B91A-19B79654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936949-BB9C-4FF9-9D2B-8017FFA0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23306F-A8F1-4EFF-8A22-FD9B000D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EE6CA9-6ABF-430F-9898-21F36EDF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D183E5-3D6F-458F-897A-4C640D18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34E322-BA43-4FBF-B727-3098B20D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38A302-7F2C-4212-8256-B1409CB4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D6B757-54B5-41D5-A88C-99C4B231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DD6DDD-7614-41EF-BFC9-438B579F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579C0C-0BE1-44CC-B2CE-5791882F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A4A4BA-2ED7-4976-B536-8E639161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A4CEC3-E5D4-4138-AE42-CB88DA9B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5AE15D-2F5E-403D-B47D-3917EEE9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A0D868-251E-48A0-A2A2-402E8F82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501927-E356-4E1A-A579-CDF63295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13F955-2144-4C10-9775-91194CE7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B0F639-394E-47C5-8EE8-02D7DC86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63990D-81D4-419B-94EA-471734AC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837086-CE57-4C65-902D-17377008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F1D019-432F-4E6E-AE5C-181F6BAE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B30F11-832C-4223-87C2-73B89EAB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D0B604-35EB-43EE-B31F-B9A46DF5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2474F9-80BB-4CFF-9BC6-453856AD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A7F645-4B13-4DAE-BAA9-7C08C747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58C19B-5677-4067-8732-E82BF733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B31083-6FA7-4EDE-86AA-82BEEA33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EECCCA-0840-47EA-AF35-791F0981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00AC51-560C-4B2C-8BD8-848EDEEE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439375-F5F0-4074-9215-B62DA098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07285718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98A2BC-F09B-4C43-82DE-DC8434E1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3A315F-44A0-4486-84C7-65F7D0E5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Milne's predictor- corrector formula and Ad...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207449-C96C-49B7-822F-0EC171D5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C7B83D-CDB9-41E9-A871-2280FB65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C4E24-0A89-4AF0-BDAF-413D35EE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A928A0-AE0D-429D-B161-D7F83A0E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46986F-05B3-432B-9597-EF99C578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7A045D-7CD2-47D2-9D12-2C490062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184DCB-E552-45CD-B2D6-78D5C7F2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7718BA-775E-4A4E-B577-74EF047F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5486C1-96AD-4EFF-B5D0-01F9868C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EAF88A-AC25-4359-92E0-E1BD4B49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7FC1DF-3498-4B51-B8B0-E189C91F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14A938-61E6-4BCC-8A89-6715D98A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4BAF08-688F-4E89-8E4B-EE20FA52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9D0C67-2F01-4179-AC6A-73AFF215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B5C4D7-D288-49AD-8F74-64281320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9A59AF-13C5-4691-B8AA-1F2A5D88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36479A-E45F-487A-9440-30D46049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A2E787-31E0-452A-8903-63AC9B96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CCE925-AA72-43E6-983D-A185B01F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8D4F1A-FBA5-4B6A-BDAB-6D05EB6E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7A0365-4BEA-44FB-9B42-E5817F2B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BDE3D2-A89D-4975-A9BE-55CACCBE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A049E6-8193-4E94-A3EE-79D8DBB8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C702A2-4848-4673-9BF9-3130F344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E71C4D-4204-4EB8-AF11-D5E99BB1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D6B489-9B93-4233-842F-EFCF0435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E15F50-9022-452C-932E-A9810E26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EA6715-E9E5-4773-ABE4-A8AC5B97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E782E1-D149-4A86-A096-1155E7CA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32D678-3A27-4255-BE9C-37A49879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5557319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F43DE2-2B6C-4CB3-814B-2D5CA2C3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853C8D-F843-44E9-8EBA-F9CC1084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Numerical Methods- 2 (8 Hours Theory + 4 Ho...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830837-CD83-4AA5-9A34-D630663A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31DF42-A1D1-483B-BE9B-728C8FA1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4F773B-33E9-4BF9-A142-1A119AA0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1596B-9929-43F9-8C31-2DD6C6BA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7BB857-3810-4C6B-99D4-67CA80CD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0B697C-C308-4004-89FE-D60AB843A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E6D888-A004-4725-958E-5ED48DE3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4EB3FC-C524-4E6C-BCA7-69D0DBC2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1AA240-3B50-4D70-ACF6-064E6890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161440-B599-49FD-AB8C-7CB8133D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D0FBF9-8600-40E6-9571-B50FD149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780961-8A5E-4A64-969F-F8DA7851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29639B-EA2B-4C1D-AFFB-8667829A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4153F0-2306-4DA7-8B20-D03A0EAD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96BBDC-DE50-4714-98F0-B6FE13FC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2830ED-82D0-4B86-AF7D-C48FA9C5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A1523D-04D9-46A6-AD3E-B23A02AA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11CBB8-2C07-43EF-A9B5-43574426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14B37E-80B6-4389-8995-3921A073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CBD743-D517-419A-B7A6-E8ECB1F4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7AE97B-48E1-456E-AB61-50E0EBCA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4F75E8-65F3-424A-B7B8-D3359D85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41BF31-2E37-45CC-B96C-A3A08879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106BBD-9AB9-45EE-B40D-137AD3F1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17F32C-A0B0-456A-A937-6E18BA9A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108D9E-EE88-444A-B576-829C1DD7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018AC3-C0A8-4212-B58E-991684AD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3C9CFA-CFFF-43D4-8A83-9EA5C068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14E7FA-35A8-4157-816A-B72CE0BC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1A681D-AF9D-4CDC-AC60-8A7BFEC8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14046115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541A28-8277-4A07-AA07-C259712E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746A3-6699-4C69-A175-4A9495A0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Modified Euler's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08AE51-9F95-43C4-8C42-F7F686BB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4DFD42-67C5-48CF-94D7-35E47B68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6EAA0B-2BAA-4644-AC60-D77B785B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DAFEBA-184C-453F-9198-E632EC55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32DAD9-08B5-4B21-9766-EFC98DC0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62120A-E40E-424C-ADF0-D5392FB3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522E0F-F1CE-4072-9130-AACC4C38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5BA8DB-C8DB-456B-A6AE-A741803C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241BEE-A3C9-4B10-A0B5-B27A0092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D7D42E-D901-482D-8399-A5D01684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0E6C0B-54A7-4FE4-B747-14146BC2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E02D13-5D8D-42AB-B6A1-932CCF9A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162789-7AB9-453D-9282-E544F8B7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021C6B-9281-4ADE-A155-4FCF98C2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C47675-4728-4F25-BD7D-3BBEC5E0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E3824D-C76D-4AA7-B0B2-17F772E8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76789F-2E16-45DE-9C1C-FBB63B54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C82B49-B432-4A0C-AB9F-E641DC92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01D64C-08E9-455B-B8CB-88C4051A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1293B5-203B-442A-9C8F-9A1C6873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D50AC7-E1B1-470E-996C-C14D5181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053098-2F7F-4875-884F-7F3D6B20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D6DF98-FF07-43B9-96EF-B2D08341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871E84-FFBC-41DE-AA30-13DC2A2C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E06E5D-DF29-43D6-AACC-869F530E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C7119B-1C51-4053-9F82-C1BBFA56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A84AFA-BB5F-49D4-A5AD-EAF251CC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F826D5-DA53-4975-8358-680D8431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BBA2FC-E489-4929-ACA4-7BA57D99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5CA552-42C7-4429-9F21-0D530C13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53092739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B18310-4E73-485E-A7CA-5E265998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B9A1B5-3FA4-4F3F-BA8B-5382E097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Runge-Kutta method of fourth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7DEF00-2502-4DA9-880C-D1F927BA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C779F3-D71D-49FB-8A7F-6177F338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AF8D9A-97B3-4953-A241-643363FA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A94413-B898-4736-BA6B-08A1B138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B7D579-536F-4A34-A5D1-0BDBA721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02AF86-4104-4C5B-9A08-A149E051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2F7030-8A68-47BF-9A4F-CA076446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3F47DC-811E-4114-AE5D-7935AE93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75A492-66A0-4C22-9EC1-4D16818E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E64F55-6DC6-4207-8090-E4C80235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43A589-09B5-4B43-9AAC-29E56079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42AD4C-D3E5-4613-AC8F-9A1EAEBB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DF215E-E0E6-4BE7-A793-EC4C47B6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CA20A6-2EF6-4929-A362-453A1C90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6C51F0-A01B-4927-A961-0B7EBB44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39CFC2-5A3D-4F2C-AC39-39B272DE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6E5D37-6142-42ED-BF4B-21419524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45D891-572D-474A-A192-C06DF1B8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788E0D-BAD1-45F6-BE3F-EFAA229C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F5C7C6-21CC-4271-BBAC-F1432248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1F7ECB-97E6-4A49-AEB6-B902BE53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7C5ED4-2DBA-4C0F-99DC-13B39DE5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07E8FD-EBF4-44E3-837C-F9A98685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E5D557-01B3-4DDE-A4E9-0B981551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E0DFD8-538B-4FC2-AB4E-7E3D4403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174486-EEB8-4B24-B715-824CE7CC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9690B1-DB1A-4DA6-9DEA-96DE2FB5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4AAC03-524C-46BF-8243-C2278D46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322A6E-8324-4025-80BD-3BBDF436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4BF465-E69B-49A0-B296-1F5261F9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91313250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6ABCD7-F56B-4EE7-97EA-76F89C83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572CC-DD65-4A50-A77B-676F2D63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Milne's predictor- corrector formula and Ad...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D81A20-FA1D-4719-8C66-00401044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0E4FF1-FD85-446A-A885-3FE1F9FA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CED932-A56F-4761-9974-8F26E019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A40B5B-E1A4-42C8-B45C-8A9D1D8D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1F149-2667-4609-8CB5-A5CE0C6D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6A97D7-7570-460C-808C-A9676567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47C1C4-D6BC-45DA-97D2-A37E7C85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9D3A80-24C2-487A-91FE-56615FC4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6B5317-57A8-46D8-BD17-57F43EF8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1392E4-9392-4DC1-85E9-FF3752F2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D856CA-DD1E-4140-B167-DE4C18A2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59C511-A884-4CCC-8662-DEFF545B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15D215-12E5-4DDB-B159-75C51C2F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28FC5E-3182-439B-BFEA-343DA983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196EED-9D5C-441D-A9F1-46F16D75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4403D5-EF2C-4828-8B80-D99638E1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46ABE7-1EDF-4B71-A913-59189B72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AC5E4B-D5DF-4EC4-BAAA-4F58E5EF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0F3A3B-155A-473D-8099-1AD439D0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2D3C62-1033-49F7-A6CA-F46A1C29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E17F94-B3C3-425D-8FF9-ED4190FD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411A41-C230-49EA-8F89-1ADAD784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27C0BA-8DAD-4317-B6DC-B76B6B91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916019-34C6-44F7-996B-1270C3FB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745EA7-44AF-46CF-83FA-A0306A14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2F7250-F92D-454B-871E-DD291FD6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9B6873-3319-47D9-A6C3-17D813CD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D30C81-9AD0-4204-8BED-09FD3968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965872-E99A-4953-AA58-56CCC29D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03B6FE-184A-4625-9BCE-3D49316D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45164503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EB46E7-7B6A-4220-B076-A26BBE78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48149C-6C3C-4C48-AF81-7DD819C1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Numerical Methods- 2 (8 Hours Theory + 4 Ho...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9EF99E-36A0-4ADA-8B07-6F417975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D5F845-613F-4517-8837-4BD7437D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3C9B74-C8A8-4E5B-9F4F-33009E38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7F3F82-A485-4F8E-BCCB-B80BE11E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F0547F-F433-44E9-BA92-CF231B16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3F720B-72C8-4ECA-9805-0CD4C585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F597B5-C7CC-4B07-8F01-3C3F01FD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265326-3483-48B2-B079-37A542B7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E887B2-E29D-4801-87BE-F2B8EE78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0880C3-9F62-44C4-89ED-F1BCA2CC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364500-A341-4548-AC9A-18CAA1A4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A3DC69-AC45-4FC1-BB87-91FD4384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59A815-7137-4C96-BD78-8A1A0044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C1EB2D-A784-4112-97DF-07AF0309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4C3A16-3AE8-498A-806C-988EC976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6D487A-3C78-481E-8FFE-9A105A03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328C6C-456C-4F62-A764-24F11087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AED87E-BCA8-4FD5-8C72-C6680523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BEB434-6548-4DC2-9C26-5A3C37CE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95668E-BFAA-4D99-9720-5642F231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9CA829-4D13-4987-91FE-85284CEC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4D624A-35AB-4FF0-91D8-07B17A05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72BAA9-EF89-4E76-8422-E63AAC63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C137E7-4E2A-42D8-A5AA-BB72C36C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72CB49-3691-4DEB-B24D-D41605CE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46AF64-7778-4065-B89C-8D8AB9E2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743A1C-9E84-44C9-AE74-646E359A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8FF253-6BF9-4FCB-9A0B-C51CCF44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BF8F07-81DC-4C7F-B333-B105A4F3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C18DBA-BBF7-4062-A33F-E00E004D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05370205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076629-59D2-43D3-AF06-B51AAA7E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C1C878-522C-46F8-8D7B-99F19782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Modified Euler's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16C602-F7A3-4FA8-95D3-6146A71D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686FB9-D550-48D1-8BB4-568EF973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D3970F-D026-4744-BFED-EB9A2873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9A2A17-FF07-4B20-BB3D-C27998F8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77D37A-AC5B-430A-8F24-F6F72FAB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9EAF11-4360-4F28-B3E7-62EF5F9E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8C498B-6B0D-42D1-B4D8-F8808CD7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C4E5B7-85A6-4EEC-8EA2-A8D4B16B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E667A2-5B9B-4DC0-A528-73246D79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796B0B-5B74-4944-9B2B-1CDB2D05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B768D4-D14A-472E-925D-548998B3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DF4B76-AC2A-403C-98FB-6CE51340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C2BCCA-9B3E-4AC1-A013-E956FD60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58C0BC-3FD4-4218-9283-022ADFDD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17B4D7-D8BA-4C06-B1FF-D313A304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3160A1-A158-4E63-99FF-74757484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C29370-F798-40B6-ABBA-EF381943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62C29E-A945-4CEE-ABCB-C00CB825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CCCAF4-FFB3-4EF6-AC20-30DB4015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F24D78-D55F-42D0-ADB8-AADE8A62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877888-E61D-4702-AFB0-90BAE253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7FD45E-7F42-41D3-ABB1-46EFB645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75FC3F-4066-4439-B002-6439A143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7C2D4A-7105-43E6-8249-7BD615EA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A8AEA1-9946-4E99-9470-08A125DD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BAA445-662E-4FEF-B9CB-34F53831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9B6004-45E1-459F-94FA-2312E8DB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2E658A-4056-4227-84EE-73A963FD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F0CD39-41B7-46AD-9CB9-3008E7EA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76E725-CA7E-4347-8D12-A053AE41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52158796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A09E23-466F-4A6B-8E34-0502DCAF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5FB72B-1BF0-4180-BE76-85B8F9C8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Runge-Kutta method of fourth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F88D6C-32AC-4BE8-8018-730199B6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EA2E8F-2678-4465-9875-03E9C63C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7AF65A-A498-47B9-B6CB-60714CF9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C2E6A5-890D-45C7-8D66-9B3C32CA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BFC566-FE07-442C-8EB5-4721E1A5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2C81DC-4C8E-4F6C-8D02-49DB6005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7480A2-9750-4CB3-A8E0-577C9294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964A07-5BF9-4447-BBB4-7E795B6F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34D4D7-9414-47AD-9813-D95D35C3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5851F8-010F-4954-AFEA-6790A21F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D95C09-297A-482A-8911-FAACBB18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AFBE5F-FA96-4373-826B-D29E53C8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A5AE61-7309-4C40-82BF-4ED8969D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6F9B5C-D344-4087-AAC6-4144BDD5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1A6A9F-54DB-488C-9250-01DC0EF5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FDE64F-2ABE-4699-9D0E-42D626BC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B2098B-AE43-434B-8E92-71CF24A6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32A568-F04E-4BA2-A195-6DD8EE90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5D81FE-0548-4898-9121-38C7E9B8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8F4EE0-F632-4C82-887E-10FDE94D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5F4C6F-3286-48BD-A0B3-A177A5C5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A73E1E-7E19-4B68-B291-9E1EDD13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E39CC1-6A5B-4E0C-846A-5846A4F3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C446CF-8B0C-4A8D-B385-25B17616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F11DF0-1F51-46A1-A80A-A00CB8A7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F6232A-51FC-4421-ADCB-652AA58E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FA4558-49DC-4E79-A3B8-5D44D37C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3D75DE-C7EF-435E-9927-13AB9E0A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EBDC51-05B8-4234-8D50-7B6BAE17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FECFEF-03CC-4B50-8723-AF29CE24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3412937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2026-08-24T16:03:04.0550000Z</dcterms:created>
  <dcterms:modified xsi:type="dcterms:W3CDTF">2026-08-24T16:03:04.0550000Z</dcterms:modified>
</coreProperties>
</file>