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611df4103b4089" /><Relationship Type="http://schemas.openxmlformats.org/officeDocument/2006/relationships/extended-properties" Target="/docProps/app.xml" Id="R0b7b124e5bb74d20" /><Relationship Type="http://schemas.openxmlformats.org/officeDocument/2006/relationships/officeDocument" Target="/ppt/presentation.xml" Id="R70f7c8de1bde46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07f6d70e374cfe"/>
  </p:sldMasterIdLst>
  <p:notesMasterIdLst>
    <p:notesMasterId xmlns:r="http://schemas.openxmlformats.org/officeDocument/2006/relationships" r:id="R499a341087bb4bbc"/>
  </p:notesMasterIdLst>
  <p:sldIdLst>
    <p:sldId xmlns:r="http://schemas.openxmlformats.org/officeDocument/2006/relationships" id="256" r:id="Ra86049a9816941e7"/>
    <p:sldId xmlns:r="http://schemas.openxmlformats.org/officeDocument/2006/relationships" id="257" r:id="Rd1e9dd47ff264f52"/>
    <p:sldId xmlns:r="http://schemas.openxmlformats.org/officeDocument/2006/relationships" id="258" r:id="R5551bb97a3f646a2"/>
    <p:sldId xmlns:r="http://schemas.openxmlformats.org/officeDocument/2006/relationships" id="259" r:id="Rba85f97688d04b18"/>
    <p:sldId xmlns:r="http://schemas.openxmlformats.org/officeDocument/2006/relationships" id="260" r:id="Ree5ba8a8ed254456"/>
    <p:sldId xmlns:r="http://schemas.openxmlformats.org/officeDocument/2006/relationships" id="261" r:id="R813c1ebcc0c3450e"/>
    <p:sldId xmlns:r="http://schemas.openxmlformats.org/officeDocument/2006/relationships" id="262" r:id="Rc8504cea1fcd4187"/>
    <p:sldId xmlns:r="http://schemas.openxmlformats.org/officeDocument/2006/relationships" id="263" r:id="Ra4eae01c8cfd4884"/>
    <p:sldId xmlns:r="http://schemas.openxmlformats.org/officeDocument/2006/relationships" id="264" r:id="R05c01ccd2bbe4dd8"/>
    <p:sldId xmlns:r="http://schemas.openxmlformats.org/officeDocument/2006/relationships" id="265" r:id="Rf93ce1ba0451449d"/>
    <p:sldId xmlns:r="http://schemas.openxmlformats.org/officeDocument/2006/relationships" id="266" r:id="Rb74c71396f48425b"/>
    <p:sldId xmlns:r="http://schemas.openxmlformats.org/officeDocument/2006/relationships" id="267" r:id="Re0672d490ad54c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ce7300a6794a15" /><Relationship Type="http://schemas.openxmlformats.org/officeDocument/2006/relationships/slideMaster" Target="/ppt/slideMasters/slideMaster1.xml" Id="Rf807f6d70e374cfe" /><Relationship Type="http://schemas.openxmlformats.org/officeDocument/2006/relationships/notesMaster" Target="/ppt/notesMasters/notesMaster1.xml" Id="R499a341087bb4bbc" /><Relationship Type="http://schemas.openxmlformats.org/officeDocument/2006/relationships/presProps" Target="/ppt/presProps.xml" Id="R318a09a2e6c74241" /><Relationship Type="http://schemas.openxmlformats.org/officeDocument/2006/relationships/tableStyles" Target="/ppt/tableStyles.xml" Id="R6d571247c06947d0" /><Relationship Type="http://schemas.openxmlformats.org/officeDocument/2006/relationships/slide" Target="/ppt/slides/slide1.xml" Id="Ra86049a9816941e7" /><Relationship Type="http://schemas.openxmlformats.org/officeDocument/2006/relationships/slide" Target="/ppt/slides/slide2.xml" Id="Rd1e9dd47ff264f52" /><Relationship Type="http://schemas.openxmlformats.org/officeDocument/2006/relationships/slide" Target="/ppt/slides/slide3.xml" Id="R5551bb97a3f646a2" /><Relationship Type="http://schemas.openxmlformats.org/officeDocument/2006/relationships/slide" Target="/ppt/slides/slide4.xml" Id="Rba85f97688d04b18" /><Relationship Type="http://schemas.openxmlformats.org/officeDocument/2006/relationships/slide" Target="/ppt/slides/slide5.xml" Id="Ree5ba8a8ed254456" /><Relationship Type="http://schemas.openxmlformats.org/officeDocument/2006/relationships/slide" Target="/ppt/slides/slide6.xml" Id="R813c1ebcc0c3450e" /><Relationship Type="http://schemas.openxmlformats.org/officeDocument/2006/relationships/slide" Target="/ppt/slides/slide7.xml" Id="Rc8504cea1fcd4187" /><Relationship Type="http://schemas.openxmlformats.org/officeDocument/2006/relationships/slide" Target="/ppt/slides/slide8.xml" Id="Ra4eae01c8cfd4884" /><Relationship Type="http://schemas.openxmlformats.org/officeDocument/2006/relationships/slide" Target="/ppt/slides/slide9.xml" Id="R05c01ccd2bbe4dd8" /><Relationship Type="http://schemas.openxmlformats.org/officeDocument/2006/relationships/slide" Target="/ppt/slides/slide10.xml" Id="Rf93ce1ba0451449d" /><Relationship Type="http://schemas.openxmlformats.org/officeDocument/2006/relationships/slide" Target="/ppt/slides/slide11.xml" Id="Rb74c71396f48425b" /><Relationship Type="http://schemas.openxmlformats.org/officeDocument/2006/relationships/slide" Target="/ppt/slides/slide12.xml" Id="Re0672d490ad54c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831a2eebe640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e10c17ec9d4916" /><Relationship Type="http://schemas.openxmlformats.org/officeDocument/2006/relationships/notesMaster" Target="/ppt/notesMasters/notesMaster1.xml" Id="R3452c69118ab47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c5c2b35dcc4469" /><Relationship Type="http://schemas.openxmlformats.org/officeDocument/2006/relationships/notesMaster" Target="/ppt/notesMasters/notesMaster1.xml" Id="Raf92e3de444145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3f40d525ca43de" /><Relationship Type="http://schemas.openxmlformats.org/officeDocument/2006/relationships/notesMaster" Target="/ppt/notesMasters/notesMaster1.xml" Id="Rb991c7b2ae7e4d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c1e7f2c2124334" /><Relationship Type="http://schemas.openxmlformats.org/officeDocument/2006/relationships/notesMaster" Target="/ppt/notesMasters/notesMaster1.xml" Id="Rcf9a1a12573d44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853d2469d44e44" /><Relationship Type="http://schemas.openxmlformats.org/officeDocument/2006/relationships/notesMaster" Target="/ppt/notesMasters/notesMaster1.xml" Id="Rd1b65c14efe841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11a237556f449e" /><Relationship Type="http://schemas.openxmlformats.org/officeDocument/2006/relationships/notesMaster" Target="/ppt/notesMasters/notesMaster1.xml" Id="R44284de18dbf48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b73e6b07274165" /><Relationship Type="http://schemas.openxmlformats.org/officeDocument/2006/relationships/notesMaster" Target="/ppt/notesMasters/notesMaster1.xml" Id="Reef040dbdd5b4d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0349377beb40f5" /><Relationship Type="http://schemas.openxmlformats.org/officeDocument/2006/relationships/notesMaster" Target="/ppt/notesMasters/notesMaster1.xml" Id="R0606177cab6f49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08c99458af40ed" /><Relationship Type="http://schemas.openxmlformats.org/officeDocument/2006/relationships/notesMaster" Target="/ppt/notesMasters/notesMaster1.xml" Id="R3d00dfd4b81d44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8501b8c7b04dc1" /><Relationship Type="http://schemas.openxmlformats.org/officeDocument/2006/relationships/notesMaster" Target="/ppt/notesMasters/notesMaster1.xml" Id="R7459e5fb2cce49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e7aaa8b8424f8a" /><Relationship Type="http://schemas.openxmlformats.org/officeDocument/2006/relationships/notesMaster" Target="/ppt/notesMasters/notesMaster1.xml" Id="R8a038a838f5e4d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fb30e4c022455a" /><Relationship Type="http://schemas.openxmlformats.org/officeDocument/2006/relationships/notesMaster" Target="/ppt/notesMasters/notesMaster1.xml" Id="R53c81559097348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465c181dd42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82592f80764b2e" /><Relationship Type="http://schemas.openxmlformats.org/officeDocument/2006/relationships/slideLayout" Target="/ppt/slideLayouts/slideLayout1.xml" Id="R659129865cd94c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129865cd94c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35f2a4558491d" /><Relationship Type="http://schemas.openxmlformats.org/officeDocument/2006/relationships/notesSlide" Target="/ppt/notesSlides/notesSlide1.xml" Id="R5dba593f88d74a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1ac0618804552" /><Relationship Type="http://schemas.openxmlformats.org/officeDocument/2006/relationships/notesSlide" Target="/ppt/notesSlides/notesSlide2.xml" Id="Rf4390abdbceb40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fc30aaa6f4ed1" /><Relationship Type="http://schemas.openxmlformats.org/officeDocument/2006/relationships/notesSlide" Target="/ppt/notesSlides/notesSlide3.xml" Id="R73b3b7c3490849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4750c28184d0c" /><Relationship Type="http://schemas.openxmlformats.org/officeDocument/2006/relationships/notesSlide" Target="/ppt/notesSlides/notesSlide4.xml" Id="Rc69a0e2366174e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156e5c48b4620" /><Relationship Type="http://schemas.openxmlformats.org/officeDocument/2006/relationships/notesSlide" Target="/ppt/notesSlides/notesSlide5.xml" Id="R659ddd1e359448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4345a91264aba" /><Relationship Type="http://schemas.openxmlformats.org/officeDocument/2006/relationships/notesSlide" Target="/ppt/notesSlides/notesSlide6.xml" Id="R4670a8671b614d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0cbac83714998" /><Relationship Type="http://schemas.openxmlformats.org/officeDocument/2006/relationships/notesSlide" Target="/ppt/notesSlides/notesSlide7.xml" Id="R0116c8ac25be42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dad05defa4473" /><Relationship Type="http://schemas.openxmlformats.org/officeDocument/2006/relationships/notesSlide" Target="/ppt/notesSlides/notesSlide8.xml" Id="R51909853553f4e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03184891b4bab" /><Relationship Type="http://schemas.openxmlformats.org/officeDocument/2006/relationships/notesSlide" Target="/ppt/notesSlides/notesSlide9.xml" Id="R0dcee87a6fe940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877d7f8234075" /><Relationship Type="http://schemas.openxmlformats.org/officeDocument/2006/relationships/notesSlide" Target="/ppt/notesSlides/notesSlide10.xml" Id="Rc4d92ae2817546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df3f5090f4d4a" /><Relationship Type="http://schemas.openxmlformats.org/officeDocument/2006/relationships/notesSlide" Target="/ppt/notesSlides/notesSlide11.xml" Id="R22269870365f4b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1bb31867c49f3" /><Relationship Type="http://schemas.openxmlformats.org/officeDocument/2006/relationships/notesSlide" Target="/ppt/notesSlides/notesSlide12.xml" Id="R7abde03654d542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949B3-3DF1-4060-91C2-F20CE733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91932-7500-4120-9142-3519DB4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Develop socially relevant, sustainable, and innovative prototypes/solutions. Week - 1, 2 &amp; 3: Introduction, Orientation,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0F102-F7E2-49B5-ABC5-6E838692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4A59E-C2DC-46C7-B0C4-2C85967F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CEF7E-18F6-4B36-95D7-450BD62C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43A9D-77EC-4C6C-87A1-CE986CDD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E78F8-6515-4DEE-8590-67D4F0B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12D48-BC03-426D-8AFC-F35E8B4A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BEDDA-C5F1-49FF-8F18-8BE978F0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9C5CF-7403-4A55-8541-F3029C68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A962A-BFBF-4AA1-8D4D-C7643A96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FF42E-55E0-453F-9BA6-73797FCB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C0448-BF4D-4C74-B0D1-F3B6C0AC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865305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50E70-C7C3-4AE8-879E-1A4E1DF6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BC89A-93C1-403E-8B35-09B30EE8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EA447-A42F-4571-A187-DA2B6296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3B581-861A-4C93-8616-766FC38E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2889A-6057-4BD0-B480-906B5A66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Develop socially relevant, sustainable, and innovative prototypes/solutions. Week - 1, 2 &amp; 3: Introduction, Orientation,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BE43E-AD32-4D99-80F6-852B45D4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535110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DB2E2-F410-4C8E-93AD-0A631F47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9DDC8-064B-4AA0-8345-D721AE30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120F1-C055-4E18-B508-313CCE07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72FE6-127B-41CC-B821-78CC510F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B18EE-3BC7-449C-9DB0-8171F499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Develop socially relevant, sustainable, and innovative prototypes/solutions. We....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59B94-37EC-464B-B791-89A58B0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Develop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2F90A-B563-43C1-A500-495862E5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86B0C-C484-4465-8DA8-8DAD5843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socially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5054F-6CAD-4F44-81A9-C0370C05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DB61C-A241-4BA3-B7E9-BFAD5378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relevant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49AFF-3BEE-4CD5-B713-34ABC0E3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FEBFD-903F-4AFC-9F8E-3B0C4CC2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sustainable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A7ECF-9C90-4D8B-8CAF-68C138D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AE9A3-9BEB-4D59-B850-F9F7F709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innovative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4CA70-BD33-4A0E-9F9B-F2B9360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744173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09A83-EB4A-4A2B-8D8D-D08E4901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C55DF-08D0-42CE-BCFA-3B4FE5D3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5AE9C-45C1-45A8-8973-229DF8FC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ADA83-1812-42F8-A9AC-BF0568C5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22AE5-6229-4DCD-84DB-8CE847AF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025A8-3899-4CB8-A409-ADF68A6A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734688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116CF-6936-4B82-88EF-A7749F3B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B30C3-720C-45A3-81BB-D1A22E5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47DD8-70C3-4484-8EBE-2346C2B0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7C363-F494-42C7-B351-FEBCCEAC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D7E7B-2DEA-4290-AC47-EA87DED2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13A1B-FFBD-48BF-AEF1-5584503F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196080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E3E0B-26FD-40F9-9932-6FB7F880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8465B-432E-4DDA-ADF0-FB854626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3C35C-10E7-4679-BFA2-51D5138C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C8953-45FA-4CE1-8DF9-E7FC159B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ACA1C-EB6F-4827-B572-45F0540B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CCA2A-3AF6-4AB6-B5D0-E7762F76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C338D-57D1-4F31-B7C8-7A01B6F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14901-45EF-4A00-8D82-DD61B2AB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02044-7818-4907-B360-4FC1FA63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1FBAA-3395-450D-A856-48865F3A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9F6D9-C274-46FC-88F9-78C98B25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1161C-1048-44DC-8521-A64F47D0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10420-DEAF-4E1D-891E-D7F0F82B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70417-41A2-4421-A869-A5EF7BF6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42211-51C8-4315-9707-AAD802E6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569314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43878B-7752-472B-A80C-D164403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4CEBC-9FAF-4C0E-ABEA-FDC7E5EB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2178F-5CBD-456D-9884-9FE4E962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5C262-BEB9-40BE-8E3F-25CA8391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F1E80-71A9-4A26-A3C8-9835E367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1D1D3-B0A7-4187-ADA3-B5C2B1A3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EA24A-2B2F-4866-8562-924DF170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D8A9E-22D2-4343-B232-4384A79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27247-552A-4C85-BFCF-74202D2E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08C17-0752-4DBF-A1B5-EA81E7E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7B229-840B-4A6F-A584-669C7332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3C460-D04C-46E2-85CB-591FBFA3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69364-7238-4270-8302-B638C668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5973F-0373-4964-B5E9-AE3C65EB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0AFAE-9F7A-421E-AF20-923ECF6C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E05A1-AE1F-4187-8680-5155A75A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2B259-8057-43A7-BB71-C144AB0C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9193A-4861-4BEB-B233-9EE7E4FE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914E8-9A1E-40A6-9E5F-249D6B3D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E1AE7-CB94-47CF-B9C5-32E5879D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C3C56-9242-46A4-9E0A-6444438D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E8ECF-7163-4E9F-B385-559D522B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0C500-FE09-4051-B8AB-4CC70BA6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14D84-370B-4F63-89DB-A743F60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67C41-A6EE-4C2C-85D0-44D8F415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416732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92F91-E218-4D86-B580-3F675CA0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3D63B-00EF-454D-9672-E95E3DC8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2177C-A2CE-4FB0-AC99-E3A2D3FB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89BF0-7E48-4FA9-A922-CEF6E9B7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08A97-CCA6-46AF-9268-46320B44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044E3-70CE-40CB-8148-1200D66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291484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ACA7B-4EA3-4077-93FB-7477937A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A023F-BDCF-4790-8468-E63590D5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6C717-137F-49A7-90D6-7A50D400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C4DE0-7F5A-4C72-B01B-29F18DED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16540-74E6-416A-89FD-50D61AF1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8637F-01A6-4301-8BF2-3F1031A4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7633460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A2253-C282-4C8A-8AFC-44DDFAA0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94C3C-EF95-49DB-A5CB-B5498FBE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835F9-D648-4819-8F44-A7FEE60B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65ADF-D28D-487A-A99E-B34983C0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1352D-3F64-4E3C-84FA-D400AA6C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Develop socially relevant, sustainable, and inn...?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37CDF-1DCA-4675-B031-61458D5B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9901299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160A7-8ED0-49AC-B287-A89852C4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D4DFB-BAF1-4654-A53C-3221F84C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55F43-D390-455E-859E-05BD86F3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DC3FF-888E-4CEF-82CF-895FBED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F9375-10FF-408E-B103-EFF07228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73967-5981-49C8-ACF8-FA3EA569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756184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9A18E-F221-41EC-9559-B8009921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FCBF9-DE59-461D-B3DA-7613C0F1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87C8E-6BD6-44D0-8C69-5D0907B5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24A86-8B57-4DBC-9769-CBE9BAC5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5032D-A9F6-4F9D-B085-FA40BC80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62DC8-2521-49A8-A550-71521D7E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11B73-4190-4265-B632-9FD92718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9FB22-3231-4A1C-886E-53A6327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7905D-729F-4F54-800E-F97DDD40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92CFB-71AE-4F87-AB7E-95EA7444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E0F36-3FCF-421A-9DEB-6B140F0A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727AC-99E7-4160-90D2-E3AAA41B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61133-0E2E-4E2B-85FB-65E02225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417AD-3C76-4386-B478-4996866A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A9178-0E07-4806-AA5B-ED678FA9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44F0D-0946-49AC-8900-0D0E732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5F723-7E32-4F4F-9DAA-823A7E77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AF484-5FB7-4B82-BBC2-02A8BB8F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7670F-2CEA-4D1A-BFBB-DE85A221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B1F48-B8FD-420F-BF61-66793A30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417A0-98A3-4EB3-A230-73C05748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33E52-CF3A-43AA-A48F-396EF89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E2C44-AD7A-4694-8D38-71CE95D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827314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2026-08-24T16:03:17.0720000Z</dcterms:created>
  <dcterms:modified xsi:type="dcterms:W3CDTF">2026-08-24T16:03:17.0720000Z</dcterms:modified>
</coreProperties>
</file>