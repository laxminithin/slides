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605e7526224f6d" /><Relationship Type="http://schemas.openxmlformats.org/officeDocument/2006/relationships/extended-properties" Target="/docProps/app.xml" Id="R5932e6d09fa142bc" /><Relationship Type="http://schemas.openxmlformats.org/officeDocument/2006/relationships/officeDocument" Target="/ppt/presentation.xml" Id="Rb491ae88bc164c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b6ce463fff4395"/>
  </p:sldMasterIdLst>
  <p:notesMasterIdLst>
    <p:notesMasterId xmlns:r="http://schemas.openxmlformats.org/officeDocument/2006/relationships" r:id="R823c0c48340845b1"/>
  </p:notesMasterIdLst>
  <p:sldIdLst>
    <p:sldId xmlns:r="http://schemas.openxmlformats.org/officeDocument/2006/relationships" id="256" r:id="R5d1a9525b00b4776"/>
    <p:sldId xmlns:r="http://schemas.openxmlformats.org/officeDocument/2006/relationships" id="257" r:id="R470b9d77af7a41c4"/>
    <p:sldId xmlns:r="http://schemas.openxmlformats.org/officeDocument/2006/relationships" id="258" r:id="Rf5236f480d874574"/>
    <p:sldId xmlns:r="http://schemas.openxmlformats.org/officeDocument/2006/relationships" id="259" r:id="Ra8bb0af5a1314c57"/>
    <p:sldId xmlns:r="http://schemas.openxmlformats.org/officeDocument/2006/relationships" id="260" r:id="Raf34b8e4e83f4f84"/>
    <p:sldId xmlns:r="http://schemas.openxmlformats.org/officeDocument/2006/relationships" id="261" r:id="R39499b0763454b9d"/>
    <p:sldId xmlns:r="http://schemas.openxmlformats.org/officeDocument/2006/relationships" id="262" r:id="Readda0c0c4bd416e"/>
    <p:sldId xmlns:r="http://schemas.openxmlformats.org/officeDocument/2006/relationships" id="263" r:id="R06b08808e9bb4bd1"/>
    <p:sldId xmlns:r="http://schemas.openxmlformats.org/officeDocument/2006/relationships" id="264" r:id="R0a1f2d498d7a41d3"/>
    <p:sldId xmlns:r="http://schemas.openxmlformats.org/officeDocument/2006/relationships" id="265" r:id="R98658c415b184c82"/>
    <p:sldId xmlns:r="http://schemas.openxmlformats.org/officeDocument/2006/relationships" id="266" r:id="R9003cb2dc0664c89"/>
    <p:sldId xmlns:r="http://schemas.openxmlformats.org/officeDocument/2006/relationships" id="267" r:id="R40bbbb4c9d9d4a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1d1318fca44b41" /><Relationship Type="http://schemas.openxmlformats.org/officeDocument/2006/relationships/slideMaster" Target="/ppt/slideMasters/slideMaster1.xml" Id="R0bb6ce463fff4395" /><Relationship Type="http://schemas.openxmlformats.org/officeDocument/2006/relationships/notesMaster" Target="/ppt/notesMasters/notesMaster1.xml" Id="R823c0c48340845b1" /><Relationship Type="http://schemas.openxmlformats.org/officeDocument/2006/relationships/presProps" Target="/ppt/presProps.xml" Id="R305c0f78aaa240ce" /><Relationship Type="http://schemas.openxmlformats.org/officeDocument/2006/relationships/tableStyles" Target="/ppt/tableStyles.xml" Id="Rf330657013f54881" /><Relationship Type="http://schemas.openxmlformats.org/officeDocument/2006/relationships/slide" Target="/ppt/slides/slide1.xml" Id="R5d1a9525b00b4776" /><Relationship Type="http://schemas.openxmlformats.org/officeDocument/2006/relationships/slide" Target="/ppt/slides/slide2.xml" Id="R470b9d77af7a41c4" /><Relationship Type="http://schemas.openxmlformats.org/officeDocument/2006/relationships/slide" Target="/ppt/slides/slide3.xml" Id="Rf5236f480d874574" /><Relationship Type="http://schemas.openxmlformats.org/officeDocument/2006/relationships/slide" Target="/ppt/slides/slide4.xml" Id="Ra8bb0af5a1314c57" /><Relationship Type="http://schemas.openxmlformats.org/officeDocument/2006/relationships/slide" Target="/ppt/slides/slide5.xml" Id="Raf34b8e4e83f4f84" /><Relationship Type="http://schemas.openxmlformats.org/officeDocument/2006/relationships/slide" Target="/ppt/slides/slide6.xml" Id="R39499b0763454b9d" /><Relationship Type="http://schemas.openxmlformats.org/officeDocument/2006/relationships/slide" Target="/ppt/slides/slide7.xml" Id="Readda0c0c4bd416e" /><Relationship Type="http://schemas.openxmlformats.org/officeDocument/2006/relationships/slide" Target="/ppt/slides/slide8.xml" Id="R06b08808e9bb4bd1" /><Relationship Type="http://schemas.openxmlformats.org/officeDocument/2006/relationships/slide" Target="/ppt/slides/slide9.xml" Id="R0a1f2d498d7a41d3" /><Relationship Type="http://schemas.openxmlformats.org/officeDocument/2006/relationships/slide" Target="/ppt/slides/slide10.xml" Id="R98658c415b184c82" /><Relationship Type="http://schemas.openxmlformats.org/officeDocument/2006/relationships/slide" Target="/ppt/slides/slide11.xml" Id="R9003cb2dc0664c89" /><Relationship Type="http://schemas.openxmlformats.org/officeDocument/2006/relationships/slide" Target="/ppt/slides/slide12.xml" Id="R40bbbb4c9d9d4a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e33230e38b46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50c4ec3c8b41dc" /><Relationship Type="http://schemas.openxmlformats.org/officeDocument/2006/relationships/notesMaster" Target="/ppt/notesMasters/notesMaster1.xml" Id="Rd5b1736fb7524c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f92c507d6f47f2" /><Relationship Type="http://schemas.openxmlformats.org/officeDocument/2006/relationships/notesMaster" Target="/ppt/notesMasters/notesMaster1.xml" Id="Rc488c8a0a91941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0e12da37f94024" /><Relationship Type="http://schemas.openxmlformats.org/officeDocument/2006/relationships/notesMaster" Target="/ppt/notesMasters/notesMaster1.xml" Id="Re4484204c6494c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545e3ef5e74ce6" /><Relationship Type="http://schemas.openxmlformats.org/officeDocument/2006/relationships/notesMaster" Target="/ppt/notesMasters/notesMaster1.xml" Id="R0282ae17acd841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e4a39b9ddb463a" /><Relationship Type="http://schemas.openxmlformats.org/officeDocument/2006/relationships/notesMaster" Target="/ppt/notesMasters/notesMaster1.xml" Id="Readd4b2e70e441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226fe0927a4c15" /><Relationship Type="http://schemas.openxmlformats.org/officeDocument/2006/relationships/notesMaster" Target="/ppt/notesMasters/notesMaster1.xml" Id="R84a6dcfc7af94b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f2adf489574099" /><Relationship Type="http://schemas.openxmlformats.org/officeDocument/2006/relationships/notesMaster" Target="/ppt/notesMasters/notesMaster1.xml" Id="R8f1dca9ac77948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7417b53c164c79" /><Relationship Type="http://schemas.openxmlformats.org/officeDocument/2006/relationships/notesMaster" Target="/ppt/notesMasters/notesMaster1.xml" Id="Rac9e8675e5c648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59a338bd5d4550" /><Relationship Type="http://schemas.openxmlformats.org/officeDocument/2006/relationships/notesMaster" Target="/ppt/notesMasters/notesMaster1.xml" Id="R5fd6ab84de784f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7f459f883b4e54" /><Relationship Type="http://schemas.openxmlformats.org/officeDocument/2006/relationships/notesMaster" Target="/ppt/notesMasters/notesMaster1.xml" Id="R2c739ec30c5344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b6afeddb764ac0" /><Relationship Type="http://schemas.openxmlformats.org/officeDocument/2006/relationships/notesMaster" Target="/ppt/notesMasters/notesMaster1.xml" Id="R3c8c9ab865a445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40818f2bfe48c4" /><Relationship Type="http://schemas.openxmlformats.org/officeDocument/2006/relationships/notesMaster" Target="/ppt/notesMasters/notesMaster1.xml" Id="Rcd7eeaa3979b46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aeff3051246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c0a871087a4a5c" /><Relationship Type="http://schemas.openxmlformats.org/officeDocument/2006/relationships/slideLayout" Target="/ppt/slideLayouts/slideLayout1.xml" Id="Rd4b3a969710d4b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b3a969710d4b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867d143f04d55" /><Relationship Type="http://schemas.openxmlformats.org/officeDocument/2006/relationships/notesSlide" Target="/ppt/notesSlides/notesSlide1.xml" Id="R633ee96bc28646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12c75bc8e441d" /><Relationship Type="http://schemas.openxmlformats.org/officeDocument/2006/relationships/notesSlide" Target="/ppt/notesSlides/notesSlide2.xml" Id="R6dc55ac3d0a84b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7832fd21b42ad" /><Relationship Type="http://schemas.openxmlformats.org/officeDocument/2006/relationships/notesSlide" Target="/ppt/notesSlides/notesSlide3.xml" Id="Rdd8d38ae230547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75d5c5f294900" /><Relationship Type="http://schemas.openxmlformats.org/officeDocument/2006/relationships/notesSlide" Target="/ppt/notesSlides/notesSlide4.xml" Id="Ra344e05098d449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7d233c7a24ad6" /><Relationship Type="http://schemas.openxmlformats.org/officeDocument/2006/relationships/notesSlide" Target="/ppt/notesSlides/notesSlide5.xml" Id="Rb47183b8ee6941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7ff023a174d39" /><Relationship Type="http://schemas.openxmlformats.org/officeDocument/2006/relationships/notesSlide" Target="/ppt/notesSlides/notesSlide6.xml" Id="R720d82ac739c4e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e534f82034c2b" /><Relationship Type="http://schemas.openxmlformats.org/officeDocument/2006/relationships/notesSlide" Target="/ppt/notesSlides/notesSlide7.xml" Id="R88ebe3ace9d543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853b7fed845c3" /><Relationship Type="http://schemas.openxmlformats.org/officeDocument/2006/relationships/notesSlide" Target="/ppt/notesSlides/notesSlide8.xml" Id="R3a33a7b06adf43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c29aaf8504b58" /><Relationship Type="http://schemas.openxmlformats.org/officeDocument/2006/relationships/notesSlide" Target="/ppt/notesSlides/notesSlide9.xml" Id="R9f099aef038243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562e0eeff46da" /><Relationship Type="http://schemas.openxmlformats.org/officeDocument/2006/relationships/notesSlide" Target="/ppt/notesSlides/notesSlide10.xml" Id="Rf839b32ff6304e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15f4d6f514f33" /><Relationship Type="http://schemas.openxmlformats.org/officeDocument/2006/relationships/notesSlide" Target="/ppt/notesSlides/notesSlide11.xml" Id="R7dedb21d41a442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d23ef3ea24dbb" /><Relationship Type="http://schemas.openxmlformats.org/officeDocument/2006/relationships/notesSlide" Target="/ppt/notesSlides/notesSlide12.xml" Id="Rfab59e50abac41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D6588-6AAB-485F-9A46-3B6C4A8E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86AEC-003C-49CD-8E87-6B0BE3F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Nature of the group shall be multidisciplinary. (Group shall be formed by selecting students from all branches)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2FBCE-8FA2-4C03-8B6F-5FAF4293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873E5-30EA-43D9-B637-619FF8F3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28697-993A-4E67-8B81-B20069C0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E166D-3DA0-497F-8230-98CFC8ED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3BD02-F4BB-4C5E-BCDD-A68C8A6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91B68-E5A5-48CB-BE28-97354860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BA0B0-EDF3-43B2-89E7-F8D61421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AFD22-C19B-441F-9DE2-DC19DDD4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87734-C921-49B6-AB55-155788E3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D93D3-7544-4305-AF43-F55DCD36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63A6F-6887-4CB7-A70B-BC48DF0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962590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2BC3B-B8D9-44F1-B485-93ADDF44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78D9E-66B4-4D06-9C37-F1001F5A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B7987-EF4C-4014-8679-7D63D728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DD1D1-CE9A-46AF-855F-17D27CA3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68ECE-BC47-4652-BAA2-61ED0557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Nature of the group shall be multidisciplinary. (Group shall be formed by selecting students from all branches)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407D2-3D36-44B7-9577-33EA16C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329175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4FDB1-6E85-465A-A0D5-D31440D9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85DCD-C1BB-4224-BF4B-ED3CADE9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3E6F4-1E3F-464F-BB68-16F6224D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203F5-8815-494A-8536-CC08384B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8297F-FD18-482E-AD75-E3B98DCE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Nature of the group shall be multidisciplinary. (Group shall be formed by selec....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CE36B-B118-4BB1-A10A-DD81AFB1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4CAE6-5373-4403-8991-31787AB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4944F-E134-4742-89E8-E5005D3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24198-6D5C-4A60-863C-B786A716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5CC6F-518E-4D91-A6C8-EC24AEB2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9D3AE-49B6-4FEF-9C54-2F156CA0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8A47A-AD8B-4DE8-93E7-F9AC499B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multidisciplinary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51CA8-0A88-419C-8CFF-D3CB1852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BF29F-C2F9-4B78-BA47-789C3207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6F53A-3F86-4684-9A87-30B3CA16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926222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81103-65F4-497F-91D5-8CD901A9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D20EE-A187-4FE3-8E57-B38A9862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1AAB9-7404-4873-A38B-F9838C6E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75CA0-F6CF-4D76-9F12-D0B9A95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583D5-C557-4974-B5D5-DC12D6D9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84C98-E22F-4BB9-A060-B2567A66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363356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848AB-50F0-46D8-95B0-B185AAC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3434F-E3E3-407A-9D14-2F79E17C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2BD61-B3AE-47EC-9726-C8FF0040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F75B0-3FA3-4752-9367-122306A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A2E74-6A61-47C7-80F2-67B485B2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182F7-9B83-4CE0-9FA5-2EEFE30C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56223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A3B9C-1A3D-47AA-ABA6-6F0D56D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A025D-C29A-40F7-A52E-7E50E166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90666-FCE1-416B-8C61-84C67E3D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A771D-4199-4489-8730-D7A2D47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D0939-25BF-459E-A47B-D611A2FE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0B702-02E7-4DB6-A42A-7B55FB8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D0025-3CE5-4D29-A32A-6FDA7C3B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D1B30-D4BD-4955-BBC5-77778F3C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333D0-3016-4F52-AEC8-8F663951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A5B28-E264-4127-B133-D7B23CD5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2491D-D688-48E4-953C-AA6CF782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247E6-09DA-4DB0-9A99-B5262CA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27D5F-3392-4909-B71F-2FE4FAFE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FD1DA-2607-46DA-85F0-2ACC90D3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426CB-D647-456D-B733-770F71D0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196221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EBE8C-7864-448F-B01D-96DFCBBA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AA1EF-8AC0-4FFE-A844-D76AF233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40385-A9C1-47AF-927C-7989803D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82A04-B5FE-4613-B4D1-963CB6B8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0FAA1-079A-406D-A324-8B8A5A71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22741-EF5E-4D22-AA79-2F2C7350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3533C-EA9E-4FB0-981C-B6DBBBA3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D8F26-0AA5-42FF-BE78-3A309E4C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D8563-5B8B-43B9-9498-A9B4D415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C3789-911E-44B6-86CB-5BC0F9E4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3843F-2371-4216-A4A9-A3D6FCF2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A8E77-0015-436D-BD05-80CA6AE8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C17BF-00D7-4CD7-9913-84FF23E1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589C4-35C9-4C13-8A76-3CF80F6E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BEF59-8A2C-417B-8A80-86D33217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0DFDF-B6B6-4824-8DAD-10E3C3CA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61FB4-1362-4C0A-961E-B4B92FF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D9F23-5A74-4D7F-8EEE-B2E2794F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18FBD-9AF2-4AD9-AA8F-66917E9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5D7A7-D527-4633-98FE-20DAA13D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0B826-79D1-451D-B11E-00DC2C16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056E5-F9F4-4CAB-BB9C-FF3CCE7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74EEA-01CB-479A-9361-408F5A5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01CDC-49FC-45D0-A675-5B29A8BB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D0EA0-FDFD-48E2-81F3-952CC6F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27348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0722F-99EF-485A-9DF2-F4C58A28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74A28-DBDD-4006-9C6F-383A9EE0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C1A89-2811-4FF0-AFDF-2274ABEC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D1E30-6196-4C8A-9CB4-0ACC3DCD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768DF-3450-4437-9B9D-8F3E99E5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C7FA6-0A4E-46F8-9067-3323E36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514855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0AD0C-8D17-426A-8B5F-718CD58D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693CE-0D47-4FC6-B880-74CF4A83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5A31A-7AFD-49F1-8F86-B8FCD8CF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77DD7-0112-4806-BB20-220BC4BC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97DAE-6B0F-4D8B-A0CC-64C56D10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82371-0729-4E5C-AD2A-B09A2F05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0932190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5D98C-2942-4723-912C-F9DEE14C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64902-2DAD-4576-A5FF-860E44D5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437F3-C685-43CC-8E97-58B005CC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C9DC3-40FA-453B-9488-74DFF22A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09F41-8C09-4D6E-AB05-F018F720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Nature of the group shall be multidisciplinary....?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62479-25DB-4ECE-BAD4-B482963A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729979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50350-5A91-494F-A506-F8B923E6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F8885-017D-4694-BD77-FB468BEF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C1CFA-79D9-499D-9A75-1E98BA80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94C95-D2F6-4C7F-B74E-EA1A41E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DC49B-B243-4CAF-B0EB-B51E4DA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C213B-E16D-404F-8B44-6E532E2C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66109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CACE9-C5D3-4335-98EE-B8A4F3FE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0FA5F-7197-4EA8-9203-1EDA294F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53F5C-DF22-44A3-8452-6CF32605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76C24-BD67-4617-9B85-7BBA2A1D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56DB5-D163-47CC-A8EB-6B325BE0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7146E-C8DE-473D-A6DF-00003766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9D3F6-9390-4C2C-82DD-5FCCACF8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99D74-0274-4149-89A9-7DD49D07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82228-530D-42E9-920C-1F65E09E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6BBC6-AC1E-42AA-8835-1894D919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6BB9A-9834-45D6-AA24-D86F6A07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24A4D-A176-4E33-9425-C54F609C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98438-6ED9-4B1B-BD21-FF1C0FF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D14D2-79AB-43C1-8D7E-6F145142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845B5-BF21-4C1A-8AFA-DDD660A3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C533F-FE6E-431D-86A9-45F4651E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4C8E8-FAD3-4F96-BDBC-EC95E5CD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DABF2-4BAA-4D2E-B16C-44B6BFB6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631D8-B3FF-4FE0-9D52-86FB3E76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7F096-894E-4409-A38D-C59614F2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1622A-906D-4C3C-A860-EC8E4558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9B27A-EA00-4F9C-8EDD-B41628C8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D529D-B554-4A0E-8D74-38C95A80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705211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2026-08-24T16:03:17.2430000Z</dcterms:created>
  <dcterms:modified xsi:type="dcterms:W3CDTF">2026-08-24T16:03:17.2430000Z</dcterms:modified>
</coreProperties>
</file>