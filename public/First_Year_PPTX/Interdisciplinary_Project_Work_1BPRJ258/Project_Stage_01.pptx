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b54934cdda4753" /><Relationship Type="http://schemas.openxmlformats.org/officeDocument/2006/relationships/extended-properties" Target="/docProps/app.xml" Id="R66a6b6389d91406c" /><Relationship Type="http://schemas.openxmlformats.org/officeDocument/2006/relationships/officeDocument" Target="/ppt/presentation.xml" Id="R53093e64dff3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12d1208f114c6c"/>
  </p:sldMasterIdLst>
  <p:notesMasterIdLst>
    <p:notesMasterId xmlns:r="http://schemas.openxmlformats.org/officeDocument/2006/relationships" r:id="R6d6d111bc4ef45ea"/>
  </p:notesMasterIdLst>
  <p:sldIdLst>
    <p:sldId xmlns:r="http://schemas.openxmlformats.org/officeDocument/2006/relationships" id="256" r:id="R0c1a2bc19b7341b6"/>
    <p:sldId xmlns:r="http://schemas.openxmlformats.org/officeDocument/2006/relationships" id="257" r:id="Rb6d73d0d7b2b4dc7"/>
    <p:sldId xmlns:r="http://schemas.openxmlformats.org/officeDocument/2006/relationships" id="258" r:id="R43647e29f3844377"/>
    <p:sldId xmlns:r="http://schemas.openxmlformats.org/officeDocument/2006/relationships" id="259" r:id="R677569102a5441d7"/>
    <p:sldId xmlns:r="http://schemas.openxmlformats.org/officeDocument/2006/relationships" id="260" r:id="R0df9c4d464b04d57"/>
    <p:sldId xmlns:r="http://schemas.openxmlformats.org/officeDocument/2006/relationships" id="261" r:id="R9b9bc58e1527419d"/>
    <p:sldId xmlns:r="http://schemas.openxmlformats.org/officeDocument/2006/relationships" id="262" r:id="R72b29a74fcb7434a"/>
    <p:sldId xmlns:r="http://schemas.openxmlformats.org/officeDocument/2006/relationships" id="263" r:id="R083c55adf2484e8c"/>
    <p:sldId xmlns:r="http://schemas.openxmlformats.org/officeDocument/2006/relationships" id="264" r:id="Re2f055beb4a44851"/>
    <p:sldId xmlns:r="http://schemas.openxmlformats.org/officeDocument/2006/relationships" id="265" r:id="R84f22c63948d4fad"/>
    <p:sldId xmlns:r="http://schemas.openxmlformats.org/officeDocument/2006/relationships" id="266" r:id="R890b573cecb347d4"/>
    <p:sldId xmlns:r="http://schemas.openxmlformats.org/officeDocument/2006/relationships" id="267" r:id="R59a8a31348eb4d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547c37cbb496f" /><Relationship Type="http://schemas.openxmlformats.org/officeDocument/2006/relationships/slideMaster" Target="/ppt/slideMasters/slideMaster1.xml" Id="R3612d1208f114c6c" /><Relationship Type="http://schemas.openxmlformats.org/officeDocument/2006/relationships/notesMaster" Target="/ppt/notesMasters/notesMaster1.xml" Id="R6d6d111bc4ef45ea" /><Relationship Type="http://schemas.openxmlformats.org/officeDocument/2006/relationships/presProps" Target="/ppt/presProps.xml" Id="R16e70d661d8741dd" /><Relationship Type="http://schemas.openxmlformats.org/officeDocument/2006/relationships/tableStyles" Target="/ppt/tableStyles.xml" Id="Rd912ca46c6dc4292" /><Relationship Type="http://schemas.openxmlformats.org/officeDocument/2006/relationships/slide" Target="/ppt/slides/slide1.xml" Id="R0c1a2bc19b7341b6" /><Relationship Type="http://schemas.openxmlformats.org/officeDocument/2006/relationships/slide" Target="/ppt/slides/slide2.xml" Id="Rb6d73d0d7b2b4dc7" /><Relationship Type="http://schemas.openxmlformats.org/officeDocument/2006/relationships/slide" Target="/ppt/slides/slide3.xml" Id="R43647e29f3844377" /><Relationship Type="http://schemas.openxmlformats.org/officeDocument/2006/relationships/slide" Target="/ppt/slides/slide4.xml" Id="R677569102a5441d7" /><Relationship Type="http://schemas.openxmlformats.org/officeDocument/2006/relationships/slide" Target="/ppt/slides/slide5.xml" Id="R0df9c4d464b04d57" /><Relationship Type="http://schemas.openxmlformats.org/officeDocument/2006/relationships/slide" Target="/ppt/slides/slide6.xml" Id="R9b9bc58e1527419d" /><Relationship Type="http://schemas.openxmlformats.org/officeDocument/2006/relationships/slide" Target="/ppt/slides/slide7.xml" Id="R72b29a74fcb7434a" /><Relationship Type="http://schemas.openxmlformats.org/officeDocument/2006/relationships/slide" Target="/ppt/slides/slide8.xml" Id="R083c55adf2484e8c" /><Relationship Type="http://schemas.openxmlformats.org/officeDocument/2006/relationships/slide" Target="/ppt/slides/slide9.xml" Id="Re2f055beb4a44851" /><Relationship Type="http://schemas.openxmlformats.org/officeDocument/2006/relationships/slide" Target="/ppt/slides/slide10.xml" Id="R84f22c63948d4fad" /><Relationship Type="http://schemas.openxmlformats.org/officeDocument/2006/relationships/slide" Target="/ppt/slides/slide11.xml" Id="R890b573cecb347d4" /><Relationship Type="http://schemas.openxmlformats.org/officeDocument/2006/relationships/slide" Target="/ppt/slides/slide12.xml" Id="R59a8a31348eb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f85ac69fa43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ef47f1070479f" /><Relationship Type="http://schemas.openxmlformats.org/officeDocument/2006/relationships/notesMaster" Target="/ppt/notesMasters/notesMaster1.xml" Id="R1de73b31bf1546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a66d3819454f27" /><Relationship Type="http://schemas.openxmlformats.org/officeDocument/2006/relationships/notesMaster" Target="/ppt/notesMasters/notesMaster1.xml" Id="Re6cdd891bc96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6ab39edc1b48fc" /><Relationship Type="http://schemas.openxmlformats.org/officeDocument/2006/relationships/notesMaster" Target="/ppt/notesMasters/notesMaster1.xml" Id="R0c96663394ad44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a68f68540643b6" /><Relationship Type="http://schemas.openxmlformats.org/officeDocument/2006/relationships/notesMaster" Target="/ppt/notesMasters/notesMaster1.xml" Id="Rf2fe79000bb9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93abb39cc41d4" /><Relationship Type="http://schemas.openxmlformats.org/officeDocument/2006/relationships/notesMaster" Target="/ppt/notesMasters/notesMaster1.xml" Id="R8b17886f1b3541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13dca7671b4b9c" /><Relationship Type="http://schemas.openxmlformats.org/officeDocument/2006/relationships/notesMaster" Target="/ppt/notesMasters/notesMaster1.xml" Id="R201d3d45bbcb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51f307615a4c43" /><Relationship Type="http://schemas.openxmlformats.org/officeDocument/2006/relationships/notesMaster" Target="/ppt/notesMasters/notesMaster1.xml" Id="Rb15c030644d241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1ac75d03ae49f7" /><Relationship Type="http://schemas.openxmlformats.org/officeDocument/2006/relationships/notesMaster" Target="/ppt/notesMasters/notesMaster1.xml" Id="R42e2fb2b5d084d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623bb7d797479c" /><Relationship Type="http://schemas.openxmlformats.org/officeDocument/2006/relationships/notesMaster" Target="/ppt/notesMasters/notesMaster1.xml" Id="Rce0ced670daa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9d402980d14e74" /><Relationship Type="http://schemas.openxmlformats.org/officeDocument/2006/relationships/notesMaster" Target="/ppt/notesMasters/notesMaster1.xml" Id="R637dd542d53345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d4602c74f84b48" /><Relationship Type="http://schemas.openxmlformats.org/officeDocument/2006/relationships/notesMaster" Target="/ppt/notesMasters/notesMaster1.xml" Id="R26d5d5530fca47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029604e0344a44" /><Relationship Type="http://schemas.openxmlformats.org/officeDocument/2006/relationships/notesMaster" Target="/ppt/notesMasters/notesMaster1.xml" Id="Rcd845c945e77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9c740001e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5fb7022c14dd6" /><Relationship Type="http://schemas.openxmlformats.org/officeDocument/2006/relationships/slideLayout" Target="/ppt/slideLayouts/slideLayout1.xml" Id="R72a27f09b9c9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27f09b9c9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4da2ccb7142db" /><Relationship Type="http://schemas.openxmlformats.org/officeDocument/2006/relationships/notesSlide" Target="/ppt/notesSlides/notesSlide1.xml" Id="R7417097b7091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0b3439f1d43f3" /><Relationship Type="http://schemas.openxmlformats.org/officeDocument/2006/relationships/notesSlide" Target="/ppt/notesSlides/notesSlide2.xml" Id="R4595f36ba29145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cca6d0f3412c" /><Relationship Type="http://schemas.openxmlformats.org/officeDocument/2006/relationships/notesSlide" Target="/ppt/notesSlides/notesSlide3.xml" Id="R46699fe1394c4e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ed525eb184092" /><Relationship Type="http://schemas.openxmlformats.org/officeDocument/2006/relationships/notesSlide" Target="/ppt/notesSlides/notesSlide4.xml" Id="Rb4050df7f7f64d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08c171dfe4e45" /><Relationship Type="http://schemas.openxmlformats.org/officeDocument/2006/relationships/notesSlide" Target="/ppt/notesSlides/notesSlide5.xml" Id="R91a09cbe701546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71fc44e804021" /><Relationship Type="http://schemas.openxmlformats.org/officeDocument/2006/relationships/notesSlide" Target="/ppt/notesSlides/notesSlide6.xml" Id="R05df8dfdcf3a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f8903fa564959" /><Relationship Type="http://schemas.openxmlformats.org/officeDocument/2006/relationships/notesSlide" Target="/ppt/notesSlides/notesSlide7.xml" Id="R635a36eac277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15ac7e1484158" /><Relationship Type="http://schemas.openxmlformats.org/officeDocument/2006/relationships/notesSlide" Target="/ppt/notesSlides/notesSlide8.xml" Id="Rdce4173ea05b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f965b473547af" /><Relationship Type="http://schemas.openxmlformats.org/officeDocument/2006/relationships/notesSlide" Target="/ppt/notesSlides/notesSlide9.xml" Id="R484b9be79b1b49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b32e6f54a4c52" /><Relationship Type="http://schemas.openxmlformats.org/officeDocument/2006/relationships/notesSlide" Target="/ppt/notesSlides/notesSlide10.xml" Id="Rd98327244a8047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082f8b7ad4bdc" /><Relationship Type="http://schemas.openxmlformats.org/officeDocument/2006/relationships/notesSlide" Target="/ppt/notesSlides/notesSlide11.xml" Id="R880f17113b8142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546fa80ff4c17" /><Relationship Type="http://schemas.openxmlformats.org/officeDocument/2006/relationships/notesSlide" Target="/ppt/notesSlides/notesSlide12.xml" Id="R999662c27d7148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50FCD-6C8A-41DF-878A-B6EFECA0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C2559-CC5C-4556-9F5B-542733F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Identify and define problems requiring interdisciplinary knowledge.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CC305-2F36-4F03-8FAD-34A1C9DB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E2728-C03C-437C-A437-E719365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4DD5D-CC0D-4E0B-A2FD-230B3C4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6A825-8C75-4C24-867E-08F111A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A4C63-3FE5-45F9-A305-5E7BA511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DBD90-550E-454B-B952-3CA80D8E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4523D-F6A3-4190-96F0-137F443B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AEE0B-0ECC-484A-BE1B-4347F7C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2595B-B69B-4327-A0B2-64280AF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567A6-1FEF-40D6-BA88-ACB83FF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8942-1108-4B99-BC97-7B2422FA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0621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DF903-23E2-404C-AAB1-408BB372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8AA9A-B8B3-4868-9CE5-D1C3220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84591-CC1A-4E0B-9E3B-BB744F4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15B9-ADA6-4CD3-9D45-6C691A8B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2BA6-E87E-42FF-B6FC-54FEAB2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Identify and define problems requiring interdisciplinary knowledge.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C5F26-F3FF-417F-9E58-005D28AB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19411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0F955-5466-4B41-BA11-933C9A8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5DC29-F54C-4012-954E-D58A0F9D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1DA6C-4826-41D4-B351-DC54BF2C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596DC-FEE5-48B0-8720-C7B0FC7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A35E-98F7-443B-89FA-77571043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Identify and define problems requiring interdisciplinary knowledge..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E16C8-20B1-40AC-9700-4274E85D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5FCA2-7E84-4168-9C5A-F09133E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3B671-8E42-4DAC-961F-57EF8C2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2B185-7271-434F-822D-C843D97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AF84C-11E9-4C6F-834E-97E1A31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1312A-41ED-47A6-A34D-44B9C30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29E6B-DCFD-4E9E-8A93-27188EFA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interdisciplinary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9D0DA-A802-4B3D-95D0-5CF9C09D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F7782-9900-47A1-9401-14308D7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F7129-EC83-42AA-859B-85309954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53484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7A23C-FF48-4714-86A2-863AAC1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74F1D-1D6E-4648-82F2-87E94637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D23E-FBAE-4395-B72E-8ECA77F2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D7D1C-623C-45B6-8641-D13BB0C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A51C-BC56-4932-9783-31B498E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96668-0107-4200-BA5B-615339F7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165179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1A4F-0C3D-43DC-8978-A41F23A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41002-216F-473B-B12E-7255098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2722B-8CED-46E2-B0D9-38D7940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B4F7-53CD-4B04-B19A-DDDED6C7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A22B-49C5-4316-B3FD-8A762C4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24BAB-3ABB-49AD-995C-06A74BB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48389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106B8-7C3E-4ADF-B325-47DE017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4813D-51B2-4C88-974F-9FA756BF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1E664-5359-4BD5-A2BB-AD2DDE1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C93B5-44F1-4F05-826A-93F7066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510BA-866F-4078-A35F-B5C4108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3593A-AA62-4663-A699-E3E279C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1BB73-5022-4764-B49E-4E34FCF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1B452-39D3-48F7-850D-D27D397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308F2-D39C-4652-A19C-16250CB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15985-6C98-45B3-A8DD-0437686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FC246-D54D-48BA-A5EA-72DE2465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B325E-94CF-4537-A6CA-3B463FE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BC98B-E3E9-4BB5-B734-DBE9CB4D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F326C-DC5D-4759-9A5A-254833F1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D1223-FBC4-43C6-8126-C469EF9D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019699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AD55C-944F-43AB-8517-896A181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3DB0-C615-4077-9B17-FC0299A3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81473-0ECF-4D80-86F9-1CF6D6D0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8C43B-4C4F-421A-8977-4E436F06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7AA1C-4002-4595-B70D-2B1DF98F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6DF3C-0E01-4975-B27B-3CE7DE8D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80971-1DD9-4B95-A390-E4C240E8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5EB45-31B7-4FA6-8BAD-E44DCD9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2D1C9-8A43-4263-9DA4-C793456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4E4B5-BCBE-4EA0-B7EF-DA4C111C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9881F-D769-45A0-A408-BEB920E2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5AE42-95C5-4FF2-ADDE-6331044E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9153A-9D9F-4913-A3EA-8EF26F14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57133-9BFD-4A10-B525-75D011B0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88527-72FB-485C-994B-6B652DBB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356B2-7792-4D48-A4B2-EED7CD23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3EAD5-2AB2-414E-9AFC-03D85C8C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D5E1F-4682-48EB-A8BA-D032086F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F2D0-FACB-4CED-BE15-B8F6759E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8AEB1-995C-472B-B78C-DB8039B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728E7-F4C5-48BA-B0BD-E6733F9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5028B-2D9A-46E7-BA61-B3018B3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80B6B-074F-413A-B08E-A9BF58A1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D5678-7569-47BA-A56E-4D46B73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DEEDD-E7A7-4F9D-B4E9-8098C02F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144902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8EA87-0934-4BA7-80C2-AF2ECF8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EE901-0B86-45BD-BA5C-C2FCA202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E47A9-E05B-4EED-A0C4-0C2C773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95739-C5EB-40A3-A737-243211B5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15ADD-D4F9-4F45-A50B-B430AB4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AC03F-860D-496C-AC72-BA94197D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65240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36917-E75E-4CB1-906A-A0256891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42DA5-5751-40E9-90D6-B68FD39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5E10C-C863-43C9-AA33-FD61B76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A0748-D9F1-402F-90A6-1A8F582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A343-32AE-41E2-BFC5-5B532C3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C674F-E1C4-4297-81B7-50398CCE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3280935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8438B-A9BF-4769-B477-BAE5531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E6FE9-6E0E-420C-ACD8-BDF7F99B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BCD37-46DE-4F50-BD66-7A1661C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2D9E0-0CD1-472C-86D3-548E391A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E3BAE-7095-4BCF-9E36-BC2D651F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Identify and define problems requiring interdis...?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6E3E3-BE93-4BEA-ABE4-E3B240C4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67577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B17AD-9822-4527-A123-7C3D034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9A56A-7F45-4D5F-8392-1293904E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441FC-1FF2-4744-92AE-DB9F9B05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D5870-503F-4F88-8BA9-5025B694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6C20-3AFD-436F-BC29-4B168CE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51EAC-FDEC-4B90-A813-7B334AD1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108491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7F8CA-81F7-4D2D-B4AE-A3AD1056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E3634-FAD1-4F08-A9D1-F15330ED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F41C6-96F7-4BA1-A8A9-8CB5C854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3BE94-F1F5-4E72-83FC-A89C88E5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F233F-4C62-4FF0-A036-B7D1FA05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9FCB2-262B-4B33-933F-38A92E9C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CCAD5-2D9A-4290-8219-ABA2F43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FB806-2CC7-4BA5-A88A-7926FF5E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5346C-0073-4B94-9352-5AA3400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74C19-CAD8-4E0F-A399-161B5E7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0C0E3-A469-43EF-A41E-0A4FB71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D5197-1B1C-474B-A6F4-EDBEA57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EE9E-7171-4DF3-8188-45FC130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90B4D-F57D-47C7-8758-9FFE9723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F33F6-6E91-4931-ADD8-B5D5274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0522-3D0B-4C3E-BC15-50071DBB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FC301-6333-4B94-A127-772AC801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B919BA-CB48-4951-AC29-E50ADCE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148F3-7094-4000-8F90-3B4618C3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A3C36-7242-4B0B-9501-BA8E4E6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AB0E4-38B7-436D-9BAD-ED238C9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C52DB-CEF7-4938-AB63-7F6EDCFF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1B937-09D1-42AA-B07B-02DA82B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05140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2026-08-24T16:03:16.8300000Z</dcterms:created>
  <dcterms:modified xsi:type="dcterms:W3CDTF">2026-08-24T16:03:16.8300000Z</dcterms:modified>
</coreProperties>
</file>