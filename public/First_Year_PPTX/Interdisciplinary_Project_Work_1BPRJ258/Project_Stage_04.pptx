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e01c229f124a46" /><Relationship Type="http://schemas.openxmlformats.org/officeDocument/2006/relationships/extended-properties" Target="/docProps/app.xml" Id="R7224a3443f8f4564" /><Relationship Type="http://schemas.openxmlformats.org/officeDocument/2006/relationships/officeDocument" Target="/ppt/presentation.xml" Id="R3754edb716584d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8c9b994b2140fe"/>
  </p:sldMasterIdLst>
  <p:notesMasterIdLst>
    <p:notesMasterId xmlns:r="http://schemas.openxmlformats.org/officeDocument/2006/relationships" r:id="Re6cb9388fd974ff9"/>
  </p:notesMasterIdLst>
  <p:sldIdLst>
    <p:sldId xmlns:r="http://schemas.openxmlformats.org/officeDocument/2006/relationships" id="256" r:id="Re96bab2160b643e8"/>
    <p:sldId xmlns:r="http://schemas.openxmlformats.org/officeDocument/2006/relationships" id="257" r:id="Re2a49676c4104b4f"/>
    <p:sldId xmlns:r="http://schemas.openxmlformats.org/officeDocument/2006/relationships" id="258" r:id="R4394439d73d44d52"/>
    <p:sldId xmlns:r="http://schemas.openxmlformats.org/officeDocument/2006/relationships" id="259" r:id="R6d6e10224e0340fc"/>
    <p:sldId xmlns:r="http://schemas.openxmlformats.org/officeDocument/2006/relationships" id="260" r:id="R33e98e1d682242a3"/>
    <p:sldId xmlns:r="http://schemas.openxmlformats.org/officeDocument/2006/relationships" id="261" r:id="Rf0705142cc9d43e6"/>
    <p:sldId xmlns:r="http://schemas.openxmlformats.org/officeDocument/2006/relationships" id="262" r:id="R88ba6a9a4988419e"/>
    <p:sldId xmlns:r="http://schemas.openxmlformats.org/officeDocument/2006/relationships" id="263" r:id="Rb7730f462c894a27"/>
    <p:sldId xmlns:r="http://schemas.openxmlformats.org/officeDocument/2006/relationships" id="264" r:id="Ra83b7db6333247a5"/>
    <p:sldId xmlns:r="http://schemas.openxmlformats.org/officeDocument/2006/relationships" id="265" r:id="R92b1811b4fe541c8"/>
    <p:sldId xmlns:r="http://schemas.openxmlformats.org/officeDocument/2006/relationships" id="266" r:id="R1288d284a7d64a25"/>
    <p:sldId xmlns:r="http://schemas.openxmlformats.org/officeDocument/2006/relationships" id="267" r:id="Rf88d9852d6e84e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28f601a279488e" /><Relationship Type="http://schemas.openxmlformats.org/officeDocument/2006/relationships/slideMaster" Target="/ppt/slideMasters/slideMaster1.xml" Id="R408c9b994b2140fe" /><Relationship Type="http://schemas.openxmlformats.org/officeDocument/2006/relationships/notesMaster" Target="/ppt/notesMasters/notesMaster1.xml" Id="Re6cb9388fd974ff9" /><Relationship Type="http://schemas.openxmlformats.org/officeDocument/2006/relationships/presProps" Target="/ppt/presProps.xml" Id="Rd982bfd18eff42f6" /><Relationship Type="http://schemas.openxmlformats.org/officeDocument/2006/relationships/tableStyles" Target="/ppt/tableStyles.xml" Id="R7dd1c42c909d47b8" /><Relationship Type="http://schemas.openxmlformats.org/officeDocument/2006/relationships/slide" Target="/ppt/slides/slide1.xml" Id="Re96bab2160b643e8" /><Relationship Type="http://schemas.openxmlformats.org/officeDocument/2006/relationships/slide" Target="/ppt/slides/slide2.xml" Id="Re2a49676c4104b4f" /><Relationship Type="http://schemas.openxmlformats.org/officeDocument/2006/relationships/slide" Target="/ppt/slides/slide3.xml" Id="R4394439d73d44d52" /><Relationship Type="http://schemas.openxmlformats.org/officeDocument/2006/relationships/slide" Target="/ppt/slides/slide4.xml" Id="R6d6e10224e0340fc" /><Relationship Type="http://schemas.openxmlformats.org/officeDocument/2006/relationships/slide" Target="/ppt/slides/slide5.xml" Id="R33e98e1d682242a3" /><Relationship Type="http://schemas.openxmlformats.org/officeDocument/2006/relationships/slide" Target="/ppt/slides/slide6.xml" Id="Rf0705142cc9d43e6" /><Relationship Type="http://schemas.openxmlformats.org/officeDocument/2006/relationships/slide" Target="/ppt/slides/slide7.xml" Id="R88ba6a9a4988419e" /><Relationship Type="http://schemas.openxmlformats.org/officeDocument/2006/relationships/slide" Target="/ppt/slides/slide8.xml" Id="Rb7730f462c894a27" /><Relationship Type="http://schemas.openxmlformats.org/officeDocument/2006/relationships/slide" Target="/ppt/slides/slide9.xml" Id="Ra83b7db6333247a5" /><Relationship Type="http://schemas.openxmlformats.org/officeDocument/2006/relationships/slide" Target="/ppt/slides/slide10.xml" Id="R92b1811b4fe541c8" /><Relationship Type="http://schemas.openxmlformats.org/officeDocument/2006/relationships/slide" Target="/ppt/slides/slide11.xml" Id="R1288d284a7d64a25" /><Relationship Type="http://schemas.openxmlformats.org/officeDocument/2006/relationships/slide" Target="/ppt/slides/slide12.xml" Id="Rf88d9852d6e8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3f9655c6ee49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53505504dc4798" /><Relationship Type="http://schemas.openxmlformats.org/officeDocument/2006/relationships/notesMaster" Target="/ppt/notesMasters/notesMaster1.xml" Id="Rdd1e0ead9ba4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c6777434d24c94" /><Relationship Type="http://schemas.openxmlformats.org/officeDocument/2006/relationships/notesMaster" Target="/ppt/notesMasters/notesMaster1.xml" Id="Rd64d08137dc243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4262ff500e4050" /><Relationship Type="http://schemas.openxmlformats.org/officeDocument/2006/relationships/notesMaster" Target="/ppt/notesMasters/notesMaster1.xml" Id="R82e2638a99a8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aeec7b4a604a9d" /><Relationship Type="http://schemas.openxmlformats.org/officeDocument/2006/relationships/notesMaster" Target="/ppt/notesMasters/notesMaster1.xml" Id="R244451fa96d0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2685b4b7d44919" /><Relationship Type="http://schemas.openxmlformats.org/officeDocument/2006/relationships/notesMaster" Target="/ppt/notesMasters/notesMaster1.xml" Id="Rf399439a7f7849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6cb8b9241b455f" /><Relationship Type="http://schemas.openxmlformats.org/officeDocument/2006/relationships/notesMaster" Target="/ppt/notesMasters/notesMaster1.xml" Id="Ra449709e953a4b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a60a1895b1454f" /><Relationship Type="http://schemas.openxmlformats.org/officeDocument/2006/relationships/notesMaster" Target="/ppt/notesMasters/notesMaster1.xml" Id="R355d196ca2f84f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28ba0a445a4a74" /><Relationship Type="http://schemas.openxmlformats.org/officeDocument/2006/relationships/notesMaster" Target="/ppt/notesMasters/notesMaster1.xml" Id="R40c46799af0a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3ad09feadc4117" /><Relationship Type="http://schemas.openxmlformats.org/officeDocument/2006/relationships/notesMaster" Target="/ppt/notesMasters/notesMaster1.xml" Id="R797f26f6315144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433d9b0c34425" /><Relationship Type="http://schemas.openxmlformats.org/officeDocument/2006/relationships/notesMaster" Target="/ppt/notesMasters/notesMaster1.xml" Id="R1a913a9b243446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cbb206f3ff4b8c" /><Relationship Type="http://schemas.openxmlformats.org/officeDocument/2006/relationships/notesMaster" Target="/ppt/notesMasters/notesMaster1.xml" Id="Rc992714baa7c4b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48a3c952144d10" /><Relationship Type="http://schemas.openxmlformats.org/officeDocument/2006/relationships/notesMaster" Target="/ppt/notesMasters/notesMaster1.xml" Id="R4401694cbf7043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122c37e9504d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ff1217e593419f" /><Relationship Type="http://schemas.openxmlformats.org/officeDocument/2006/relationships/slideLayout" Target="/ppt/slideLayouts/slideLayout1.xml" Id="R76812532178d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12532178d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f200eeab94c6f" /><Relationship Type="http://schemas.openxmlformats.org/officeDocument/2006/relationships/notesSlide" Target="/ppt/notesSlides/notesSlide1.xml" Id="R78f0b45f7d33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bb3e045584591" /><Relationship Type="http://schemas.openxmlformats.org/officeDocument/2006/relationships/notesSlide" Target="/ppt/notesSlides/notesSlide2.xml" Id="Rec21de4e1b514a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e22a233041b2" /><Relationship Type="http://schemas.openxmlformats.org/officeDocument/2006/relationships/notesSlide" Target="/ppt/notesSlides/notesSlide3.xml" Id="Rd6d4493bcc844a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1f67121d14cfe" /><Relationship Type="http://schemas.openxmlformats.org/officeDocument/2006/relationships/notesSlide" Target="/ppt/notesSlides/notesSlide4.xml" Id="Ref874bf7a4ae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e57ba0a5248fb" /><Relationship Type="http://schemas.openxmlformats.org/officeDocument/2006/relationships/notesSlide" Target="/ppt/notesSlides/notesSlide5.xml" Id="Ra2e836cb49af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919b270784533" /><Relationship Type="http://schemas.openxmlformats.org/officeDocument/2006/relationships/notesSlide" Target="/ppt/notesSlides/notesSlide6.xml" Id="R939ede091ad445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9f56356154e6f" /><Relationship Type="http://schemas.openxmlformats.org/officeDocument/2006/relationships/notesSlide" Target="/ppt/notesSlides/notesSlide7.xml" Id="R4ec05d7a5a6d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cfff4f44a458b" /><Relationship Type="http://schemas.openxmlformats.org/officeDocument/2006/relationships/notesSlide" Target="/ppt/notesSlides/notesSlide8.xml" Id="R8695d450ad09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dcc932eee4bab" /><Relationship Type="http://schemas.openxmlformats.org/officeDocument/2006/relationships/notesSlide" Target="/ppt/notesSlides/notesSlide9.xml" Id="Ra65b353449d446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0cf6a877649ff" /><Relationship Type="http://schemas.openxmlformats.org/officeDocument/2006/relationships/notesSlide" Target="/ppt/notesSlides/notesSlide10.xml" Id="Ra1eca57b67174a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91eb1c0e24403" /><Relationship Type="http://schemas.openxmlformats.org/officeDocument/2006/relationships/notesSlide" Target="/ppt/notesSlides/notesSlide11.xml" Id="R07bfdbf9311c40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822211c9248e0" /><Relationship Type="http://schemas.openxmlformats.org/officeDocument/2006/relationships/notesSlide" Target="/ppt/notesSlides/notesSlide12.xml" Id="R4bfaebdcc8754d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7909D-2817-4B00-9AF2-027EF43D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Project Stage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4658A-826A-499F-8D35-99B793E4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Use project management, documentation, and presentation skills.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0836-CCD4-4672-A3DF-31A8FD01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Interdisciplinary Project Work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1BPRJ258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5ED97-78D3-4B0E-B4D2-A7A5CAB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1F807-29A3-49F6-88FB-CC7664A7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04174-CFF2-4C23-8641-ACA3AC5C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1C156-64F6-4059-B0E4-FCC54D3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B23FE-CAF5-44D2-9FC1-FFE9F30A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7E36C-D5FE-4C70-BB73-59375636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A69BA-AA53-4CEF-B3AE-512884B2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BB9AE-FB65-47C6-BA1D-6B7AB298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95AD6-693E-4CA4-9324-4876EF7D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DECBFA-0791-4818-A934-03F92516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370160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7BA8B-CFF9-40E3-8D88-10F7C38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57E33-CB90-4E82-9EC3-E7C76D9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BCC63-C407-483A-B63F-9A1118D5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0DE3C-A01B-4FE5-8B5C-368AB50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FEFB4-5489-45B3-81CE-F6418B58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Use project management, documentation, and presentation skills.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57B28-88A8-443B-BCE8-A6F7520F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445820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F10D-1A5B-4460-A06B-0CD297D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8228C-69AC-4541-88AA-B042174C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DE86F-BE14-46F8-A73B-B9F183E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8498A-333E-4FEC-8BD8-0573ADD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9C76F-F01B-49D1-85CD-D7EB80D1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Use project management, documentation, and presentation skills..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A5EDE-2DFC-4D65-87B8-D5A2C6C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39B39-7AF1-4074-A6CC-1C6D5967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9B98C-5B9C-4E67-813A-6E0FF216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69638-0E3E-4F9E-A904-7B156912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4D69F-1B4D-4BFB-9D40-28A43098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documentation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40C1D-6C42-4AD2-8D5B-E1C0B56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E8C49-DC74-4B51-9CBA-0FD11579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5A1E1-7E75-428D-AE78-3D44F38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15D5B-1DE4-4EC9-B37B-545B1742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1EB14-BF19-46F5-ACA7-DCBA4B8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85730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22563-1247-4C97-9924-CF18F5C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FF0A0-8572-4778-88A1-DA52B837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71039-F58D-484C-BDD3-1F38B9D8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CB50A-E40C-4720-9A7E-AB9DF50A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980DD-2B6B-45E4-97CE-3ABBB4BA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9CA7D-CD0D-4737-9193-AC80869F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8214262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61611-0EB6-4DAD-80AC-1ECCEBC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F452E-3B89-4F91-9091-509D29C0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AE8EE-AE34-4B02-A7CD-9F45D9F8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66F3A-00A9-4BE2-A0A1-9EF332D8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ABB85-9A8E-4D21-9579-2477B065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BE5E0-76DF-4D36-B0BD-9A136912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976349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9D4C7-7374-4A09-9964-60034B26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CB2475-3464-48BE-90B4-6FEE863E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EAD8B-EC62-4CFB-BEB0-7DD1162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0A9C6-2F0E-402A-8FDC-746C3C7E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6647-2FB7-4795-BD57-6F7083AC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7CC04-8048-44AA-ABBD-36D8C7D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83F06-2309-4FDC-85E9-469EBE02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69CC2-DE33-4834-B2B1-82E76E64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5C38F-7DD3-4043-BA8F-99D7E86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0B51E-B75A-4E9A-9980-2DE4673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8F9B1-6B58-4174-B786-F8098B25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268E6-72F1-4AB3-8544-CD7F07E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490E4-EE5E-4C81-AB1E-B61157B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FCB4A-C3C7-455D-9294-6EC13313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21587-6647-4145-B3A5-135CA5E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634096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96B07-DCC6-46FB-864F-4C8A06CD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1FA16-A4AF-4A48-A02F-359EF35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B4F8B-7FCF-4EEC-8605-8DC4FB1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A2AA7-DFBF-4D88-8305-B3729963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099A1-0BF0-4CE3-A920-745E9631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4E44D-F6D5-446C-B194-A9ED2922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C37D-D50C-40BF-9400-5D463041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60453-C788-4BC3-B2C1-1676F694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C4265-C2EB-466F-94FC-83350647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FC8A8-0D87-43DC-9835-624A9704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6A321-99B6-4216-9A45-78078B69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ABAF0-DFAB-4314-8500-BD417B3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D0949-9129-4D6A-AF14-1B8DCDC2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A96F2-D382-4FD0-9D02-C137F022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68DE1-4806-48AC-AB9D-F65F97B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80896-0A0F-4180-A2EB-90C4CE3F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DD929-47F8-4D8C-8516-1289D0A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2C589-2480-4AC7-A37E-E4B461BB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3A166-DB7E-42A5-9D3F-8E3C990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92BF2-DDCF-4F38-866D-B34208F4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04AA6-5C46-4388-A188-D58BD65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FD101-364F-4182-AD46-03CA25F4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4ECEB-AEC4-425A-B322-56044A8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56F75-2106-474E-B2ED-B2B3A905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BD6DB-7784-4335-A98D-2BAB268A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8575532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0EE60-EDC0-408E-9A27-BD75D379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FA6EC-BC4E-4AB9-AE7E-E39966E7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15A29-2C37-46AC-A474-C18F0F61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55E58-9FAC-4F24-A976-87905FA2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2D1DC-13A7-404E-A08E-8A7938C4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C45A6-136F-4BDF-B758-B86C6AC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47272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42344-636D-4D09-93D2-EFACFFFA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FE145-5A1A-47A8-A651-27F14F99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30EB5-348D-4EF9-A248-71446A1A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24FF9-D3A0-4B58-8C62-1AA1F72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EA148-B259-4E2E-8F25-50FABBAD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110CD-8B00-4654-9B7E-6715CF4C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589395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8F4B4-15CA-4F89-B584-D3E5313E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A2F4F-5A7F-4F58-9ADB-B8D4A00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30FD1-F0E7-4B0E-A863-089DE12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799C7-9D33-441C-9E03-809215E8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7E6D6-FFFC-484A-940E-28F3528D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Use project management, documentation, and pres...?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86E7A-2905-4D1F-B597-31288305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905125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A90AB-4171-4170-ADB7-B1B13B07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12F3E-F6AD-4FB6-84A0-4F486D7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C420B7-30D9-4686-B52B-A9DDED8C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DC796-4242-43CF-9BEC-EECD78CF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85CEF-1BD2-4AC0-BBE4-D9043C80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56715-B157-47A8-A63B-82FFCB44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2705372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C8D45-2722-4452-8E98-078DFBF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1BPRJ258 | Project Stage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CCD6A-A287-4CE9-9AC0-3220E70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C89C3-1AC4-41AD-BB59-5E486002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6A6A3-6698-4CEE-AE38-1DB527F9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66663-88D3-4629-9C3C-AA1E4732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2EF4A-FB86-40DB-8B17-F6049B93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38692-04E1-4805-A1EA-AB2FD0FB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03EFA-BDFA-4095-8913-C96172D7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E41A7-0B36-4F8A-BAF4-7F07C95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ABACB2-0A79-4BDB-8F5F-E822E5ED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41A8A-D8FB-4C8E-A643-D758478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AB2B5-20A9-4448-806F-C59E3ED6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1B47B-D15C-4AD5-947C-690EDAE6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75F00-BB87-456C-8A87-5E68C916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D2A72-D379-43F7-8D8A-17C8FBF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E9EE6-8DDE-4A18-A6CA-6A8BA8C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97949-9237-430D-9E92-EEF5337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EB085-D7C6-4F6E-ADC6-7E446DFB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F4F44-43BF-4648-A991-5260A0A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BEDFB6-F443-46F4-B185-2F1C3249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91E57-A11B-4FCF-93C3-1A47ABD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AC06C-6775-475C-A8EE-665AA39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DBA8B5-4A24-4CB1-BEFB-C4BB3AA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Interdisciplinary Project Work</a:t>
            </a:r>
          </a:p>
        </p:txBody>
      </p:sp>
    </p:spTree>
    <p:extLst>
      <p:ext uri="{BB962C8B-B14F-4D97-AF65-F5344CB8AC3E}">
        <p14:creationId xmlns:p14="http://schemas.microsoft.com/office/powerpoint/2010/main" val="1007212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2026-08-24T16:03:17.0100000Z</dcterms:created>
  <dcterms:modified xsi:type="dcterms:W3CDTF">2026-08-24T16:03:17.0100000Z</dcterms:modified>
</coreProperties>
</file>