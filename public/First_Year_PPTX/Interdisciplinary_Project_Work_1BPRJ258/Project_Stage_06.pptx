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86e839db214ac8" /><Relationship Type="http://schemas.openxmlformats.org/officeDocument/2006/relationships/extended-properties" Target="/docProps/app.xml" Id="R56a131778d604a8d" /><Relationship Type="http://schemas.openxmlformats.org/officeDocument/2006/relationships/officeDocument" Target="/ppt/presentation.xml" Id="R45a0617836cd4a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780971378d49a3"/>
  </p:sldMasterIdLst>
  <p:notesMasterIdLst>
    <p:notesMasterId xmlns:r="http://schemas.openxmlformats.org/officeDocument/2006/relationships" r:id="R9a66b9d303a34c65"/>
  </p:notesMasterIdLst>
  <p:sldIdLst>
    <p:sldId xmlns:r="http://schemas.openxmlformats.org/officeDocument/2006/relationships" id="256" r:id="Rc9264b3276c94126"/>
    <p:sldId xmlns:r="http://schemas.openxmlformats.org/officeDocument/2006/relationships" id="257" r:id="Rba50cb03223f45a7"/>
    <p:sldId xmlns:r="http://schemas.openxmlformats.org/officeDocument/2006/relationships" id="258" r:id="Ra446e7081d3c4f83"/>
    <p:sldId xmlns:r="http://schemas.openxmlformats.org/officeDocument/2006/relationships" id="259" r:id="Rdc7f99d12b464535"/>
    <p:sldId xmlns:r="http://schemas.openxmlformats.org/officeDocument/2006/relationships" id="260" r:id="Rc1d06cfb92ed4ea6"/>
    <p:sldId xmlns:r="http://schemas.openxmlformats.org/officeDocument/2006/relationships" id="261" r:id="R051ddd66d9694d13"/>
    <p:sldId xmlns:r="http://schemas.openxmlformats.org/officeDocument/2006/relationships" id="262" r:id="R079086aada164384"/>
    <p:sldId xmlns:r="http://schemas.openxmlformats.org/officeDocument/2006/relationships" id="263" r:id="R56fa1fac1feb422d"/>
    <p:sldId xmlns:r="http://schemas.openxmlformats.org/officeDocument/2006/relationships" id="264" r:id="R74751fbd17d04300"/>
    <p:sldId xmlns:r="http://schemas.openxmlformats.org/officeDocument/2006/relationships" id="265" r:id="R8ecf96068e6b4409"/>
    <p:sldId xmlns:r="http://schemas.openxmlformats.org/officeDocument/2006/relationships" id="266" r:id="R5c7d07f5dc3143cd"/>
    <p:sldId xmlns:r="http://schemas.openxmlformats.org/officeDocument/2006/relationships" id="267" r:id="Raadc5d98fc524f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1e90bd71954395" /><Relationship Type="http://schemas.openxmlformats.org/officeDocument/2006/relationships/slideMaster" Target="/ppt/slideMasters/slideMaster1.xml" Id="Rad780971378d49a3" /><Relationship Type="http://schemas.openxmlformats.org/officeDocument/2006/relationships/notesMaster" Target="/ppt/notesMasters/notesMaster1.xml" Id="R9a66b9d303a34c65" /><Relationship Type="http://schemas.openxmlformats.org/officeDocument/2006/relationships/presProps" Target="/ppt/presProps.xml" Id="Re8aee362b4744d73" /><Relationship Type="http://schemas.openxmlformats.org/officeDocument/2006/relationships/tableStyles" Target="/ppt/tableStyles.xml" Id="R02ebc79b013d47ae" /><Relationship Type="http://schemas.openxmlformats.org/officeDocument/2006/relationships/slide" Target="/ppt/slides/slide1.xml" Id="Rc9264b3276c94126" /><Relationship Type="http://schemas.openxmlformats.org/officeDocument/2006/relationships/slide" Target="/ppt/slides/slide2.xml" Id="Rba50cb03223f45a7" /><Relationship Type="http://schemas.openxmlformats.org/officeDocument/2006/relationships/slide" Target="/ppt/slides/slide3.xml" Id="Ra446e7081d3c4f83" /><Relationship Type="http://schemas.openxmlformats.org/officeDocument/2006/relationships/slide" Target="/ppt/slides/slide4.xml" Id="Rdc7f99d12b464535" /><Relationship Type="http://schemas.openxmlformats.org/officeDocument/2006/relationships/slide" Target="/ppt/slides/slide5.xml" Id="Rc1d06cfb92ed4ea6" /><Relationship Type="http://schemas.openxmlformats.org/officeDocument/2006/relationships/slide" Target="/ppt/slides/slide6.xml" Id="R051ddd66d9694d13" /><Relationship Type="http://schemas.openxmlformats.org/officeDocument/2006/relationships/slide" Target="/ppt/slides/slide7.xml" Id="R079086aada164384" /><Relationship Type="http://schemas.openxmlformats.org/officeDocument/2006/relationships/slide" Target="/ppt/slides/slide8.xml" Id="R56fa1fac1feb422d" /><Relationship Type="http://schemas.openxmlformats.org/officeDocument/2006/relationships/slide" Target="/ppt/slides/slide9.xml" Id="R74751fbd17d04300" /><Relationship Type="http://schemas.openxmlformats.org/officeDocument/2006/relationships/slide" Target="/ppt/slides/slide10.xml" Id="R8ecf96068e6b4409" /><Relationship Type="http://schemas.openxmlformats.org/officeDocument/2006/relationships/slide" Target="/ppt/slides/slide11.xml" Id="R5c7d07f5dc3143cd" /><Relationship Type="http://schemas.openxmlformats.org/officeDocument/2006/relationships/slide" Target="/ppt/slides/slide12.xml" Id="Raadc5d98fc524f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c6e82edc4c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52359acc6442ef" /><Relationship Type="http://schemas.openxmlformats.org/officeDocument/2006/relationships/notesMaster" Target="/ppt/notesMasters/notesMaster1.xml" Id="Rf02b189d33a14c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b3d674329743bb" /><Relationship Type="http://schemas.openxmlformats.org/officeDocument/2006/relationships/notesMaster" Target="/ppt/notesMasters/notesMaster1.xml" Id="Rb39e54a279504d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a2956b30784b1e" /><Relationship Type="http://schemas.openxmlformats.org/officeDocument/2006/relationships/notesMaster" Target="/ppt/notesMasters/notesMaster1.xml" Id="Rcfbfd9a63fbe44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c9ca228b374314" /><Relationship Type="http://schemas.openxmlformats.org/officeDocument/2006/relationships/notesMaster" Target="/ppt/notesMasters/notesMaster1.xml" Id="R2a313661e8db40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ede1e8d11146e0" /><Relationship Type="http://schemas.openxmlformats.org/officeDocument/2006/relationships/notesMaster" Target="/ppt/notesMasters/notesMaster1.xml" Id="Ra933969b398341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743e9145eb4277" /><Relationship Type="http://schemas.openxmlformats.org/officeDocument/2006/relationships/notesMaster" Target="/ppt/notesMasters/notesMaster1.xml" Id="R7fb9858775d842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110f631760451e" /><Relationship Type="http://schemas.openxmlformats.org/officeDocument/2006/relationships/notesMaster" Target="/ppt/notesMasters/notesMaster1.xml" Id="Raacdebd8fcd64c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59c672b9f1471e" /><Relationship Type="http://schemas.openxmlformats.org/officeDocument/2006/relationships/notesMaster" Target="/ppt/notesMasters/notesMaster1.xml" Id="R17a7990dcc0147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c2cf8d2d9e4f2f" /><Relationship Type="http://schemas.openxmlformats.org/officeDocument/2006/relationships/notesMaster" Target="/ppt/notesMasters/notesMaster1.xml" Id="Rd2eb62340e3a43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15f4e66afc447d" /><Relationship Type="http://schemas.openxmlformats.org/officeDocument/2006/relationships/notesMaster" Target="/ppt/notesMasters/notesMaster1.xml" Id="R45b3d41ce03144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21353b6021459c" /><Relationship Type="http://schemas.openxmlformats.org/officeDocument/2006/relationships/notesMaster" Target="/ppt/notesMasters/notesMaster1.xml" Id="Rb6f979fb051241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efdf31cdc14efe" /><Relationship Type="http://schemas.openxmlformats.org/officeDocument/2006/relationships/notesMaster" Target="/ppt/notesMasters/notesMaster1.xml" Id="R1405ec57d40147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b9b2f098d45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d3045ec2a140bb" /><Relationship Type="http://schemas.openxmlformats.org/officeDocument/2006/relationships/slideLayout" Target="/ppt/slideLayouts/slideLayout1.xml" Id="R8da1c6ada246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a1c6ada246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b08d8a33246d1" /><Relationship Type="http://schemas.openxmlformats.org/officeDocument/2006/relationships/notesSlide" Target="/ppt/notesSlides/notesSlide1.xml" Id="Rabfbb37aadf848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27e03f9bf48c5" /><Relationship Type="http://schemas.openxmlformats.org/officeDocument/2006/relationships/notesSlide" Target="/ppt/notesSlides/notesSlide2.xml" Id="R989d898c020144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595bd59e24ca0" /><Relationship Type="http://schemas.openxmlformats.org/officeDocument/2006/relationships/notesSlide" Target="/ppt/notesSlides/notesSlide3.xml" Id="Rc601bba9c99d44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f044b8e6c4d2f" /><Relationship Type="http://schemas.openxmlformats.org/officeDocument/2006/relationships/notesSlide" Target="/ppt/notesSlides/notesSlide4.xml" Id="R256e5a59bb3f4f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77fc65a674e00" /><Relationship Type="http://schemas.openxmlformats.org/officeDocument/2006/relationships/notesSlide" Target="/ppt/notesSlides/notesSlide5.xml" Id="Rfd196c2869794e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dbd1ab3754172" /><Relationship Type="http://schemas.openxmlformats.org/officeDocument/2006/relationships/notesSlide" Target="/ppt/notesSlides/notesSlide6.xml" Id="R4d7d9aa2b59840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aca91ea174e64" /><Relationship Type="http://schemas.openxmlformats.org/officeDocument/2006/relationships/notesSlide" Target="/ppt/notesSlides/notesSlide7.xml" Id="R2b46d42131a54e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c04208e5c4066" /><Relationship Type="http://schemas.openxmlformats.org/officeDocument/2006/relationships/notesSlide" Target="/ppt/notesSlides/notesSlide8.xml" Id="Re6898e9c5af946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fbfc877544413" /><Relationship Type="http://schemas.openxmlformats.org/officeDocument/2006/relationships/notesSlide" Target="/ppt/notesSlides/notesSlide9.xml" Id="R5832042495eb4f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70a33a49a4cbc" /><Relationship Type="http://schemas.openxmlformats.org/officeDocument/2006/relationships/notesSlide" Target="/ppt/notesSlides/notesSlide10.xml" Id="R1a5cfbc534c248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380196f0d4bf7" /><Relationship Type="http://schemas.openxmlformats.org/officeDocument/2006/relationships/notesSlide" Target="/ppt/notesSlides/notesSlide11.xml" Id="R42df4ebd4f8444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ff3e4269d4c13" /><Relationship Type="http://schemas.openxmlformats.org/officeDocument/2006/relationships/notesSlide" Target="/ppt/notesSlides/notesSlide12.xml" Id="R386f2936f31549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D3B49-761D-4A32-A09E-43040703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618A3-C3A6-4D6C-AE37-9B3A01C2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one faculty member shall be assigned to group of 60 students or one division.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A1DA7-1792-4CF4-8004-14D1D9FF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24525-984E-432F-952E-AAF58973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D50C2-3675-4734-A62F-F362E93F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7247C-0038-4812-99E6-95C0E204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D4261-C85D-4F68-9D5C-A0A42A50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8F396-5C76-49CF-8A88-F671125D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316BE-9378-464C-B4D7-20E70A98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81A92-1269-472B-AA1F-C8ABC37C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B11FE-2CC9-4BAB-BFB8-10554647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6F15F-E729-406E-92BD-2D10991C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B4FB5-ABB3-4FB3-9222-9328BCDD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674249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6364E-3E06-49AC-9BAF-EB1A3D68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6DDD1-CE67-4865-B21B-8FD77725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381A8-C9D4-462E-8630-FADB0619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D53F7-9BF7-4B5C-9F9F-169EB783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D73D-02F1-4434-BCAA-C8DB7C61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one faculty member shall be assigned to group of 60 students or one division.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854D-C833-47AB-B7BE-6EFB87F6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762643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94AE8-843E-436E-8A20-4DC8D9FC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52D0D-8E2A-46E9-948D-F9F2E624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CE749-144A-4255-A4C2-5683B249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E5392-AE03-47D0-B251-42EE3ED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F3A15-9144-4998-A8BD-038D2A61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one faculty member shall be assigned to group of 60 students or one division..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39C11-8805-42EE-8313-9DA67E8F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faculty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DF231-3E7A-4A37-98B5-13A17B86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7E280-0431-419F-B8E0-C4EAD13F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3A794-B40A-4ABE-8D62-8CC36BC3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68C52-6D64-45C6-813F-F33E6B0A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shall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EC7E4-8A5F-46AD-BC08-2ACD6FE9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86245-AC5C-43AC-AA7A-7F0416F4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assigned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0D7DA-11E8-4760-90FA-BA10DE0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97541-A0B9-4CC8-909D-53FD92C6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DA98A-9C8D-4DDC-94EB-3F1892B1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855463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02DF3-474F-428D-A671-5618C64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DC640-82D8-4088-942A-ACF5B1D0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771D1-9724-4457-A91A-BE65A66D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4F430-33E2-4799-8829-5ADF17D1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D1294-3479-4D38-9ED2-7C93932C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079C0-9DDF-4E0C-BDEF-3F9295D1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887331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92B63-80CE-45F3-86DF-2EB37D62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A9F11-8C5E-47B3-976B-1F2E1686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DEC13-D77C-4BA0-BAA3-CD55E359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77C0B-1576-44A6-97CC-0AF39FBA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2A098-427D-499F-987C-8D0BB8FD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F1EF5-640D-4257-B2E2-3BC49D8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72807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75B83-9DA3-45CD-A4AD-48B6A81F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C4B9D-30CC-4B0C-9013-7515A6A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1740D-4784-42BB-9111-33CA6170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71837-C92E-436E-9D00-1F0266F2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CF42C-1733-4DF6-BE92-5FD7D83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37E4F-E457-4305-A956-91254565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9FCA2-0A4E-4E8F-B421-4A91E28F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1150D-CAA4-4209-952C-1797F4A5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94986-30D5-4314-88B2-3392EA1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6A8F0-9F9D-4DFE-BF70-F6DF18DD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73F04-FB60-4870-A2B2-C44A4604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25897-85A3-483F-9591-ED73F5F8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0E9AE-6E61-48D5-B2C6-8615325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EA497-B474-49C7-AC4E-9A8F29E6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6AB8C-DC5E-400F-864E-22171854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58517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E5D9A-B3E5-48E5-89E0-C4BB3685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E6168-3791-4765-B125-A0996612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A41A1-98A8-4226-BAA3-F7126E09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67FCE-730A-4F9A-ADD4-D699FFDA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1134C-3498-486B-9C9E-D4B43FC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EAFCB-04CC-4881-8260-0BFFAB43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41C12-1EB4-4CD6-BA9C-00AB70B1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19F92-38E4-4597-80E4-A3471F1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645F7-FF93-4BE1-A5FE-D94A4A7E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E5114-56CE-49FC-B948-F8280262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3A9F3-1832-4EF9-8BB6-17F2E9F5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B2A08-15F4-41FC-A038-9F0D9509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08AD1-F04B-4A50-966F-79BD04C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B2EED-9309-4E1C-830E-C7EBE8C6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DB793-1C4B-44E9-B99D-BE99092F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3958B-5CD2-4B19-954C-7837F595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FF8AB-B761-4CC7-A9BC-2B7417A1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9E4D5-289B-4D6A-AAB1-6813D396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256B5-FACC-42C3-B7D9-D67C4264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E0AD4-1943-4883-9CBF-5AC33E90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7DA11-4D8B-4421-8915-C8E0B6D4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112D6-E6EB-4C9A-A769-29A1DB60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4F6C5-360A-4313-9C3E-97A5ABAC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DD15A-355C-490B-B83E-3A522C63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C839C-DA8C-4C06-8953-DED82733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471103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EA2AA-42AE-408F-9AC8-230A52AA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9564D-DA3C-4107-820C-088C0C27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8098F-BA2D-4D36-86C2-2E5A1B93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4F98F-054E-48C4-89E3-264ECE48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135D3-3C41-4E23-ACEE-98083C00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7168E-8CCA-401C-96A3-BD90F4B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2068496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4ECE6-A5CC-460E-9355-5FC46345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FA936-D311-4E5C-8463-2D804D19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0EB7B-8E76-4E89-B769-FE63CF8E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D7023-4E1D-4CF8-B3B9-80341F99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0128E-7C3D-44B4-81CD-20EF985E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3E782-543C-460A-A2A1-2C5319E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295595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5B8FF-C92C-48DD-9257-AB4A86D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EA0EC-C139-4784-BD1E-ACCB9BDC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A1734-D0A7-4226-A5EE-6CE90A66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56559-643E-4141-AA53-F353C282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7780E-9259-4F96-BC63-31ED1E16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one faculty member shall be assigned to group o...?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AFBA0-0C70-48D7-82BA-FD6D6AFB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201415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C1659-FF80-492A-9A1A-5CF93321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AE4FC-6E31-45F3-947D-C8232C4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87FF6-81D4-4EDF-B8FF-8ED26803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75E3C-260A-45CC-AED0-1F226D3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8071F-3F96-407E-8BE6-346115EF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7E0E6-08B0-49F2-90B3-AC2B5324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8655020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45159-0C6D-47B8-964C-6C1B6E28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DA328-ED26-4256-983D-EFF45678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4EA9A-E56B-43D3-AA54-C0C57D44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A4A39-7362-4C15-9B07-BE258CE4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F5006-7728-40BC-8753-CF04AD97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0A826-BC44-4794-AF78-F5864796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C2BA8-BA73-4F93-9382-11868275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EEC92-EC1C-4F21-B2B8-ADD54943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8A972-D618-4B39-A980-090CB6ED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71E7C-6CF1-4F66-B63B-4CB28218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AB92D-D304-460F-9B02-857045F7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41501-D47F-4A31-AB23-C3EC5BD2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978BC-AFB6-4E3D-BA70-90C19672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AD3D1-45B1-4D18-9284-EDD76D95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E2C94-50DA-4231-A1EB-22556B0E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82D4A-F210-452A-992E-109F0258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5D0CF-72C1-4983-8B54-39646446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29985-3764-4329-A028-6F7CEC11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077D8-CCBA-4991-979D-E62F30AF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FD086-E70C-48BE-ACB5-9910EC3D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03EF6-4624-4709-B5B2-1FCD404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03705-3534-49AD-B611-C667FD3D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2EA5F-2A95-40F5-8311-65BDB312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808686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2026-08-24T16:03:17.1290000Z</dcterms:created>
  <dcterms:modified xsi:type="dcterms:W3CDTF">2026-08-24T16:03:17.1290000Z</dcterms:modified>
</coreProperties>
</file>