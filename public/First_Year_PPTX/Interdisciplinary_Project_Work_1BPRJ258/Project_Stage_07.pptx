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382213f964896" /><Relationship Type="http://schemas.openxmlformats.org/officeDocument/2006/relationships/extended-properties" Target="/docProps/app.xml" Id="Rcac2cd0d74814eae" /><Relationship Type="http://schemas.openxmlformats.org/officeDocument/2006/relationships/officeDocument" Target="/ppt/presentation.xml" Id="Ra2464d6a70e64c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3e08ac82d54159"/>
  </p:sldMasterIdLst>
  <p:notesMasterIdLst>
    <p:notesMasterId xmlns:r="http://schemas.openxmlformats.org/officeDocument/2006/relationships" r:id="R64b62afc16b04241"/>
  </p:notesMasterIdLst>
  <p:sldIdLst>
    <p:sldId xmlns:r="http://schemas.openxmlformats.org/officeDocument/2006/relationships" id="256" r:id="R336abfffcb2c4051"/>
    <p:sldId xmlns:r="http://schemas.openxmlformats.org/officeDocument/2006/relationships" id="257" r:id="R2bbd658d555d465e"/>
    <p:sldId xmlns:r="http://schemas.openxmlformats.org/officeDocument/2006/relationships" id="258" r:id="R96016f42d01144fe"/>
    <p:sldId xmlns:r="http://schemas.openxmlformats.org/officeDocument/2006/relationships" id="259" r:id="Rad5cc30830384471"/>
    <p:sldId xmlns:r="http://schemas.openxmlformats.org/officeDocument/2006/relationships" id="260" r:id="Rdd1bdaa864604062"/>
    <p:sldId xmlns:r="http://schemas.openxmlformats.org/officeDocument/2006/relationships" id="261" r:id="Rb4e1fdf2bc684b05"/>
    <p:sldId xmlns:r="http://schemas.openxmlformats.org/officeDocument/2006/relationships" id="262" r:id="R74752f26825e4543"/>
    <p:sldId xmlns:r="http://schemas.openxmlformats.org/officeDocument/2006/relationships" id="263" r:id="R5da07aeadffa4ebf"/>
    <p:sldId xmlns:r="http://schemas.openxmlformats.org/officeDocument/2006/relationships" id="264" r:id="Rc8bc2ad180ba4cce"/>
    <p:sldId xmlns:r="http://schemas.openxmlformats.org/officeDocument/2006/relationships" id="265" r:id="R4334421b7e37445f"/>
    <p:sldId xmlns:r="http://schemas.openxmlformats.org/officeDocument/2006/relationships" id="266" r:id="Raae8b539ec754b46"/>
    <p:sldId xmlns:r="http://schemas.openxmlformats.org/officeDocument/2006/relationships" id="267" r:id="R3f33d03d259d4c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f0c9e7e5bf415e" /><Relationship Type="http://schemas.openxmlformats.org/officeDocument/2006/relationships/slideMaster" Target="/ppt/slideMasters/slideMaster1.xml" Id="Rcf3e08ac82d54159" /><Relationship Type="http://schemas.openxmlformats.org/officeDocument/2006/relationships/notesMaster" Target="/ppt/notesMasters/notesMaster1.xml" Id="R64b62afc16b04241" /><Relationship Type="http://schemas.openxmlformats.org/officeDocument/2006/relationships/presProps" Target="/ppt/presProps.xml" Id="R741be6fdd90e4fe5" /><Relationship Type="http://schemas.openxmlformats.org/officeDocument/2006/relationships/tableStyles" Target="/ppt/tableStyles.xml" Id="R9786a371a2514a93" /><Relationship Type="http://schemas.openxmlformats.org/officeDocument/2006/relationships/slide" Target="/ppt/slides/slide1.xml" Id="R336abfffcb2c4051" /><Relationship Type="http://schemas.openxmlformats.org/officeDocument/2006/relationships/slide" Target="/ppt/slides/slide2.xml" Id="R2bbd658d555d465e" /><Relationship Type="http://schemas.openxmlformats.org/officeDocument/2006/relationships/slide" Target="/ppt/slides/slide3.xml" Id="R96016f42d01144fe" /><Relationship Type="http://schemas.openxmlformats.org/officeDocument/2006/relationships/slide" Target="/ppt/slides/slide4.xml" Id="Rad5cc30830384471" /><Relationship Type="http://schemas.openxmlformats.org/officeDocument/2006/relationships/slide" Target="/ppt/slides/slide5.xml" Id="Rdd1bdaa864604062" /><Relationship Type="http://schemas.openxmlformats.org/officeDocument/2006/relationships/slide" Target="/ppt/slides/slide6.xml" Id="Rb4e1fdf2bc684b05" /><Relationship Type="http://schemas.openxmlformats.org/officeDocument/2006/relationships/slide" Target="/ppt/slides/slide7.xml" Id="R74752f26825e4543" /><Relationship Type="http://schemas.openxmlformats.org/officeDocument/2006/relationships/slide" Target="/ppt/slides/slide8.xml" Id="R5da07aeadffa4ebf" /><Relationship Type="http://schemas.openxmlformats.org/officeDocument/2006/relationships/slide" Target="/ppt/slides/slide9.xml" Id="Rc8bc2ad180ba4cce" /><Relationship Type="http://schemas.openxmlformats.org/officeDocument/2006/relationships/slide" Target="/ppt/slides/slide10.xml" Id="R4334421b7e37445f" /><Relationship Type="http://schemas.openxmlformats.org/officeDocument/2006/relationships/slide" Target="/ppt/slides/slide11.xml" Id="Raae8b539ec754b46" /><Relationship Type="http://schemas.openxmlformats.org/officeDocument/2006/relationships/slide" Target="/ppt/slides/slide12.xml" Id="R3f33d03d259d4c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2ceb1b82f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0b121f22b14a72" /><Relationship Type="http://schemas.openxmlformats.org/officeDocument/2006/relationships/notesMaster" Target="/ppt/notesMasters/notesMaster1.xml" Id="R0d61c875ba6b4b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c268a8e94f4689" /><Relationship Type="http://schemas.openxmlformats.org/officeDocument/2006/relationships/notesMaster" Target="/ppt/notesMasters/notesMaster1.xml" Id="Rbe32133d0b3544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587356b7e74754" /><Relationship Type="http://schemas.openxmlformats.org/officeDocument/2006/relationships/notesMaster" Target="/ppt/notesMasters/notesMaster1.xml" Id="R103d125500494f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08adebafaa4dbe" /><Relationship Type="http://schemas.openxmlformats.org/officeDocument/2006/relationships/notesMaster" Target="/ppt/notesMasters/notesMaster1.xml" Id="R21eff94bebde4e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a2b9aca3bf48bd" /><Relationship Type="http://schemas.openxmlformats.org/officeDocument/2006/relationships/notesMaster" Target="/ppt/notesMasters/notesMaster1.xml" Id="Rb933862f2dd044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3fae3456984353" /><Relationship Type="http://schemas.openxmlformats.org/officeDocument/2006/relationships/notesMaster" Target="/ppt/notesMasters/notesMaster1.xml" Id="R4bbd32825a9d4f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c66bd599df457d" /><Relationship Type="http://schemas.openxmlformats.org/officeDocument/2006/relationships/notesMaster" Target="/ppt/notesMasters/notesMaster1.xml" Id="R2a791c265ac240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cb63fa7e54484c" /><Relationship Type="http://schemas.openxmlformats.org/officeDocument/2006/relationships/notesMaster" Target="/ppt/notesMasters/notesMaster1.xml" Id="R5cdeee12a76e43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8467375163489e" /><Relationship Type="http://schemas.openxmlformats.org/officeDocument/2006/relationships/notesMaster" Target="/ppt/notesMasters/notesMaster1.xml" Id="Rfe5efc0ae7984a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3dd9f989664f06" /><Relationship Type="http://schemas.openxmlformats.org/officeDocument/2006/relationships/notesMaster" Target="/ppt/notesMasters/notesMaster1.xml" Id="R2092cda6f30741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c7a3fa28784096" /><Relationship Type="http://schemas.openxmlformats.org/officeDocument/2006/relationships/notesMaster" Target="/ppt/notesMasters/notesMaster1.xml" Id="Re7d7abf1155945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35b0fb18884bb1" /><Relationship Type="http://schemas.openxmlformats.org/officeDocument/2006/relationships/notesMaster" Target="/ppt/notesMasters/notesMaster1.xml" Id="Rd678523b73ba40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c8121c4e349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010d79ae834588" /><Relationship Type="http://schemas.openxmlformats.org/officeDocument/2006/relationships/slideLayout" Target="/ppt/slideLayouts/slideLayout1.xml" Id="R6411f179b89845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11f179b89845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fd74c025d4b79" /><Relationship Type="http://schemas.openxmlformats.org/officeDocument/2006/relationships/notesSlide" Target="/ppt/notesSlides/notesSlide1.xml" Id="Rcc03727d251b44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38096a9e845c8" /><Relationship Type="http://schemas.openxmlformats.org/officeDocument/2006/relationships/notesSlide" Target="/ppt/notesSlides/notesSlide2.xml" Id="Rb8111f7cdf0841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ee1ce65564459" /><Relationship Type="http://schemas.openxmlformats.org/officeDocument/2006/relationships/notesSlide" Target="/ppt/notesSlides/notesSlide3.xml" Id="R8c5e277d6d444c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378ec4c5444c" /><Relationship Type="http://schemas.openxmlformats.org/officeDocument/2006/relationships/notesSlide" Target="/ppt/notesSlides/notesSlide4.xml" Id="R5dc25be7a9e34f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524075b0941aa" /><Relationship Type="http://schemas.openxmlformats.org/officeDocument/2006/relationships/notesSlide" Target="/ppt/notesSlides/notesSlide5.xml" Id="R7892437fff0d40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7dac102a54a6d" /><Relationship Type="http://schemas.openxmlformats.org/officeDocument/2006/relationships/notesSlide" Target="/ppt/notesSlides/notesSlide6.xml" Id="R077b31c6a3ca48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5f2552f0f4007" /><Relationship Type="http://schemas.openxmlformats.org/officeDocument/2006/relationships/notesSlide" Target="/ppt/notesSlides/notesSlide7.xml" Id="Reaa06b0f9ec94b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0faffdd084863" /><Relationship Type="http://schemas.openxmlformats.org/officeDocument/2006/relationships/notesSlide" Target="/ppt/notesSlides/notesSlide8.xml" Id="R90b251d66ff04e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a6ffcd7c04157" /><Relationship Type="http://schemas.openxmlformats.org/officeDocument/2006/relationships/notesSlide" Target="/ppt/notesSlides/notesSlide9.xml" Id="Rf7d4e010542f4c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035dbd7084679" /><Relationship Type="http://schemas.openxmlformats.org/officeDocument/2006/relationships/notesSlide" Target="/ppt/notesSlides/notesSlide10.xml" Id="R595b2e1a62144e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1c405375341da" /><Relationship Type="http://schemas.openxmlformats.org/officeDocument/2006/relationships/notesSlide" Target="/ppt/notesSlides/notesSlide11.xml" Id="Rf9adf9bbd5c249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729d738b94d15" /><Relationship Type="http://schemas.openxmlformats.org/officeDocument/2006/relationships/notesSlide" Target="/ppt/notesSlides/notesSlide12.xml" Id="Rdf37590f164c40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8A8AE-8E99-4DE0-9059-CD1B2CF4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FC156-030C-4002-9AE3-58AA73F5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Each group shall contain Min. 4 and Max. 6 students.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11307-BD87-492B-8751-E2057D80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5CE7E-2E0C-4A2C-A094-CD20981C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B9290-FB56-41C4-919E-52B55CDE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07DA6-BD5E-4476-86B2-849B7780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09E7F-481E-40B2-8AC9-73C5AE2B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0110A-BDCB-4015-8A06-94650CC3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D0824-B7B0-4D9A-AEA4-7D34D2D9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20263-5F9B-4C0F-88FC-74B78358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A74EF-E9E4-4ED4-B3CA-72CF0157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A0B2F-1564-4E84-994C-E8DA85C5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E4DFA-4868-4BF2-B68D-E7B71F79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516190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640BC-72B9-4515-BE32-DF82C6C1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3A484-C974-4053-8E80-6E30D4A5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BB89C-FBA1-45E0-8A92-F4D89EF8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0DBC0-3E43-42AB-98EE-3B435BB2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E7167-1789-4A4F-B2C8-E827A49C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Each group shall contain Min. 4 and Max. 6 students.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D897D-DAC7-4F50-939D-327EC614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825836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99DE2-348D-4D05-AEB5-A19A260D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528CA-8651-4B87-A8F6-0F52E3C8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9C125-4830-4F4B-BBE6-3DBAECCF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D5E8B-B313-4FA7-8E3A-A050E95E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69C3F-ACBF-4910-A4E4-EA21E63F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Each group shall contain Min. 4 and Max. 6 students..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88964-F5F3-498C-A100-72DC9DC0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B416E-C941-4FDE-9464-1C21F5E5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C92DD-F412-48C0-BFA7-0B7DC63F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86C11-86CA-4CCF-AE4A-43B0204F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B8E4C-133E-4413-8912-E98489B4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shall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0487F-E2E9-40C3-B0B9-817D2517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F441E-F111-4B46-8E78-90828717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F0CF6-7AC4-4F35-94DB-C71D1A42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6C386-FBF3-4327-83C8-512B5793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students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62980-70F8-4AA7-BDA6-111A700C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490647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57F0F-7F03-4F77-AD87-6AD6779A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98296-3805-40E6-A8E3-9D38A094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CEBE2-CA93-4A05-866C-5B0359DD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47F94-3110-4C22-A38D-A811CC0D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15A31-C220-4F05-8AE2-243383BF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D7995-C532-48BD-95EF-11571513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248294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9ECC0-BBCA-44C1-976F-A9F869F1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84469-1731-449D-A7CB-BAFC17A9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9AE52-B242-44BC-AFD3-6413396E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E6C65-D7B3-4F94-90CB-987A1C38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C819B-0828-4181-AB7C-67182E4B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C3C92-3FF4-4517-9554-D7E7E985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334678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7A855-E72B-4435-B5F4-DFE5886C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DD10B-6BCC-4EDA-8079-528B7340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B11B3-2396-4142-9D97-A979F778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1FD33-38FC-4306-8917-E42C571B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4A3B5-1930-4EF2-B77C-25FA044B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3EEBF-DE1D-4E6D-811A-16B7C073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B55DE-C48B-4D5D-B3E5-87A4559C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00D7B-622F-4EA1-95A0-A8A52F1E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EBBFB-FE88-4786-8AA5-D5F98890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C346A-3D35-46F6-A832-F6BC5386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DE4D4-5FF8-4FDA-B019-CB41FE75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8BB9C-9269-45FC-8C5F-14155B96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6C3D1-E879-4126-A001-C563449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F8E66-EC2E-414A-BBF3-43BACC98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23142-9AF6-4777-80BE-BDA304AF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003819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4361F4-ED3F-4301-BA94-577F845A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2A31B-0502-4583-8B49-74A653D9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717A8-CCA9-4136-8218-7DCED67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62E10-D625-4766-9AF0-C99803EA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13554-88A5-4DAE-9EDE-EC406040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3095E-8F8D-4AE2-A87E-FC009103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2719A-4915-465C-9D98-0F12CD62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D66CD-1C7F-483F-A74C-26CD441C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EF654-3F74-4891-998A-80008F42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2CFD9-5BD4-4C72-A234-36763706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81EF9-E3FA-4D4B-A8B9-78A8BB1B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4E9F6-2263-4C1F-BC66-7B1CCD3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E9F47-AF73-4050-9590-9D209A32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73234-2254-4042-95A7-27B92F93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BF387-7229-4E54-8FA2-46B458D3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73AF1-B5CC-4CFE-AD54-2DFD4E55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7F402-68D6-46C5-A9AC-5F143B60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DAC16-9EA7-4395-8966-5219FC53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D775C-51DA-4618-BCB3-EEACF556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9BE07-711E-44C3-B555-A2E73CD5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56DBB-24DA-4F5A-8367-4065282B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E56FC-1687-4D8B-904A-8D6B5AC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97D85-E72E-4FAC-83E7-4FD7E940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77218-C175-4613-A23A-C7AF1B9E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3FCF1-3FF4-46FB-A5F5-550EE40B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994016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EF81E-BEE9-4EBC-BB80-8C60A00F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ED1C9-DF7A-4029-89E1-6189CE8E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B104A-6AD8-49EB-87E5-9387C4A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11063-EDD9-4ADD-A461-CFC639C2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10F0B-E37F-43D2-AEA5-64042D3E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1E172-43F7-4E1C-BD86-B9619A86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019161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B5DED-C129-4D94-9758-735F9828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47A17-5D0B-40EC-98C8-1D79136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68FE6-2194-44F3-B7DF-1AA3F82C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5B815-AC26-4DFF-9AB7-B910B4BA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C9E64-C09F-4A02-8243-407F5D0E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45E3F-E2C4-43D3-88C1-D7BC3016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78223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F63AA-ED43-49AE-9F57-E78E78A6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2325C-E353-4779-82FD-C5130191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567F0-D8BB-49EB-BDF1-76898B2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AEC8C-C986-4B1A-9449-B894CAC6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326AF-1A0B-4E62-8BAC-430E414E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Each group shall contain Min. 4 and Max. 6 stud...?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0154C-39FD-454E-909C-FD44B17B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9430325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077CC-3580-48E8-84CA-0923334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C3C14-8840-4565-9A58-38D0625F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08E1C-65F7-488C-A376-38D73DBD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FA74A-CA22-4DEF-A259-74CEF4E3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BFD75-6A64-425B-8E7C-247BF0E8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DCA23-4B99-445A-8C7C-76357907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6360567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1B1D8-45EE-4657-82B0-53447A6E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A193C-FD9D-47CF-9EE7-AEBC81C4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AAEB7-968B-40CF-A8C8-A1217BA7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D84ED-FE56-4E7B-898F-513B9E51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86F37-C93C-47E0-8BE0-01FF603A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44702-A440-4EF6-8969-1A130B5C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BADF8-E789-4363-83AE-076296A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10426-657B-48D6-A994-3BAC2AD1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8BDFF-FB45-408A-A0F3-B0108909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D1203-A662-4DF4-8247-A22DC7E4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F7371-077B-4B21-BC41-5D71D1AA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53F7F-6FF5-45EB-A137-FAB779B5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7D747-AFE2-443C-9230-7149E79A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1C9E5-5CBF-46DC-A3BA-DE6FA175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19BDA-5A8A-4316-89AE-DDBA7A04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76744-882B-49A9-A63A-560BFB06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3F4F3-520B-4A63-9AAA-DE6C895F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EC13F-ABE1-4643-B580-8A2FB73A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327F1-D177-468F-881E-24BDE688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0626A-DBAF-4813-80E5-1A9C4D20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96283-A882-471D-842F-C70CF77D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7D957-C967-4FB7-9013-446DBD4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B0F26-80CB-4F80-99BE-A673BD84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572836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2026-08-24T16:03:17.1860000Z</dcterms:created>
  <dcterms:modified xsi:type="dcterms:W3CDTF">2026-08-24T16:03:17.1860000Z</dcterms:modified>
</coreProperties>
</file>