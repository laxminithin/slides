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4450beb2a24d47" /><Relationship Type="http://schemas.openxmlformats.org/officeDocument/2006/relationships/extended-properties" Target="/docProps/app.xml" Id="R66c33354cec04b79" /><Relationship Type="http://schemas.openxmlformats.org/officeDocument/2006/relationships/officeDocument" Target="/ppt/presentation.xml" Id="R650007ce8090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4a6bf3b6e42e3"/>
  </p:sldMasterIdLst>
  <p:notesMasterIdLst>
    <p:notesMasterId xmlns:r="http://schemas.openxmlformats.org/officeDocument/2006/relationships" r:id="R8703ae4448804cf9"/>
  </p:notesMasterIdLst>
  <p:sldIdLst>
    <p:sldId xmlns:r="http://schemas.openxmlformats.org/officeDocument/2006/relationships" id="256" r:id="R823169de42224c12"/>
    <p:sldId xmlns:r="http://schemas.openxmlformats.org/officeDocument/2006/relationships" id="257" r:id="R64820eaa240e4486"/>
    <p:sldId xmlns:r="http://schemas.openxmlformats.org/officeDocument/2006/relationships" id="258" r:id="R9352f83a844644fa"/>
    <p:sldId xmlns:r="http://schemas.openxmlformats.org/officeDocument/2006/relationships" id="259" r:id="R6ba53f4837cc4ff0"/>
    <p:sldId xmlns:r="http://schemas.openxmlformats.org/officeDocument/2006/relationships" id="260" r:id="R5fd91f07fe8f40e4"/>
    <p:sldId xmlns:r="http://schemas.openxmlformats.org/officeDocument/2006/relationships" id="261" r:id="Rd01c0e34bbfe420e"/>
    <p:sldId xmlns:r="http://schemas.openxmlformats.org/officeDocument/2006/relationships" id="262" r:id="R28d04c5999064d62"/>
    <p:sldId xmlns:r="http://schemas.openxmlformats.org/officeDocument/2006/relationships" id="263" r:id="R6acbf0fd524b4124"/>
    <p:sldId xmlns:r="http://schemas.openxmlformats.org/officeDocument/2006/relationships" id="264" r:id="Ree702ea34bd14f52"/>
    <p:sldId xmlns:r="http://schemas.openxmlformats.org/officeDocument/2006/relationships" id="265" r:id="Rf18f25ad28fb403f"/>
    <p:sldId xmlns:r="http://schemas.openxmlformats.org/officeDocument/2006/relationships" id="266" r:id="R8bcf7c13ba084c25"/>
    <p:sldId xmlns:r="http://schemas.openxmlformats.org/officeDocument/2006/relationships" id="267" r:id="R2c61b6a4083d45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0b4aab53aa4a29" /><Relationship Type="http://schemas.openxmlformats.org/officeDocument/2006/relationships/slideMaster" Target="/ppt/slideMasters/slideMaster1.xml" Id="R7054a6bf3b6e42e3" /><Relationship Type="http://schemas.openxmlformats.org/officeDocument/2006/relationships/notesMaster" Target="/ppt/notesMasters/notesMaster1.xml" Id="R8703ae4448804cf9" /><Relationship Type="http://schemas.openxmlformats.org/officeDocument/2006/relationships/presProps" Target="/ppt/presProps.xml" Id="Re80131bc40914ec1" /><Relationship Type="http://schemas.openxmlformats.org/officeDocument/2006/relationships/tableStyles" Target="/ppt/tableStyles.xml" Id="R8b909b0977f742da" /><Relationship Type="http://schemas.openxmlformats.org/officeDocument/2006/relationships/slide" Target="/ppt/slides/slide1.xml" Id="R823169de42224c12" /><Relationship Type="http://schemas.openxmlformats.org/officeDocument/2006/relationships/slide" Target="/ppt/slides/slide2.xml" Id="R64820eaa240e4486" /><Relationship Type="http://schemas.openxmlformats.org/officeDocument/2006/relationships/slide" Target="/ppt/slides/slide3.xml" Id="R9352f83a844644fa" /><Relationship Type="http://schemas.openxmlformats.org/officeDocument/2006/relationships/slide" Target="/ppt/slides/slide4.xml" Id="R6ba53f4837cc4ff0" /><Relationship Type="http://schemas.openxmlformats.org/officeDocument/2006/relationships/slide" Target="/ppt/slides/slide5.xml" Id="R5fd91f07fe8f40e4" /><Relationship Type="http://schemas.openxmlformats.org/officeDocument/2006/relationships/slide" Target="/ppt/slides/slide6.xml" Id="Rd01c0e34bbfe420e" /><Relationship Type="http://schemas.openxmlformats.org/officeDocument/2006/relationships/slide" Target="/ppt/slides/slide7.xml" Id="R28d04c5999064d62" /><Relationship Type="http://schemas.openxmlformats.org/officeDocument/2006/relationships/slide" Target="/ppt/slides/slide8.xml" Id="R6acbf0fd524b4124" /><Relationship Type="http://schemas.openxmlformats.org/officeDocument/2006/relationships/slide" Target="/ppt/slides/slide9.xml" Id="Ree702ea34bd14f52" /><Relationship Type="http://schemas.openxmlformats.org/officeDocument/2006/relationships/slide" Target="/ppt/slides/slide10.xml" Id="Rf18f25ad28fb403f" /><Relationship Type="http://schemas.openxmlformats.org/officeDocument/2006/relationships/slide" Target="/ppt/slides/slide11.xml" Id="R8bcf7c13ba084c25" /><Relationship Type="http://schemas.openxmlformats.org/officeDocument/2006/relationships/slide" Target="/ppt/slides/slide12.xml" Id="R2c61b6a4083d45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9be3ca9247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1469e1e1e74e29" /><Relationship Type="http://schemas.openxmlformats.org/officeDocument/2006/relationships/notesMaster" Target="/ppt/notesMasters/notesMaster1.xml" Id="Ra18d45fb6d154a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37098ee1d148db" /><Relationship Type="http://schemas.openxmlformats.org/officeDocument/2006/relationships/notesMaster" Target="/ppt/notesMasters/notesMaster1.xml" Id="Re83b3fdf3d2a41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3974506fd54edb" /><Relationship Type="http://schemas.openxmlformats.org/officeDocument/2006/relationships/notesMaster" Target="/ppt/notesMasters/notesMaster1.xml" Id="R94249a3393ee43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648aa3eb7e4256" /><Relationship Type="http://schemas.openxmlformats.org/officeDocument/2006/relationships/notesMaster" Target="/ppt/notesMasters/notesMaster1.xml" Id="R5306a3d8e29b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0850c3b44a44c7" /><Relationship Type="http://schemas.openxmlformats.org/officeDocument/2006/relationships/notesMaster" Target="/ppt/notesMasters/notesMaster1.xml" Id="Re612fa4ea4e54b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4ff0f2a1d447a2" /><Relationship Type="http://schemas.openxmlformats.org/officeDocument/2006/relationships/notesMaster" Target="/ppt/notesMasters/notesMaster1.xml" Id="R10117327f97049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ab1865ef6e45a0" /><Relationship Type="http://schemas.openxmlformats.org/officeDocument/2006/relationships/notesMaster" Target="/ppt/notesMasters/notesMaster1.xml" Id="R1950661066a94a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af08cae1cf4b83" /><Relationship Type="http://schemas.openxmlformats.org/officeDocument/2006/relationships/notesMaster" Target="/ppt/notesMasters/notesMaster1.xml" Id="R75bee921a23642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e5f0fd4e6b4747" /><Relationship Type="http://schemas.openxmlformats.org/officeDocument/2006/relationships/notesMaster" Target="/ppt/notesMasters/notesMaster1.xml" Id="R8963aeec229942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7be10365b04c49" /><Relationship Type="http://schemas.openxmlformats.org/officeDocument/2006/relationships/notesMaster" Target="/ppt/notesMasters/notesMaster1.xml" Id="Rbadef0b5a03442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cb8316b1ed4c45" /><Relationship Type="http://schemas.openxmlformats.org/officeDocument/2006/relationships/notesMaster" Target="/ppt/notesMasters/notesMaster1.xml" Id="R50d7d172601940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b7c73449704e7d" /><Relationship Type="http://schemas.openxmlformats.org/officeDocument/2006/relationships/notesMaster" Target="/ppt/notesMasters/notesMaster1.xml" Id="Rff71ba1a0909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2fa5b0ada48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c2d776a07a4a2e" /><Relationship Type="http://schemas.openxmlformats.org/officeDocument/2006/relationships/slideLayout" Target="/ppt/slideLayouts/slideLayout1.xml" Id="R25426e107bb544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26e107bb544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fc2ba09914648" /><Relationship Type="http://schemas.openxmlformats.org/officeDocument/2006/relationships/notesSlide" Target="/ppt/notesSlides/notesSlide1.xml" Id="Rda1d1f9bd64b4e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6cf74d4f24ccf" /><Relationship Type="http://schemas.openxmlformats.org/officeDocument/2006/relationships/notesSlide" Target="/ppt/notesSlides/notesSlide2.xml" Id="Ra0b84b5d8cd442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495967f374aab" /><Relationship Type="http://schemas.openxmlformats.org/officeDocument/2006/relationships/notesSlide" Target="/ppt/notesSlides/notesSlide3.xml" Id="Rde29c1a07a1a49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1d5fbd718437f" /><Relationship Type="http://schemas.openxmlformats.org/officeDocument/2006/relationships/notesSlide" Target="/ppt/notesSlides/notesSlide4.xml" Id="Rc983042ce4b94c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2ff87258949b5" /><Relationship Type="http://schemas.openxmlformats.org/officeDocument/2006/relationships/notesSlide" Target="/ppt/notesSlides/notesSlide5.xml" Id="Rd3709cd8af0046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8c1296a054569" /><Relationship Type="http://schemas.openxmlformats.org/officeDocument/2006/relationships/notesSlide" Target="/ppt/notesSlides/notesSlide6.xml" Id="Rec2240d57f004d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2d2c806564254" /><Relationship Type="http://schemas.openxmlformats.org/officeDocument/2006/relationships/notesSlide" Target="/ppt/notesSlides/notesSlide7.xml" Id="R0189ad3ca9214c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64045df1a46e7" /><Relationship Type="http://schemas.openxmlformats.org/officeDocument/2006/relationships/notesSlide" Target="/ppt/notesSlides/notesSlide8.xml" Id="R1becb5c6057940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bcbab023944a2" /><Relationship Type="http://schemas.openxmlformats.org/officeDocument/2006/relationships/notesSlide" Target="/ppt/notesSlides/notesSlide9.xml" Id="Rc30b275673124a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481eed3d54ad5" /><Relationship Type="http://schemas.openxmlformats.org/officeDocument/2006/relationships/notesSlide" Target="/ppt/notesSlides/notesSlide10.xml" Id="Rdfc35bcf8b3149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954b4b6804cd3" /><Relationship Type="http://schemas.openxmlformats.org/officeDocument/2006/relationships/notesSlide" Target="/ppt/notesSlides/notesSlide11.xml" Id="R0d9262177e9e49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11025c0ec4f4d" /><Relationship Type="http://schemas.openxmlformats.org/officeDocument/2006/relationships/notesSlide" Target="/ppt/notesSlides/notesSlide12.xml" Id="Rb7a39e11b24440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38858-C091-453D-937B-97E68B36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672DC-61B0-48D5-87AB-65BEDE4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Apply basic concepts of science, engineering, and technology to design simple solutions.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F820E-85E1-40B4-A62C-E5BF4F0E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25463-C5A4-484F-8935-696DD92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4FEB6-FB6B-47DB-9412-D1740856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8DC54-9865-4E85-A9F0-3C7B6F2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F481A-1CF4-4858-9496-FAADA35D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1A5DD-D3E9-40DB-9FD1-D22F393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0DB8B-FE2A-45B4-9CDF-301E0F8C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C5BD8-C952-4140-A203-F020FA7F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A00DA-3F58-47A9-81CB-00EE8DB0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61AB3-4CA1-48C2-9B95-2655F6D0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28765-D2B9-4FF5-B7FC-7087F3D2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801872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F2B5E-9ECC-43BF-8E52-1A74A03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CA50A-111C-4592-A015-A1F6B018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C21B8-0B3B-418D-A30C-3BBA6EB6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81616-4641-4192-81B5-C944598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0C54C-4784-4325-905E-4BB28C8D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Apply basic concepts of science, engineering, and technology to design simple solutions.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50DE6-5E90-4962-9879-E63944C5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671008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47C1C-4D9E-41EE-AB2C-67DEDAA9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3DFCB-3629-407F-A575-E5A9469A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FE1EC-D911-47E5-A552-638F1DBD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8B7AE-5650-448B-B1A7-034F323E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FBF80-0186-417F-ABE0-82FC08CF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Apply basic concepts of science, engineering, and technology to design simple s....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20226-CB50-4935-8846-56025733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6C69C-C2DD-4ED3-9DB7-F72E2A6E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9C45A-4FE8-4AEC-9859-43D6FAD4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B3AB-64D6-4314-8A3C-9B14C8F8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4C25B-C627-4BF2-A109-42C798B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science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AAA00-998F-4987-9BE0-7B48F1DC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53C80-A4B2-4629-90DD-5617770C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technology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6EA49-F0A0-445A-B4E6-C45C77C3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8E4D1-1BDB-4F3F-822A-C212FAA1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BBB7D-B1CD-4671-A2DA-6BC8CB4A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08931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F7C34-33FF-406F-B194-10B5D29A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E9EDB-0A3F-4B47-BB5C-6D5D9A86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6D0C3-1EDC-4F3E-9CA1-DF2C129C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4C5C1-883F-462B-8C0B-0452EEF7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4391-BD7E-4A0A-BE83-00A4DB11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D9B16-5843-49F1-8385-03ED4531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511860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B71B4-4265-4961-8A4E-F86ECF11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426C8-30DB-4A23-B2C3-37C674AD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C6DC3-640F-4426-9D31-C39314FD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747D4-EBD7-45EF-86D2-E598D112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ED8BC-4680-40AE-9C4B-F7CA1118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3BDDE-E20A-4C46-B8C5-FE8244F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029262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8915F-D623-40AD-A714-DA6E56E2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D8CAE-E595-43D7-B009-F31514BD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2DEF4-178D-4F76-9FB9-999D53E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AC1DC-2921-40BF-AD20-CD99FA99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76B80-4986-4B61-A790-80713D5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9BF54-C0E8-4664-A8B6-9F50BD9C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2F242-C3A9-417B-AF91-25BBCC58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9B923-6265-4CDA-9064-49CE76E2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3496F-92EC-4E9F-9314-B83A381E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E4CC9-20E3-485D-9C59-E6A5D31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B9A18-C294-457F-BD33-D928F458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D2924-66F9-49EC-8284-A0345C39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611E9-AD9D-40E8-9510-4946BCC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C625E-5AD6-4C59-AF5B-998C296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B70B0-5D2D-4F2E-9F30-8D9A7B1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167584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D1F2D-91F8-4CA1-8330-BD01FD7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99ECB-785F-4C77-BD55-D1FC66E9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3A04A-E8E5-4ADE-94D1-AF93BE1A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5D7D9-CE5A-41F7-93AF-EF1A25BD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262FC-10F8-4B16-A211-427A7AD3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77A38-E6AA-4502-A117-1BDB2A0D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E709D-AC57-4DED-9B72-150F155D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5F6DB-D30B-409E-B781-278DAF42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91B72-B569-4979-9575-1F56608C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C7931-CCBF-4A7C-9141-5E806F31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BBACF-62DC-441F-BED1-127387E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FA07A-6424-4A2B-B1D1-2A45F1DA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D750F-FA88-4217-B7D9-18A8D912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9FC3A-3A98-4A56-BA0E-88F11C5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FB6E4-72FA-44F2-A304-AE6C5930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A6E65-8CCA-483E-B8E9-C6F8709D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B3BE3-D2F6-4BCD-AF3C-7BE01B21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55C80-302D-4104-B27D-1EB2DC93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66764-08E9-4A04-A675-36809988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A8964-6FCC-4E9E-AD45-18E7349C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3109F-F048-4BE4-986A-1D419F9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D689B-C03B-4892-9F81-7D2A8387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F9D88-25BA-4CC9-8990-F53BFFD6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246E2B-CCB7-4E62-82E4-F1F950B7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81BC2-AEDB-4983-9B44-CB55A4A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49638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C0DC6-DAB7-403B-8FC3-2D0D86FB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11337-A459-48DD-BE73-4285B724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EB3A1-5BF6-4852-BA18-AA43BBA7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7AFC5-47DF-47F3-A77E-8E5B44C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B978D-34AE-491A-8664-347EA92C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2A9F9-141B-438C-B57D-AB5F81FD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67397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7EF75-6D4B-4B62-A1CA-A82DBB70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0D2BF-1BC6-4D8A-885F-DB799F3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49E2C-BD05-475F-972A-0934501E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323D3-318F-46C1-BC23-80DD67F3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5061F-C996-4815-9AA5-D51FAA11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FE4EA-F01B-49B2-9FDF-FA237636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201269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DE919-1FC7-4EA2-9CAF-180D9D0E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57214-DF16-4EB8-AE0E-BF5823BA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A8256-BA3A-47E3-B47F-FB87CC2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E18DE-588F-4FE3-BDCB-AEE3EF5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F6ECE-B987-41F6-B2CC-B3179C20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Apply basic concepts of science, engineering, a...?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5CC23-38AB-4FE5-8C28-B02F550D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845074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33045-40CF-483E-89C5-83D344E4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44B78-5900-4B69-BD03-2BB6F532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0BF6D-44C1-4371-8418-E53F6BD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B115D-020D-4863-B301-4E63340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9EFCA-F233-4452-8A7F-20B09C0E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33B38-3F38-4E1A-B41B-9FD39E4E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5693992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A70FD-BCC1-4E12-B7B1-3BE30285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D35FE-7B7A-4E3C-9B5C-5088D3E9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419E3-418F-48EF-BF6E-357F09E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C2ABC-4D10-4A57-A0BC-8714C8A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59872-E5CC-4A22-AE4B-2EF22EE7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A137E-BC3B-4FEE-84C4-D22C1B0A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F04BA-1739-444F-8FC1-DFC6051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A1F59-FC39-441E-B785-91DCB0E5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B73AC-B0C3-43EA-8D8F-64934567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61AEE-C5D7-4A4C-A436-86B1EEB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A6760-A10A-420C-88BD-8BDA3F80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D0227-07B5-4623-80E4-37DD30B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21802-E6C3-410F-8471-FACB0B0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EE41D-9057-4EFF-BE87-2E05E109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FAF06-1AC8-4D90-AAE6-50FD393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38011-2A23-4D2F-9717-9B39F1D6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66937-630A-42FB-AE98-F1A3B0B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95826-96C2-469C-80DE-4627D3AC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9F083-2F4F-4B95-86C0-4354A3FA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1175C-EAD5-4878-8647-44780E2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AE11E-AD70-42C6-B729-60757FEA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1C31C-FA3E-4848-AA32-1A853D71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7F04E-4036-4062-9746-70757579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660019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2026-08-24T16:03:16.8900000Z</dcterms:created>
  <dcterms:modified xsi:type="dcterms:W3CDTF">2026-08-24T16:03:16.8900000Z</dcterms:modified>
</coreProperties>
</file>