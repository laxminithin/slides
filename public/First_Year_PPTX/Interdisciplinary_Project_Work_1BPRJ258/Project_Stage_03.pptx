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a8240acc746be" /><Relationship Type="http://schemas.openxmlformats.org/officeDocument/2006/relationships/extended-properties" Target="/docProps/app.xml" Id="Rab139682f47d4328" /><Relationship Type="http://schemas.openxmlformats.org/officeDocument/2006/relationships/officeDocument" Target="/ppt/presentation.xml" Id="Reebdcf40cbb24a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6231ec877449e0"/>
  </p:sldMasterIdLst>
  <p:notesMasterIdLst>
    <p:notesMasterId xmlns:r="http://schemas.openxmlformats.org/officeDocument/2006/relationships" r:id="Re5dd255c21724ec9"/>
  </p:notesMasterIdLst>
  <p:sldIdLst>
    <p:sldId xmlns:r="http://schemas.openxmlformats.org/officeDocument/2006/relationships" id="256" r:id="R29d681251b0c4e2d"/>
    <p:sldId xmlns:r="http://schemas.openxmlformats.org/officeDocument/2006/relationships" id="257" r:id="R8fef09691fea41c5"/>
    <p:sldId xmlns:r="http://schemas.openxmlformats.org/officeDocument/2006/relationships" id="258" r:id="R9f8b499f2a304403"/>
    <p:sldId xmlns:r="http://schemas.openxmlformats.org/officeDocument/2006/relationships" id="259" r:id="R9f2b620904224182"/>
    <p:sldId xmlns:r="http://schemas.openxmlformats.org/officeDocument/2006/relationships" id="260" r:id="Rbcf1b84177e54a29"/>
    <p:sldId xmlns:r="http://schemas.openxmlformats.org/officeDocument/2006/relationships" id="261" r:id="R3e5b284adc8c4b4e"/>
    <p:sldId xmlns:r="http://schemas.openxmlformats.org/officeDocument/2006/relationships" id="262" r:id="R513dfef515b84b5e"/>
    <p:sldId xmlns:r="http://schemas.openxmlformats.org/officeDocument/2006/relationships" id="263" r:id="R3083246713af4c2e"/>
    <p:sldId xmlns:r="http://schemas.openxmlformats.org/officeDocument/2006/relationships" id="264" r:id="R1930dfbaac6e4caf"/>
    <p:sldId xmlns:r="http://schemas.openxmlformats.org/officeDocument/2006/relationships" id="265" r:id="Rf7b6974f0d664a55"/>
    <p:sldId xmlns:r="http://schemas.openxmlformats.org/officeDocument/2006/relationships" id="266" r:id="Ra7fed738f8e74549"/>
    <p:sldId xmlns:r="http://schemas.openxmlformats.org/officeDocument/2006/relationships" id="267" r:id="Rd315e23ba8f448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8b5a9fff04ced" /><Relationship Type="http://schemas.openxmlformats.org/officeDocument/2006/relationships/slideMaster" Target="/ppt/slideMasters/slideMaster1.xml" Id="Rea6231ec877449e0" /><Relationship Type="http://schemas.openxmlformats.org/officeDocument/2006/relationships/notesMaster" Target="/ppt/notesMasters/notesMaster1.xml" Id="Re5dd255c21724ec9" /><Relationship Type="http://schemas.openxmlformats.org/officeDocument/2006/relationships/presProps" Target="/ppt/presProps.xml" Id="Rdafa215bf1a143f9" /><Relationship Type="http://schemas.openxmlformats.org/officeDocument/2006/relationships/tableStyles" Target="/ppt/tableStyles.xml" Id="R2b420ad203e24af6" /><Relationship Type="http://schemas.openxmlformats.org/officeDocument/2006/relationships/slide" Target="/ppt/slides/slide1.xml" Id="R29d681251b0c4e2d" /><Relationship Type="http://schemas.openxmlformats.org/officeDocument/2006/relationships/slide" Target="/ppt/slides/slide2.xml" Id="R8fef09691fea41c5" /><Relationship Type="http://schemas.openxmlformats.org/officeDocument/2006/relationships/slide" Target="/ppt/slides/slide3.xml" Id="R9f8b499f2a304403" /><Relationship Type="http://schemas.openxmlformats.org/officeDocument/2006/relationships/slide" Target="/ppt/slides/slide4.xml" Id="R9f2b620904224182" /><Relationship Type="http://schemas.openxmlformats.org/officeDocument/2006/relationships/slide" Target="/ppt/slides/slide5.xml" Id="Rbcf1b84177e54a29" /><Relationship Type="http://schemas.openxmlformats.org/officeDocument/2006/relationships/slide" Target="/ppt/slides/slide6.xml" Id="R3e5b284adc8c4b4e" /><Relationship Type="http://schemas.openxmlformats.org/officeDocument/2006/relationships/slide" Target="/ppt/slides/slide7.xml" Id="R513dfef515b84b5e" /><Relationship Type="http://schemas.openxmlformats.org/officeDocument/2006/relationships/slide" Target="/ppt/slides/slide8.xml" Id="R3083246713af4c2e" /><Relationship Type="http://schemas.openxmlformats.org/officeDocument/2006/relationships/slide" Target="/ppt/slides/slide9.xml" Id="R1930dfbaac6e4caf" /><Relationship Type="http://schemas.openxmlformats.org/officeDocument/2006/relationships/slide" Target="/ppt/slides/slide10.xml" Id="Rf7b6974f0d664a55" /><Relationship Type="http://schemas.openxmlformats.org/officeDocument/2006/relationships/slide" Target="/ppt/slides/slide11.xml" Id="Ra7fed738f8e74549" /><Relationship Type="http://schemas.openxmlformats.org/officeDocument/2006/relationships/slide" Target="/ppt/slides/slide12.xml" Id="Rd315e23ba8f448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de02e1be0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ee072b3c44b4f" /><Relationship Type="http://schemas.openxmlformats.org/officeDocument/2006/relationships/notesMaster" Target="/ppt/notesMasters/notesMaster1.xml" Id="R3df576a4a1954f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3dffedcff4a21" /><Relationship Type="http://schemas.openxmlformats.org/officeDocument/2006/relationships/notesMaster" Target="/ppt/notesMasters/notesMaster1.xml" Id="R923284056eaa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ae142b9464932" /><Relationship Type="http://schemas.openxmlformats.org/officeDocument/2006/relationships/notesMaster" Target="/ppt/notesMasters/notesMaster1.xml" Id="R08a96307adb7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8ff45e46c413d" /><Relationship Type="http://schemas.openxmlformats.org/officeDocument/2006/relationships/notesMaster" Target="/ppt/notesMasters/notesMaster1.xml" Id="R7697de8b72b9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8ff1a6ec249eb" /><Relationship Type="http://schemas.openxmlformats.org/officeDocument/2006/relationships/notesMaster" Target="/ppt/notesMasters/notesMaster1.xml" Id="R539e8278fde54f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384b29aba4779" /><Relationship Type="http://schemas.openxmlformats.org/officeDocument/2006/relationships/notesMaster" Target="/ppt/notesMasters/notesMaster1.xml" Id="R682cdc806b3d42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6e7074107a44e7" /><Relationship Type="http://schemas.openxmlformats.org/officeDocument/2006/relationships/notesMaster" Target="/ppt/notesMasters/notesMaster1.xml" Id="R7420ca35d9ae43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d6043d22334232" /><Relationship Type="http://schemas.openxmlformats.org/officeDocument/2006/relationships/notesMaster" Target="/ppt/notesMasters/notesMaster1.xml" Id="R43c5200dd22c40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7db69ec11e4072" /><Relationship Type="http://schemas.openxmlformats.org/officeDocument/2006/relationships/notesMaster" Target="/ppt/notesMasters/notesMaster1.xml" Id="R3f3202e8cdfd47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37b03ac6684660" /><Relationship Type="http://schemas.openxmlformats.org/officeDocument/2006/relationships/notesMaster" Target="/ppt/notesMasters/notesMaster1.xml" Id="Rd878cb428f0b48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2978958e224629" /><Relationship Type="http://schemas.openxmlformats.org/officeDocument/2006/relationships/notesMaster" Target="/ppt/notesMasters/notesMaster1.xml" Id="R688cafbc8ef14b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481116a1d942c1" /><Relationship Type="http://schemas.openxmlformats.org/officeDocument/2006/relationships/notesMaster" Target="/ppt/notesMasters/notesMaster1.xml" Id="R7f2bedc3cdf0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07a5a180c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5c30b746814e5e" /><Relationship Type="http://schemas.openxmlformats.org/officeDocument/2006/relationships/slideLayout" Target="/ppt/slideLayouts/slideLayout1.xml" Id="R2ffec4e2623845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ec4e2623845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27edd19b34924" /><Relationship Type="http://schemas.openxmlformats.org/officeDocument/2006/relationships/notesSlide" Target="/ppt/notesSlides/notesSlide1.xml" Id="R3c00c550f92540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379c1f9904d2a" /><Relationship Type="http://schemas.openxmlformats.org/officeDocument/2006/relationships/notesSlide" Target="/ppt/notesSlides/notesSlide2.xml" Id="R1fc2ed40f9ca44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850f6039f4796" /><Relationship Type="http://schemas.openxmlformats.org/officeDocument/2006/relationships/notesSlide" Target="/ppt/notesSlides/notesSlide3.xml" Id="Re98fca5deda344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7edfe23ab49cf" /><Relationship Type="http://schemas.openxmlformats.org/officeDocument/2006/relationships/notesSlide" Target="/ppt/notesSlides/notesSlide4.xml" Id="R095213d4200442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111ca989b478a" /><Relationship Type="http://schemas.openxmlformats.org/officeDocument/2006/relationships/notesSlide" Target="/ppt/notesSlides/notesSlide5.xml" Id="R8f75953cca0a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36e8061cf4d64" /><Relationship Type="http://schemas.openxmlformats.org/officeDocument/2006/relationships/notesSlide" Target="/ppt/notesSlides/notesSlide6.xml" Id="Rf371b87dd344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71f9f2fd442a1" /><Relationship Type="http://schemas.openxmlformats.org/officeDocument/2006/relationships/notesSlide" Target="/ppt/notesSlides/notesSlide7.xml" Id="R204af1dbea22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cdc09ef946cb" /><Relationship Type="http://schemas.openxmlformats.org/officeDocument/2006/relationships/notesSlide" Target="/ppt/notesSlides/notesSlide8.xml" Id="R19468d3b213848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f419190a14997" /><Relationship Type="http://schemas.openxmlformats.org/officeDocument/2006/relationships/notesSlide" Target="/ppt/notesSlides/notesSlide9.xml" Id="R987c46a091a942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15ed14c984280" /><Relationship Type="http://schemas.openxmlformats.org/officeDocument/2006/relationships/notesSlide" Target="/ppt/notesSlides/notesSlide10.xml" Id="R1e122127b0fb49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466aee6d2491c" /><Relationship Type="http://schemas.openxmlformats.org/officeDocument/2006/relationships/notesSlide" Target="/ppt/notesSlides/notesSlide11.xml" Id="Rfffeac4d6acd42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3069bddcc4e9a" /><Relationship Type="http://schemas.openxmlformats.org/officeDocument/2006/relationships/notesSlide" Target="/ppt/notesSlides/notesSlide12.xml" Id="R2b0161e07de74b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F8E16-462C-4A6B-9E4C-5BB8E11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7F940-BCBC-4F87-95B8-3E68973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Work effectively in teams with defined roles and responsibilities.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387A9-4593-4957-BFB8-B249D368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4AE36-B803-4888-8D4B-1922C98C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3EE3B-037D-42A1-9A61-5B5FDA1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A57CA-B2F9-4EF6-831B-2EEEFA3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92041-CD76-4D2D-89BD-D00FDB95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5F4C8-A01C-4E20-9250-34ACE55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7DCB1-03EE-4EAB-8131-E2ABA13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37D0D-29A9-42AB-A230-7EDCBE6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72E2D-D57F-4D6E-B2E2-63AD4E0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8142E-C38A-4A2F-A8AE-22D5C998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256BE-FD8F-4CF4-87CB-0AF8269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100513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61D21-F36B-45E5-9C0C-6C0148A8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E27BA-6C78-4665-B2C0-BA56E92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D7D81-72EC-4D9C-8213-14EC3460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93DA-8C65-4216-A90F-77F33A81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31FA-4D64-4622-9142-A15107C3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Work effectively in teams with defined roles and responsibilities.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A8375-4549-4C48-9B0D-4242921D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630131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45BC2-A8B9-4DE2-BF23-3BCCC939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1259B-DFD0-42DC-B235-C3BE7A2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33F06-A882-4099-BCB4-0384D25B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A250A-C416-4F96-BE60-69CF474F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90EE9-8720-437D-907E-B6FB422A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Work effectively in teams with defined roles and responsibilities..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9ED0D-602A-4C24-B891-5A5D3DB7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330BF-B144-4A40-B4C9-B423DC7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61D0F-78DD-489B-99A6-63DC4E94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effectively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6DE20-901F-4C3C-A8C0-A4359FC4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9B08A-B9BD-42D2-8D4C-7338CA6D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0CB65-5165-4AA6-BE99-6B44635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F49FE-9820-4FF2-B02E-4AC5552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0536B-27E3-4EC3-8397-44713B4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4BA45-35E0-4A36-A8A3-97DCD99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46627-20BE-4E27-907E-D05C16C4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92188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BD56A-633A-486C-9E16-A7747E5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4B90-435E-4912-91CB-CD353937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766F-1D2C-4BE6-9A29-E7305B5B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5B68C-D37A-49EE-8557-B1D73F06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80F4B-21A8-411A-B493-6A5554F6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CEFA2-657E-424B-AB67-46E4948D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358295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56F31-9DB5-4D61-B245-4052B4E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88E57-B76E-4D97-8A14-387A3CC9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6D411-BC24-487D-8499-74D9786E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D17AC-8B58-4D18-9BEE-17AA266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CBA32-7638-4320-B788-05749FB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713FD-484B-429F-A47A-E57B05C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37925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8736-FBE4-4257-A00C-48000C2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1F64C-5CF9-4A06-9BD1-6D306BB5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54CD9-E425-4023-8335-F9EF16AC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E6D89-5D5D-446A-9DC7-0FF5852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F712A-8D49-49E7-9453-55FA1918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EFA9E-62BC-47F9-9EB4-CA22C1E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E30DB-9E8D-4451-8E87-BCAD1C63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16790-0597-4787-BA0D-D43C646A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EF505-3984-4F0A-B0FB-E4CC53F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7C3C7-2F01-4E94-87D8-C2B7400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6E2D7-12B6-4EDD-A1DF-D528D000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7CD20-16DD-423D-8F54-EC260E8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03781-B850-4ED5-8BB1-FF0A6B02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0B392-0421-47EE-BFFF-D04E3AA7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58E28-3CF8-475B-9D16-ACC3117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079706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4A2E0-729E-4432-B5E9-FD095AE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214C3-F4CC-4FDB-A4FB-706F5F4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15555-216D-4C8F-918B-867186C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C6725-5137-4AA8-A98D-BE091F4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D6408-0F48-4ADC-B348-E929C58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2E532-2332-4CD5-B3B9-779D5A1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74F69-8F16-477A-9981-80ACFD4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1923D-4EEA-4B22-AFDB-22380CA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45590-59D9-4B21-BCE2-F543A7EC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86996-BBC9-4E27-9394-2C24948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1B780-4B72-4940-9113-A9685FA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ACAA9-0AA0-47BB-AD4C-8C263C19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2456D-CFBF-4883-B7BA-B98609D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B57CE-A558-448F-A0AA-EEACED0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4B29C-B331-4CF2-B32C-0E3B0A99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2A8B9-F0CF-40FD-AA8A-05305AF4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DE1CD-0034-4B89-8631-F5FE97B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BD29A-A643-40F2-B497-B2026B15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0C1C6-AD74-4951-A2F5-0E700C88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97C50-4DDE-4A85-8497-315B7B7F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45BDD-8432-4AB8-BC65-6AFC8E87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F115F-C978-4A1E-A99C-9D19090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B7DAE-98EF-4AF1-A253-355422E7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290DD-F400-40E4-B95E-44F83D16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F862C-7990-4AD1-9C2F-FCD1E2D5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39529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B5C48-472D-409F-A45D-66C0FFE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DBC43-2FBB-46D4-B170-9A19F59B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8C1AB-A101-4895-BD70-470FE08C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DFE54-ADBA-495D-91C7-C69D05E6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701C9-A8DE-46A2-A17E-B10F905F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EE4CC-B22F-4491-8925-85521BA7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92006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D9A21-E17F-42E6-B9C6-F29CD987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BCCC0-F682-462A-999E-3F801BF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B0FD-12EC-4CE3-82AB-AA722D60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4030F-177E-4106-877F-D33EA87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289C7-9938-4EEA-B576-11E4BBE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9B9EE-C227-4A70-85BB-0213A66D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303184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4FDF9-CE6F-40FE-B01C-18B523F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AB36E-C71B-4EF3-9066-DEA3AF2A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784E-6B55-4AE1-8A63-489F100E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F8019-A567-4FAE-A6D8-375FCB2E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95B46-B629-496C-A3B5-2923E789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Work effectively in teams with defined roles an...?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BE80A-DCE3-468C-833B-3D3F553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937371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18B81-29A7-47B7-9FC2-3A8E2B9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CE468-C32E-4CDD-91ED-7B3F9B0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E85A5-536E-4054-9E0C-C161885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83608-F674-4D44-88C3-3A471D5A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4EB99-D6F3-4880-9A96-BFC0936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A48C6-7AEC-4BC3-82C8-10F4B398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37762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5C5A0-9EED-4EE8-BA54-C8635CC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E583F-BBE8-4915-9318-B2E5B731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C602-D255-43B4-BE78-B3784A11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89A47-C7CC-4477-8574-98A49A1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46F60-4C3F-422F-A971-CAAE722B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18078-4A2A-4991-8587-B340960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1A5A5-A5CF-41B9-93E7-80AC452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29B76-E287-4C34-8C35-4212932E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D2192-31F5-4B2D-9E30-7AB94A01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43DEB-D89E-4634-81D5-3A2CEF79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0DAC6-A089-4678-858B-B5029F86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96473-0FD7-4371-8A45-AB0BD17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5A9FF-0324-4E2D-A1EA-B36EA84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FC2C6-E47E-419C-8FF7-499AB1DD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25446-5813-4F46-B14F-A742B70F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192B9-024F-403C-B424-E24DD1A9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7CAD6-B0A1-4D62-8B57-DA476DE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0C167-0E5D-4F80-A25C-CBF2FAA7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DBC43-D656-43A3-8E06-77F598E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625EC-9FBE-424A-AC01-5C258064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3041B-77FE-44CB-AFD2-98E5DA5A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DFB2F-B28D-49C8-B618-4B7DF0AE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2926E-36C4-4722-817C-19FCBED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79697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2026-08-24T16:03:16.9510000Z</dcterms:created>
  <dcterms:modified xsi:type="dcterms:W3CDTF">2026-08-24T16:03:16.9510000Z</dcterms:modified>
</coreProperties>
</file>