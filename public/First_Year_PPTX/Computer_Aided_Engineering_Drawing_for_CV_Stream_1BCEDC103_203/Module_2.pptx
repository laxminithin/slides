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9c1b956e24450" /><Relationship Type="http://schemas.openxmlformats.org/officeDocument/2006/relationships/extended-properties" Target="/docProps/app.xml" Id="R56805d8b8a9a41de" /><Relationship Type="http://schemas.openxmlformats.org/officeDocument/2006/relationships/officeDocument" Target="/ppt/presentation.xml" Id="R47ba439871ed47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71995f7984647"/>
  </p:sldMasterIdLst>
  <p:notesMasterIdLst>
    <p:notesMasterId xmlns:r="http://schemas.openxmlformats.org/officeDocument/2006/relationships" r:id="Rc757c5b2c2c1419d"/>
  </p:notesMasterIdLst>
  <p:sldIdLst>
    <p:sldId xmlns:r="http://schemas.openxmlformats.org/officeDocument/2006/relationships" id="256" r:id="R6a7e0cba22de4088"/>
    <p:sldId xmlns:r="http://schemas.openxmlformats.org/officeDocument/2006/relationships" id="257" r:id="Rd9427b0a56cc4471"/>
    <p:sldId xmlns:r="http://schemas.openxmlformats.org/officeDocument/2006/relationships" id="258" r:id="R97f2af19048240a1"/>
    <p:sldId xmlns:r="http://schemas.openxmlformats.org/officeDocument/2006/relationships" id="259" r:id="Racec51856f5a4586"/>
    <p:sldId xmlns:r="http://schemas.openxmlformats.org/officeDocument/2006/relationships" id="260" r:id="Rc0ade6e914b74a47"/>
    <p:sldId xmlns:r="http://schemas.openxmlformats.org/officeDocument/2006/relationships" id="261" r:id="R2ef87bed35344c14"/>
    <p:sldId xmlns:r="http://schemas.openxmlformats.org/officeDocument/2006/relationships" id="262" r:id="Rb0e4f29257284d1c"/>
    <p:sldId xmlns:r="http://schemas.openxmlformats.org/officeDocument/2006/relationships" id="263" r:id="Rd231dac8350e4b56"/>
    <p:sldId xmlns:r="http://schemas.openxmlformats.org/officeDocument/2006/relationships" id="264" r:id="R0527e2257bc34132"/>
    <p:sldId xmlns:r="http://schemas.openxmlformats.org/officeDocument/2006/relationships" id="265" r:id="R6d2921b4fc22499b"/>
    <p:sldId xmlns:r="http://schemas.openxmlformats.org/officeDocument/2006/relationships" id="266" r:id="R58e57a45da8f4b6f"/>
    <p:sldId xmlns:r="http://schemas.openxmlformats.org/officeDocument/2006/relationships" id="267" r:id="R81f41269ec084147"/>
    <p:sldId xmlns:r="http://schemas.openxmlformats.org/officeDocument/2006/relationships" id="268" r:id="Re2cf61897e4b49e7"/>
    <p:sldId xmlns:r="http://schemas.openxmlformats.org/officeDocument/2006/relationships" id="269" r:id="Re52ec79c2fd94563"/>
    <p:sldId xmlns:r="http://schemas.openxmlformats.org/officeDocument/2006/relationships" id="270" r:id="R9ba413c535cf45b6"/>
    <p:sldId xmlns:r="http://schemas.openxmlformats.org/officeDocument/2006/relationships" id="271" r:id="Ra45f37e324094673"/>
    <p:sldId xmlns:r="http://schemas.openxmlformats.org/officeDocument/2006/relationships" id="272" r:id="R64daf2a452904103"/>
    <p:sldId xmlns:r="http://schemas.openxmlformats.org/officeDocument/2006/relationships" id="273" r:id="R6b331a41d09a49ea"/>
    <p:sldId xmlns:r="http://schemas.openxmlformats.org/officeDocument/2006/relationships" id="274" r:id="Rac8e5d8e8bb0470e"/>
    <p:sldId xmlns:r="http://schemas.openxmlformats.org/officeDocument/2006/relationships" id="275" r:id="Rc5d47dfc0fcf47e7"/>
    <p:sldId xmlns:r="http://schemas.openxmlformats.org/officeDocument/2006/relationships" id="276" r:id="R81ace76101fa45c7"/>
    <p:sldId xmlns:r="http://schemas.openxmlformats.org/officeDocument/2006/relationships" id="277" r:id="Rdf3a15a7861e47ae"/>
    <p:sldId xmlns:r="http://schemas.openxmlformats.org/officeDocument/2006/relationships" id="278" r:id="R0f04ad0810b34f5c"/>
    <p:sldId xmlns:r="http://schemas.openxmlformats.org/officeDocument/2006/relationships" id="279" r:id="Ra86437f8d0174211"/>
    <p:sldId xmlns:r="http://schemas.openxmlformats.org/officeDocument/2006/relationships" id="280" r:id="R38a5e3b6ef0f44a2"/>
    <p:sldId xmlns:r="http://schemas.openxmlformats.org/officeDocument/2006/relationships" id="281" r:id="R2d2476437c3241f2"/>
    <p:sldId xmlns:r="http://schemas.openxmlformats.org/officeDocument/2006/relationships" id="282" r:id="R1e7d8e89227d44a0"/>
    <p:sldId xmlns:r="http://schemas.openxmlformats.org/officeDocument/2006/relationships" id="283" r:id="R5cecd18509ec4f28"/>
    <p:sldId xmlns:r="http://schemas.openxmlformats.org/officeDocument/2006/relationships" id="284" r:id="R5f595743f00048a6"/>
    <p:sldId xmlns:r="http://schemas.openxmlformats.org/officeDocument/2006/relationships" id="285" r:id="R018ad3ea6cf948ab"/>
    <p:sldId xmlns:r="http://schemas.openxmlformats.org/officeDocument/2006/relationships" id="286" r:id="R8887a17a63324e1b"/>
    <p:sldId xmlns:r="http://schemas.openxmlformats.org/officeDocument/2006/relationships" id="287" r:id="R33129d4f670942e7"/>
    <p:sldId xmlns:r="http://schemas.openxmlformats.org/officeDocument/2006/relationships" id="288" r:id="R46647af465544046"/>
    <p:sldId xmlns:r="http://schemas.openxmlformats.org/officeDocument/2006/relationships" id="289" r:id="Re9594d150d6c4f5c"/>
    <p:sldId xmlns:r="http://schemas.openxmlformats.org/officeDocument/2006/relationships" id="290" r:id="Rd2621bdaf5cd4d4d"/>
    <p:sldId xmlns:r="http://schemas.openxmlformats.org/officeDocument/2006/relationships" id="291" r:id="R13cbd5b5125a4660"/>
    <p:sldId xmlns:r="http://schemas.openxmlformats.org/officeDocument/2006/relationships" id="292" r:id="R7eecbac9bc924fde"/>
    <p:sldId xmlns:r="http://schemas.openxmlformats.org/officeDocument/2006/relationships" id="293" r:id="Rce2fbabb30d94a50"/>
    <p:sldId xmlns:r="http://schemas.openxmlformats.org/officeDocument/2006/relationships" id="294" r:id="R7591b8d3f1da418a"/>
    <p:sldId xmlns:r="http://schemas.openxmlformats.org/officeDocument/2006/relationships" id="295" r:id="Rc175692847c1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691776e6c494a" /><Relationship Type="http://schemas.openxmlformats.org/officeDocument/2006/relationships/slideMaster" Target="/ppt/slideMasters/slideMaster1.xml" Id="R41971995f7984647" /><Relationship Type="http://schemas.openxmlformats.org/officeDocument/2006/relationships/notesMaster" Target="/ppt/notesMasters/notesMaster1.xml" Id="Rc757c5b2c2c1419d" /><Relationship Type="http://schemas.openxmlformats.org/officeDocument/2006/relationships/presProps" Target="/ppt/presProps.xml" Id="Ra6bbc19ab7cf4a0a" /><Relationship Type="http://schemas.openxmlformats.org/officeDocument/2006/relationships/tableStyles" Target="/ppt/tableStyles.xml" Id="Rb1c2523553984ffb" /><Relationship Type="http://schemas.openxmlformats.org/officeDocument/2006/relationships/slide" Target="/ppt/slides/slide1.xml" Id="R6a7e0cba22de4088" /><Relationship Type="http://schemas.openxmlformats.org/officeDocument/2006/relationships/slide" Target="/ppt/slides/slide2.xml" Id="Rd9427b0a56cc4471" /><Relationship Type="http://schemas.openxmlformats.org/officeDocument/2006/relationships/slide" Target="/ppt/slides/slide3.xml" Id="R97f2af19048240a1" /><Relationship Type="http://schemas.openxmlformats.org/officeDocument/2006/relationships/slide" Target="/ppt/slides/slide4.xml" Id="Racec51856f5a4586" /><Relationship Type="http://schemas.openxmlformats.org/officeDocument/2006/relationships/slide" Target="/ppt/slides/slide5.xml" Id="Rc0ade6e914b74a47" /><Relationship Type="http://schemas.openxmlformats.org/officeDocument/2006/relationships/slide" Target="/ppt/slides/slide6.xml" Id="R2ef87bed35344c14" /><Relationship Type="http://schemas.openxmlformats.org/officeDocument/2006/relationships/slide" Target="/ppt/slides/slide7.xml" Id="Rb0e4f29257284d1c" /><Relationship Type="http://schemas.openxmlformats.org/officeDocument/2006/relationships/slide" Target="/ppt/slides/slide8.xml" Id="Rd231dac8350e4b56" /><Relationship Type="http://schemas.openxmlformats.org/officeDocument/2006/relationships/slide" Target="/ppt/slides/slide9.xml" Id="R0527e2257bc34132" /><Relationship Type="http://schemas.openxmlformats.org/officeDocument/2006/relationships/slide" Target="/ppt/slides/slide10.xml" Id="R6d2921b4fc22499b" /><Relationship Type="http://schemas.openxmlformats.org/officeDocument/2006/relationships/slide" Target="/ppt/slides/slide11.xml" Id="R58e57a45da8f4b6f" /><Relationship Type="http://schemas.openxmlformats.org/officeDocument/2006/relationships/slide" Target="/ppt/slides/slide12.xml" Id="R81f41269ec084147" /><Relationship Type="http://schemas.openxmlformats.org/officeDocument/2006/relationships/slide" Target="/ppt/slides/slide13.xml" Id="Re2cf61897e4b49e7" /><Relationship Type="http://schemas.openxmlformats.org/officeDocument/2006/relationships/slide" Target="/ppt/slides/slide14.xml" Id="Re52ec79c2fd94563" /><Relationship Type="http://schemas.openxmlformats.org/officeDocument/2006/relationships/slide" Target="/ppt/slides/slide15.xml" Id="R9ba413c535cf45b6" /><Relationship Type="http://schemas.openxmlformats.org/officeDocument/2006/relationships/slide" Target="/ppt/slides/slide16.xml" Id="Ra45f37e324094673" /><Relationship Type="http://schemas.openxmlformats.org/officeDocument/2006/relationships/slide" Target="/ppt/slides/slide17.xml" Id="R64daf2a452904103" /><Relationship Type="http://schemas.openxmlformats.org/officeDocument/2006/relationships/slide" Target="/ppt/slides/slide18.xml" Id="R6b331a41d09a49ea" /><Relationship Type="http://schemas.openxmlformats.org/officeDocument/2006/relationships/slide" Target="/ppt/slides/slide19.xml" Id="Rac8e5d8e8bb0470e" /><Relationship Type="http://schemas.openxmlformats.org/officeDocument/2006/relationships/slide" Target="/ppt/slides/slide20.xml" Id="Rc5d47dfc0fcf47e7" /><Relationship Type="http://schemas.openxmlformats.org/officeDocument/2006/relationships/slide" Target="/ppt/slides/slide21.xml" Id="R81ace76101fa45c7" /><Relationship Type="http://schemas.openxmlformats.org/officeDocument/2006/relationships/slide" Target="/ppt/slides/slide22.xml" Id="Rdf3a15a7861e47ae" /><Relationship Type="http://schemas.openxmlformats.org/officeDocument/2006/relationships/slide" Target="/ppt/slides/slide23.xml" Id="R0f04ad0810b34f5c" /><Relationship Type="http://schemas.openxmlformats.org/officeDocument/2006/relationships/slide" Target="/ppt/slides/slide24.xml" Id="Ra86437f8d0174211" /><Relationship Type="http://schemas.openxmlformats.org/officeDocument/2006/relationships/slide" Target="/ppt/slides/slide25.xml" Id="R38a5e3b6ef0f44a2" /><Relationship Type="http://schemas.openxmlformats.org/officeDocument/2006/relationships/slide" Target="/ppt/slides/slide26.xml" Id="R2d2476437c3241f2" /><Relationship Type="http://schemas.openxmlformats.org/officeDocument/2006/relationships/slide" Target="/ppt/slides/slide27.xml" Id="R1e7d8e89227d44a0" /><Relationship Type="http://schemas.openxmlformats.org/officeDocument/2006/relationships/slide" Target="/ppt/slides/slide28.xml" Id="R5cecd18509ec4f28" /><Relationship Type="http://schemas.openxmlformats.org/officeDocument/2006/relationships/slide" Target="/ppt/slides/slide29.xml" Id="R5f595743f00048a6" /><Relationship Type="http://schemas.openxmlformats.org/officeDocument/2006/relationships/slide" Target="/ppt/slides/slide30.xml" Id="R018ad3ea6cf948ab" /><Relationship Type="http://schemas.openxmlformats.org/officeDocument/2006/relationships/slide" Target="/ppt/slides/slide31.xml" Id="R8887a17a63324e1b" /><Relationship Type="http://schemas.openxmlformats.org/officeDocument/2006/relationships/slide" Target="/ppt/slides/slide32.xml" Id="R33129d4f670942e7" /><Relationship Type="http://schemas.openxmlformats.org/officeDocument/2006/relationships/slide" Target="/ppt/slides/slide33.xml" Id="R46647af465544046" /><Relationship Type="http://schemas.openxmlformats.org/officeDocument/2006/relationships/slide" Target="/ppt/slides/slide34.xml" Id="Re9594d150d6c4f5c" /><Relationship Type="http://schemas.openxmlformats.org/officeDocument/2006/relationships/slide" Target="/ppt/slides/slide35.xml" Id="Rd2621bdaf5cd4d4d" /><Relationship Type="http://schemas.openxmlformats.org/officeDocument/2006/relationships/slide" Target="/ppt/slides/slide36.xml" Id="R13cbd5b5125a4660" /><Relationship Type="http://schemas.openxmlformats.org/officeDocument/2006/relationships/slide" Target="/ppt/slides/slide37.xml" Id="R7eecbac9bc924fde" /><Relationship Type="http://schemas.openxmlformats.org/officeDocument/2006/relationships/slide" Target="/ppt/slides/slide38.xml" Id="Rce2fbabb30d94a50" /><Relationship Type="http://schemas.openxmlformats.org/officeDocument/2006/relationships/slide" Target="/ppt/slides/slide39.xml" Id="R7591b8d3f1da418a" /><Relationship Type="http://schemas.openxmlformats.org/officeDocument/2006/relationships/slide" Target="/ppt/slides/slide40.xml" Id="Rc175692847c1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e086bed61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7ebc423464819" /><Relationship Type="http://schemas.openxmlformats.org/officeDocument/2006/relationships/notesMaster" Target="/ppt/notesMasters/notesMaster1.xml" Id="Rbd09dd33e6cc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6ec6db19114162" /><Relationship Type="http://schemas.openxmlformats.org/officeDocument/2006/relationships/notesMaster" Target="/ppt/notesMasters/notesMaster1.xml" Id="Ra2443ac439ea41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26ab3830b4349" /><Relationship Type="http://schemas.openxmlformats.org/officeDocument/2006/relationships/notesMaster" Target="/ppt/notesMasters/notesMaster1.xml" Id="R36e1b1202607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b4c0d2b054551" /><Relationship Type="http://schemas.openxmlformats.org/officeDocument/2006/relationships/notesMaster" Target="/ppt/notesMasters/notesMaster1.xml" Id="Re22260a3e47b45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bc5ad2c7e4456e" /><Relationship Type="http://schemas.openxmlformats.org/officeDocument/2006/relationships/notesMaster" Target="/ppt/notesMasters/notesMaster1.xml" Id="R948f8740bbe4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9d4fb95ff24fd1" /><Relationship Type="http://schemas.openxmlformats.org/officeDocument/2006/relationships/notesMaster" Target="/ppt/notesMasters/notesMaster1.xml" Id="R3af2812b8ece49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3f4b77c7c42f3" /><Relationship Type="http://schemas.openxmlformats.org/officeDocument/2006/relationships/notesMaster" Target="/ppt/notesMasters/notesMaster1.xml" Id="R12ccd008938d4d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a4ecab6d1b4d17" /><Relationship Type="http://schemas.openxmlformats.org/officeDocument/2006/relationships/notesMaster" Target="/ppt/notesMasters/notesMaster1.xml" Id="Re7a24ee20ef7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7f71906bc477c" /><Relationship Type="http://schemas.openxmlformats.org/officeDocument/2006/relationships/notesMaster" Target="/ppt/notesMasters/notesMaster1.xml" Id="R00e2dcfdd44844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d8120df8fd4fee" /><Relationship Type="http://schemas.openxmlformats.org/officeDocument/2006/relationships/notesMaster" Target="/ppt/notesMasters/notesMaster1.xml" Id="Ra1e718541e3a44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322892c17c4144" /><Relationship Type="http://schemas.openxmlformats.org/officeDocument/2006/relationships/notesMaster" Target="/ppt/notesMasters/notesMaster1.xml" Id="R8062460072ad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ed9b0846aa4e90" /><Relationship Type="http://schemas.openxmlformats.org/officeDocument/2006/relationships/notesMaster" Target="/ppt/notesMasters/notesMaster1.xml" Id="R5cb6fce9185d4f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b41b24b0fa4503" /><Relationship Type="http://schemas.openxmlformats.org/officeDocument/2006/relationships/notesMaster" Target="/ppt/notesMasters/notesMaster1.xml" Id="R43f8b51a30d841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0c000b9bd44b62" /><Relationship Type="http://schemas.openxmlformats.org/officeDocument/2006/relationships/notesMaster" Target="/ppt/notesMasters/notesMaster1.xml" Id="Ra6c2662a134044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81ba7b5d554fb5" /><Relationship Type="http://schemas.openxmlformats.org/officeDocument/2006/relationships/notesMaster" Target="/ppt/notesMasters/notesMaster1.xml" Id="Rc69176435b60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bc1c2e06004ef2" /><Relationship Type="http://schemas.openxmlformats.org/officeDocument/2006/relationships/notesMaster" Target="/ppt/notesMasters/notesMaster1.xml" Id="Rd1e3aa94767e47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4a09cedbf64fef" /><Relationship Type="http://schemas.openxmlformats.org/officeDocument/2006/relationships/notesMaster" Target="/ppt/notesMasters/notesMaster1.xml" Id="R73830adeecb84a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934b4d1fc145e8" /><Relationship Type="http://schemas.openxmlformats.org/officeDocument/2006/relationships/notesMaster" Target="/ppt/notesMasters/notesMaster1.xml" Id="Ra1e83dfcd3194e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66962fc6bb4788" /><Relationship Type="http://schemas.openxmlformats.org/officeDocument/2006/relationships/notesMaster" Target="/ppt/notesMasters/notesMaster1.xml" Id="R3544042ee23a4f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8b04571f8c46c7" /><Relationship Type="http://schemas.openxmlformats.org/officeDocument/2006/relationships/notesMaster" Target="/ppt/notesMasters/notesMaster1.xml" Id="R9fa87541a88e40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8e4b2c100f47bc" /><Relationship Type="http://schemas.openxmlformats.org/officeDocument/2006/relationships/notesMaster" Target="/ppt/notesMasters/notesMaster1.xml" Id="R403ddbe6455845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3b8d1f2ee1453f" /><Relationship Type="http://schemas.openxmlformats.org/officeDocument/2006/relationships/notesMaster" Target="/ppt/notesMasters/notesMaster1.xml" Id="R2277d50a6b364b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d429ccd6d14593" /><Relationship Type="http://schemas.openxmlformats.org/officeDocument/2006/relationships/notesMaster" Target="/ppt/notesMasters/notesMaster1.xml" Id="Rc6e3993c3adc42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4d5b2c2f9aa40b4" /><Relationship Type="http://schemas.openxmlformats.org/officeDocument/2006/relationships/notesMaster" Target="/ppt/notesMasters/notesMaster1.xml" Id="R1a44618789ab46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0c1d6793124b96" /><Relationship Type="http://schemas.openxmlformats.org/officeDocument/2006/relationships/notesMaster" Target="/ppt/notesMasters/notesMaster1.xml" Id="R7f094b87e5fc47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7ad67be7344e73" /><Relationship Type="http://schemas.openxmlformats.org/officeDocument/2006/relationships/notesMaster" Target="/ppt/notesMasters/notesMaster1.xml" Id="Rd7ebe623817f44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ed9aa5a5e24f22" /><Relationship Type="http://schemas.openxmlformats.org/officeDocument/2006/relationships/notesMaster" Target="/ppt/notesMasters/notesMaster1.xml" Id="Rb55137578b23448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4f7b4d2caa438e" /><Relationship Type="http://schemas.openxmlformats.org/officeDocument/2006/relationships/notesMaster" Target="/ppt/notesMasters/notesMaster1.xml" Id="R6950521aaaf7456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46c61f3c374348" /><Relationship Type="http://schemas.openxmlformats.org/officeDocument/2006/relationships/notesMaster" Target="/ppt/notesMasters/notesMaster1.xml" Id="R1cebfe17c0d6427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2f0dc0151c64562" /><Relationship Type="http://schemas.openxmlformats.org/officeDocument/2006/relationships/notesMaster" Target="/ppt/notesMasters/notesMaster1.xml" Id="Re75072f0efac4ff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18170d400b64aa5" /><Relationship Type="http://schemas.openxmlformats.org/officeDocument/2006/relationships/notesMaster" Target="/ppt/notesMasters/notesMaster1.xml" Id="R80fd626f4b264f4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9c42ed5305d4360" /><Relationship Type="http://schemas.openxmlformats.org/officeDocument/2006/relationships/notesMaster" Target="/ppt/notesMasters/notesMaster1.xml" Id="R33ac665ca297470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f7296fa47504244" /><Relationship Type="http://schemas.openxmlformats.org/officeDocument/2006/relationships/notesMaster" Target="/ppt/notesMasters/notesMaster1.xml" Id="R8254004bcb3543d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19cff5efca45e4" /><Relationship Type="http://schemas.openxmlformats.org/officeDocument/2006/relationships/notesMaster" Target="/ppt/notesMasters/notesMaster1.xml" Id="Rd4e07052c63549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5c675f4610e4c99" /><Relationship Type="http://schemas.openxmlformats.org/officeDocument/2006/relationships/notesMaster" Target="/ppt/notesMasters/notesMaster1.xml" Id="R0cdff1d88d9a4d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67675d60c54af4" /><Relationship Type="http://schemas.openxmlformats.org/officeDocument/2006/relationships/notesMaster" Target="/ppt/notesMasters/notesMaster1.xml" Id="R3ef0e0c71a3f4c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513d2b6dde94dc0" /><Relationship Type="http://schemas.openxmlformats.org/officeDocument/2006/relationships/notesMaster" Target="/ppt/notesMasters/notesMaster1.xml" Id="R9f0ea5b659f94e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6054969e304e11" /><Relationship Type="http://schemas.openxmlformats.org/officeDocument/2006/relationships/notesMaster" Target="/ppt/notesMasters/notesMaster1.xml" Id="Ref6872a2b07f4cf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5f56206a2f44626" /><Relationship Type="http://schemas.openxmlformats.org/officeDocument/2006/relationships/notesMaster" Target="/ppt/notesMasters/notesMaster1.xml" Id="Rbe28ce1ad0a4493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1c36f7642c44291" /><Relationship Type="http://schemas.openxmlformats.org/officeDocument/2006/relationships/notesMaster" Target="/ppt/notesMasters/notesMaster1.xml" Id="R20ff543995c6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cd7911970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ce232c1fd4723" /><Relationship Type="http://schemas.openxmlformats.org/officeDocument/2006/relationships/slideLayout" Target="/ppt/slideLayouts/slideLayout1.xml" Id="R03b0c305807548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0c305807548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971462c94812" /><Relationship Type="http://schemas.openxmlformats.org/officeDocument/2006/relationships/notesSlide" Target="/ppt/notesSlides/notesSlide1.xml" Id="R6430fc3178da45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14fd4c9ba468b" /><Relationship Type="http://schemas.openxmlformats.org/officeDocument/2006/relationships/notesSlide" Target="/ppt/notesSlides/notesSlide2.xml" Id="R4893c0607abf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dd88af164494d" /><Relationship Type="http://schemas.openxmlformats.org/officeDocument/2006/relationships/notesSlide" Target="/ppt/notesSlides/notesSlide3.xml" Id="R13279cd36855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cbc75a3d42bc" /><Relationship Type="http://schemas.openxmlformats.org/officeDocument/2006/relationships/notesSlide" Target="/ppt/notesSlides/notesSlide4.xml" Id="Rbd02801bcaef44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bf0c39d5404c" /><Relationship Type="http://schemas.openxmlformats.org/officeDocument/2006/relationships/notesSlide" Target="/ppt/notesSlides/notesSlide5.xml" Id="Rd0d2a6735a364c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be6c79978469c" /><Relationship Type="http://schemas.openxmlformats.org/officeDocument/2006/relationships/notesSlide" Target="/ppt/notesSlides/notesSlide6.xml" Id="Rf14bd510673b43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6ab56cd8847f6" /><Relationship Type="http://schemas.openxmlformats.org/officeDocument/2006/relationships/notesSlide" Target="/ppt/notesSlides/notesSlide7.xml" Id="Rf60a0fad0a8a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d29c70c8e49d1" /><Relationship Type="http://schemas.openxmlformats.org/officeDocument/2006/relationships/notesSlide" Target="/ppt/notesSlides/notesSlide8.xml" Id="R1aa4d8c81fa44a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9c917138b43f6" /><Relationship Type="http://schemas.openxmlformats.org/officeDocument/2006/relationships/notesSlide" Target="/ppt/notesSlides/notesSlide9.xml" Id="R5b75b81beda641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fc3a64094f00" /><Relationship Type="http://schemas.openxmlformats.org/officeDocument/2006/relationships/notesSlide" Target="/ppt/notesSlides/notesSlide10.xml" Id="Rede70944d6e343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6d2cca9548b2" /><Relationship Type="http://schemas.openxmlformats.org/officeDocument/2006/relationships/notesSlide" Target="/ppt/notesSlides/notesSlide11.xml" Id="Rd65ef8d97b104c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cbc738bd34e00" /><Relationship Type="http://schemas.openxmlformats.org/officeDocument/2006/relationships/notesSlide" Target="/ppt/notesSlides/notesSlide12.xml" Id="R116f2090460647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3eca520604776" /><Relationship Type="http://schemas.openxmlformats.org/officeDocument/2006/relationships/notesSlide" Target="/ppt/notesSlides/notesSlide13.xml" Id="R998786a5555e43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0576d44984ec5" /><Relationship Type="http://schemas.openxmlformats.org/officeDocument/2006/relationships/notesSlide" Target="/ppt/notesSlides/notesSlide14.xml" Id="R997a26e0daf441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a93d82cd4f1d" /><Relationship Type="http://schemas.openxmlformats.org/officeDocument/2006/relationships/notesSlide" Target="/ppt/notesSlides/notesSlide15.xml" Id="R2ce32be4b70b46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adef24a854849" /><Relationship Type="http://schemas.openxmlformats.org/officeDocument/2006/relationships/notesSlide" Target="/ppt/notesSlides/notesSlide16.xml" Id="Rfa65d8b61f514d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ceb389fec410e" /><Relationship Type="http://schemas.openxmlformats.org/officeDocument/2006/relationships/notesSlide" Target="/ppt/notesSlides/notesSlide17.xml" Id="R2e13db6c7ef645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94ad72e3b4b31" /><Relationship Type="http://schemas.openxmlformats.org/officeDocument/2006/relationships/notesSlide" Target="/ppt/notesSlides/notesSlide18.xml" Id="R91ba33cfdcb842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ace1572974b0c" /><Relationship Type="http://schemas.openxmlformats.org/officeDocument/2006/relationships/notesSlide" Target="/ppt/notesSlides/notesSlide19.xml" Id="Rf77be11e14a448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1bc8d43e149fb" /><Relationship Type="http://schemas.openxmlformats.org/officeDocument/2006/relationships/notesSlide" Target="/ppt/notesSlides/notesSlide20.xml" Id="R6e94a3a287e144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2f0b8b364ead" /><Relationship Type="http://schemas.openxmlformats.org/officeDocument/2006/relationships/notesSlide" Target="/ppt/notesSlides/notesSlide21.xml" Id="R9080999364d841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1ad6591814117" /><Relationship Type="http://schemas.openxmlformats.org/officeDocument/2006/relationships/notesSlide" Target="/ppt/notesSlides/notesSlide22.xml" Id="Re52d16fa298c49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2beb423ab4609" /><Relationship Type="http://schemas.openxmlformats.org/officeDocument/2006/relationships/notesSlide" Target="/ppt/notesSlides/notesSlide23.xml" Id="Raabf812f3e4743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6f497890b491b" /><Relationship Type="http://schemas.openxmlformats.org/officeDocument/2006/relationships/notesSlide" Target="/ppt/notesSlides/notesSlide24.xml" Id="Rd2f5296c73b44c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f5870a424332" /><Relationship Type="http://schemas.openxmlformats.org/officeDocument/2006/relationships/notesSlide" Target="/ppt/notesSlides/notesSlide25.xml" Id="Re9dc060363b445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1e410687f4abb" /><Relationship Type="http://schemas.openxmlformats.org/officeDocument/2006/relationships/notesSlide" Target="/ppt/notesSlides/notesSlide26.xml" Id="R83178225a85f41c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e4c5ded84b29" /><Relationship Type="http://schemas.openxmlformats.org/officeDocument/2006/relationships/notesSlide" Target="/ppt/notesSlides/notesSlide27.xml" Id="Rb9a02df4e9324d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969dfd3244c70" /><Relationship Type="http://schemas.openxmlformats.org/officeDocument/2006/relationships/notesSlide" Target="/ppt/notesSlides/notesSlide28.xml" Id="R6d1110dc75544e7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1947492744744" /><Relationship Type="http://schemas.openxmlformats.org/officeDocument/2006/relationships/notesSlide" Target="/ppt/notesSlides/notesSlide29.xml" Id="R008f13aa2d8b42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6a7adffd84447" /><Relationship Type="http://schemas.openxmlformats.org/officeDocument/2006/relationships/notesSlide" Target="/ppt/notesSlides/notesSlide30.xml" Id="Rea051e03d92a44f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b39afe5e4350" /><Relationship Type="http://schemas.openxmlformats.org/officeDocument/2006/relationships/notesSlide" Target="/ppt/notesSlides/notesSlide31.xml" Id="R448472ffe8744b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b990a95274474" /><Relationship Type="http://schemas.openxmlformats.org/officeDocument/2006/relationships/notesSlide" Target="/ppt/notesSlides/notesSlide32.xml" Id="R77f5f23c09ee4f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9fb8f8e254158" /><Relationship Type="http://schemas.openxmlformats.org/officeDocument/2006/relationships/notesSlide" Target="/ppt/notesSlides/notesSlide33.xml" Id="Rb02d90fb58f04e6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cec3e3a0543c4" /><Relationship Type="http://schemas.openxmlformats.org/officeDocument/2006/relationships/notesSlide" Target="/ppt/notesSlides/notesSlide34.xml" Id="R92d9e80bd52a47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8a4e210d24354" /><Relationship Type="http://schemas.openxmlformats.org/officeDocument/2006/relationships/notesSlide" Target="/ppt/notesSlides/notesSlide35.xml" Id="R2018a8d53b974c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d1c635a1a4b5a" /><Relationship Type="http://schemas.openxmlformats.org/officeDocument/2006/relationships/notesSlide" Target="/ppt/notesSlides/notesSlide36.xml" Id="R09eaa0f6b71f4c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7e4b4ffab467a" /><Relationship Type="http://schemas.openxmlformats.org/officeDocument/2006/relationships/notesSlide" Target="/ppt/notesSlides/notesSlide37.xml" Id="Rd6509198fb1f46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77b6b02b4cc5" /><Relationship Type="http://schemas.openxmlformats.org/officeDocument/2006/relationships/notesSlide" Target="/ppt/notesSlides/notesSlide38.xml" Id="Rc37230629181427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ccb4be0bd4db8" /><Relationship Type="http://schemas.openxmlformats.org/officeDocument/2006/relationships/notesSlide" Target="/ppt/notesSlides/notesSlide39.xml" Id="R1b4c18bd217146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abf2404f54949" /><Relationship Type="http://schemas.openxmlformats.org/officeDocument/2006/relationships/notesSlide" Target="/ppt/notesSlides/notesSlide40.xml" Id="R6424d7860e6b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3F8A5-5496-40C1-A068-46D5F11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9BE17-B3DE-4483-862A-3A647CDB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135C7-3977-4455-BB6A-7CD6BCE3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F92A3-8576-4EC8-9CC3-1C4DC8C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F0D14-A872-4BDC-8F7C-41835ADC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60A09-068B-4AA2-A8C7-F7C7153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84E2A-6339-46DC-A733-4DA8FA6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5E04A-3EE9-40F6-87F7-D28636F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5D58A-10AB-430C-AD3B-F0CC8AA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BF85C-B4DB-427F-B022-D967983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3D26C-4F7D-4297-A77C-C69EEB54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57ABB-B7D5-4731-9705-B0440EB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A8AF7-8BEC-43CC-A308-AEF1DED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76847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C3A74-DDCA-4A3E-B370-3861BD4C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1E6DD-EEF4-4FE1-9761-1F7845A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ECBE-B25B-4A1B-9C8E-E6D2B82F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B290F-B6EC-4010-88A1-88DE1FD2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F2295-2515-4EBF-B224-442AAA6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DDAD4-B6A7-4353-B861-81BAB946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F7D87-A263-49E8-8D71-4C0183F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0C0D6-5594-4DA0-BDE8-6F4AB2B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C42CD-B0CF-4DFC-B763-21DA7CD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8AF5C-AE56-4C87-A00B-5935C65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6D46C-42FF-4EDF-91B4-F40287E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EC888-D949-432B-9E67-9A8744D7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CA63D-E36A-4725-A607-3DCC071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C831F-3A85-44B8-8C20-96C4301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BF8A3-66DE-4089-AF92-906E31D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30119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92699-81F4-41B0-A533-D60C580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17BF5-17FA-4088-8AA7-0CE064D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15FDB-57D7-4D1A-9062-DD5EA42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1C73-EA45-4BA6-A796-2A93F0CF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F809-DF48-4BD7-8FEE-5CA3B2D6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1109F-ADCF-4546-9424-D610FD8C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2F5F1-A94A-4723-B22D-377B1FF9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8DCAB-6465-4421-8CD7-B1B0F0F8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82879-2869-4371-92F9-3B192C74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A48DC-0F63-4EBE-9798-E95E643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F203C-BA3D-43C6-9AD2-00AD7B8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F8501-57A4-4669-A65C-E93E54C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42D3B-42BC-49AD-9D36-2F98B3F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104F9-6B38-4CEB-895E-41F7A44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01990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30923-58EA-4D36-A0BB-B90378C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F908E-0088-4B2E-ADF0-C009635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FCE0D-B899-4634-90C1-BCA3D632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57DFB-4011-46A9-AA5A-BD07ABD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2BD9-6C09-431E-8F8B-71DBE1E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1617E-827F-48A3-9657-08BAD0A9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0DE7C-FDB2-41E2-996F-FAFE99A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2E15C-707C-471E-BEA5-EBFA7B27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FC0D5-3640-4EF5-967B-FCA2706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6288E-3C3C-4846-B8B8-E7868065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D6FF0-5ECE-4223-8038-FA71B7A5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7AB3A-87A3-42F1-8DA8-04315499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1CA79-0121-49BA-AD26-E776932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00774-77AF-4D79-AEF4-A2EF988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44994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0FC5B-49E0-400B-9672-549E977C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D335-A391-4FDF-9060-62F552B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2BB9-9DFD-4AC1-8CA2-B0BE1D65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1E6B2-1082-4020-BF1B-F9E244EC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E9494-91E3-44AF-8FDA-317A19A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Orthographic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4B0EC-2405-44F9-9997-5AC05AD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661C9-6DB5-4988-AE7C-301C833D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4A467-60ED-4686-8ABB-0FA955A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2195-FC8C-4274-84B3-C4803FC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264F6-FA8F-4BEF-BA78-B691EDB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93F6D-5391-46C5-AE02-4A31AD19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4D031-B300-4A8B-9197-1178AF3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inclined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23F04-DFCD-4B5C-99DC-32184040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654DF-B87A-4878-BD8C-3B99A60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64C3B-F6C8-4A08-AFD2-CDF2CB7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626D2-35AB-425D-A4A7-14A0A92F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74452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7B6D-67D6-4D79-958A-22E0BE37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B6E9D-4A3A-4DC3-87C6-6394F853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F2000-0424-4CCA-A173-68969ED1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F5D1D-F2EC-41FD-AF45-4D2D645E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50AFA-7038-4DF1-B36E-B39FD0E4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 of Solids: Orthographic projection of right regular solids (Resting on HP only and incl...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11AF5-E9D0-4A96-AB87-6EA3B0C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 of Solids: Orthog...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CA684-300D-4DB3-BC61-92E2D64A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CE39B-E594-47E1-BB7A-2B0F629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70C28-E218-4FA7-9B22-B7034FE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586B-9464-454D-9755-5ACB033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395CE-0669-44AD-ADD5-97977D0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CCEBC-0350-47D5-97A9-9597E2C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7A3D5-0280-47C3-A383-81E9F2B7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4AD65-AB4D-4EE4-A4AC-144A0088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242A6-2C96-43BC-B468-C77D6160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03F33-E9A3-44D8-80BE-EAC7C36D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10873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F6F59-CA10-4001-A48B-655A267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08832-D21F-4ED5-887D-A2928943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3DBE-57CB-4E73-BA72-6BCBECF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ABAF0-8C46-41BA-8620-EC7BBB11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E5476-2A35-471B-9449-BCC1CAD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6C731-861B-4EFD-87A5-5B8C3DF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902E1-7074-4D46-9250-C2B14CA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1D910-9FCE-4540-AE46-CE62CB9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F3D47-5D26-43F7-A7B8-B47F0CA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DFFF8-52D8-4E01-BE94-E2917C6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D2E02-2A6E-4229-A063-7E2E53F9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97323-599A-489C-B606-B0BD6F53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B918E-E2CC-4447-9FCC-88D338C2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6906C-3745-4A1D-926E-2FC56F4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58FDD-A1EB-4A04-98EF-F27BEE06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D7C01-1988-4AA4-86AB-8AF3906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3C671-D5E1-4565-9D71-1DC77D6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8DF93-D6EA-48D3-8FC1-FBDEBF9E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40CF-8EAA-462E-B21D-BE1CA5FB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29DDE-8267-41FF-8310-6F53A9D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722FC-2BF5-4099-809D-2E1C9530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A1977-6890-417F-BD48-07493379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86B66-6ECA-45D3-82B7-68A5478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1342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D3A13-7DC7-4A9C-A446-F3D4EE4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3FDF4-66E0-47AD-9D96-E0230BA7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CBF18-1156-4CE8-9B53-AC1F987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ECB7B-BE9A-416F-A153-D870E8F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0F664-4EB4-473E-9F7F-69721B2C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A4453-D70D-4364-8D43-5356AF34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95336-B734-4EFB-877B-2DB54ED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D335B-A5B4-4F1F-A16F-507B011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32120-1D46-4504-A028-EDEA7DF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166AD-575D-41CF-B62A-6545C33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20F7D-CD90-45CC-B192-119E048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4D89B-4230-4336-BB66-2E4C8CC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18E9A-2048-478B-8426-6F9FD9D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DEC4E-290D-4BE1-B243-BAA3CBDE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30680-DE89-43FF-9D5F-E2E28E5A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27980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3E308-B580-4690-AD35-AC9AF546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453F4-D7B0-499A-8901-4E59780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8E20B-E069-4024-8555-FA569A8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D292C-897A-4473-8495-CA39D0D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E0AF6-4AF3-47D5-92BC-9681E193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274BB-CDCD-4057-95AE-F8E3772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 of Solids: Orthographic projectio...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6787-EE84-4C00-BE65-A9AD0F8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62A02-1F12-49ED-9746-F1878949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9DD48-5984-4977-8BF1-162855A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D89FE-E51F-487C-8F69-C0D2BF60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887F6-D24A-408A-8B22-A028416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31290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820F2-5437-47AD-A20F-77C4D19C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0A31-16E6-4A04-B30B-7B70EB8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0FBAA-1C31-4780-81B0-9E86647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85DCF-209B-4B44-AE4E-333F3E2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185A3-6F4D-4931-AB0F-0CAB0252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C6A29-7ECD-4AEE-8DFF-4C8A03C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&amp; Cones.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ACE0F-6C57-4763-9C4A-847D1C9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B699B-F617-4A83-9BC5-2B77974C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270C8-4C36-4D1C-88CA-62936D9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FE7C5-393B-4801-A866-CA946CFC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0B1B6-868B-4717-B75F-A83869EF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97F76-157D-466F-AD6C-27EB5F4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BF2A2-7BB1-4A02-BE52-B890671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937D7-FF30-4DCA-BCEE-87DCDFA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F1046-C913-4833-9193-BB54B68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DD14A-F2B9-4CD4-AB4A-F56A6F3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35626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EFB32-6AC5-42B6-94F1-B9B329D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8587B-8C15-46B3-BB52-CC5B054A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BB46-88F8-43E8-9F82-CF25DEE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C7C78-045D-4E05-914D-8C79796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504A-F8B2-42F4-8CE9-ADBAB7A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217AF-8884-4526-99B0-FBAD8B6D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1FA22-A4DA-4051-8F0B-1D9BE710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E89E7-01A1-4227-B229-B3B0804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145B1-3C93-49E0-8CCA-FE0379C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 &amp; Cones..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CC735-C2C9-4FED-9E44-8368EB4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211E2-665A-44D6-9799-89E9B6A4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EBC6B-A563-4300-B003-3D624FD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7A78F-C160-4247-B05B-E89CDF95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FE2F1-CB87-4329-9C5B-A9962D88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2897D-3F09-4541-92E7-B681A907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7C597-5523-4B44-8844-52A7D31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20E93-63F9-4039-B392-789D2D4B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76DC4-1477-4436-A12F-743C1DD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 &amp; Cone...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EBE2A-9C60-4C9C-A03D-13C691CE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45999-FA31-4BFC-84CD-A9AC68D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01D5D-4673-40EB-A897-9B22B991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 &amp;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FA556-7A13-4689-A651-A94E8C9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D2EBC-9825-4DE5-B5EB-16EDEAA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52046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29D48-F8A7-430A-BBFE-5FFB426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12E8B-4B24-4832-B21F-5203E1C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17EE-D0E4-45A8-90F6-F9D6E26C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CB15F-FB18-419C-A081-F995E4AC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C4877-62FE-4826-8447-19D4E0C6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E4610-4170-4C07-9098-1CD6DF77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EB2D1-E15F-419D-85A4-66F8322E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B73B7-4B34-40A8-BDAC-3AE0E71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267B9-96AF-4373-9129-3BA7E6E9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9C82F-71D6-48D2-B1CA-9983582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01AA4-210A-457D-B0DF-6616743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09625-C0C1-4DE0-ADDC-573E1A3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A830E-4525-49DB-A426-A75CF0C3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A502E-DD74-46B0-B03A-F3B63710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6C769-0410-40A6-BB56-8867EB9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02915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7EBBF-E9F2-4585-BB2F-1EBDA1C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E2FD-0654-4A5D-A6EE-024142DD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AD3FC-98C4-4022-AF2E-232827B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C3307-8917-48C5-837F-66F50D3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5A93B-114A-4533-A9CF-80BEF91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4070C-8A2E-4ABF-BB08-213BAAB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&amp; Cones.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BDA1A-9962-418D-A1BA-6B6A228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64CDA-7A1B-483C-9BD2-C7FC0459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83DBF-A092-4908-A752-B3314E36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E3DDA-239B-4C45-80E1-063409A1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70EA9-BB1A-462B-889B-0EB5666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034613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C4293-A36C-472C-A6C4-EC7F408B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D73E8-4FDB-4FBF-B320-3F998E41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52332-8178-4D97-8F4A-C5FD247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31168-4B7A-4544-A55C-F708FB27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8960F-753A-4CC0-AEB6-E98B3135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CF382-2040-417D-B1B8-2F4308A0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32568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DB0C0-EC6E-4FDD-B18D-795DE99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99F3-61EC-40E5-B51A-1CB5E3DD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B2796-C2A3-4EF0-B669-844197E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F2FF8-7991-4775-96C8-DC05939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23EC9-812F-45F7-9B6E-F9AFD8B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6386-C31B-430F-B156-359540C7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510817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A99D1-6D97-410A-9645-4C4E6FB2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57ECD-5DE2-430C-833E-F6A5AEDD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77BED-E453-4A53-9315-AE3A23A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7E013-DC66-4EF1-B06A-3C19FC7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AAB35-1FC9-4511-9E09-B15C7B7F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5B4A2-7481-49CA-9648-10BF3890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657272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387DD-416D-476C-832F-56C43030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41411-ABE2-463E-9605-55CCD206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A1A30-ED28-4771-B5BE-E7DFC74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F47B1-7012-4F31-B986-2E6A739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90CCD-B083-4CC8-A8A1-5A655C5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30BD9-329A-43F0-AC79-E9F1C15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197023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55884-6060-4A53-BB01-0FF3E273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41240-AF10-49B6-BE50-C701885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C7603-6D40-40B1-8864-76C6D662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4E3B0-AE60-47A0-8DE0-5197F30B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2811-BC75-4650-90D6-8101770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Orthographic Projection of Solids: Orthographic projection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Cylinders &amp; Cones.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66231-2861-46F4-8A50-7197E858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CE8E8-1C98-4315-A5D2-2433EC8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9AC7D-A2B2-44EB-9CBB-5D30E34F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241447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FB0AD-D3B3-4FB3-BB22-AC15F36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77069-9774-4A75-9C64-958AF7A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2DFF6-1BA3-4C3E-9414-0C62BAF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6BE82-85F4-451D-8A88-CB8F133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522F6-047E-4C76-8F4F-5FDB9C63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E8435-74DA-4398-84DC-5217D6B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934A-27F2-42F8-A64D-521DEBE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86629-9793-4AEF-B5C7-7EED06B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065BE-A202-4D4E-8DA4-56C6FBC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E65F-76FA-4A77-A58F-30A48A4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B826D-22DE-4294-86A1-BBE29C1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8087F-5958-446E-A9FA-8E93C23A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16224-1A6D-4410-BF71-AA210A0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ABABD-516D-40A7-8C26-F3C645E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C2FAD-D420-44BF-A137-D2DE4A61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31E55-C312-49C2-807C-DE942A7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98CEC-B5F1-424B-BE47-DFA2D01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E6936-7723-4DAE-AA6E-F8A5B267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F367B-365B-42A1-82DC-9A29012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F3F79-E697-4F1F-9C3E-ED9782A6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19B36-3A83-4552-A865-156A3355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167C4-42F2-4F1B-BDCC-D2FCC652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ED7F2-E66A-4676-9955-4DDF2703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0C955-BB0B-417E-A4F2-37242E63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7576C-D404-4D0A-BC41-1EADAE49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00231-B7E0-4F6D-9A96-D439E005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E2329-DFC5-4A2B-8EC4-986AA45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57B2D-8DF1-4C2D-875C-B96355A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C3F0B-DF53-4542-812E-0D9C5DC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0E571-11E6-48DE-BFBD-D9FC388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FF15A-A0F4-45FA-93CA-B9236DBF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B9D345-8555-4393-9ACC-479EB147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48842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C85A0-F435-417F-8230-B7751D2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79303-7D47-4A91-BB11-998D011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FAD3F-CA66-4EA3-8D7E-584A0F05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A4320-D06A-46D0-B70A-7169C92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120CE-3FEF-486C-8426-0ED53E5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122B8-9747-481A-BBAD-3DFDBF9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B93C0-3F1C-4D43-9089-0D2E11B4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671C0-6F8F-4DFB-8AB2-2F07FDC5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C9E1C-893C-4555-AF11-43E6A535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273F4-3599-492E-ADD4-BA53B62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3ED31-3068-41AD-92CF-E50C688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3AFC8-B8AD-4087-990A-CFF3B1B3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284C6-4FFD-423D-9723-24C3E950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CCE93-471D-4BA3-9E53-4A4E273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FE714-1DC7-47BD-A14C-50A21F9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451FF-58D1-4DA1-8EED-59F90A7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31623-EE9F-464A-8B1D-9B923F29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BC8D7-383F-49BC-99A8-6DF0BC47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48953-8962-4358-863D-36629DF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DEB64-F64E-4D25-954B-1F75EBE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3DC86-55F2-4936-851F-3E62F17B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667FC-74C6-4165-991C-B94AD8E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2B56E-58D9-42E1-8823-7F7EE76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30D0F-0427-4485-9CAD-87D038F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EF4BB-F5DA-4E04-9F43-5D0A2D8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EF132-FAE9-4692-8823-D487CC1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3DB70-26F9-4436-A3A5-D3F0EED6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3D800-BBE1-432A-B81B-D64D6BD7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86103-8E2F-4320-969A-E27626F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A60C8-C522-42B5-A8CF-015C8210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1BA63-2382-466D-8763-2B10F1A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6C547-546D-42E0-A60C-63F6525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037431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33564-8C58-4A5E-A76B-AB721B50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6EEE5-7750-43C4-9B79-732BA122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78B3-DBE5-4450-82C1-D7C3B8A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A9DF7-135A-413F-9CB2-8D604725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5BD3D-E7F8-42EF-A617-CD23B8CE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3435C-CE07-42E2-B47E-0469B9D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67293-9FF7-4B30-A7F4-7D219478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4CEA4-1B30-4D7C-9907-454B373A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93554-9514-4413-A60A-FC39A4EA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CE1C-C5E5-4C88-AAE2-31910FC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21314-7C1A-45C3-8695-7332004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DA2A9-3635-4115-A3F6-C937EF7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9EAB6-CCB8-4D6B-B1EC-88AAAB7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1D141-34CB-41BF-A27C-53F068F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6388-E62D-4289-9CB4-A4A3553E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964B1-DE4E-4348-A437-ADF1D6A8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E2B11-7992-49F2-AB70-A2F96FBA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664BB-0DD7-465C-BC5D-B81FFFA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99A56-81B8-4986-80F7-2FD0C24B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C2AA1-E8FA-4D93-A3C4-7E716DC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6594B-91E9-4DC3-8E3E-A44F10A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7F69C-C70A-4CD3-8B58-1D17C963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AED24-84AE-4801-8910-29C17B63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DAF2E-1E42-443E-ABAC-2E34302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7CC8D-81A3-4777-88AA-8B98B79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89655-E650-43C3-A989-269653F2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3D86B-076B-4694-A8B7-584FF79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4957B-A15C-40DC-AC4F-B0ECD9B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12E5D-A1D0-4955-B653-9FF04CD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EE781-52E2-4869-891E-A88F64D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678C2-D9E4-4CE7-A375-B8B20CC0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93F7C-44F0-43B5-8939-27DE964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005753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6F972-FB65-45A0-A733-338A973B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8124D-CDE7-4507-A87B-93A0F625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7087-9A48-4E4D-B93E-A7F79AF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288C6-23DD-49ED-9FBE-CF773A8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E807A-BC6A-441D-9B6D-3F91925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2BBDF-3D8B-487D-845F-26BC9C8B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E8144-F64F-4F19-9765-8B5257E1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5AF6F-C7BD-4580-9F0A-0250CE5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6AB99-4FF1-4680-BAAF-BB762AF4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6FB57-4EC7-40D1-895D-3D0E4624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485FA-9FDA-41FA-AF13-BEB437AD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7196F-C60E-4456-A86A-D6EE261A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7DBE9-F0C1-4B5D-BE93-FE4D251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DA84C-FC1E-4244-9F2F-BC944363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2AABB-EF17-43CD-B176-011C2F9A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AD371-E728-4822-AF7D-F96D84C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278F1-2718-4C20-B62F-A7A5875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E5BFC-E3DB-43E1-8567-B2EA2F1D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9823E-9FF6-4448-903B-7BC0A055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70431-38FC-4095-A70B-CBA96706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04775-D562-49B3-BA4D-DF77E08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12234-F79F-4972-9E37-97A92B9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69D1F-88E0-4BBA-803F-D5A86E9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85026-ADA2-4EAC-991B-F51376F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2A45E-7373-4525-80E1-4FD79BC4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0B347-BE89-4EC1-83AC-26571068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3AB02-E7FA-41C5-B6A5-3C80827E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BE734-6A04-42AD-87EE-0779319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03617-FEB3-404D-806C-96990BA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54BC6-A2A3-4DD1-92D0-A557DB0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45BA0-BC69-459A-89F8-405A7F7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2CAA51-9B9D-4059-B358-20EFD60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74415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0356C-FECB-4905-BA83-79379C4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B01C5-D27B-4DE5-81F9-DD50797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2B23E-BD17-4B84-A06B-B7E7678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CE334-4452-4F4A-8AAE-DC6EB997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1CA75-62B5-4219-A1A2-E4262FA4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3494E-ECD6-4581-8B00-861ADB1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CACA1-8DBD-4930-A44F-2041F0B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DBF15-66EF-4D6C-B9DF-33B29C5A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9E991-4EB8-4280-BBB5-689F6B54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9EEC5-F5B4-4F33-AE1D-370ED14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C0255-5B9D-4E73-8245-548DB61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85987-AA8C-40F8-8DCC-542999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77BE9-2525-4AD9-88CA-7A8620AE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8FE15-6EB4-42A0-A1FA-61436EA1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D0F6D-7AB7-4DF5-A79B-9843B83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E2078-5613-4C12-A239-25E19DAC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6C13C-F826-49FF-8F4C-24111EF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8E86C-B5B6-4AED-8D84-7C59FC4A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7130B-7F69-42CF-8F5D-454DE698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A7290-1EF3-4DB0-A997-75C34C52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05434-5594-4F12-AC63-55EE405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31D91-EFAB-4F05-A05B-C48326B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5C76E-8F79-46F5-9C69-7B30741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9DB76-CA45-4E69-A032-FCE78B63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7A5AF-6FEC-431B-9EF6-78DCAA48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C5168-8D80-4E54-BFD4-7D6AA0C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1716E-6B2E-41ED-BDB6-B95E8ED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2F5D4-39B0-4D8B-A3AF-3C1E46A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C26BD-F008-41D8-BA2B-EC3AE72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848A8-664B-426D-B6EF-F58077D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74EB7-88D5-45E0-A39B-2C4C94B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EB375-DD48-4EE2-AE7E-8D18DF10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543619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B96BC-A34E-460F-9833-81B3757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B02CE-4D00-419F-BCC7-1049FEB0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85520-6BA6-4B9F-8367-75D0296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DA335-E75D-41B1-B596-4A2E1626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1FBCC-CB85-496E-A54E-3E5C8D73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3D617-FDD6-4805-B0FA-FFDE122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848E7-05FF-4B72-A686-2BED461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64C7A-D160-4A01-8130-56404C5C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391CC-DA86-4D1A-804C-FD7AB89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4C54C-38AC-4A09-A61B-A58E04CA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67B17-74D1-4502-B3A5-22F968FC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C6121-E30C-40A9-BEB4-70CCD5E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D7C08-F16E-4790-A69F-7972AEC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07A6D-A1B3-4DD8-BC06-051420D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7263F-C42F-4F75-90D1-6B781BA1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0AB48-1820-4399-B133-4C633947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81F28-7FA8-474D-A75F-613F820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473E8-34A0-4FB7-AF69-DBDDD25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B9EFB-9C30-45E8-B779-66BB6C86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E749C-0139-4DC7-871E-A72D368C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29BF1-8E4F-498F-9CA5-819222D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ED880-EEA4-4109-A075-406AAE2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3D092-92A9-4A6B-B93D-078D44A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73108-25C9-4437-8A78-457295D9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11B4C-44C4-48DB-9B09-173EE3B0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CB092-87BA-4F7E-876E-2901D87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23E34-0F94-4891-B863-630AB36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C4290-1668-4AE4-88DB-92FBE2B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9C5D8F-A4B6-45D0-ABD0-1820F74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B54F0-60D7-4529-BA84-6676692F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4DBA0-9ECE-43B5-9474-27FEA85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5BC09-0924-4481-AF10-93E2F31F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672674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614F7-9A2E-4A22-92F9-80A78FB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E198-DA9A-4C7E-A46A-297BE69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ED681-BD75-4AC0-AB04-D70CB4C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4FFD-69EF-4195-9425-78EF16CF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1CEE4-2CD5-4E5B-B983-4CF0569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26E38-83EE-400B-B78B-ED792C20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EFD09-05EA-4B84-AB9B-5F6E2CA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B08CA-793B-4139-9E78-EC46FF3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2D06C-8210-4776-B4E5-EA5B4332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C4FF7-A7EB-4352-AAF5-4CA3A52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02BF1-288B-497D-99DE-0AF0021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C2B9A-C95B-4233-8B55-36849F8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C2A50-91AB-4483-B3C4-880F9F62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37831-6170-42AD-8C2B-A7CF618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E6C82-981F-4111-999C-C37D73C5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2043C-340E-455A-B75F-F3D4C00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D4869-D431-4538-A911-590CF3FA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4125B-B1A0-459C-8CBA-5B144CE4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B904E-1E17-4E59-857B-9B73067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872AE-E15E-4FB7-9636-439B8A3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0D20A-A127-461F-BD51-D4CFA4B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B693D-C596-4127-8021-2A2EFA9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5E8F9-ED92-4E8A-93F0-3EC53B6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CCE50-8859-4143-B876-4BDD71C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C7D20-54B8-42F1-B7B2-BA553CBD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82698-7C99-4C14-810A-A194761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5197B-87C8-4DD3-8047-4CCBEB4B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CDB9C-A2CF-4ECB-A7C5-DFFED32F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08596-450C-4FC5-A20C-74C6369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A0165-1A7D-4C48-8878-BFB94980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E0242A-CCAA-4FBB-9249-C27E461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ED0526-9903-4D75-B99F-3203FBCE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1333722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FB3AB-463E-4DD0-AC9E-61F6DE43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6FA25-EEE4-458E-AB81-F52A19AB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A24B7-5B43-4AD3-B70D-F56794C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DE80E-A76A-4EF7-B1F3-FAC137C9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BD525-47C3-43BF-BF27-A0E2552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CE98E-BBD6-4B0A-B263-0F26BD2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F4AF4-2328-4157-9BB9-0FE9C143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B0DE9-A085-4358-907D-511A9AC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8EB2E-4145-42E3-BE6A-FF3AF00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F854-3478-4E26-B7B7-325757E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44A3E-E454-474F-8FF0-CA97E21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E7F60-BB09-4467-B1A7-DB5BAD5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8D887-5172-4754-83A8-9753B185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35EFD-8E46-43C7-9FE5-F10C414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FB8E9-A24C-403F-899E-F375AF3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C2BD7-2BF7-4C4F-81C8-5269FF11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B4BF6-394D-4DC2-9E25-FF3A23E6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C98FB-F3E6-4170-852D-F45C281E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F42F9-1916-43E3-BA7B-E67B5BE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0F045-1290-488F-B270-9C94FC3C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B4336-6F7C-4640-BA14-0C203DC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53432-931D-4DED-BB42-1DF4599D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14106-A9B3-4D56-8D18-388A27B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7E853-EBBD-42E5-87B8-D6F9434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678B6-D071-4B2B-8D7E-0905A243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7A8B9-FE84-4693-909E-1F358F90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55AB4-29C3-4472-9014-B29D77B5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54524-F341-4A38-ADAA-820684C3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487F4-DC01-436A-A9B4-EB16805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D5AC6-8226-402C-832F-7D234F4D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15904-6C67-4529-8332-6175EA81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6BAEC-A608-4E50-96B4-5292C01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116651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1F5FD4-4064-4838-8129-EF4D1B3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1527E-00FB-4B8E-9F45-BB82C34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A72B-47A8-410F-8DE1-C252A5E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13A15-ACC3-4DBD-81CB-100D1B3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6B08A-2F36-4256-ABC3-E513098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59FB7-4DCA-4EB8-A47F-3AEA06A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4A908-9912-4028-B59B-0830B624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36A3D-4306-472C-B355-F89D583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C5392-381E-4645-9011-3305C221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FB72B-48BC-4424-BC75-D0D8ADC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8737A-666D-456B-B6A4-81B09646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47113-AE7D-46F2-BB62-C335F9E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B7590-EB85-4ED9-950B-19DC8692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13392-806D-4756-9D6B-1249AA0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9043C-078B-4533-A624-67E0BD3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52CC1-2B38-4A7C-A01C-A037B1B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DE8BD-7581-41C4-A18B-3708EC27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85A2D-5C5D-4573-BDD5-06F57549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68207-493C-403D-B3A7-709486E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CFC34-E194-4461-B776-DF8EABA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5AC5C-013E-47CD-AFE1-99889D22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D6B20-D7B5-4479-B00A-0C15C60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806A2-612F-49E3-9A2C-3388E28F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4B77B-20A4-4C39-8724-D6B1B85F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43679-8544-441C-A237-CEE4DA6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3ED36-6ADF-45E9-B483-F2D3C15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55B7E-EC67-48D9-875E-1A32DD9B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63B6A-7FCB-4ED4-BCD4-BE33AEA9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438FB-409F-4BC0-92CB-469E2B6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8ACA6-9D9C-441A-87D2-D9587F5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50D97-924A-4B97-8F61-0BD19EE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251A8-CCCB-4023-94B0-8EA52A36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071132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0FFA0E-C2F1-4FEC-81D4-835212A9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592A-85C2-4C8F-88B3-11F94C7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5562A-816A-413C-87EB-D5B981E7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EC19-3713-4859-A351-6088F69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B3570-3C6E-4883-B368-276FBF7D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CF429-41F2-48DE-ACAC-8213294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FD52B-21C6-4FDD-8C77-1AEC29C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A76E0-21E5-42F2-BD7A-A036C328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40C7C-AEAB-4965-8D81-625327D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82436-91FA-4D4D-94E7-49E1626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4DDE5-2237-4917-A023-E31931F4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8A963-7D8D-4B92-A2E3-4544B6F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F189D-DACF-4920-A537-70CBCB8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C4F5B-AF5E-4634-8548-84BEB4B3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5FDDD-E70F-4DB1-A3B3-8CE4C3A6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4E797-00DB-465F-8347-D641F8E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61EA8-A28C-43FD-9336-7B32F8F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28437-2E9A-49C8-A319-2677439F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CEC1D-23AB-4D33-ABA3-158A300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4AD2F-27A4-4FB6-87CD-823ED08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65D63-B6F7-41E6-8AF0-BAB6BED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DC1B8-ADF0-4259-8FE2-30B5B2A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C89F0-032B-4A2F-A52E-12EA687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9653C-69EA-4B56-BFF9-1D6BB14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1D443-4260-49B7-B739-06CACAA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98BBA-9819-41B6-BFF4-2D914A7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14D49-B6E4-42F2-B3E6-2F9FAE0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F7C04-F7E8-402F-8B2A-10101F9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77C646-4EB7-439F-9C7E-D68AF88C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BCF1C-AAE0-4A85-B7B9-359C5783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49D62-711D-42F2-B47B-D58D946B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4EE64-CA84-4A9F-B231-94403787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515068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25399-836B-48E3-A89D-95D9FD0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59723-BBC7-4D54-B83E-824AABB9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F2D30-971E-4F4A-B0E6-705E5E6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2979-B165-4F6D-9DBD-2C7A7B0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72449-2949-43DD-9D9D-8A84663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BC0C7-B692-485E-99B2-77BDAD1C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72ED3-847B-4C65-B201-35F8DA1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5712C-9A9B-4030-81EB-5BE6BDD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1370-42C1-418A-9BE8-FE202BF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E02C3-BF76-476D-AEAC-BE066D0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75AFD-ADF5-4B3C-B08D-BF0474F4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67383-9A16-43AB-8B28-ACC75B52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F1A50-7D71-45C9-B008-51F75B6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B518B-437F-4712-9521-A6D16E7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084DF-469A-4260-B619-09B1BFF5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778B1-1291-4773-A15C-B99C49D3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7C5A1-E926-49C1-9370-38D75979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3182B-48CC-441A-81F5-3D6898B8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5DEFF-8984-46BD-8834-CE59995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A94D1-A40A-46D0-B869-332C4CB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EC3E7-AC20-40CC-B52E-8869581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B5DBC-F1DB-4349-9DCF-1F558DFE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05434-0350-4DB8-A8C3-935B495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84A88-F986-49E1-A6F2-786A98B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CE1BB-04EC-4324-B3FE-D28134C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E1B89-EB07-4063-90E0-65A70AE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3FB15-EBA4-424E-9E6C-41271B1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4D333-A03D-43E4-9C7E-461D8032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FD8CF-BC80-4F81-BFB4-B49CBDA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6520D-5490-402D-8437-F13D3E9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A33FA-4558-4381-B11A-51391DE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C315E1-910E-4B41-91CB-1D95DE9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637152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0690F-FBA3-4A6C-AE4F-3FF7473E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94376-F685-4117-BD11-8027F164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79E7-2AD4-4789-A2C8-997F3D2A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B9FC2-AB76-4D03-83EB-F5A1DF5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D060E-D0B1-459D-9A6B-5EDF574A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6FDC0-1CE4-4EFD-BE98-37E6FE4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36CFA-D59B-42EC-9A13-E6D7E3BF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34705-FC50-4E13-B593-6EF0359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C09E3-7412-45B5-9C63-8590486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D1BF5-BFAB-48E0-80D0-13AFEED0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E710B-C0E2-45BD-A894-07852ABC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5F076-BB2A-4B38-912A-E848682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93B5E-E14E-4E98-AD90-7645E00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ECE90-882C-4954-B269-2F9895C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33139-3A75-48E3-BB85-70C23E8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14E05-7373-44F1-B8F0-82CB4901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00FA7-E606-49BD-86C4-881EB64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20AAA-E8D6-4F14-B8D2-57EC65F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CFFA7-2F5C-4592-9C5D-372AFC0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5D316-4972-48A2-918A-0263F81A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67610-06F0-4F79-B58F-DB00C159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40724-381A-4620-96A2-98E0B22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D4025-B039-4D0A-BAA2-F474227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8B0D9-A13C-4DEC-ABE5-48215ACC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A2C04-FAE5-4ADF-8695-2D1AB7D1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1DCDA-B3A5-4A84-ABBF-904FE253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0162F-8875-4C3F-9882-B6CF8E58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59C42-B2BE-45A7-BBC0-54CDD83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2E13-B369-45B1-BB00-609CEFD4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CC3B0-6B35-464B-B061-480128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33328-F302-4887-B415-D5AA6FBA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110F1-9827-4B93-9EDA-53501A3E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864680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F8E62-155D-4106-B339-A4E1A84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3A40B-8C7D-4FD4-877F-C24C0DC8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D1747-42CA-47F9-9069-EAADFE9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5D407-C6DC-4797-9E36-55E7F066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468A2-36C2-49FA-8E85-EB2A90F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FB40D-4FDC-4B97-90A1-22AD36A7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27EED-6FF9-4BCD-B2E6-7EFB18B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8A570-2A24-48A7-8802-1A79D71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FA317-5B15-4776-B2FD-1F61B0D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5CD1F-6582-4209-B4A3-5FC2FFF9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542FF-DBB2-4152-BBC8-AF33448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FEEC2-C53E-4396-87D5-01905C4A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C13B1-9D91-4E65-9FD2-A9E792D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63AA3-EDD0-4C39-A9E2-105B45B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1C666-9991-4DB4-8A5F-F320AE52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A89D7-B201-45DF-ABA1-2DC001B6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EB19E-2CF3-4B00-A604-88636EA0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5F110-11B7-4ABE-B3F9-3D9A085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8C366-E55E-4286-9C1B-2192A1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37E25-4E20-4B98-BBF9-F4365C4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F7523-B72A-4E4D-B184-C21630E6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D7C57-99FD-4B50-B6F3-F903303E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E325D-3203-4E47-B394-08F7D873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98AA0-63C8-41F0-9A38-16E240F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0C01F-85CC-4D13-9E20-9A8F69E6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7CB31-EFC9-485B-8CF8-28D38F6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7E7B2-7D3A-4214-B957-2CAF9C1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D1739-E3AA-4305-90E9-DF3F7D3F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0095A-8009-45D4-9081-A2A1E242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9B9D31-96C3-4A69-98C2-0A192D8A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75DA00-FAE8-44C4-ADFB-7C52372A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54A1FC-EB60-416C-9BF8-4326316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507047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ECDBB3-47F9-4A72-BC4E-04BC90B2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61570-9492-4E52-BDD4-458E0F9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C5D2E-E615-48BD-A8C4-447D36F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649A8-C573-426E-AA4D-F423A4B2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DCEAF-2B4E-4EDC-BE20-15F7EA9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E7AD3-771C-4D59-9068-75576E0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C4D45-C791-485C-827C-EA4AE188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217F6-23AC-4422-A2A9-627AB1B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81C6F-E036-4B51-A63A-271399E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BC2A0-C6C9-440B-975E-3821BBF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486A-A33D-43A2-827C-2739F29C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AC8C0-8856-4F3F-9B06-60B230D9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533B6-9D5C-4D4E-A478-4A0D870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2267C-9C57-4796-AFE2-9044982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37B4D-B093-4270-8679-595F4D83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37A91-8A8C-4310-82A1-00797AC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7F706-9FD1-4A25-91E4-F0BFA15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DC11C-8721-47F9-9E7A-08D654E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2C705-51DD-4D08-A915-D095CD3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D647E-3CA3-4AA5-BD70-59B7A6B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5DDCC-3360-4401-94CD-8201F49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46940-BC21-419F-8F56-178E711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4745C-F6AD-4EE1-93B8-E3B5AC9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54E23-8464-404E-94C5-3BDBA645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1FCD9-25EA-47CE-A32F-D81FC24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4F184-08B7-4D27-94B2-2C44499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0FC90-46BA-499D-8EEB-4625EE73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57260B-61F6-4804-AE8B-F7003AC7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335F7-D51F-4893-AD44-08C097C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DEBAF-BF27-450D-BFC9-C0D4735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82E3A-516D-4494-A5E5-E72C378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44D4F-37FA-4F02-8694-61F4D86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699034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77009-7C4F-4837-877A-C96F07E2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14428-D46C-466E-A529-CD4E64F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36B30-2C55-4AB3-9ABE-7254F97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A2333-6903-4DDC-85D5-29DD0B9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B12C1-FD38-4480-97C5-CEDC70A4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4968-CBED-4A23-A961-A2DADB20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10CEC-1501-47C0-9B6F-F42305F9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E5729-5991-40C4-9190-43B49FD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5170F-2787-4142-9423-BFF75008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F5F6D-A4BC-4076-AA36-AA4C49E6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33B10-DD80-4FBA-AECE-D08E7FAA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E139A-2EDC-4580-B235-50BC36D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2B651-E10B-451C-BA4C-3D646401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C09C8-B5CD-4996-B2F6-C0AE8365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102CE-0BCD-40F5-84F9-56EA9DF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15E82-C7E5-48AE-9C10-58C6F96F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A125E-E1F4-4B18-914C-279C0CF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7895-ED65-42B1-8789-AE59150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9EB80-552E-4D55-BBBB-4901455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9CF77-0565-417E-9E1D-9F52F6E2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450A2-72E8-4DD9-B828-D9789FC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8D452-11B1-43E4-9A3C-3A973BB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BB24B-A28A-40F4-9217-ED0CD142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332C2-AD02-4BF2-8146-A8258D7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6C866-B57E-4AA3-952A-4D9A68F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12AC4-F2E7-40E0-9DE1-43369CF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927D6-AFE2-4020-8955-A40A0862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CA54B-AFD8-4CD7-96BD-EBB982E5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F4055-6E27-490A-AB19-7A3401B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C4D2A-7C38-4D0C-85A3-0176006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FFB39-B308-4E62-BF23-810DA924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97A31-1D15-4BCE-A0DC-BB88EB9E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848296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9E8FF-B4FF-4F00-92ED-1CF77230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9259F-08CF-4453-8BC7-55896566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1871-A06D-44DB-8125-1E170BCF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EC9D0-D1F8-4E79-997D-B6BEB4D0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4AA75-6554-479F-BD64-3A03709D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D001-0751-49A5-8366-6CBB37D5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56BEF-EE98-4248-844D-62F1265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371B3-9850-42A1-A20F-72BCB269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D47DA-95B2-49C3-8494-31266ED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2031-35A3-4ECA-BDF7-DE4970DE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0B990-F19F-42CC-8DCE-03409E2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9DCBE-B59C-4098-A41A-2AD1F0A8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2F520-1FFA-42C2-AE3A-CA5B5B1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B168E-3266-40CC-A71B-B028DE4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A9126-E48D-41D6-8429-527FE2FB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885A8-671A-4B00-A350-D8141AE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7CA51-497D-489B-B500-5E22387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B9E13-A7F1-4538-96FD-356F795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D707F-FCF9-4FEB-90C2-1A006889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A91CD-44C6-4C80-BCC8-233C9A8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0E906-45DF-4E3D-AE0F-56BD15D9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D8FBD-FA8B-4612-8AE0-A32A5924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3A85C-6A8E-478A-B19B-FAF10F4F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EC8C5-DC69-4F82-BB5D-7BE745F1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CDB92-F5D7-411C-A2E2-EFC03FB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EF35B-13FA-4A11-9A75-903289B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9FC39-6015-4533-8ADA-FE3A401D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2CD32-18E4-48DE-A7D8-CDCAAF9C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730A2-65AA-4D07-B002-EF43FE1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11C87-967A-4DCE-A704-CEBF7DD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B0F41D-D9BF-44FB-957B-E1B7D0C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A2CFD-3129-4D2B-90AE-1E26C1D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618558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936C2-35A8-467E-8DC3-F8CA999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E92BC-DB45-45B3-9B71-CBEAD64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43C8-20E4-40CB-B7CD-570E8C6C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4EEC-F81A-47EE-9CF0-C0573964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8EC3C-AE99-4271-B986-2E3D2BE4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EB93F-C466-46B3-A6DD-24D877C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86619-5CE0-4347-A8FE-CDFC190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2BBDB-1EEF-490C-AE9F-B02B5D7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1D3E3-B73F-431B-B948-0159725B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F26B0-5A63-438C-A91E-5F7E371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6130F-3090-43F9-98B0-7CF0A93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AE253-4DAE-41B2-A577-66C5F532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2D479-12A4-45B8-AFA6-6C403A1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4CCAC-5B46-45C4-80E0-FFF25C7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8AA53-53CE-4BD2-B740-E705E72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5D0A0-A45E-4576-976F-E387378E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FA334-2845-4EF5-B02D-77143EEA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511A1-3519-43FA-BB53-908A84FD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58B29-725A-4F3A-9DF3-434F0AE6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752C3-5B02-4848-A2B9-7A97F248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20A2F-6E1F-41B7-92EF-9342BEC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F49A7-E02B-4D20-9FF2-B0466122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747FC-B933-45AD-80AE-B54BA0F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972F4-CA16-4756-B702-C776548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E9434-9535-4859-B986-444D5BB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7A6D6-FA26-45AE-8593-89194CE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8BF25-E76E-4E97-A48E-DC804093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5203F-5725-4182-BC0F-6785D29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2E056-E1AC-499B-879C-CD5A044F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F63F7-2F00-468E-92F8-D08C258D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2E3EA-D8C3-4A26-9806-1F11EEED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B37D58-3708-4877-8E31-3B3D5B1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22649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CA24B-2D36-4061-9CA5-2FE8FBA5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B2259-C7B8-4572-B978-A5FE7CD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E1913-1C92-463C-BDD3-9958169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2011-6221-4961-8769-6C008A53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C39D1-8693-4F73-A9CA-F0A26F76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BB4B-23B2-43EE-85BB-5D32692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A14CB-5952-42C4-A721-00201BE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2535-3446-4386-8788-6AA45F9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77F32-8481-4637-A63E-AF0231D8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0DAE6-C7EA-4C51-9AA1-D091FF6B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4A258-AAD7-47ED-A59A-3882BAC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FF27B-AA12-4631-A2F4-02F1E92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40BA4-6605-49EB-813F-DDAADBF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BB20D-C091-4D0F-9814-74B5B0B2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29798-2850-452C-B1E6-75556468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310DB-5032-4C4C-B6BD-68005CDE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01EDC-72B5-4B63-B9BE-8DCC80A0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AB306-EDB4-4455-AEE9-7FCD9A3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13002-6789-43B0-AA0C-31CAFAA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B90F4-3883-42C0-BA2B-39350B3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6B7FC-C828-434D-A4DC-440096B0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D95D0-DA97-454B-AB2E-594CA09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80946-8778-4C47-94A4-E964C0F1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F5BAF-4D1C-423E-B0C9-AAE9F9D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C68CD-A749-43E4-B425-A3E4B6A8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63129-1AD4-47B7-92C2-6DA334D4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5D8E0-2BE1-424B-8299-15B0D48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355B1-30A1-4A80-8DB6-BD350CB2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DB2D5F-4CD0-4CDD-9EA9-D9B5B180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3D861-87ED-4B22-AB8C-139AB1C4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31539-1124-499C-AC2F-588FAAB1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3BCDF-2147-4533-B016-2004B98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718312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ACA55-DD62-4F2B-B8D4-A437881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BC935-89F1-4CE3-AD99-C24B679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4870C-03A4-4445-90BA-D1BEF18E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340E6-69A2-434C-86C5-CC36365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9953A-7B76-4300-97CF-054E669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1A240-EBDC-4195-A668-42DDBC5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EBF42-205A-4B08-98C7-CBAEA73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236BB-2554-4A22-8645-7448D71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2B48E-9919-4111-A46C-EB6FBF1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D8F7C-2777-4FFE-A5FD-6DF82AF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ABD91-39BA-4AAE-80BA-D705DCC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7977B-A465-447D-974F-7EC9D4A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ADC45-D6AD-483A-BAE0-EAC1275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F2276-4270-4113-8584-30ABD41A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001F5-DC30-4AC2-9808-0392879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4B061-8D50-4F63-91BF-E99AB7D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208A0-3199-4CA5-ADFB-E278BE83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1E375-FBA7-4390-8BFE-E9A3968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33DBE-A05F-4E47-A056-0A7FFD9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4E085-5B35-426F-9C3C-47735DC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7DF6C-44CB-4897-AD29-41D4CE99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4CA1B-4A40-4976-93F3-2D512A0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C0E4C-560C-44B0-8416-9FA1B6C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5C233-7259-401A-9EFA-3BC4BB7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F01E0-8348-4FA2-8529-371F527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AA81A-D375-4937-AAD5-8D783C8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582FA-7828-4BD1-ADF4-63EFBF6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C8290-2B76-4A5F-8BA8-28FE3EEF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74028-E51F-4F0E-91ED-19144F4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C24C9-DC26-4C60-88DD-CD2A898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FD7B3-B5DC-44AC-ABF0-93980D4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6EBBB-BD86-4891-B0D8-EF68D449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788546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05167-2638-4D6C-B9DB-03C9C4E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C9EC0-979C-448A-BB10-3D1DAA1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56AD4-1BDD-41A0-B78B-8338763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CA0A7-ED82-42EC-B091-34D17B1C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3737D-C2FD-4BC0-8F06-616363A1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81CC-562B-4494-A7FA-AB852929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38142-4775-4AC7-B76E-3D66753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58DF9-3D2A-4148-9379-E9B359C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05B63-DDF1-43F3-AEFD-0A6D4AD3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F09B2-D4BD-4CF0-AB7E-E092224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47049-0169-4FAD-B2FB-BF9D739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EC566-6135-48A0-9E1A-0FD29244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83C8C-2513-4695-B065-AD5962A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7BC98-6808-45D0-A5B1-6F4053E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5BE3C-6779-4AF1-A112-5C916B4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9D628-C554-430B-8D67-05C074B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87DCB-93D8-454A-BC0F-A34D918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A5492-C7C5-44A3-B35F-47573323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CEC04-623F-419A-9F9C-F57B552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A82CB-1601-448E-8D45-B94FDDB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AA9A5-5BC3-41B9-8A6F-F758FAA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404DD-CE10-4CD9-B70D-6EB9D946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D73C7-438B-4872-AF5C-AC3E34E0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F3078-1D80-43EA-BD2D-A5242DC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3099D-3C60-413F-8544-470C9A1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CD02F-A9A6-4BD9-B34D-1B9293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8253A-2D69-4DDC-A77F-FCEB537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33BB83-8443-4EA7-8478-AA1B05D4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14FA6-EE5F-4D0A-B4CA-8DBC2782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9B36E-2FC1-41C3-863E-21CDBFD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7DA26-67C8-4FBE-AAA1-91674F0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378CE-85C7-4B41-A3FC-43AE93C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193179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54901-FBAE-4EBB-84D7-5B2595E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3E376-6726-4BF4-A026-6DE5199C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08CAA-6A22-4861-B1D6-C4698E3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3F5A2-4126-4C6D-B3A2-76C744F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6AFD3-3950-4EB9-91D0-2CC874B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C7A4-DD89-4F2F-A257-9AFDE4B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DE2EF-874F-4F9C-BAFF-94A7570A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09B6B-9068-4749-A109-4947C68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29BD4-27FE-4CC8-8767-DAE0DB3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B99BA-0C00-49F8-8F1D-D9B7527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3737B-3859-4AC5-A584-92AE76B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B47D9-F0C0-466B-A319-35C174F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A40B1-219C-4613-B64A-3EBF62F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C4E18-3F26-440B-A48F-0F10053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6A6A4-6C51-4FF8-9B39-1A484CFD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7B9EE-45D4-4983-A693-CFABC1E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4C86A-F439-4D3D-9690-FE34281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4353A-A8CC-4646-B3CE-14160AE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CFD60-0F81-4429-B4A2-AEE33525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151A7-042B-4C14-82ED-373E877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0D0D7-EDE6-4BF8-89D1-F95B8CDB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2415B-B1D9-4474-BD31-4FFFD59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E3FD1-6E19-448E-A598-9B882FC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8356F-53D3-4635-A092-F53A44F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0897D-F631-457E-BD5A-CD6EE46C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06AEC-3067-4F32-8FB1-EA9ACB8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B03FD-738E-4BD7-A7F3-4DD91AA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80D51-2018-47F6-B6CF-E4C4B44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C4A48F-063C-44F1-A469-9F172C0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A9B94-6AA8-41E2-A1FF-8E60D46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11F25-8073-4012-B9E3-D7A163D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BBD16-57A3-4EEC-A113-0EC619E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463807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7DC55-E43C-47DD-9222-46B05DA1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8654D-EA53-411D-AB59-7782108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0360A-532B-4B51-ADFD-B427A62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7980-E156-4FC6-BCD2-F31EA54A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4DC3-6150-44A8-B256-592E9FA7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CD103-8F4F-446A-84E7-5B05167B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DF9F4-7F34-4139-96B5-95FDA0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69FDC-5610-4587-A327-FBE35C7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F70CC-0D13-41BA-9DDB-6D8BBFD8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CAAD4-9EBF-4890-96C3-06ADEAA8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BDDD-26FA-4904-8441-D20F24F2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59C0C-A513-4714-967B-AACDBEBC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0D635-BACA-4BD4-8B8A-20087BE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0B7D4-70F3-4516-AE81-7EEDD2C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F67DE-006B-4586-A974-C2DFD7BD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819B3-10D2-44EF-9E0E-7B56B023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2B07B-555E-44B0-98F9-20A8786F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ED3C1-24F4-4BA3-A743-2E6F5E8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42703-53F6-417A-B3C8-88FB4EBC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8ABC5-D861-49B0-BC6E-BD2016F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0EF52-0CFB-473B-97C1-FFD42B08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B4DED-C0DE-4684-BAC0-DD812F7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FD6B4-FF59-45B1-B1A7-8111274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78439-3E44-4DFE-BDC3-55492F9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EFD70-A4E1-42E8-9703-EE1DD968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D1554-E724-458D-A3AC-7C17272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FC82C-C489-41C6-8671-01D1FB1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0DF08-2120-427E-A4E1-F829959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8B640-62EA-4BF9-9685-307991E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D785A-4B9F-4686-A81D-10CFD09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34D70-170F-427D-9BDA-9397D20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FFA65-6187-49A3-B134-31C05E11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59654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2026-08-24T16:02:24.4350000Z</dcterms:created>
  <dcterms:modified xsi:type="dcterms:W3CDTF">2026-08-24T16:02:24.4350000Z</dcterms:modified>
</coreProperties>
</file>