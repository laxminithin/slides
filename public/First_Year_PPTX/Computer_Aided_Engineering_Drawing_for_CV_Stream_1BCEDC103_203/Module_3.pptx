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cf8eb63508a4681" /><Relationship Type="http://schemas.openxmlformats.org/officeDocument/2006/relationships/extended-properties" Target="/docProps/app.xml" Id="R6828c74b17cd4fc5" /><Relationship Type="http://schemas.openxmlformats.org/officeDocument/2006/relationships/officeDocument" Target="/ppt/presentation.xml" Id="R305af02786714cf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b486c4590c4742"/>
  </p:sldMasterIdLst>
  <p:notesMasterIdLst>
    <p:notesMasterId xmlns:r="http://schemas.openxmlformats.org/officeDocument/2006/relationships" r:id="R6a1174a00fd1481a"/>
  </p:notesMasterIdLst>
  <p:sldIdLst>
    <p:sldId xmlns:r="http://schemas.openxmlformats.org/officeDocument/2006/relationships" id="256" r:id="R9d235f7ad3744528"/>
    <p:sldId xmlns:r="http://schemas.openxmlformats.org/officeDocument/2006/relationships" id="257" r:id="Ra12db0eb74c946f5"/>
    <p:sldId xmlns:r="http://schemas.openxmlformats.org/officeDocument/2006/relationships" id="258" r:id="R9da546c6707f4600"/>
    <p:sldId xmlns:r="http://schemas.openxmlformats.org/officeDocument/2006/relationships" id="259" r:id="R7a03301d729b453b"/>
    <p:sldId xmlns:r="http://schemas.openxmlformats.org/officeDocument/2006/relationships" id="260" r:id="R2cd2e1a03da64e1a"/>
    <p:sldId xmlns:r="http://schemas.openxmlformats.org/officeDocument/2006/relationships" id="261" r:id="R6b690ba2b16249e8"/>
    <p:sldId xmlns:r="http://schemas.openxmlformats.org/officeDocument/2006/relationships" id="262" r:id="R84cdca28d73a4e66"/>
    <p:sldId xmlns:r="http://schemas.openxmlformats.org/officeDocument/2006/relationships" id="263" r:id="Rd083ac68bbce4e35"/>
    <p:sldId xmlns:r="http://schemas.openxmlformats.org/officeDocument/2006/relationships" id="264" r:id="R742769a92aac4a0d"/>
    <p:sldId xmlns:r="http://schemas.openxmlformats.org/officeDocument/2006/relationships" id="265" r:id="Rc6ad8a60319e4380"/>
    <p:sldId xmlns:r="http://schemas.openxmlformats.org/officeDocument/2006/relationships" id="266" r:id="R3c1ab7e249934227"/>
    <p:sldId xmlns:r="http://schemas.openxmlformats.org/officeDocument/2006/relationships" id="267" r:id="R72b4727099834bea"/>
    <p:sldId xmlns:r="http://schemas.openxmlformats.org/officeDocument/2006/relationships" id="268" r:id="R7b28642bbd044d12"/>
    <p:sldId xmlns:r="http://schemas.openxmlformats.org/officeDocument/2006/relationships" id="269" r:id="R12712c9f093046aa"/>
    <p:sldId xmlns:r="http://schemas.openxmlformats.org/officeDocument/2006/relationships" id="270" r:id="R8e34373f5a894690"/>
    <p:sldId xmlns:r="http://schemas.openxmlformats.org/officeDocument/2006/relationships" id="271" r:id="R70e6e15387844704"/>
    <p:sldId xmlns:r="http://schemas.openxmlformats.org/officeDocument/2006/relationships" id="272" r:id="R10c81ceea171453a"/>
    <p:sldId xmlns:r="http://schemas.openxmlformats.org/officeDocument/2006/relationships" id="273" r:id="Re6a9c6297a8c466d"/>
    <p:sldId xmlns:r="http://schemas.openxmlformats.org/officeDocument/2006/relationships" id="274" r:id="R805470ec94404298"/>
    <p:sldId xmlns:r="http://schemas.openxmlformats.org/officeDocument/2006/relationships" id="275" r:id="R966d79c26a194a6e"/>
    <p:sldId xmlns:r="http://schemas.openxmlformats.org/officeDocument/2006/relationships" id="276" r:id="R2dba793d55824f7a"/>
    <p:sldId xmlns:r="http://schemas.openxmlformats.org/officeDocument/2006/relationships" id="277" r:id="Rb7bfbd6fcdb14617"/>
    <p:sldId xmlns:r="http://schemas.openxmlformats.org/officeDocument/2006/relationships" id="278" r:id="Rb671892b270c42a0"/>
    <p:sldId xmlns:r="http://schemas.openxmlformats.org/officeDocument/2006/relationships" id="279" r:id="R4f9bc533b017470d"/>
    <p:sldId xmlns:r="http://schemas.openxmlformats.org/officeDocument/2006/relationships" id="280" r:id="R55bfe00f0b454e7c"/>
    <p:sldId xmlns:r="http://schemas.openxmlformats.org/officeDocument/2006/relationships" id="281" r:id="Re293ab45900744bd"/>
    <p:sldId xmlns:r="http://schemas.openxmlformats.org/officeDocument/2006/relationships" id="282" r:id="R998150a97f43404c"/>
    <p:sldId xmlns:r="http://schemas.openxmlformats.org/officeDocument/2006/relationships" id="283" r:id="R08342ff1c3864237"/>
    <p:sldId xmlns:r="http://schemas.openxmlformats.org/officeDocument/2006/relationships" id="284" r:id="R70baf0aa697a4538"/>
    <p:sldId xmlns:r="http://schemas.openxmlformats.org/officeDocument/2006/relationships" id="285" r:id="Rb842db6ad47f4272"/>
    <p:sldId xmlns:r="http://schemas.openxmlformats.org/officeDocument/2006/relationships" id="286" r:id="Rfb263613a4c042f2"/>
    <p:sldId xmlns:r="http://schemas.openxmlformats.org/officeDocument/2006/relationships" id="287" r:id="R09b899a8bd8b4636"/>
    <p:sldId xmlns:r="http://schemas.openxmlformats.org/officeDocument/2006/relationships" id="288" r:id="Rc26d5a7fe5b04952"/>
    <p:sldId xmlns:r="http://schemas.openxmlformats.org/officeDocument/2006/relationships" id="289" r:id="Rbd5f9c4fc4d34a95"/>
    <p:sldId xmlns:r="http://schemas.openxmlformats.org/officeDocument/2006/relationships" id="290" r:id="R2d62866288b64b62"/>
    <p:sldId xmlns:r="http://schemas.openxmlformats.org/officeDocument/2006/relationships" id="291" r:id="Re2f9413c7362493e"/>
    <p:sldId xmlns:r="http://schemas.openxmlformats.org/officeDocument/2006/relationships" id="292" r:id="Rf0e6d475b8bb46da"/>
    <p:sldId xmlns:r="http://schemas.openxmlformats.org/officeDocument/2006/relationships" id="293" r:id="R152ea02319c04796"/>
    <p:sldId xmlns:r="http://schemas.openxmlformats.org/officeDocument/2006/relationships" id="294" r:id="R8ceaa30303154894"/>
    <p:sldId xmlns:r="http://schemas.openxmlformats.org/officeDocument/2006/relationships" id="295" r:id="R7ebb63a3eed5413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efde0ce0664556" /><Relationship Type="http://schemas.openxmlformats.org/officeDocument/2006/relationships/slideMaster" Target="/ppt/slideMasters/slideMaster1.xml" Id="R66b486c4590c4742" /><Relationship Type="http://schemas.openxmlformats.org/officeDocument/2006/relationships/notesMaster" Target="/ppt/notesMasters/notesMaster1.xml" Id="R6a1174a00fd1481a" /><Relationship Type="http://schemas.openxmlformats.org/officeDocument/2006/relationships/presProps" Target="/ppt/presProps.xml" Id="Rf15e0bbed8704642" /><Relationship Type="http://schemas.openxmlformats.org/officeDocument/2006/relationships/tableStyles" Target="/ppt/tableStyles.xml" Id="R6e4c1b80c21a48f6" /><Relationship Type="http://schemas.openxmlformats.org/officeDocument/2006/relationships/slide" Target="/ppt/slides/slide1.xml" Id="R9d235f7ad3744528" /><Relationship Type="http://schemas.openxmlformats.org/officeDocument/2006/relationships/slide" Target="/ppt/slides/slide2.xml" Id="Ra12db0eb74c946f5" /><Relationship Type="http://schemas.openxmlformats.org/officeDocument/2006/relationships/slide" Target="/ppt/slides/slide3.xml" Id="R9da546c6707f4600" /><Relationship Type="http://schemas.openxmlformats.org/officeDocument/2006/relationships/slide" Target="/ppt/slides/slide4.xml" Id="R7a03301d729b453b" /><Relationship Type="http://schemas.openxmlformats.org/officeDocument/2006/relationships/slide" Target="/ppt/slides/slide5.xml" Id="R2cd2e1a03da64e1a" /><Relationship Type="http://schemas.openxmlformats.org/officeDocument/2006/relationships/slide" Target="/ppt/slides/slide6.xml" Id="R6b690ba2b16249e8" /><Relationship Type="http://schemas.openxmlformats.org/officeDocument/2006/relationships/slide" Target="/ppt/slides/slide7.xml" Id="R84cdca28d73a4e66" /><Relationship Type="http://schemas.openxmlformats.org/officeDocument/2006/relationships/slide" Target="/ppt/slides/slide8.xml" Id="Rd083ac68bbce4e35" /><Relationship Type="http://schemas.openxmlformats.org/officeDocument/2006/relationships/slide" Target="/ppt/slides/slide9.xml" Id="R742769a92aac4a0d" /><Relationship Type="http://schemas.openxmlformats.org/officeDocument/2006/relationships/slide" Target="/ppt/slides/slide10.xml" Id="Rc6ad8a60319e4380" /><Relationship Type="http://schemas.openxmlformats.org/officeDocument/2006/relationships/slide" Target="/ppt/slides/slide11.xml" Id="R3c1ab7e249934227" /><Relationship Type="http://schemas.openxmlformats.org/officeDocument/2006/relationships/slide" Target="/ppt/slides/slide12.xml" Id="R72b4727099834bea" /><Relationship Type="http://schemas.openxmlformats.org/officeDocument/2006/relationships/slide" Target="/ppt/slides/slide13.xml" Id="R7b28642bbd044d12" /><Relationship Type="http://schemas.openxmlformats.org/officeDocument/2006/relationships/slide" Target="/ppt/slides/slide14.xml" Id="R12712c9f093046aa" /><Relationship Type="http://schemas.openxmlformats.org/officeDocument/2006/relationships/slide" Target="/ppt/slides/slide15.xml" Id="R8e34373f5a894690" /><Relationship Type="http://schemas.openxmlformats.org/officeDocument/2006/relationships/slide" Target="/ppt/slides/slide16.xml" Id="R70e6e15387844704" /><Relationship Type="http://schemas.openxmlformats.org/officeDocument/2006/relationships/slide" Target="/ppt/slides/slide17.xml" Id="R10c81ceea171453a" /><Relationship Type="http://schemas.openxmlformats.org/officeDocument/2006/relationships/slide" Target="/ppt/slides/slide18.xml" Id="Re6a9c6297a8c466d" /><Relationship Type="http://schemas.openxmlformats.org/officeDocument/2006/relationships/slide" Target="/ppt/slides/slide19.xml" Id="R805470ec94404298" /><Relationship Type="http://schemas.openxmlformats.org/officeDocument/2006/relationships/slide" Target="/ppt/slides/slide20.xml" Id="R966d79c26a194a6e" /><Relationship Type="http://schemas.openxmlformats.org/officeDocument/2006/relationships/slide" Target="/ppt/slides/slide21.xml" Id="R2dba793d55824f7a" /><Relationship Type="http://schemas.openxmlformats.org/officeDocument/2006/relationships/slide" Target="/ppt/slides/slide22.xml" Id="Rb7bfbd6fcdb14617" /><Relationship Type="http://schemas.openxmlformats.org/officeDocument/2006/relationships/slide" Target="/ppt/slides/slide23.xml" Id="Rb671892b270c42a0" /><Relationship Type="http://schemas.openxmlformats.org/officeDocument/2006/relationships/slide" Target="/ppt/slides/slide24.xml" Id="R4f9bc533b017470d" /><Relationship Type="http://schemas.openxmlformats.org/officeDocument/2006/relationships/slide" Target="/ppt/slides/slide25.xml" Id="R55bfe00f0b454e7c" /><Relationship Type="http://schemas.openxmlformats.org/officeDocument/2006/relationships/slide" Target="/ppt/slides/slide26.xml" Id="Re293ab45900744bd" /><Relationship Type="http://schemas.openxmlformats.org/officeDocument/2006/relationships/slide" Target="/ppt/slides/slide27.xml" Id="R998150a97f43404c" /><Relationship Type="http://schemas.openxmlformats.org/officeDocument/2006/relationships/slide" Target="/ppt/slides/slide28.xml" Id="R08342ff1c3864237" /><Relationship Type="http://schemas.openxmlformats.org/officeDocument/2006/relationships/slide" Target="/ppt/slides/slide29.xml" Id="R70baf0aa697a4538" /><Relationship Type="http://schemas.openxmlformats.org/officeDocument/2006/relationships/slide" Target="/ppt/slides/slide30.xml" Id="Rb842db6ad47f4272" /><Relationship Type="http://schemas.openxmlformats.org/officeDocument/2006/relationships/slide" Target="/ppt/slides/slide31.xml" Id="Rfb263613a4c042f2" /><Relationship Type="http://schemas.openxmlformats.org/officeDocument/2006/relationships/slide" Target="/ppt/slides/slide32.xml" Id="R09b899a8bd8b4636" /><Relationship Type="http://schemas.openxmlformats.org/officeDocument/2006/relationships/slide" Target="/ppt/slides/slide33.xml" Id="Rc26d5a7fe5b04952" /><Relationship Type="http://schemas.openxmlformats.org/officeDocument/2006/relationships/slide" Target="/ppt/slides/slide34.xml" Id="Rbd5f9c4fc4d34a95" /><Relationship Type="http://schemas.openxmlformats.org/officeDocument/2006/relationships/slide" Target="/ppt/slides/slide35.xml" Id="R2d62866288b64b62" /><Relationship Type="http://schemas.openxmlformats.org/officeDocument/2006/relationships/slide" Target="/ppt/slides/slide36.xml" Id="Re2f9413c7362493e" /><Relationship Type="http://schemas.openxmlformats.org/officeDocument/2006/relationships/slide" Target="/ppt/slides/slide37.xml" Id="Rf0e6d475b8bb46da" /><Relationship Type="http://schemas.openxmlformats.org/officeDocument/2006/relationships/slide" Target="/ppt/slides/slide38.xml" Id="R152ea02319c04796" /><Relationship Type="http://schemas.openxmlformats.org/officeDocument/2006/relationships/slide" Target="/ppt/slides/slide39.xml" Id="R8ceaa30303154894" /><Relationship Type="http://schemas.openxmlformats.org/officeDocument/2006/relationships/slide" Target="/ppt/slides/slide40.xml" Id="R7ebb63a3eed541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0554e8dfae7496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5012bf455e4882" /><Relationship Type="http://schemas.openxmlformats.org/officeDocument/2006/relationships/notesMaster" Target="/ppt/notesMasters/notesMaster1.xml" Id="R1e59ae164b3a41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4e28b32e62846d1" /><Relationship Type="http://schemas.openxmlformats.org/officeDocument/2006/relationships/notesMaster" Target="/ppt/notesMasters/notesMaster1.xml" Id="R2bc2d3ff4ed745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86c8cc36ef49a4" /><Relationship Type="http://schemas.openxmlformats.org/officeDocument/2006/relationships/notesMaster" Target="/ppt/notesMasters/notesMaster1.xml" Id="Rfb268c77258e451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01b10742096426d" /><Relationship Type="http://schemas.openxmlformats.org/officeDocument/2006/relationships/notesMaster" Target="/ppt/notesMasters/notesMaster1.xml" Id="Raf70bd8b915048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cb0db9411d4658" /><Relationship Type="http://schemas.openxmlformats.org/officeDocument/2006/relationships/notesMaster" Target="/ppt/notesMasters/notesMaster1.xml" Id="R8361d15d308045a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d3a0ff30dca432f" /><Relationship Type="http://schemas.openxmlformats.org/officeDocument/2006/relationships/notesMaster" Target="/ppt/notesMasters/notesMaster1.xml" Id="R71a3f110defa48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95585f63934cd1" /><Relationship Type="http://schemas.openxmlformats.org/officeDocument/2006/relationships/notesMaster" Target="/ppt/notesMasters/notesMaster1.xml" Id="Rc1371745227045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be997c9598460d" /><Relationship Type="http://schemas.openxmlformats.org/officeDocument/2006/relationships/notesMaster" Target="/ppt/notesMasters/notesMaster1.xml" Id="R18bde7f76b6b48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7c404b0f5d4ad7" /><Relationship Type="http://schemas.openxmlformats.org/officeDocument/2006/relationships/notesMaster" Target="/ppt/notesMasters/notesMaster1.xml" Id="Ra85a6d17ac1b4b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9318331a7c843a4" /><Relationship Type="http://schemas.openxmlformats.org/officeDocument/2006/relationships/notesMaster" Target="/ppt/notesMasters/notesMaster1.xml" Id="R1199b3868ca64b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ff8056a5016455f" /><Relationship Type="http://schemas.openxmlformats.org/officeDocument/2006/relationships/notesMaster" Target="/ppt/notesMasters/notesMaster1.xml" Id="R075d6027f7714f3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cdced2753a94670" /><Relationship Type="http://schemas.openxmlformats.org/officeDocument/2006/relationships/notesMaster" Target="/ppt/notesMasters/notesMaster1.xml" Id="R0d1e817fce9643d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679e4d5f13547d0" /><Relationship Type="http://schemas.openxmlformats.org/officeDocument/2006/relationships/notesMaster" Target="/ppt/notesMasters/notesMaster1.xml" Id="R58d4e80d41ca481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de39622237444b7" /><Relationship Type="http://schemas.openxmlformats.org/officeDocument/2006/relationships/notesMaster" Target="/ppt/notesMasters/notesMaster1.xml" Id="Rc975dc613c8240f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cd94c9f0c864e8c" /><Relationship Type="http://schemas.openxmlformats.org/officeDocument/2006/relationships/notesMaster" Target="/ppt/notesMasters/notesMaster1.xml" Id="Rc30c00a28a694a8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a4ddadc17274889" /><Relationship Type="http://schemas.openxmlformats.org/officeDocument/2006/relationships/notesMaster" Target="/ppt/notesMasters/notesMaster1.xml" Id="Reafcb618547b45e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c6b47deab15453d" /><Relationship Type="http://schemas.openxmlformats.org/officeDocument/2006/relationships/notesMaster" Target="/ppt/notesMasters/notesMaster1.xml" Id="R12b92291f3574b0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41569a1799304f8f" /><Relationship Type="http://schemas.openxmlformats.org/officeDocument/2006/relationships/notesMaster" Target="/ppt/notesMasters/notesMaster1.xml" Id="Rd6f940f3ac2a4a0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7793c8511404e3e" /><Relationship Type="http://schemas.openxmlformats.org/officeDocument/2006/relationships/notesMaster" Target="/ppt/notesMasters/notesMaster1.xml" Id="Re3033986b7df433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0a1d947075064ea8" /><Relationship Type="http://schemas.openxmlformats.org/officeDocument/2006/relationships/notesMaster" Target="/ppt/notesMasters/notesMaster1.xml" Id="Rc6ee75b4e90d440b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1fbaf7e20b64945" /><Relationship Type="http://schemas.openxmlformats.org/officeDocument/2006/relationships/notesMaster" Target="/ppt/notesMasters/notesMaster1.xml" Id="Rdc375c916f234c7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523e7d2511d247d6" /><Relationship Type="http://schemas.openxmlformats.org/officeDocument/2006/relationships/notesMaster" Target="/ppt/notesMasters/notesMaster1.xml" Id="R26d8dd5815f64de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64b54d1970ca4940" /><Relationship Type="http://schemas.openxmlformats.org/officeDocument/2006/relationships/notesMaster" Target="/ppt/notesMasters/notesMaster1.xml" Id="R94877b2de86f4ff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61581de51ab426d" /><Relationship Type="http://schemas.openxmlformats.org/officeDocument/2006/relationships/notesMaster" Target="/ppt/notesMasters/notesMaster1.xml" Id="Ra1ebe94dc98c476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b3980852a5c400c" /><Relationship Type="http://schemas.openxmlformats.org/officeDocument/2006/relationships/notesMaster" Target="/ppt/notesMasters/notesMaster1.xml" Id="R2117c2a4074e44a8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ced32b875dc457b" /><Relationship Type="http://schemas.openxmlformats.org/officeDocument/2006/relationships/notesMaster" Target="/ppt/notesMasters/notesMaster1.xml" Id="R99e6327058a34007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d8f17177eba4ca5" /><Relationship Type="http://schemas.openxmlformats.org/officeDocument/2006/relationships/notesMaster" Target="/ppt/notesMasters/notesMaster1.xml" Id="R7372085705bd4627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12b4fa39eab4daf" /><Relationship Type="http://schemas.openxmlformats.org/officeDocument/2006/relationships/notesMaster" Target="/ppt/notesMasters/notesMaster1.xml" Id="R7612b7da2c79490a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7ff3d5bf96b4b4b" /><Relationship Type="http://schemas.openxmlformats.org/officeDocument/2006/relationships/notesMaster" Target="/ppt/notesMasters/notesMaster1.xml" Id="R22184e36c57f42b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db817b726a74efd" /><Relationship Type="http://schemas.openxmlformats.org/officeDocument/2006/relationships/notesMaster" Target="/ppt/notesMasters/notesMaster1.xml" Id="R5920c10e5bd54901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713af199f3f4fe3" /><Relationship Type="http://schemas.openxmlformats.org/officeDocument/2006/relationships/notesMaster" Target="/ppt/notesMasters/notesMaster1.xml" Id="Rb1afc3a5abe54f96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67a5ccd1ba224877" /><Relationship Type="http://schemas.openxmlformats.org/officeDocument/2006/relationships/notesMaster" Target="/ppt/notesMasters/notesMaster1.xml" Id="R64f85c1d2c27462d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48286729bd44052" /><Relationship Type="http://schemas.openxmlformats.org/officeDocument/2006/relationships/notesMaster" Target="/ppt/notesMasters/notesMaster1.xml" Id="R068e290ba9584785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ae5a89243b64d8b" /><Relationship Type="http://schemas.openxmlformats.org/officeDocument/2006/relationships/notesMaster" Target="/ppt/notesMasters/notesMaster1.xml" Id="R155f04782b18418f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5e274bb2f8584d9b" /><Relationship Type="http://schemas.openxmlformats.org/officeDocument/2006/relationships/notesMaster" Target="/ppt/notesMasters/notesMaster1.xml" Id="R76b6e0043dbf496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196760b0b5094858" /><Relationship Type="http://schemas.openxmlformats.org/officeDocument/2006/relationships/notesMaster" Target="/ppt/notesMasters/notesMaster1.xml" Id="Ra1f97fb9cca14161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af8f48d4b3304b8f" /><Relationship Type="http://schemas.openxmlformats.org/officeDocument/2006/relationships/notesMaster" Target="/ppt/notesMasters/notesMaster1.xml" Id="Rd742494fdd62461e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ffdc8528f0746da" /><Relationship Type="http://schemas.openxmlformats.org/officeDocument/2006/relationships/notesMaster" Target="/ppt/notesMasters/notesMaster1.xml" Id="R8f4d81444b35489e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d4815cc63594eae" /><Relationship Type="http://schemas.openxmlformats.org/officeDocument/2006/relationships/notesMaster" Target="/ppt/notesMasters/notesMaster1.xml" Id="R7bb049cace2d4376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5cf487f5c8d44e2e" /><Relationship Type="http://schemas.openxmlformats.org/officeDocument/2006/relationships/notesMaster" Target="/ppt/notesMasters/notesMaster1.xml" Id="R660d4a8b08864a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1c8d8d98f148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c4d4a248cc34693" /><Relationship Type="http://schemas.openxmlformats.org/officeDocument/2006/relationships/slideLayout" Target="/ppt/slideLayouts/slideLayout1.xml" Id="R7d65cb251c004e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d65cb251c004e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c1075b2764d6a" /><Relationship Type="http://schemas.openxmlformats.org/officeDocument/2006/relationships/notesSlide" Target="/ppt/notesSlides/notesSlide1.xml" Id="R22aa9faa6e5343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fe3579def4740" /><Relationship Type="http://schemas.openxmlformats.org/officeDocument/2006/relationships/notesSlide" Target="/ppt/notesSlides/notesSlide2.xml" Id="R846acd9a814040b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d63dd802b547a1" /><Relationship Type="http://schemas.openxmlformats.org/officeDocument/2006/relationships/notesSlide" Target="/ppt/notesSlides/notesSlide3.xml" Id="Rea784d0bee4543b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dd8da50f6d4fb5" /><Relationship Type="http://schemas.openxmlformats.org/officeDocument/2006/relationships/notesSlide" Target="/ppt/notesSlides/notesSlide4.xml" Id="R70a4bb7cfd6a48b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0280ae25e84cf7" /><Relationship Type="http://schemas.openxmlformats.org/officeDocument/2006/relationships/notesSlide" Target="/ppt/notesSlides/notesSlide5.xml" Id="R9d62fbf3e8134c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1bf60bfb984311" /><Relationship Type="http://schemas.openxmlformats.org/officeDocument/2006/relationships/notesSlide" Target="/ppt/notesSlides/notesSlide6.xml" Id="Rd5e57036827742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9f4d3a44a54e41" /><Relationship Type="http://schemas.openxmlformats.org/officeDocument/2006/relationships/notesSlide" Target="/ppt/notesSlides/notesSlide7.xml" Id="R87773b4b8c8d480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c6f75631fa4f29" /><Relationship Type="http://schemas.openxmlformats.org/officeDocument/2006/relationships/notesSlide" Target="/ppt/notesSlides/notesSlide8.xml" Id="Re041ede1f8514ac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1f32ed144d404a" /><Relationship Type="http://schemas.openxmlformats.org/officeDocument/2006/relationships/notesSlide" Target="/ppt/notesSlides/notesSlide9.xml" Id="Ra5c1b3ea79e6473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a722eb32e84171" /><Relationship Type="http://schemas.openxmlformats.org/officeDocument/2006/relationships/notesSlide" Target="/ppt/notesSlides/notesSlide10.xml" Id="Rb1eefa926174479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40cc10f6914fa7" /><Relationship Type="http://schemas.openxmlformats.org/officeDocument/2006/relationships/notesSlide" Target="/ppt/notesSlides/notesSlide11.xml" Id="Rcf727fffe1f541a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19f6ba6524cb3" /><Relationship Type="http://schemas.openxmlformats.org/officeDocument/2006/relationships/notesSlide" Target="/ppt/notesSlides/notesSlide12.xml" Id="R71d6c3c0d8ee455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70a8e72d34c3f" /><Relationship Type="http://schemas.openxmlformats.org/officeDocument/2006/relationships/notesSlide" Target="/ppt/notesSlides/notesSlide13.xml" Id="Rbc2ad0bd01b8416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9e25221524859" /><Relationship Type="http://schemas.openxmlformats.org/officeDocument/2006/relationships/notesSlide" Target="/ppt/notesSlides/notesSlide14.xml" Id="Rb0bb56ff1ca3468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bb6f0199224097" /><Relationship Type="http://schemas.openxmlformats.org/officeDocument/2006/relationships/notesSlide" Target="/ppt/notesSlides/notesSlide15.xml" Id="Rd51509bed5dd40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38ce015d9345b6" /><Relationship Type="http://schemas.openxmlformats.org/officeDocument/2006/relationships/notesSlide" Target="/ppt/notesSlides/notesSlide16.xml" Id="Re7955eaa759b45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a4f74868f46a1" /><Relationship Type="http://schemas.openxmlformats.org/officeDocument/2006/relationships/notesSlide" Target="/ppt/notesSlides/notesSlide17.xml" Id="R6183d37bf72c46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caffd73bed47aa" /><Relationship Type="http://schemas.openxmlformats.org/officeDocument/2006/relationships/notesSlide" Target="/ppt/notesSlides/notesSlide18.xml" Id="Rcd5a91891c2f4be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33bfa9f37844e0" /><Relationship Type="http://schemas.openxmlformats.org/officeDocument/2006/relationships/notesSlide" Target="/ppt/notesSlides/notesSlide19.xml" Id="R46675d8b95eb4d4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e934c560bf4b6f" /><Relationship Type="http://schemas.openxmlformats.org/officeDocument/2006/relationships/notesSlide" Target="/ppt/notesSlides/notesSlide20.xml" Id="R0e580a4263a84f6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17e398d7f84c02" /><Relationship Type="http://schemas.openxmlformats.org/officeDocument/2006/relationships/notesSlide" Target="/ppt/notesSlides/notesSlide21.xml" Id="R2efb99d9478446a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90a69eb34e30" /><Relationship Type="http://schemas.openxmlformats.org/officeDocument/2006/relationships/notesSlide" Target="/ppt/notesSlides/notesSlide22.xml" Id="R73ad4f82a81445c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753edb50324ce0" /><Relationship Type="http://schemas.openxmlformats.org/officeDocument/2006/relationships/notesSlide" Target="/ppt/notesSlides/notesSlide23.xml" Id="R66b956713caa4f7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add5a1c484ac3" /><Relationship Type="http://schemas.openxmlformats.org/officeDocument/2006/relationships/notesSlide" Target="/ppt/notesSlides/notesSlide24.xml" Id="R9b15fe644afd41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c6127b49c1448e" /><Relationship Type="http://schemas.openxmlformats.org/officeDocument/2006/relationships/notesSlide" Target="/ppt/notesSlides/notesSlide25.xml" Id="Rda479ec89da449c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6f6246b25477d" /><Relationship Type="http://schemas.openxmlformats.org/officeDocument/2006/relationships/notesSlide" Target="/ppt/notesSlides/notesSlide26.xml" Id="R777383387f7e4d1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d66834e6aa44c3" /><Relationship Type="http://schemas.openxmlformats.org/officeDocument/2006/relationships/notesSlide" Target="/ppt/notesSlides/notesSlide27.xml" Id="R3107101c6a594d16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10667fd2e5487c" /><Relationship Type="http://schemas.openxmlformats.org/officeDocument/2006/relationships/notesSlide" Target="/ppt/notesSlides/notesSlide28.xml" Id="R91f10fd172ca49c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393bd28f3d420f" /><Relationship Type="http://schemas.openxmlformats.org/officeDocument/2006/relationships/notesSlide" Target="/ppt/notesSlides/notesSlide29.xml" Id="R17e7a4425246478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f2cff43c44a21" /><Relationship Type="http://schemas.openxmlformats.org/officeDocument/2006/relationships/notesSlide" Target="/ppt/notesSlides/notesSlide30.xml" Id="Ra4d6ad42b86c44dd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82285e908421e" /><Relationship Type="http://schemas.openxmlformats.org/officeDocument/2006/relationships/notesSlide" Target="/ppt/notesSlides/notesSlide31.xml" Id="R4809526a75204a77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5648540c664124" /><Relationship Type="http://schemas.openxmlformats.org/officeDocument/2006/relationships/notesSlide" Target="/ppt/notesSlides/notesSlide32.xml" Id="Rabe893f88d8a44d3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c2b957dd7c4632" /><Relationship Type="http://schemas.openxmlformats.org/officeDocument/2006/relationships/notesSlide" Target="/ppt/notesSlides/notesSlide33.xml" Id="R8249739af4224222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b4767af384e37" /><Relationship Type="http://schemas.openxmlformats.org/officeDocument/2006/relationships/notesSlide" Target="/ppt/notesSlides/notesSlide34.xml" Id="R0324fffaa6f842d0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272a7f73c4709" /><Relationship Type="http://schemas.openxmlformats.org/officeDocument/2006/relationships/notesSlide" Target="/ppt/notesSlides/notesSlide35.xml" Id="R49fec8172bf64608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93cebe40354459" /><Relationship Type="http://schemas.openxmlformats.org/officeDocument/2006/relationships/notesSlide" Target="/ppt/notesSlides/notesSlide36.xml" Id="R19f033cc3aa04bff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1989d2152049c6" /><Relationship Type="http://schemas.openxmlformats.org/officeDocument/2006/relationships/notesSlide" Target="/ppt/notesSlides/notesSlide37.xml" Id="R6f13be5d648e4f9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b407f587324ad0" /><Relationship Type="http://schemas.openxmlformats.org/officeDocument/2006/relationships/notesSlide" Target="/ppt/notesSlides/notesSlide38.xml" Id="Rc079280dab4c42a3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c815dcdbaa4faf" /><Relationship Type="http://schemas.openxmlformats.org/officeDocument/2006/relationships/notesSlide" Target="/ppt/notesSlides/notesSlide39.xml" Id="Rb21541c7fba04ebe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9cd7f5e7604a9f" /><Relationship Type="http://schemas.openxmlformats.org/officeDocument/2006/relationships/notesSlide" Target="/ppt/notesSlides/notesSlide40.xml" Id="R2a769c4d841143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372083-464F-4F1C-8323-52F3BE50D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E6A986-FA32-472C-87DE-137A037A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Section of Solids: Introduction, Section planes, Sectional views: apparent shapes and true shapes, Sections of right reg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296027-E73D-4E93-A707-FDE4B6808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Computer Aided Engineering Drawing for CV Stream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1BCEDC103/203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18F18D-1849-4EC7-9A50-63FE638A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C78102-54A2-4D36-AB47-A7F7A358D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010E6F-462F-46A7-86B7-9E724F8F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72657F-FC81-47A1-AB01-A920952DB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44055B-5497-451E-B9B3-A04C02E5B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ED8E3-1D4D-4A93-9BD5-DBDD5A99E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D50D6-585F-458E-A93E-06449301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F0453-8747-48C3-8E0A-42C2C74A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DDC717-2F51-4AA7-BDAD-51C2B28CF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0FD458-C2A4-45DD-9815-A8CE23F5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0287902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66EAAD-5F2A-46C1-8A83-25BFB3608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F15ED7-78C6-4F10-A954-618AE5F87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A45D88-EFC0-4913-AF37-149808E29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0AAFD-7D54-4DDB-851C-767146E5C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87A799-7851-4ADE-AA52-A2B127676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2A9C57-FF83-4AA0-B406-CC5F12085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274CA4-BB0B-45A4-A448-6A12E002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1614C0-96A3-4511-9FF4-DA62B4E3B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505FCC-3FE9-465D-BC88-3E2A73F0A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99DB6A-8883-45AF-9427-8C418DA5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BC96B2-4D9A-4F29-AA76-DC45893E4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9CBD3E-E7FD-4721-829A-60DBE4FD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605DA-629B-4E32-A80F-939A83F4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6F0A52-3717-42B3-BF7A-3EB1C1087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0FEBA1-498B-457C-AC51-2A0C95091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98092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C934F-2851-46A8-8CDA-1BE3CDA1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6FED968-8BF6-4A8B-99D6-107C589C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57D3E-44E6-49FA-AA55-34CB4472B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5E33BB-5531-452C-BF44-4C0B45E43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DEC1DE-F337-48DF-8989-30ED407F3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1A6F8-B074-4E47-8F0D-BB049350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AD9A66-7C6C-43FF-871E-8B52BCE1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89B04A-620F-4A5F-8F1B-6A678F73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F796A3-79C2-4EDD-A2E1-A138CF1E5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AB9C4D-C304-4105-95EA-8597EF13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8877CF-38CF-432F-A150-8F079F33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543DBB-321B-4D7A-86DB-F42D13F3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9463EC-6BE2-4C63-8D52-A44C9DD4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0D3304-5F2D-4EAB-9BF5-86460089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C2A59A-DF36-41DD-BAA1-6DA9E2A0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12461C-01F9-4B05-935B-23DF592E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2EBAE8-0590-4DA8-8741-78C64180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E1B119-3EE9-4870-AA0F-75F2A311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Solids: Development of lateral surfaces of right regular...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94D6E5D-1890-4BA2-B62B-B087F66BD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C8C18E-3DD8-4D18-BFE2-0E72CB396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047E0-2B6B-4B16-916C-0E81EE57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18B4BD-70AF-4347-8912-E44E86BC3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5D427-5BEE-4E68-B166-235AAFA8A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3471829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7288C8-9C25-4659-A3EE-FE8E7D41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45BAB-D5D2-4FA0-8665-1CB9804F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53AB76-AB60-4FB5-B484-298F909AD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1CD3AE-7308-4406-B648-EE38C1C7B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0E28AE-597E-4F76-9606-BD567F8F5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C0CA68-4CF6-463B-8030-8ABC6DF98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A67569-C3FC-4C26-AC83-F91DE3F5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CA5AC-0299-4425-B8E6-74350D802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F630ED-8B41-4D0A-B3A1-2566D13C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E5B4C7-220A-45D8-8993-82E7CC99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BC945D9-FBBD-4D29-8ABC-6FD9FFFB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Sectional views: apparent shapes and true shapes, Section...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98C0B7-5E71-4740-A75F-C419AD87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84DD40-C0F0-4DDB-B98F-57DA77C81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66EA1C-F697-4F97-887F-8EE46ACCC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E46462-7AA9-4E93-84DB-84CDB337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D0CE07-03B9-41AE-AF2C-FD479ED05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A82638-59E2-4710-954C-807548D5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Solids: Development of lateral surfaces of right regular....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ADA686-67AC-441D-82DB-781DB63C5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352BE0-BB0F-43EB-A8A3-EBE3F95E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CE18BFC-1809-4932-8043-C5853ABCF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Problems on applications of development of lateral surfac...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16E39F-71F4-48BA-9A72-D5276BBCE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426F58-05B1-4878-880E-B4A642BF0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6090B2-63BF-46AA-8975-48114B850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536148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474AEE-07A0-4368-8088-FE9C906C1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CDE69E-2899-4434-8D05-15340409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A4A752-954E-4AB8-A2A1-F8ADAFAD4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5923C4-7AE0-41B7-8439-C3164415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D84CFA-61AD-47E7-AD61-5E66AC35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87B38-6E45-4626-8664-0277F764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Solids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F10FF-BE2D-4E30-9382-552A969D8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planes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224F6C-9AFC-4DE6-AE91-F2A85EB5E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DE499B-53FB-4B36-A990-A95AE37E2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views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8ECA9D-1766-4D37-B9AB-905FF73B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apparent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B29EA0-299C-419F-9CCB-D5F131FC0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shapes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5A4A3A-71FF-4FDD-87DE-F68A3D111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true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147046-B963-4DCE-A42D-2BFCEF80C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Sections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55A771-EAC5-4181-9067-CC284465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right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B23138-D9ED-4A81-960D-594BFD4EA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991D41-0F3F-4AE8-BEDF-E6CDB9EC6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5245212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D422F4-5FAF-4D31-AB8E-542EC5020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EFBB88-1F5E-4549-8C8C-7514D6E92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0DA093-91B6-4976-A150-17C44F39E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52E05-C9C3-43C9-A397-BF71889E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0E90FA-3AED-4121-B49E-F9F45257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Introduction, Section planes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F9546D-30B3-4BAF-A6BC-5199F8D1A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Introduction, Section planes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2C22A-77A9-491A-A719-97415988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6CC0C7-3045-406F-B6A6-8905D871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896187-0EA1-4B3A-B6C0-5EC5F3EBA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C67463-0C2C-4248-B477-E0C31607F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DB5CCC-D4E7-46B7-898E-5C97F084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82BCF7-8D8D-44AB-9036-DE02C5DD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85872D-144D-4B1B-9D14-97CC0C2C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A88D2E-A106-42DA-9DC6-018EF6DFE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7E003E-F887-49B6-91AB-BA34B6DD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8C8C6-604F-4D17-90B7-D6369A24D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3149044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C99FDFA-9D5A-4843-8D37-0C99EA7C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5E3A0-1747-4F4E-8359-CBA95145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25344-1AFA-419F-9FA3-E8F1CF3FF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B0AFC6-BCC9-454F-984C-20C9FE6F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32AAC-5166-432C-B98B-1452247A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EC5523-77ED-43C6-827D-4A983EE4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9057BA-F7FC-45A6-88DE-2C69FFDD7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1EFE28-A80C-45A9-9655-D94A5B84D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9329BB-0003-4E05-B43F-928C84DF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Introducti...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43A68C-492C-4469-9ABC-2E46D13D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E0B3C9-C203-40E1-A0B2-28EEA83F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60C24B-3F1A-4407-BCD0-769553EC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Int...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DECFB-ED55-4239-A248-E833867FD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1A11C1-7291-4917-808E-05D0A30C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7AA918-5C8C-49F9-A811-6BA719546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3E68EE-A16B-4D17-967A-5F88F643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535614-BB3F-4423-AAB6-BAF3157B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5220D6-7451-4783-8634-7CD1D38C8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Introduc...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85BDF5D-D55D-41EC-AE54-353C7BD8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4C8378-B5A4-4A8A-8991-6AAD84C6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FCA9C0-FA6F-49C8-A054-E8552809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Introd...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198620-D2EF-4773-BC90-6E53C35B6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8C2D0-7B20-46FC-A73F-0F7E47240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93330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4CB264-BE1C-4CAE-B778-87AA43B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D63B3-6533-4A8E-B393-12225B6CE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531773-CE0C-41F5-94F8-DA4D87DD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5D3A6-E3E5-4530-8399-D9EEA6B80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EE863F-C4AA-4E56-B33F-9E304AB5B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6038B-4241-45BB-9D30-60950ABF4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D06E4A-F46C-471E-A2BF-DCD25860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4048C1-F6B2-4ECA-A387-0E210BB9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22FFDC-0E22-4DBD-A2F5-32D3A1DB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71995B-5099-44EB-AE1B-6191AC9E8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DF0F02-E873-4F92-91ED-3744B2C33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3FFF5C-9804-435D-9C1E-32F590E3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DF081A-4E51-4F08-A461-94A82B369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6CC38C-886D-4272-BE66-FAEDE5F5B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BFF52D-B7DF-4F3F-8948-81DE3304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4892281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D5F346-AC53-41C4-B668-C129D5EB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A83CF5-7E70-48B8-9379-9706831C8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8EFA9-936B-438A-A872-0DF2155B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ACCE46-DAF3-4175-8A78-709DAFEF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69D6EA-4AC5-48BE-9228-A93BA6448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6E22B3-D215-4593-8292-66078DA15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Introduction, Section planes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0E043B-2C83-4B1A-A816-39EAF0347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BB0D6-E72A-4F6C-962D-7C7FFF99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1DB0EB-ABC7-4424-A9AE-52CE08F1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0F010-FA02-4297-BEC2-885DAE67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07A1D9-D15D-4824-B7E3-50B23013F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3205494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3BEF4-1746-49D7-9573-893C623CE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D3007-7A0C-4701-A79B-183E3D756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D40B45-256E-4A4A-94C6-21BBE315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4FF57C-79B2-4FA7-906D-58CEAD3F7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D84829-6D97-488F-BA41-F756FB6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Sectional views: apparent shapes and true shapes, Sections of right regular prisms, pyramids, cylinders and con...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CE2EAF-C449-4D39-B354-D1B1D0588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 views: apparent shapes and true...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D570BB-A0BC-4BE3-A685-BA01FCFFE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6AFF08-41BA-4A0B-BC05-8D1514EAD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B9F01-9D27-45C7-A68F-41C9AE503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D4F7A3-6E47-4A19-B81D-D7FACBF0D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8B9D95-7E2E-4F6F-A3C8-368EF8610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03ADA-2401-4144-856E-219B904D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878E4AA-2562-4EC1-A168-0A84167E0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BDF82F-DC32-425A-AC0C-E5BA61EC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9ABCC8-9062-4C0A-919F-FE2C693D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8E7D9-4D28-410C-B68B-3571FF852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1573616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47F75-A82E-4931-9576-E74B24EA2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3D1AA5-8459-4A4A-969E-2325BDC53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F854B-D654-40FA-BF7B-D4EE83CEC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54845C-9C3C-447B-BFC7-FFCAF300A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E1867E-0F14-446A-AB20-9D7247D8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C7AC6-BDA0-4712-AAEC-D50DC42EA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1DD554-7392-4678-9D46-CC622BB7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39AF9-80BE-49E3-8B98-E6082172C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A783EB-9A41-4D39-8818-8D71BD72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Sectional views: 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860665-C055-42DD-919D-D85DB3501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ADE638-A38C-48A3-9808-029135ACD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B264A8-3E9D-4B84-A784-CDA065353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Sectional 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E108F79-887F-461B-8661-0FE36ED01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BFE839A-882B-40E1-BA5D-337F40B0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98121C-69A5-4B8C-ABA5-26C0A4532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Sectiona...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8D8B71-C18B-4725-9EF0-F321CFAFD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37EB32-A0F0-455E-8EE5-F14DCDEC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CABA156-D7C2-4B3C-A8C3-283C27E36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Sectional views:...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72DA28-0F1B-43AD-8306-CB89C131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D53B6-B71B-4F0F-A748-3F4BC670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D5F678-7AF4-451F-8E4A-C838E176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Sectional view...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FE1D7B-E7A1-496A-81E8-95021FFD2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BC0E285-CFBA-47CB-91F4-0E856E94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003810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CAC5FD-2BDE-4737-873C-AF6B39EAA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56F692-127A-40B6-987F-CAEAB58D2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5EBFF0-618F-4031-862D-979DDD5B4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C5C84D-D59E-4C00-8CB6-8E2CA94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47F7F2-87EF-436D-98E5-70160E83D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DA8ED2-5432-4420-86D7-FDF075EDD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80862-D81A-47E3-BB1A-2D58A5FC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AD9A43-CF61-40AA-B9E1-892A5A6F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B1C6D-583F-46AC-BA4F-13345C659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5FCEC1-C760-4885-BCDD-82C761822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B306EB-356F-4D4C-B80F-FA41670E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9AD55E-C08B-44C7-B06C-3F004381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C65FE-375F-4923-82E9-FCBFF51E5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52A88F-4446-4927-9B45-01B7B798A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BD5932-EA5F-4F1D-9A1F-3EFA7DB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3467472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DD04C7-D841-41CE-8155-0D614F375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C103ED-DA43-497B-9D8C-9D8CB7C68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395795-74FD-4013-A20B-F40B7A23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70424A-CDB1-4D65-B4AE-25F7E8739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2E369-9C48-4BAE-B5AA-09E42F7A9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69619A-61ED-4A8D-9386-C2C9F88F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Sectional views: apparent shapes and true shapes, Section...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9B1431-FDAA-4552-B5AE-F55BF5AB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1B27AC-D265-4900-BFF6-693D02A45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390AA-DD92-4A54-8B04-829DFA40A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280988-32D2-461B-9EE9-3730147BE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92C548-D464-47D9-88EE-14904983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47737930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922DA33-A551-4CE4-996A-4BCA78270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CAFFA3-6CF2-419D-A7B9-05EED09D2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7DA78D-9601-4B34-95A6-2E86A6FB6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4A65CF-6A77-4D57-972F-E8565BB9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78653-129D-47CE-936D-9215009F8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(Concepts only and No Problems for practice)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F6E635-94CE-42F0-A370-8E275E06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(Concepts only and No Problems for practi...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DC96CE-B531-40D3-A8F4-B721861A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E43E7E-EFCD-4CE2-B132-731D18BB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29B3DA-424D-46B3-8F0C-CBF05CB5B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D7EC9A-339E-4923-AEF3-B1866D025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8D8FAC-CC52-4D32-9D64-3F5F15B3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69DAC4-75C9-4DD8-9E99-27A8C4281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5B3A8C-0FC6-4D13-AF49-00FB33CB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64E655-6D76-4584-8D15-573B2B13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128A60-62BE-4F49-885B-2D87C20A7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74FAC-74EE-4906-98A3-53F8C58E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7195542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F2A9A79-2B5B-48C6-B3C6-0BB0C72E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866B8B-02A1-4F0F-BEFF-5A6E9BE0D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A6781-0885-4C79-8994-63423AAE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8B5551-9BDD-4984-826C-F78865CC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62BCFC-44B8-46EF-AAB6-E68A41C5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52C3BC-1F3A-40E2-9CE7-E54F4D274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1E572-F86D-4424-927D-5E86099A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2F2874-96E7-41D2-9F0A-857F176F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3864E8-B682-4C91-9A2D-694398A27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(Concepts only and...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98E2C9-69FF-4382-A588-D98E9B835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38DFB3-33F6-4AD3-9B3B-01A9AC7A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F6D698-22CC-4696-9CE3-DC8DF26A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(Concepts 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1B2B1D-4793-4BA5-903A-AF10C736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6AA09B-D6BA-47C3-A521-8F254FC6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2D0F26-0EF5-4AFB-B54A-634D7C36A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(Concept...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795DFF-3DC9-44FA-A9A5-FCB05F7F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82DE20D-15CE-4765-9B63-E4D91094C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458AF7-AC88-4B8E-82EA-2F86F0BF4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(Concepts only 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EF355E-5465-4DC9-B17C-A1857CB1C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6653E6-6CE4-49D5-8B0B-049E28AFC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DF6E6A-61C4-4176-A2C2-5D09C697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(Concepts only...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879AC0-4A12-4A68-B4BA-A55552AA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1B47FB-C025-4678-8800-341F07C0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123316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A12945-11B9-48EB-80FC-3AF3D93AF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0C5540-C929-41E8-B0FD-F6228ADE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733A5F-0806-40EE-A0F3-CE57FFCD5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6B5C709-CE3F-40F7-A76D-8E2BA7310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A2F64F-88E0-4091-86BB-ED2D48296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B29D24-4209-4A54-A170-5312C4A3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E35133-EB80-47BC-A8E4-E9253D2C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D3B1F8-6550-4938-888F-699E0FE51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72E7A-FCBA-4B26-B52E-289701E12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E291C9-DE03-484E-A770-4220F10E9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F07825-233B-4AA5-9719-2E8C8A35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B7344-5D94-4D9A-A952-9A070BBC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D5D51C-DAFF-4AFB-A43C-DB06E9C17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E62137-1412-44A0-A554-89799248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CD77C6-FBAD-46C4-B14B-EAE467C1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3520903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497B8B-A8B3-4C21-BEBE-F2BFB919B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44053-7FCC-42DF-9DED-7AB57C5D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C113EC-DD75-4A8F-8620-030D6B03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AFE173-A5EA-412E-A194-2D56839C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55AE1A-AA30-4281-B1B9-CD6D49026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70FFDD-3B69-49DA-980E-1B7F67A3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(Concepts only and No Problems for practice)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546C9-AACE-4260-B18E-191606DF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581B27-EDDA-41A6-92B1-06AC15AC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A4417C-701D-40BC-8513-E2EF18A1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1C867-D30F-4EE5-B707-954B54EA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FAED61-DD3F-46CA-9466-A6614A9C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8095467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7F1A1F-8694-4D6F-83D0-018673D4A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203EE6-56C0-4E79-9B5A-78EFAE208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0480F5-6602-4CC4-BDE9-8FB93D13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BDFE7-E1A8-42AA-A46F-66EF88336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60111-97C5-4E70-A055-B8188C72D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Solids: Development of lateral surfaces of right regular Prisms, Pyramids, Cylinders &amp; Cones and their frustums...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5332E-CCDD-465F-91CD-85777FF64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Development of lateral surfaces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536DA2-8D7D-4E34-B764-FF880663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BDD575-C7C4-46D6-B2F7-32604A5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07832F-1B11-4564-BED4-B1DFE6D4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E5B5DB-CF06-4228-9242-FFE96C3D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003B49-51C1-4A72-BCD6-36333145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C2B056-79D5-4CDB-96AD-9074D325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81CC6E-3E9D-4441-8701-2B9DEE0B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B4628-7506-4E43-A9C9-94442030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17B02F-F596-465E-B3CD-A3C91930A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CBD48-2D37-499A-83E2-2FED7BCE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66792828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98C3E3-EFFC-4AC9-832E-565BDAD7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A3327-A65E-4751-9E4A-589FDDE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81D6A0-4688-44AA-8FAF-3643C8DA0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BFB702-4642-42B9-9382-05ABD05F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057B64-A829-430C-A3C1-6F974DF9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94D61A-665C-4CE8-8D75-2CA7545C2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828C56-2350-4B5E-94E5-369BC2E6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355DAE-3195-44B9-AC73-7809FDED4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916DD6-F19D-404F-A2E0-05814EAD9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Solids: Developmen...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1B7B56-29F9-4E22-BCD4-81370F9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8A49A-F8DB-4382-A4C3-6E3ADD54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8A0890-2EAA-4084-B950-3856025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Solids: Dev...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5156B3-A222-4E5E-93E3-E23693E1A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03CE919-36B0-463C-A852-A11C6E12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5B8160-9809-4331-BE0C-81281ECB6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Solids:...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449D66-7A5B-4BD1-BF33-4FB7040E4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F0DBF7-0F2E-4DF6-B37B-E4091D721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97BE27-FD64-47EA-8BC4-674A839D8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Solids: Developm...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9C1E40-B0D9-41CB-8D34-7B65E9387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27206-E67A-4495-BE4C-AEF8F60B4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1CA76B-2FAA-4414-AE6B-8242ACEB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Solids: Develo...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798F93-8E84-422B-9007-CC682DFF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B7B012-D37C-46E3-BF9E-912EB4755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3001154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6051A3-53EE-406D-A0E2-59C6EA17D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DD1A5D-4843-47F1-83DD-49481655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8C092-BAA9-4767-87F5-2C86C90F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CD2475-F93D-40F7-83C7-B90A160D8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83D309-8755-42CE-B0A7-DF32741A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47E0D6-0D8A-47A1-87D2-4BF15D1A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3913D-7604-49CF-A4AF-D0B1BA1B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75447E-6243-4393-A223-BA8D96542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437D15-3C8F-43AC-B0FF-91D437FA1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DDAE2A-6F84-476D-9C10-FB5784DC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FCFF55-D29A-48DE-BE40-89C6A0A9C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3406C6-D1D0-46E1-88E2-7ED5B8F4B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B82670-5C6D-4AE9-B508-9E61BAD2E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1BD297-B606-4146-803B-291A37920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1FEDE9-B2D7-4DA2-A987-D1F4BF263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38575413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3C780C-BDBA-4E5A-850D-8444431BE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68CC9E-4B54-4759-ACCF-AB9CF39F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20ED65-A37E-4028-AB01-7D67E760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23609C-F92E-4C17-8A72-8531B528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090BB3-E0E4-46AE-B667-ACB956E3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E840B1-8E99-4F42-A970-A3D7593D6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Solids: Development of lateral surfaces of right regular...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A0E4AA-F84E-4E0B-845A-A38642C4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48813-7E87-4F5E-8573-B2436248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4F848A-01E4-4078-B366-C8CB2ADA9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34A15F-1715-4477-9B36-ED4A73B45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864A0B-6E3B-41F6-B6B1-B899E19DF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84584703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A4C1EFA-61BC-4488-BC02-E3CF28841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ED17D0-8AF3-4041-8D74-98CF207E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30E231-1241-47A0-AD6D-8473C5AF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40178B-46CB-4B66-851D-F24479ED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3F5C6C-F599-4630-AC4D-ECBAEEE3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Problems on applications of development of lateral surfaces like funnels and trays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4B58E-A69D-4983-9774-AA2E7C5D3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Problems on applications of development o... connects an engineering model to a construction, design, manufacturing, drawing, or analysis decision.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E94CE7-DA08-4DE3-BED9-8087C81E2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4BECB1-3F78-4237-B36F-60CA2DAE3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7B3E6F-ECC4-4961-A827-4029DE6E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6512FB-BD56-4BD0-9ACA-99CFD2EF0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D546D-BEE3-4969-B696-8EDC77CE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6D973-1C4B-4F49-A9C3-D6A562177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1682CE-B5DC-4526-A26D-4C04B5B92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D523CC-FAB6-4DA5-B30C-75D6E3FE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999842-CE41-4B61-82BE-4833AD129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4F404C-6779-4134-92EF-58E801AF0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54253856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8C86A2A-5CEE-4D75-8F7A-393B9E555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54AFC-9CE7-4B9F-AECC-7072C639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B3A9D1-0144-4327-AEFE-2603D283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90199B-7754-4081-9E9E-257120DF9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ED6B4A-0C28-4461-9730-5488107F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748AE1-45B6-4DC9-962C-5B11B7A8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179618-36B1-4E58-8B44-76EDA6E4E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4607ED-0B70-4849-81F0-0C80286D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D0BD3F-BD57-4E33-896A-D29356C66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Problem explains one necessary part of Problems on applic...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757FCF-D299-4F99-A59E-1D750778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5E913E-F7CB-43DC-B011-5E323871A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69E1BB-6587-434F-AD3E-E338A690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Model/geometry explains one necessary part of Problems on...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90EED-42B6-433D-A5E2-FD3401FD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99B76E-4894-4997-ABAB-427F35E12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F89865-3B2E-46D4-9036-83EBEBF0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Working principle explains one necessary part of Problems...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89DAD5-EA52-4F35-BDD6-FCA4D0D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A95FD9-043E-4987-A2AF-D894721C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5C5E43-422D-4657-AE95-E986C5F1C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 explains one necessary part of Problems on appl...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C1ABB3-69DD-4676-A5DA-8E894EB8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EE5ABA-99A3-45CC-8DF1-5F9654A2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B37FC2-D89C-44A6-8D48-6AA7D2C05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Application explains one necessary part of Problems on ap...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CD34E3-4928-4E8B-9A6A-48CCCE26B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2C5755B-E7AE-41AE-9A05-8E4F7ABEA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1045321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1C0678-B935-4FCC-9CD9-3ADDF1AE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DC663D-C37D-45BB-89A2-BF6E43F0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EC56B-38F8-4D13-9041-690042EAE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FE41A5-0A33-4FD4-9B7F-7AB750467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3E7555-0F72-4F86-BEAC-C79DE335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E1876C-D2AE-4111-AF69-F8532DD5F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A500BD-769A-45D0-B3F9-84D5E1EDB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5757655-CCAD-404B-9057-1E504FC1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B81AB7-5457-424D-8B43-E9253EB3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154F1-6BA0-430E-B7BD-01F11146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A91AA2-F7A1-4C71-BCF0-F35B6A987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B6ABB-F3BF-48BC-B0DF-68FF914C2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8E7B1-EFB6-436A-9514-DBB42B269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6C284A-C68F-4072-9E7A-5EC63758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State design task: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Draw/label model: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rule: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Work a small case: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Check feasibility: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State engineering 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D341F9-D44B-4E95-B363-76BADA48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887221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02EADF-6C1C-4678-BA1E-FBE70859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139E3-982A-460D-86C5-9C531C846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27E3F6-BDC1-4D07-AF9B-100D687C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ED166-8368-44AD-A42A-5B39D4E00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7D1D83-0917-4F9B-8474-7C605CEE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C17AD0-E1A6-438B-B1A0-1F1622BD6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Problems on applications of development of lateral surfac...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B4ADFD-908D-4133-829F-64B95C72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0F526F-151A-4DE2-8CAD-12A06A698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Leaving the diagram, assumptions, units, or construction sequence unlabeled.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A9FD6-BE49-41BC-AB80-C6472BC4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31912C-7080-414B-AB92-73F9B27A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73BBE2-CD26-44AF-B0E6-90C5E1F7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0772272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1D045E-7F2B-42B3-B13F-1864F222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218274-C581-4C27-A175-547D03A8D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7E93F8-9FE2-4338-A4DB-5468E1617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2F5CBF-44C9-4F19-B4D2-EBF6C0558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99475-21C5-4070-9520-9B8B9F3B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F9B1CB-DF12-40D5-8C59-C3B8B380F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72129625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D89877-624D-49FB-B711-1E66F003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240E40-45BB-45AC-801E-44BC4FA1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D03AE0-EA2F-42C3-A4F4-1911E62DA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ED0C9-AFDE-4622-90F7-642B0574A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9DAD-60E3-46F0-B831-150D0247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Solids: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planes: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Sectional: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views: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590E37-3789-4E57-931C-04D7CD4DD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0529115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807505-B01C-4707-808F-B22D981D6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E42F27-4430-4520-B745-8DFCC0B6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E6A3DB-B558-4405-A57F-C6FEDCFCA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45D4E-0D32-4765-AFC6-98A8A381E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148C2-CE6C-44C1-A72B-E80556E06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Model/geometry: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Working principle: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Procedure: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177E0A-6CBE-4FAD-A8C1-3FC6744E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1939822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26E9DB-EEB6-4523-9E4B-BD426C663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C79E7-ABEC-4666-868D-946989FA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7C3127-23D6-45E0-9DB8-6C76C482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882E621-D0EC-451F-9534-AD2462644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E4E37-9D0C-4E19-9BE5-419BC477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Leaving the diagram, assumptions, units, or construction sequence unlabeled.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DFED62-7CD3-45F4-9049-D9E55CAA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60523984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4E66D9-FAD9-477F-9D69-FA15A930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6D0A8-9496-40B7-9A24-A6D963097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930BE-1897-4E32-BC78-E501CBE8F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7499F1-C7B9-490B-A589-31C20DA0B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3682B9-6442-4007-88AA-4DE835473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Solids: Introduction, Section planes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Sectional views: apparent shapes and true shapes, Sections of right reg...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(Concepts only and No Problems for practice)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Solids: Development of lateral surfaces of right regular Prisms, Pyrami...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Problems on applications of development of lateral surfaces like funnel...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C82AD-070B-4182-9124-AF2F424F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564E60E-B77C-4943-B27A-6A0F0BF6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6572CF-DA18-44B5-B41B-0B31AC4C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34287946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7B039AC-16F0-41CF-B764-7A9D089D8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00F5F-3687-448B-9ECB-DAFAC4918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A0B667-F3C7-4BAA-A7F1-0712C59A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7BC77A-26D5-4770-BE40-B4E95E39B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B26C86-0671-44FA-945B-5FDE7980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E7A3B-7988-44C5-80E7-60421B74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43D9EB-9167-43D9-A9B3-E65438439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568BB4-87B4-468A-8F64-A514C0E14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9F577A-EE89-414E-9597-E7BB41D5E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14097-C506-4CF2-9DF0-036B5E675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BC2618-6DE3-4DA8-ACA5-075E0DE94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C451F2-3A91-416A-9307-C39BEA27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8BD9C2-09CB-45D0-910F-F989CD581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4C8337-C14A-4D46-8331-3977679B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4F190A-91B9-484D-BE08-1532031D0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931C06-2660-4A9F-8BC4-EAC2CE1AF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154951-5545-4D4E-BFCC-CB04CBF9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A3C815-CFDA-4EFA-BD33-42856AA3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5A041D-5B76-4EEE-AD76-8C3141BC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4D7242-7EF1-4F8B-A05E-6B0C6685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62CC8D-009C-471C-B420-F8253B0A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9F971C-88C7-442F-B228-ABAA7136D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3EAEF7-299F-4563-B9C2-98743E553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AD868FC-3478-4AAB-BA52-9DE53AFE2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330503-C0A2-49B4-9099-0F2AFE58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A40D48-E271-4976-83A7-A7B97706F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33CDBA-F8C4-48F7-A138-63B708E97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D2924E0-B33A-4F55-81C2-86DC3C50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FFB21D-D2AB-4B12-B7D7-1B106F1E1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AA2763-587F-4573-BA29-01F9CCE52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237CD62-EBD4-4A45-91D7-505559DDB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223D906-8CDC-406A-A46F-11DFAE75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802522688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4CD8C8A-13C4-4923-914E-73DA7F63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264181-164A-4843-95D5-D99836C24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D6EDE0-7124-4120-90B1-863A98DFF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775BA-DA16-4594-AE98-40AA2164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6D1356-1EF1-4A00-B44C-B67CD8950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332C9-A362-442C-AE58-76CEF7A9E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464C3-E69B-4070-B877-78862EA64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092133-744F-422F-A9F1-4B54EFAC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1E28E-EF59-4834-914B-0F9E97853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0C0FC7-36A7-4B86-BD08-70E67FD7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2376AD-2DA9-4A4B-A38D-9BEDB20E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2FD9B-2E7D-48D1-91BF-F7F22EFB2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BD5DAB-A56E-45E1-B9FD-80A9F0C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515A7-2E56-44DA-B303-5EF69A9F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FDF593-4392-42CE-9E45-198A912E5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00FA40-F067-4FD3-9D75-813C7409F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26FCEB-1AF7-463E-B9F4-0737F3B3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5D4F21-5ED0-4DA5-9CB3-B6BACDDB1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87D065-22ED-443E-8BE6-F4F4A7F1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F7EECD-D64E-41F2-BCC7-B168AE94E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3E2ADE-3687-4832-BD74-769FB397F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AEA72-52D2-473B-B8D7-087800FF1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BBCCB0-C43B-4048-A5A3-ABC3BDEA4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67DB9-E7AE-48ED-BF6A-AA07CE072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B192F6-724E-4AA4-9E27-AB5C01DAD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9C8111C-CAC6-4F5A-B52F-8C687978F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8BF258-9ADC-47AA-9E98-4E7C13E3A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24B998C-AD73-4C79-BE92-C22D5F51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40EA45A-ABC8-49C3-93B1-D3BDA3AE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88E540-8C01-4C06-8EC3-A2572F8FD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F29707-1739-44CF-9932-160ECBB6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C0FA69-4799-4AC8-8B7E-A3289C52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53400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911E784-A849-4048-B3AB-B9E8D3D93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CBF1E4-4611-4B73-8317-AA191E1D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33DD9-D678-46B9-A4B7-33C1B29A0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D20317-CDA1-4EDF-B4A1-908BCC736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95460-D400-4E1A-AC2D-7FF6D719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130501-3C47-4E6C-9629-4616B24DE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17DDA1-6FA2-44D6-9661-B44173216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0C6E2F-0A4C-490D-AF6F-4EBB49DB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40AE0C7-0857-4774-99D4-2585898D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870B99-7705-4F46-9F11-ED69058A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04C507-64D3-4559-A49B-963FE9DE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9E9CD4-98EC-45E6-AF9D-6E3FCD8D4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B0A322-9302-461E-A9FC-CF2DC308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EB505A-C4FC-4A94-8CEF-7513631D3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51CC21-48C2-45EE-9849-25BAEC7E6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C72CF1-939E-48A2-B111-40BE9CD3D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5915D6-C7FD-4922-898E-55DD5856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17A8DC-D569-4583-B14B-B354771F3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CB3C37-8907-429C-AA9C-D9F0E0216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E928CE-FABC-4C47-A82F-9FFC7A35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9524507-AE13-40D5-A508-E3FF1835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C38B0C-0D85-40B8-94C8-A509D375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B22FD3-DB53-472B-934E-B4EF1AB73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6C4100-3EE4-4CD6-A630-3AE96FAA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2F96D81-4D3C-4136-9BD4-0A3BA6B6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879E681-9EDC-429B-9A82-D476233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9438E9-C2F8-40DB-B2AB-96E020C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9DF049-EE87-4590-B1A4-2B0EB1DA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DEAA33-B16A-448A-8C70-094FC35B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53BF6A-2DCC-499F-959E-53C53D67C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96A4233-42BC-4B30-98AE-D7F981F0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F86EF49-FDDF-4A71-B516-2A47587D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92190278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C892BBC-6A43-4C92-B305-01421AB0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066018-EF45-4503-808D-F7E1A9DE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EBC7EB-86F7-48B8-A8B7-6C337EA5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2C1CBD-A0A3-4E57-936B-FE100AB7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D89DA1-9F17-49E1-8DB8-B59B33C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56A8D5-F5BE-4BD3-8122-374B90BA5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2BED9-48D6-4516-8744-2D711BEEF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A4D8C7-FE86-42F6-B3B0-3244FDA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676E85-8DE9-4493-A94F-92909D1C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313F32-EA4F-49EC-A65F-225AA8FDA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1683A-F3FF-4195-A4E0-761BAB26D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576653-E218-4F9B-BC32-A7C1C949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EF043C-1058-4288-97DA-94AA3D2F9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12D00A-449B-4637-AA92-4C3A9EDCC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A13214-9547-4408-856C-498B1530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6BA5B4-38D8-4315-87C8-DA37E333B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1A5908-0305-4F4D-83E8-50AE7FFD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061EAC8-B712-4762-BBB7-AABE2874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CC2822-07BA-45AD-BA6E-775390D9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4216FB-8F90-4E81-95C5-BE3DEEC9F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9C51A4-3D38-4E02-8ED5-3BDC34459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AADAB9-8956-48C9-A8EF-C3CC4990D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BC5C074-B9B9-4198-BB8A-67449D9DB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36E1E03-D665-429D-B6BF-4CBEF7D62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FA7E57-D95C-4498-AECD-D82F38836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EEF0E2-7E7B-4AF5-9770-C77164D57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22E7EB-0B05-4670-B7EE-097A68203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B0DA1EE-B316-4D90-ADA6-3D49CEDC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796B89-4B64-406A-9ED9-9AD2FCFE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B4BE9-82A0-4FA5-B342-48E67EBC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ADA10-BE16-4761-A8E0-B7F3C2108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78EE71-1207-4174-ADC5-4E83FE1DD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29051732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AFC8323-C3B0-4683-A1AB-84BAFF23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872809-838B-462A-A5F1-988E76821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FEA481-80D7-4E8D-9D5F-7B7096E34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B58D8F-CA59-47A1-8EF9-33F5BEDB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72E95-0B8B-40C8-A00D-53F9E381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813B80-2E99-4745-8ECF-25866539D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8C785-A393-4389-A83C-FBEF6441B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D2A184-B84F-4C2F-B591-64386196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01A81-D864-4473-9F59-B88514803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9B7483-5296-49BC-B086-D1CF52B2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903DE7-468A-40E3-8660-DC8CD09A8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0124E1-6179-498C-941B-92D920AC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72A8A4-D8CD-4404-B31E-25E7CC3C0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99752A-11AA-4584-B513-B09397071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FA09F6-8D33-43F4-BB8D-4E10E932C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22A8659-2288-4114-B04C-D36098D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F86E7FB-90EE-4ECE-ACA3-4E21E6C57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D2F6D2-D763-4111-944A-DA11760F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DB141-81B6-4E69-A5C3-BD36CD1F1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412B1E3-E747-444A-B86F-03E9A013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FE87F13-51D8-410E-AE57-1C7443F8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3BAC6F-871A-48B2-A3DE-84E5622D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A2F98F1-447E-4B6E-96D6-9ACC3601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7A3BC-8F07-4FB8-A328-A7F4DE58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71DC2-D57B-4E7D-B58D-017D98C5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2BD017-E8A3-431F-97EC-AC06C3FE4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166085-5381-4CEF-97E4-EFB655E6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C09286-D5AF-4556-BEA4-0506B43F1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B8A48E-7B92-45F4-9E52-BB1472987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A8D7C8-7F09-475D-AF24-F82BA38F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1B78974-65F6-48BE-AEE3-1D4C734FF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933B142-58BD-4B7E-90D8-94366FE24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8316222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CB4608-F38B-4054-9650-D9A1DEEA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7659D7-FF1E-472D-AE0F-89AB5CB8A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Introduction, Section planes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5F6DB6-B65E-4130-9B23-2501DAF4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211600-9989-4D58-A125-AD709A494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2082B8-7FA7-445B-84F2-8167C6343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8BB3B-A8F0-4B53-A713-F94BEA0E3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A5C50D-E0D2-4940-AE9A-0F9CE698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3AC0BE-19C9-4D29-B6CA-432F2F611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84DC0D-66F8-4A5E-A791-D0EE7398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5BE4A4-7C8B-4CCF-8CED-1D2859EC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55D4C9-9990-4AE9-9483-AD591C025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3D0E68-410D-4C70-A3D5-E0AE0C03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04C4FA-8923-42FD-8A84-E756F229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666C6F-6D05-47D9-BF7D-5E7F0CECF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78B10-DF4D-4F1A-9B6C-66C63EF79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CD61FB-1BDB-43B4-9AE1-A7C308F4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B4C20F-439C-485E-9422-F273F3D8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99AE63-3F92-43A1-9777-2FB01690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8C2F0-BAAE-4188-A506-0755427E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A7A896-A40C-470D-B05D-8EC8C1514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E34E30-ED75-4A19-AE4A-AA5C68DB8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861A7-CF49-49A6-AA23-34CE89A9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2020101-1567-4A3B-ACF9-EF7BFAA9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5B5ABD8-97C1-4E1F-A6F3-EC5950B7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2E542B-CFFD-41A4-91D3-615EEAEA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A8B4D0-25A4-46C6-BEAC-91C3D71C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40411A-DA2F-4B48-AF50-66AEF1C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EA7469-B02F-41C7-9701-9B04328A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39D01-A50D-4E31-8FE6-7005A07BA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CF9B3D-2F28-43FD-93AA-2143CF02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71AA51-6EB2-4D97-9116-9E0C14ADA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33BA71-6391-4E52-A2C2-E4842FE9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104130185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E1A0DF-9D97-4F54-89CB-EA2F402D0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4E09CE-3E12-4A6C-85A5-9A451191E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Sectional views: apparent shapes and true s...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957A7-9DB9-412A-BA8E-6DE879EF0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0F3793-A6B6-4CEE-AD1F-67A6E418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F18F9A-11D8-47BF-9176-C15E0E27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0EDFE5-00D7-4FB1-B49D-B895F1EA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9AC43C-EFF3-47F6-AD31-372403318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F618B-3E75-44DE-B6E3-9FC774E7C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884A1B-7B88-4743-A9DA-E766FCF27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A5D1F0-7E2B-4B22-A8D4-B2537A04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0EC17E-1F22-47BC-8ECB-4987BF66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8C6BD90-5A59-436E-A65D-17C4B6886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6A02F3-3525-4D15-89C4-CEA5E2821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8A737A-5D83-4667-8A7C-C576953E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B882F-B34E-4D96-B271-37C085615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D8D4E7-A9AF-43F6-A08F-3510C94FE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DD412-2A74-4C19-97CF-7D43DB34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BEC7B8-5504-42BD-9DF0-30B361E48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5FD691-53D2-46C2-8AB1-7B6B2B2D1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2D8DD0-F649-45CC-83F3-6523A01F3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EE4BE8-B967-4876-8CD1-5131B55EB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C62EC35-A72D-4C0D-ACF2-E23F4020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C70E42-5F0B-4CA5-B4A5-406D6B0AE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96C57BB-0B8C-4610-BC7A-8844DA3BA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602DD56-881A-4C00-AEB1-E4FB055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99FC8B-F6C4-41E5-9A1A-D3EBFC33A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3FBD8A0-EA18-4FA7-B8C8-F92BF1DCF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D3733B9-29E5-4E14-A190-B1FD1ABD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770FAF-2027-4B47-BFAB-3D448031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C9F0C2A-810C-4E41-86F0-6F46665A7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3C95E1-CAE8-4863-BF40-BA478FA64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6FEED9E-1357-4AC5-86AC-A8B923E89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85865810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D94368D-DBB4-43D1-A7B9-C2809153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673B83-3399-4783-B706-B6D3141F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(Concepts only and No Problems for practice)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58CA24-6048-458C-84D9-B743F926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BE10BE-EF97-4474-8B29-4F408B7F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1EEB1C-C413-496C-8B8C-FC8DFA528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9A90FE-06CB-4D2E-99BA-EA55D2606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FC759D-E8D6-42D7-B01A-040810A74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B3E07E-95E7-4D19-8AA8-2BFFAA0A7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7BE33E-6D6C-4E14-92BC-25346BB9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45E174-4376-4874-8C87-BB8F63BD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2BD2ED-DC66-45AE-9B1A-688C12BB5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9B44A6-CCBD-435C-BDBB-C64739E98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F3CB8B-4F23-4149-B13E-E68E022BD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AA1EC7-2CF7-4C68-915B-48AAC17AA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EA5411-6713-412E-B9D8-227F0672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87EBE0-91CF-4AE6-8E27-F125CD9D7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F3184D-965F-434E-8125-9F17B737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0D98FA-4CAE-4084-B8EB-F56AE49BF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8D01C-041E-4959-B2AE-52B64418F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1A764E-E059-40E5-94F7-482251199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AF757-B548-4A82-92B5-7B30839E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40D48-488D-4D6E-B924-C29DA4B4D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DF83D8-2038-47F2-8AB5-0D6474EED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33E96-A54C-4852-BCE7-4B22D6F2F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6E0C2E-B307-4119-9492-1B6BC40E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96E5C7A-062B-4769-B36F-4424067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3BF97C5-0145-4876-AEFD-41497C281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DC995-4EE5-4397-B55E-982DF5A70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98B12B-A13D-4F8A-A50D-52DFF21C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66A1C1A-2360-4212-9A80-2F8AF4936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6933B8-FB57-4467-97A4-2A1235815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940BBE7-0D4E-4623-B590-4BC01FA9C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77466605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7FFE7FB-3B35-48E8-9150-738C3372F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AD671-FCB6-47F8-AD2C-55D407651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Solids: Development of lateral surfaces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9D35FA-FB5D-4AA9-AF8C-7AC31B9B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CF8347-C461-44D8-A6B4-E63E3BB60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2FC8E-7D23-4D7E-A185-5A5FBA17B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79DEEA-0C9F-436C-A110-FABE042A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22984D-C146-4C87-B85E-48ACD03DE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B8540-BC6D-402A-BB82-87D4FC3DB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2E4A88-DFBC-40A7-A1FF-C3E6CD958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BAB9A4-6F29-4937-8DBD-933A7D1E7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3AA420-2B81-49EA-B04F-5463E006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574C77-57F6-48C8-BEC9-03F1DFE83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A4DB60-893A-4BD6-AE45-D93AB2918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5C3FB6-EED9-4DC8-9F1D-A10EAE97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DDC0E2C-FD6C-420D-AAA7-7DBEF2215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818EFE-682D-4FF4-A3E6-C7F52D36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5455DA-D5BC-4001-837F-E571478E1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24A92E-0FB2-4EBA-9A84-48DC98081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34C789-2EDE-48C7-ABD7-8F7984FE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2EC69F-0BF4-4733-A1C6-8134D4DC1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BF8AC4-FB98-4932-A44F-2F96EC828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1C0B1A-F2D5-494D-BEC2-BFFA40427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FE3521-6069-4C4A-8086-AD6E0DE6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7A8C48A-4E89-4E4C-9A18-5CA55925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D1D74-2585-45C5-B5BD-DE453F460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25242D-CB9E-49DA-B8B8-E2AA5082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90D0BF0-089F-4F7E-AF8A-BF79E7AFC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72786A7-787E-43BC-BB4D-B54E8F9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C4D103-AEA4-4552-869E-8A8F61604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611BD11-6005-42AD-952A-E835BAA4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189081-40D7-4650-AD16-593FF882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0F4799A-1E6D-425D-B1E5-11C9BDF0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518631175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8640A3F-3681-4ABD-961B-6BE435A4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1BCEDC103/203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60ACDF-5122-4A73-869A-2EAF0C1CA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Problems on applications of development of...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F99D43-1B9E-4733-8964-D2C9C170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F6C767-C923-4A8B-B74B-0A6288C1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8E21B-A9E4-4CE1-ACDC-1107EA00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A65961-9FDF-41A5-8044-F07467D6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63E6C1-C797-4D14-9DC5-E05F2BEA2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E618B-5BB7-4E41-A542-17DF6F0C5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3085A-9B98-49D8-BE88-2BBEE4431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257DE1-E4B7-4009-9DC1-EA1A5B17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0D1CE7-3BAF-45C9-8435-37396270A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7EBF51-820B-49BC-AD06-83E62A1DA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DDDD94-F586-4263-87DC-C74D2638F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B0A1F1-116D-4267-8595-CDD6B223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1BB31-1B18-47FB-B95A-F0B96B294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476990-2601-440C-8A0E-BF842EBD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ABC9BB8-D908-4019-9EAE-6CFC917C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E09FA6-E5FA-4839-A4EE-26342530B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State design task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F1EC9A-75F2-4B80-8129-FCA63ED2E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9223C4-80AD-4F85-9545-308E1C809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1C9367-A0A3-4C7B-A7B6-90279EFAE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Draw/label model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97261E-1FF9-4CFA-AC0A-B5F91C44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885CA-4250-40B6-A4AE-6DB23240E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9B780B-37E8-489B-8228-FA81AA5ED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rule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5E2698-714B-4395-9F9A-68FF331B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FAE39-9D58-4C37-8A27-9CC275C2C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295ACD9-FB55-44FC-8FF6-BE6C526C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Work a small 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F54360-FF25-4C35-A278-09FC7ADC9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D7DCAA-3EC1-4DC3-8FE3-0569A54B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73743-FA78-4D8F-AED7-438A012E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Check feasibility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F7AFDA6-A2A7-40B6-98B9-00B20F9A6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B09A84C-0E38-4BF6-A7F6-F4E5E569D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Computer Aided Engineering Drawing for CV Stream</a:t>
            </a:r>
          </a:p>
        </p:txBody>
      </p:sp>
    </p:spTree>
    <p:extLst>
      <p:ext uri="{BB962C8B-B14F-4D97-AF65-F5344CB8AC3E}">
        <p14:creationId xmlns:p14="http://schemas.microsoft.com/office/powerpoint/2010/main" val="20451559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2026-08-24T16:02:24.7390000Z</dcterms:created>
  <dcterms:modified xsi:type="dcterms:W3CDTF">2026-08-24T16:02:24.7390000Z</dcterms:modified>
</coreProperties>
</file>