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50fb2a5cc2497b" /><Relationship Type="http://schemas.openxmlformats.org/officeDocument/2006/relationships/extended-properties" Target="/docProps/app.xml" Id="R2ab30b09dad14908" /><Relationship Type="http://schemas.openxmlformats.org/officeDocument/2006/relationships/officeDocument" Target="/ppt/presentation.xml" Id="Rd8f1954ceddd40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54ca7806994cce"/>
  </p:sldMasterIdLst>
  <p:notesMasterIdLst>
    <p:notesMasterId xmlns:r="http://schemas.openxmlformats.org/officeDocument/2006/relationships" r:id="Ra5c8f417f0b64b50"/>
  </p:notesMasterIdLst>
  <p:sldIdLst>
    <p:sldId xmlns:r="http://schemas.openxmlformats.org/officeDocument/2006/relationships" id="256" r:id="Rc494684b5fa44dc4"/>
    <p:sldId xmlns:r="http://schemas.openxmlformats.org/officeDocument/2006/relationships" id="257" r:id="R986641398b6349b2"/>
    <p:sldId xmlns:r="http://schemas.openxmlformats.org/officeDocument/2006/relationships" id="258" r:id="R5db88253a9894157"/>
    <p:sldId xmlns:r="http://schemas.openxmlformats.org/officeDocument/2006/relationships" id="259" r:id="R83f9d7061b2c4ea7"/>
    <p:sldId xmlns:r="http://schemas.openxmlformats.org/officeDocument/2006/relationships" id="260" r:id="Rbdce14f3bf5e4392"/>
    <p:sldId xmlns:r="http://schemas.openxmlformats.org/officeDocument/2006/relationships" id="261" r:id="Ree2f2f7c97fc4a6a"/>
    <p:sldId xmlns:r="http://schemas.openxmlformats.org/officeDocument/2006/relationships" id="262" r:id="Rc21ad0fa53bc42c6"/>
    <p:sldId xmlns:r="http://schemas.openxmlformats.org/officeDocument/2006/relationships" id="263" r:id="R696cc76a9dac4ba5"/>
    <p:sldId xmlns:r="http://schemas.openxmlformats.org/officeDocument/2006/relationships" id="264" r:id="R56187a2b2bc142f5"/>
    <p:sldId xmlns:r="http://schemas.openxmlformats.org/officeDocument/2006/relationships" id="265" r:id="R0b38d28cdb444feb"/>
    <p:sldId xmlns:r="http://schemas.openxmlformats.org/officeDocument/2006/relationships" id="266" r:id="Refcf0ba703ad4527"/>
    <p:sldId xmlns:r="http://schemas.openxmlformats.org/officeDocument/2006/relationships" id="267" r:id="R257f141c3e294522"/>
    <p:sldId xmlns:r="http://schemas.openxmlformats.org/officeDocument/2006/relationships" id="268" r:id="R31eeeb2d67114d6c"/>
    <p:sldId xmlns:r="http://schemas.openxmlformats.org/officeDocument/2006/relationships" id="269" r:id="Rc1ca0790ba904f05"/>
    <p:sldId xmlns:r="http://schemas.openxmlformats.org/officeDocument/2006/relationships" id="270" r:id="Ra12069ef5b2e452e"/>
    <p:sldId xmlns:r="http://schemas.openxmlformats.org/officeDocument/2006/relationships" id="271" r:id="R04331a81e4a04ffd"/>
    <p:sldId xmlns:r="http://schemas.openxmlformats.org/officeDocument/2006/relationships" id="272" r:id="Rf2b89fd7f9e84bf4"/>
    <p:sldId xmlns:r="http://schemas.openxmlformats.org/officeDocument/2006/relationships" id="273" r:id="R744e1487ebb14967"/>
    <p:sldId xmlns:r="http://schemas.openxmlformats.org/officeDocument/2006/relationships" id="274" r:id="Ra42397e453c041c9"/>
    <p:sldId xmlns:r="http://schemas.openxmlformats.org/officeDocument/2006/relationships" id="275" r:id="Rd11e7304a9b34c7c"/>
    <p:sldId xmlns:r="http://schemas.openxmlformats.org/officeDocument/2006/relationships" id="276" r:id="R0cd5e68b32b54ab1"/>
    <p:sldId xmlns:r="http://schemas.openxmlformats.org/officeDocument/2006/relationships" id="277" r:id="R99873babc0cb4a2f"/>
    <p:sldId xmlns:r="http://schemas.openxmlformats.org/officeDocument/2006/relationships" id="278" r:id="Re65418f915724246"/>
    <p:sldId xmlns:r="http://schemas.openxmlformats.org/officeDocument/2006/relationships" id="279" r:id="R1fb42d0ee4294c64"/>
    <p:sldId xmlns:r="http://schemas.openxmlformats.org/officeDocument/2006/relationships" id="280" r:id="Rb8bd28c1ade941a9"/>
    <p:sldId xmlns:r="http://schemas.openxmlformats.org/officeDocument/2006/relationships" id="281" r:id="Racb93d7da4754b3c"/>
    <p:sldId xmlns:r="http://schemas.openxmlformats.org/officeDocument/2006/relationships" id="282" r:id="Rc0c2bc8ecc544780"/>
    <p:sldId xmlns:r="http://schemas.openxmlformats.org/officeDocument/2006/relationships" id="283" r:id="R5e586ce03e4046a9"/>
    <p:sldId xmlns:r="http://schemas.openxmlformats.org/officeDocument/2006/relationships" id="284" r:id="R3aa9351c3cea432a"/>
    <p:sldId xmlns:r="http://schemas.openxmlformats.org/officeDocument/2006/relationships" id="285" r:id="R22b4f77b98124901"/>
    <p:sldId xmlns:r="http://schemas.openxmlformats.org/officeDocument/2006/relationships" id="286" r:id="R50d46bd413c74de1"/>
    <p:sldId xmlns:r="http://schemas.openxmlformats.org/officeDocument/2006/relationships" id="287" r:id="R38aeb141512e4c3a"/>
    <p:sldId xmlns:r="http://schemas.openxmlformats.org/officeDocument/2006/relationships" id="288" r:id="R58b93129ac9a400f"/>
    <p:sldId xmlns:r="http://schemas.openxmlformats.org/officeDocument/2006/relationships" id="289" r:id="R7a039fc89e2a44ff"/>
    <p:sldId xmlns:r="http://schemas.openxmlformats.org/officeDocument/2006/relationships" id="290" r:id="Rff23720f6ebf4571"/>
    <p:sldId xmlns:r="http://schemas.openxmlformats.org/officeDocument/2006/relationships" id="291" r:id="Rbc16bcd373ca435b"/>
    <p:sldId xmlns:r="http://schemas.openxmlformats.org/officeDocument/2006/relationships" id="292" r:id="R3e268d8b54664754"/>
    <p:sldId xmlns:r="http://schemas.openxmlformats.org/officeDocument/2006/relationships" id="293" r:id="R2a646b7060334910"/>
    <p:sldId xmlns:r="http://schemas.openxmlformats.org/officeDocument/2006/relationships" id="294" r:id="R88ed1b707d214743"/>
    <p:sldId xmlns:r="http://schemas.openxmlformats.org/officeDocument/2006/relationships" id="295" r:id="R1c4e4929cd734658"/>
    <p:sldId xmlns:r="http://schemas.openxmlformats.org/officeDocument/2006/relationships" id="296" r:id="R3809134101ab49cc"/>
    <p:sldId xmlns:r="http://schemas.openxmlformats.org/officeDocument/2006/relationships" id="297" r:id="R1d031d557fc24b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1cfea0c9734d9a" /><Relationship Type="http://schemas.openxmlformats.org/officeDocument/2006/relationships/slideMaster" Target="/ppt/slideMasters/slideMaster1.xml" Id="R0d54ca7806994cce" /><Relationship Type="http://schemas.openxmlformats.org/officeDocument/2006/relationships/notesMaster" Target="/ppt/notesMasters/notesMaster1.xml" Id="Ra5c8f417f0b64b50" /><Relationship Type="http://schemas.openxmlformats.org/officeDocument/2006/relationships/presProps" Target="/ppt/presProps.xml" Id="Rbeb80b12219e4f2a" /><Relationship Type="http://schemas.openxmlformats.org/officeDocument/2006/relationships/tableStyles" Target="/ppt/tableStyles.xml" Id="Rf93de5f6572249a3" /><Relationship Type="http://schemas.openxmlformats.org/officeDocument/2006/relationships/slide" Target="/ppt/slides/slide1.xml" Id="Rc494684b5fa44dc4" /><Relationship Type="http://schemas.openxmlformats.org/officeDocument/2006/relationships/slide" Target="/ppt/slides/slide2.xml" Id="R986641398b6349b2" /><Relationship Type="http://schemas.openxmlformats.org/officeDocument/2006/relationships/slide" Target="/ppt/slides/slide3.xml" Id="R5db88253a9894157" /><Relationship Type="http://schemas.openxmlformats.org/officeDocument/2006/relationships/slide" Target="/ppt/slides/slide4.xml" Id="R83f9d7061b2c4ea7" /><Relationship Type="http://schemas.openxmlformats.org/officeDocument/2006/relationships/slide" Target="/ppt/slides/slide5.xml" Id="Rbdce14f3bf5e4392" /><Relationship Type="http://schemas.openxmlformats.org/officeDocument/2006/relationships/slide" Target="/ppt/slides/slide6.xml" Id="Ree2f2f7c97fc4a6a" /><Relationship Type="http://schemas.openxmlformats.org/officeDocument/2006/relationships/slide" Target="/ppt/slides/slide7.xml" Id="Rc21ad0fa53bc42c6" /><Relationship Type="http://schemas.openxmlformats.org/officeDocument/2006/relationships/slide" Target="/ppt/slides/slide8.xml" Id="R696cc76a9dac4ba5" /><Relationship Type="http://schemas.openxmlformats.org/officeDocument/2006/relationships/slide" Target="/ppt/slides/slide9.xml" Id="R56187a2b2bc142f5" /><Relationship Type="http://schemas.openxmlformats.org/officeDocument/2006/relationships/slide" Target="/ppt/slides/slide10.xml" Id="R0b38d28cdb444feb" /><Relationship Type="http://schemas.openxmlformats.org/officeDocument/2006/relationships/slide" Target="/ppt/slides/slide11.xml" Id="Refcf0ba703ad4527" /><Relationship Type="http://schemas.openxmlformats.org/officeDocument/2006/relationships/slide" Target="/ppt/slides/slide12.xml" Id="R257f141c3e294522" /><Relationship Type="http://schemas.openxmlformats.org/officeDocument/2006/relationships/slide" Target="/ppt/slides/slide13.xml" Id="R31eeeb2d67114d6c" /><Relationship Type="http://schemas.openxmlformats.org/officeDocument/2006/relationships/slide" Target="/ppt/slides/slide14.xml" Id="Rc1ca0790ba904f05" /><Relationship Type="http://schemas.openxmlformats.org/officeDocument/2006/relationships/slide" Target="/ppt/slides/slide15.xml" Id="Ra12069ef5b2e452e" /><Relationship Type="http://schemas.openxmlformats.org/officeDocument/2006/relationships/slide" Target="/ppt/slides/slide16.xml" Id="R04331a81e4a04ffd" /><Relationship Type="http://schemas.openxmlformats.org/officeDocument/2006/relationships/slide" Target="/ppt/slides/slide17.xml" Id="Rf2b89fd7f9e84bf4" /><Relationship Type="http://schemas.openxmlformats.org/officeDocument/2006/relationships/slide" Target="/ppt/slides/slide18.xml" Id="R744e1487ebb14967" /><Relationship Type="http://schemas.openxmlformats.org/officeDocument/2006/relationships/slide" Target="/ppt/slides/slide19.xml" Id="Ra42397e453c041c9" /><Relationship Type="http://schemas.openxmlformats.org/officeDocument/2006/relationships/slide" Target="/ppt/slides/slide20.xml" Id="Rd11e7304a9b34c7c" /><Relationship Type="http://schemas.openxmlformats.org/officeDocument/2006/relationships/slide" Target="/ppt/slides/slide21.xml" Id="R0cd5e68b32b54ab1" /><Relationship Type="http://schemas.openxmlformats.org/officeDocument/2006/relationships/slide" Target="/ppt/slides/slide22.xml" Id="R99873babc0cb4a2f" /><Relationship Type="http://schemas.openxmlformats.org/officeDocument/2006/relationships/slide" Target="/ppt/slides/slide23.xml" Id="Re65418f915724246" /><Relationship Type="http://schemas.openxmlformats.org/officeDocument/2006/relationships/slide" Target="/ppt/slides/slide24.xml" Id="R1fb42d0ee4294c64" /><Relationship Type="http://schemas.openxmlformats.org/officeDocument/2006/relationships/slide" Target="/ppt/slides/slide25.xml" Id="Rb8bd28c1ade941a9" /><Relationship Type="http://schemas.openxmlformats.org/officeDocument/2006/relationships/slide" Target="/ppt/slides/slide26.xml" Id="Racb93d7da4754b3c" /><Relationship Type="http://schemas.openxmlformats.org/officeDocument/2006/relationships/slide" Target="/ppt/slides/slide27.xml" Id="Rc0c2bc8ecc544780" /><Relationship Type="http://schemas.openxmlformats.org/officeDocument/2006/relationships/slide" Target="/ppt/slides/slide28.xml" Id="R5e586ce03e4046a9" /><Relationship Type="http://schemas.openxmlformats.org/officeDocument/2006/relationships/slide" Target="/ppt/slides/slide29.xml" Id="R3aa9351c3cea432a" /><Relationship Type="http://schemas.openxmlformats.org/officeDocument/2006/relationships/slide" Target="/ppt/slides/slide30.xml" Id="R22b4f77b98124901" /><Relationship Type="http://schemas.openxmlformats.org/officeDocument/2006/relationships/slide" Target="/ppt/slides/slide31.xml" Id="R50d46bd413c74de1" /><Relationship Type="http://schemas.openxmlformats.org/officeDocument/2006/relationships/slide" Target="/ppt/slides/slide32.xml" Id="R38aeb141512e4c3a" /><Relationship Type="http://schemas.openxmlformats.org/officeDocument/2006/relationships/slide" Target="/ppt/slides/slide33.xml" Id="R58b93129ac9a400f" /><Relationship Type="http://schemas.openxmlformats.org/officeDocument/2006/relationships/slide" Target="/ppt/slides/slide34.xml" Id="R7a039fc89e2a44ff" /><Relationship Type="http://schemas.openxmlformats.org/officeDocument/2006/relationships/slide" Target="/ppt/slides/slide35.xml" Id="Rff23720f6ebf4571" /><Relationship Type="http://schemas.openxmlformats.org/officeDocument/2006/relationships/slide" Target="/ppt/slides/slide36.xml" Id="Rbc16bcd373ca435b" /><Relationship Type="http://schemas.openxmlformats.org/officeDocument/2006/relationships/slide" Target="/ppt/slides/slide37.xml" Id="R3e268d8b54664754" /><Relationship Type="http://schemas.openxmlformats.org/officeDocument/2006/relationships/slide" Target="/ppt/slides/slide38.xml" Id="R2a646b7060334910" /><Relationship Type="http://schemas.openxmlformats.org/officeDocument/2006/relationships/slide" Target="/ppt/slides/slide39.xml" Id="R88ed1b707d214743" /><Relationship Type="http://schemas.openxmlformats.org/officeDocument/2006/relationships/slide" Target="/ppt/slides/slide40.xml" Id="R1c4e4929cd734658" /><Relationship Type="http://schemas.openxmlformats.org/officeDocument/2006/relationships/slide" Target="/ppt/slides/slide41.xml" Id="R3809134101ab49cc" /><Relationship Type="http://schemas.openxmlformats.org/officeDocument/2006/relationships/slide" Target="/ppt/slides/slide42.xml" Id="R1d031d557fc24b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61b735ab1444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6b2aeb6e084417" /><Relationship Type="http://schemas.openxmlformats.org/officeDocument/2006/relationships/notesMaster" Target="/ppt/notesMasters/notesMaster1.xml" Id="R6f065e37ae474a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2aa97dbc2b43c8" /><Relationship Type="http://schemas.openxmlformats.org/officeDocument/2006/relationships/notesMaster" Target="/ppt/notesMasters/notesMaster1.xml" Id="Rf6fb3f24c8dc45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4404027be5413f" /><Relationship Type="http://schemas.openxmlformats.org/officeDocument/2006/relationships/notesMaster" Target="/ppt/notesMasters/notesMaster1.xml" Id="Rb5f0806afde345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38946993a14ef7" /><Relationship Type="http://schemas.openxmlformats.org/officeDocument/2006/relationships/notesMaster" Target="/ppt/notesMasters/notesMaster1.xml" Id="R5b0f3bb90f1748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fd215eaca84f09" /><Relationship Type="http://schemas.openxmlformats.org/officeDocument/2006/relationships/notesMaster" Target="/ppt/notesMasters/notesMaster1.xml" Id="Rb635171e14ea41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4d75be22f548f2" /><Relationship Type="http://schemas.openxmlformats.org/officeDocument/2006/relationships/notesMaster" Target="/ppt/notesMasters/notesMaster1.xml" Id="R5eae9a3d786b4e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b0ffb08a7343ab" /><Relationship Type="http://schemas.openxmlformats.org/officeDocument/2006/relationships/notesMaster" Target="/ppt/notesMasters/notesMaster1.xml" Id="Rbb2cdd469eb04d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452ee945a0427e" /><Relationship Type="http://schemas.openxmlformats.org/officeDocument/2006/relationships/notesMaster" Target="/ppt/notesMasters/notesMaster1.xml" Id="R7f7d9931e8ec4f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e42df1f0514765" /><Relationship Type="http://schemas.openxmlformats.org/officeDocument/2006/relationships/notesMaster" Target="/ppt/notesMasters/notesMaster1.xml" Id="Rc8ce1a3744cb4f5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0e81ccc37e40da" /><Relationship Type="http://schemas.openxmlformats.org/officeDocument/2006/relationships/notesMaster" Target="/ppt/notesMasters/notesMaster1.xml" Id="Rf8884df7ba0b47c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1b0e6516844a17" /><Relationship Type="http://schemas.openxmlformats.org/officeDocument/2006/relationships/notesMaster" Target="/ppt/notesMasters/notesMaster1.xml" Id="R269999db1b7d40d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433756dfa024dcc" /><Relationship Type="http://schemas.openxmlformats.org/officeDocument/2006/relationships/notesMaster" Target="/ppt/notesMasters/notesMaster1.xml" Id="R1e86b2e86f16410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e7f544537844861" /><Relationship Type="http://schemas.openxmlformats.org/officeDocument/2006/relationships/notesMaster" Target="/ppt/notesMasters/notesMaster1.xml" Id="Rb2e2eb9c7a554be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ec90829d90b4a41" /><Relationship Type="http://schemas.openxmlformats.org/officeDocument/2006/relationships/notesMaster" Target="/ppt/notesMasters/notesMaster1.xml" Id="R04570ea9a611449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5de1bf1e6984c73" /><Relationship Type="http://schemas.openxmlformats.org/officeDocument/2006/relationships/notesMaster" Target="/ppt/notesMasters/notesMaster1.xml" Id="Rcd6efe90a5ec4a3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4186fd8a82a4025" /><Relationship Type="http://schemas.openxmlformats.org/officeDocument/2006/relationships/notesMaster" Target="/ppt/notesMasters/notesMaster1.xml" Id="Rfb78ccdb2d27487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9c0b44234e34bee" /><Relationship Type="http://schemas.openxmlformats.org/officeDocument/2006/relationships/notesMaster" Target="/ppt/notesMasters/notesMaster1.xml" Id="R35779900596a4d5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a3d2f3eb72b47ca" /><Relationship Type="http://schemas.openxmlformats.org/officeDocument/2006/relationships/notesMaster" Target="/ppt/notesMasters/notesMaster1.xml" Id="Rb08b42dd63ba425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0d517b0b515486a" /><Relationship Type="http://schemas.openxmlformats.org/officeDocument/2006/relationships/notesMaster" Target="/ppt/notesMasters/notesMaster1.xml" Id="R54137e7492864a8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5a7b29d7789424e" /><Relationship Type="http://schemas.openxmlformats.org/officeDocument/2006/relationships/notesMaster" Target="/ppt/notesMasters/notesMaster1.xml" Id="R6adb04d893db4bb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4c148d95b624e2f" /><Relationship Type="http://schemas.openxmlformats.org/officeDocument/2006/relationships/notesMaster" Target="/ppt/notesMasters/notesMaster1.xml" Id="Rc416082e70204d7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bb9a3ef7cf648a7" /><Relationship Type="http://schemas.openxmlformats.org/officeDocument/2006/relationships/notesMaster" Target="/ppt/notesMasters/notesMaster1.xml" Id="R9c0ce9a2cb65455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3d6b56d0fed4081" /><Relationship Type="http://schemas.openxmlformats.org/officeDocument/2006/relationships/notesMaster" Target="/ppt/notesMasters/notesMaster1.xml" Id="Rf837538c97dd418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1b6a0bac7c943ee" /><Relationship Type="http://schemas.openxmlformats.org/officeDocument/2006/relationships/notesMaster" Target="/ppt/notesMasters/notesMaster1.xml" Id="R806f04a1363a4c5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a28b10d99334ced" /><Relationship Type="http://schemas.openxmlformats.org/officeDocument/2006/relationships/notesMaster" Target="/ppt/notesMasters/notesMaster1.xml" Id="Rf3d846f01a8a447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88d300969ca4666" /><Relationship Type="http://schemas.openxmlformats.org/officeDocument/2006/relationships/notesMaster" Target="/ppt/notesMasters/notesMaster1.xml" Id="Rd8d955c49e2b4ac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6196556b6004054" /><Relationship Type="http://schemas.openxmlformats.org/officeDocument/2006/relationships/notesMaster" Target="/ppt/notesMasters/notesMaster1.xml" Id="R977e368115474ba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cd2876f0e294208" /><Relationship Type="http://schemas.openxmlformats.org/officeDocument/2006/relationships/notesMaster" Target="/ppt/notesMasters/notesMaster1.xml" Id="R02aafa2df6564a9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2519a3e35f94450" /><Relationship Type="http://schemas.openxmlformats.org/officeDocument/2006/relationships/notesMaster" Target="/ppt/notesMasters/notesMaster1.xml" Id="R3fda68de895242a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5ff3e7d86f74985" /><Relationship Type="http://schemas.openxmlformats.org/officeDocument/2006/relationships/notesMaster" Target="/ppt/notesMasters/notesMaster1.xml" Id="R818f2c308473476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33224b90f504857" /><Relationship Type="http://schemas.openxmlformats.org/officeDocument/2006/relationships/notesMaster" Target="/ppt/notesMasters/notesMaster1.xml" Id="R1e9a2d6866c0429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f740363c04f4283" /><Relationship Type="http://schemas.openxmlformats.org/officeDocument/2006/relationships/notesMaster" Target="/ppt/notesMasters/notesMaster1.xml" Id="R8631a28ddb9c4c8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822cd4bbfbe4d3c" /><Relationship Type="http://schemas.openxmlformats.org/officeDocument/2006/relationships/notesMaster" Target="/ppt/notesMasters/notesMaster1.xml" Id="Ra6a4e276b35c46e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71ec03472c34d0f" /><Relationship Type="http://schemas.openxmlformats.org/officeDocument/2006/relationships/notesMaster" Target="/ppt/notesMasters/notesMaster1.xml" Id="R215c622216c74ad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b13a85b89b849dd" /><Relationship Type="http://schemas.openxmlformats.org/officeDocument/2006/relationships/notesMaster" Target="/ppt/notesMasters/notesMaster1.xml" Id="R7caa79fe03e5478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8fc23b5ea524d2e" /><Relationship Type="http://schemas.openxmlformats.org/officeDocument/2006/relationships/notesMaster" Target="/ppt/notesMasters/notesMaster1.xml" Id="R29b48b1e96fb4775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39a4d8a9de34dad" /><Relationship Type="http://schemas.openxmlformats.org/officeDocument/2006/relationships/notesMaster" Target="/ppt/notesMasters/notesMaster1.xml" Id="R6a95ce6e08e445e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28042208e4246c7" /><Relationship Type="http://schemas.openxmlformats.org/officeDocument/2006/relationships/notesMaster" Target="/ppt/notesMasters/notesMaster1.xml" Id="Rd4954c11817948d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18a63b1098844d9" /><Relationship Type="http://schemas.openxmlformats.org/officeDocument/2006/relationships/notesMaster" Target="/ppt/notesMasters/notesMaster1.xml" Id="R5662a3484aad40c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fbe735089ed41af" /><Relationship Type="http://schemas.openxmlformats.org/officeDocument/2006/relationships/notesMaster" Target="/ppt/notesMasters/notesMaster1.xml" Id="R5dbcf4aa213c44f0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c4766aa02a944ee1" /><Relationship Type="http://schemas.openxmlformats.org/officeDocument/2006/relationships/notesMaster" Target="/ppt/notesMasters/notesMaster1.xml" Id="Rd357b6ac05504832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44183c08bda54423" /><Relationship Type="http://schemas.openxmlformats.org/officeDocument/2006/relationships/notesMaster" Target="/ppt/notesMasters/notesMaster1.xml" Id="Rf65a2ee6753449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b35737d31640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0c629a66b24c5e" /><Relationship Type="http://schemas.openxmlformats.org/officeDocument/2006/relationships/slideLayout" Target="/ppt/slideLayouts/slideLayout1.xml" Id="R832e3414efbb42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2e3414efbb42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c19e6c9b7490e" /><Relationship Type="http://schemas.openxmlformats.org/officeDocument/2006/relationships/notesSlide" Target="/ppt/notesSlides/notesSlide1.xml" Id="Rabe4dbf024114b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2197169d04d40" /><Relationship Type="http://schemas.openxmlformats.org/officeDocument/2006/relationships/notesSlide" Target="/ppt/notesSlides/notesSlide2.xml" Id="R123a667398294c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1a5c4e7de47fa" /><Relationship Type="http://schemas.openxmlformats.org/officeDocument/2006/relationships/notesSlide" Target="/ppt/notesSlides/notesSlide3.xml" Id="R126deeb275d948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5e3636d4354168" /><Relationship Type="http://schemas.openxmlformats.org/officeDocument/2006/relationships/notesSlide" Target="/ppt/notesSlides/notesSlide4.xml" Id="Rd3e0aa42fb344e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d0363d6de34ba9" /><Relationship Type="http://schemas.openxmlformats.org/officeDocument/2006/relationships/notesSlide" Target="/ppt/notesSlides/notesSlide5.xml" Id="R4876f7e2f7d046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fd0e2a27eb443f" /><Relationship Type="http://schemas.openxmlformats.org/officeDocument/2006/relationships/notesSlide" Target="/ppt/notesSlides/notesSlide6.xml" Id="R20386be3b72f47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4762ee2b7b4689" /><Relationship Type="http://schemas.openxmlformats.org/officeDocument/2006/relationships/notesSlide" Target="/ppt/notesSlides/notesSlide7.xml" Id="R0cd0a4ad66b045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d48ccf514e4121" /><Relationship Type="http://schemas.openxmlformats.org/officeDocument/2006/relationships/notesSlide" Target="/ppt/notesSlides/notesSlide8.xml" Id="R594e10c07ecf47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b5cb5d3d784d50" /><Relationship Type="http://schemas.openxmlformats.org/officeDocument/2006/relationships/notesSlide" Target="/ppt/notesSlides/notesSlide9.xml" Id="Rb9dc27e0e88746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335119b494075" /><Relationship Type="http://schemas.openxmlformats.org/officeDocument/2006/relationships/notesSlide" Target="/ppt/notesSlides/notesSlide10.xml" Id="R07c38deba6f44d8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1317e3dd114880" /><Relationship Type="http://schemas.openxmlformats.org/officeDocument/2006/relationships/notesSlide" Target="/ppt/notesSlides/notesSlide11.xml" Id="R056c534613fb4eb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35028b5004146" /><Relationship Type="http://schemas.openxmlformats.org/officeDocument/2006/relationships/notesSlide" Target="/ppt/notesSlides/notesSlide12.xml" Id="R74c02db7942b4a2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d995550be4949" /><Relationship Type="http://schemas.openxmlformats.org/officeDocument/2006/relationships/notesSlide" Target="/ppt/notesSlides/notesSlide13.xml" Id="Rda11bd64d69c409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effa6cd15f4d85" /><Relationship Type="http://schemas.openxmlformats.org/officeDocument/2006/relationships/notesSlide" Target="/ppt/notesSlides/notesSlide14.xml" Id="R10757a4490804a4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80eb7904d648e6" /><Relationship Type="http://schemas.openxmlformats.org/officeDocument/2006/relationships/notesSlide" Target="/ppt/notesSlides/notesSlide15.xml" Id="R53a4af147323492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66080f6164ed5" /><Relationship Type="http://schemas.openxmlformats.org/officeDocument/2006/relationships/notesSlide" Target="/ppt/notesSlides/notesSlide16.xml" Id="R2e4dcd59e39c444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5f389c8936420f" /><Relationship Type="http://schemas.openxmlformats.org/officeDocument/2006/relationships/notesSlide" Target="/ppt/notesSlides/notesSlide17.xml" Id="Re3b3725e261b45d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640749362949e7" /><Relationship Type="http://schemas.openxmlformats.org/officeDocument/2006/relationships/notesSlide" Target="/ppt/notesSlides/notesSlide18.xml" Id="Rbb9258952bb24a1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27dfff320d4ee3" /><Relationship Type="http://schemas.openxmlformats.org/officeDocument/2006/relationships/notesSlide" Target="/ppt/notesSlides/notesSlide19.xml" Id="Rbdf5a184d0294be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12bae5d5f4392" /><Relationship Type="http://schemas.openxmlformats.org/officeDocument/2006/relationships/notesSlide" Target="/ppt/notesSlides/notesSlide20.xml" Id="R7110a474fac34b7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cbeca28044bd2" /><Relationship Type="http://schemas.openxmlformats.org/officeDocument/2006/relationships/notesSlide" Target="/ppt/notesSlides/notesSlide21.xml" Id="R62f566fa094d407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9658c6eb24bf5" /><Relationship Type="http://schemas.openxmlformats.org/officeDocument/2006/relationships/notesSlide" Target="/ppt/notesSlides/notesSlide22.xml" Id="R8672a2df94bf46c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124ca748c747c8" /><Relationship Type="http://schemas.openxmlformats.org/officeDocument/2006/relationships/notesSlide" Target="/ppt/notesSlides/notesSlide23.xml" Id="R109094444ba345c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6bcf36e01a4fac" /><Relationship Type="http://schemas.openxmlformats.org/officeDocument/2006/relationships/notesSlide" Target="/ppt/notesSlides/notesSlide24.xml" Id="R1ccb485b8577419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31de67e91447a6" /><Relationship Type="http://schemas.openxmlformats.org/officeDocument/2006/relationships/notesSlide" Target="/ppt/notesSlides/notesSlide25.xml" Id="R1a2fcbee532f429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1cd6f8fe9e4d71" /><Relationship Type="http://schemas.openxmlformats.org/officeDocument/2006/relationships/notesSlide" Target="/ppt/notesSlides/notesSlide26.xml" Id="Rb6f150cf26484ef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38ed5f65364e97" /><Relationship Type="http://schemas.openxmlformats.org/officeDocument/2006/relationships/notesSlide" Target="/ppt/notesSlides/notesSlide27.xml" Id="R040e2285456342c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61f8dce8e4262" /><Relationship Type="http://schemas.openxmlformats.org/officeDocument/2006/relationships/notesSlide" Target="/ppt/notesSlides/notesSlide28.xml" Id="R72e5a3cb4db140b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1f3441b189411a" /><Relationship Type="http://schemas.openxmlformats.org/officeDocument/2006/relationships/notesSlide" Target="/ppt/notesSlides/notesSlide29.xml" Id="R73a2d26acc28446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39458562b4bde" /><Relationship Type="http://schemas.openxmlformats.org/officeDocument/2006/relationships/notesSlide" Target="/ppt/notesSlides/notesSlide30.xml" Id="R56a8e67ae4d7460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7caa9f4dcf46a5" /><Relationship Type="http://schemas.openxmlformats.org/officeDocument/2006/relationships/notesSlide" Target="/ppt/notesSlides/notesSlide31.xml" Id="Raa0cf9a971e3482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9ec5b2530c4ffe" /><Relationship Type="http://schemas.openxmlformats.org/officeDocument/2006/relationships/notesSlide" Target="/ppt/notesSlides/notesSlide32.xml" Id="R759761f208954cf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3ea9a2bbd04c86" /><Relationship Type="http://schemas.openxmlformats.org/officeDocument/2006/relationships/notesSlide" Target="/ppt/notesSlides/notesSlide33.xml" Id="R704d819fe4924d9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b564f9ac04051" /><Relationship Type="http://schemas.openxmlformats.org/officeDocument/2006/relationships/notesSlide" Target="/ppt/notesSlides/notesSlide34.xml" Id="R0ee00c1588fe4ff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f6ba5d043940bc" /><Relationship Type="http://schemas.openxmlformats.org/officeDocument/2006/relationships/notesSlide" Target="/ppt/notesSlides/notesSlide35.xml" Id="R06de4604a7c94d2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44b77b130499b" /><Relationship Type="http://schemas.openxmlformats.org/officeDocument/2006/relationships/notesSlide" Target="/ppt/notesSlides/notesSlide36.xml" Id="R284994138f53401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df22458d6d41e7" /><Relationship Type="http://schemas.openxmlformats.org/officeDocument/2006/relationships/notesSlide" Target="/ppt/notesSlides/notesSlide37.xml" Id="R6c77a09ecac64a4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0c2deb3d2344db" /><Relationship Type="http://schemas.openxmlformats.org/officeDocument/2006/relationships/notesSlide" Target="/ppt/notesSlides/notesSlide38.xml" Id="R322094012454411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baff1bb3fc42a4" /><Relationship Type="http://schemas.openxmlformats.org/officeDocument/2006/relationships/notesSlide" Target="/ppt/notesSlides/notesSlide39.xml" Id="R16d3fd62ef094a8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cc49079ee6485f" /><Relationship Type="http://schemas.openxmlformats.org/officeDocument/2006/relationships/notesSlide" Target="/ppt/notesSlides/notesSlide40.xml" Id="Rfbf782e992954a8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891f7b4488415f" /><Relationship Type="http://schemas.openxmlformats.org/officeDocument/2006/relationships/notesSlide" Target="/ppt/notesSlides/notesSlide41.xml" Id="R88e76785a2294033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c71eb583648eb" /><Relationship Type="http://schemas.openxmlformats.org/officeDocument/2006/relationships/notesSlide" Target="/ppt/notesSlides/notesSlide42.xml" Id="R2d60464767514c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3D2DFB-15C8-4F78-8D14-0AD093F6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D79C0F-1A81-4CA6-8038-7EE7F23F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Isometric Views: Introduction to Isometric views, Isometric projections, Isometric scale. Isometric view of hexahedron (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4FBF96-B162-4C83-A2AA-CFC4A46B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Computer Aided Engineering Drawing for CV Stream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1BCEDC103/203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E03B3-3386-451C-8678-49524242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88EE27-3806-4D6A-A5D2-D3EA13B7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41FBD0-14EA-4CC0-8AAC-11367292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DBB5B-C29F-4EAE-8840-32F88158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BE9CE5-2C34-46DE-8D7D-668C6ABD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8D6A6B-58C5-40BB-A2EA-9AF18048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A46B28-7AF0-4442-8918-955D825D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F8531D-6225-4600-8EC3-04DD97EC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37A4E-7054-4FF0-8295-0D36227E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E28199-773F-4DAB-B743-4C1ECA7B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7178007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04A793-4530-4D50-88EE-358772DB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24D0B0-3F57-4F92-BB06-F8CBC074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A3DA15-A3F7-4E74-AD49-24EB006C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C5F26-9394-423B-ADF9-15C6AEF4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5ED036-0E4D-40CF-ACEF-32F3258D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70ACA0-B228-4B15-B417-31635BC8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F4DECE-0840-4A7B-A806-54733340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BAB8B5-7586-4CDD-8D99-20F8C473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B530F-ABCE-49E5-B9FC-C8EE19A1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E991C7-6C55-4636-9D41-24B8435E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E5A1A8-DC4C-45D0-8740-A97F51FF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57CECA-5E70-4790-91B1-C4CA3C93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D6C929-AFA0-4B29-B6F9-69CA73CE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BBF102-396A-48ED-9086-9C48BD39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0DAA9E-8446-47F1-ABA3-03050A28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7289735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7F5F22-E1C0-4C68-9E0B-4E1B5368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F5A4F7-55A1-4BDD-AC7E-848B7E15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57D69-B0AE-485B-A90B-0C18DBFD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E4721D-281B-4375-867E-503993A3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9FA5C-82AA-4346-AAE6-BA20432C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20AF49-A196-45C5-89C1-973CF2BD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E7F384-1CC7-4DC5-90C3-0287791B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63103-3C71-4ADF-8C1B-73CB8525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466247-A94B-4F6A-A982-BA15C3BF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Isometric Views: Introduction to Isometric views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29CBDB-2A78-4AF1-9F33-4AB48616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F43CEA-712A-4E12-93A3-34C08B65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E22307-7106-4DA8-9AFF-C9D0B48C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Isometric projections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6A62C6-462A-465F-B077-F29D4CD2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9E5FD6-B081-4A45-AA73-7978E9BC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E2A07C-BA28-4875-A01A-95C3E58A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Isometric scale. Isometric view of hexahedron (cube)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989C72-2A6A-447F-9119-60ED1367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997675-25EE-4867-8C7E-BDCADAA7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F862B3-4AF0-41B8-BC24-896821D9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right regular prisms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4D0F4E-5D13-40BC-AD2E-B4D76514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CE3834-31C1-4557-A964-F15EB179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7D0210-CB64-4928-AA9C-17130EF8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cylinders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DB38E7-4A82-4334-8CD8-4A528C00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EC2CB8-3A95-466C-A488-D51B6E9A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C30C8C-7D51-43EF-BBEF-4786FC99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cones and spheres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4F77CD-C10D-4F2C-9763-F2A6785E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07D756-379E-49CE-8BDE-0D1EB6AD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583E68-3144-4386-B50E-ACAFC1D5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Isometric view of combination of two simple solids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ABE88D-7210-4C9A-A343-D8390816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87C687-9A76-40C6-AA1F-AA9066DD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C46EE9-22EF-4B63-B275-3B5630D2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step block. Conversion of simple isometric drawings into...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EB5D19-3E8A-496E-905F-87D00246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41A874-1634-4A65-AC7F-73230B24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1376666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50A632-788C-4FFA-BAEE-4BBD3F88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A4A6E8-68F7-4000-AE34-10F177B7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328468-287F-4861-BB12-BC496C5D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3A53F3-F4BD-4A4B-ADA1-71AA2CBE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AC3DA1-1BB4-4708-9167-D8E64052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35F3F8-05E1-4970-8517-CEDEB7B9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0E8BD0-45C6-435B-980F-9CE5DC1E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C9D6F9-8997-48FD-A94D-BBDF8772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Isometric Views: Introduction to Isometric views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50D3A4-B3CA-4A02-B357-59A18FF7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5EB3E0-55BB-41DD-BD02-522F6D18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665A9C-7811-4D32-A977-8B8C3E35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Isometric projections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A90F8A-C7D2-48F8-9416-B5FB90A9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40286C-834E-4312-9EAF-722ADD79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9A8B3E-D75A-4B4F-A1B3-DC59EF0D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Isometric scale. Isometric view of hexahedron (cube)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2D3AC6-9F7C-46E7-808A-B1391FE5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AD4696-E2F6-46E2-8E4A-11F362D4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B033AD-9859-4659-AD10-03984CCB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right regular prisms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D4AA8F-DFC4-4002-80CE-94630AEC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F63105-49EF-473E-B87A-0CFFD12B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28BDF3-669F-450B-A55C-AAED610D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cylinders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873C23-0199-420E-9C73-7FEB620A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622088-A82D-44AE-B943-890DF206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A2E3D5-3FA3-459B-91AE-29FE6D79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cones and spheres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655545-3FD2-4F70-B8F8-6573C36C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511046-7296-42C9-BE6B-3A2675E6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74ACCE-AAD9-4821-BB10-D87D79F3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Isometric view of combination of two simple solids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AC47E0-3CD9-46A7-8FAF-39E3E3B1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092286-F326-432D-AB86-5242B624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AF97F0-54DB-43D7-8ED0-020689E8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0102131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A07BCC-12BE-4F00-B45C-524C02F0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6401FE-388A-44A8-9142-03153FFB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93F6FE-53F0-4018-97C1-651808BF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08BC15-5905-4815-A8F3-D0001611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52D267-999F-45EF-90C6-66E45DC3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Isometric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C5EA88-A3A8-455A-AE13-26898DC4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Views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DC1DD1-4AE1-400D-87F8-87049097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projections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2DC04F-AA52-4E2B-BBBE-1C4225C7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scale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0B73EB-EE86-4251-B89A-DB8D8878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CC2EEF-9534-4D86-8573-A2D7A46C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hexahedron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803611-C007-4D6D-935E-88F340CC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cube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623733-1A49-47B1-B1D1-FDD330DD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right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2D8AAE-B2CF-4B0D-B336-BE5EEA99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regular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031E8A-B8E6-4B1D-97D8-43AF0A4F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prisms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6E0977-F1AF-4817-ADD3-6CC3D85C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518199-96D9-4A80-8E20-EFB54E6A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3889078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38693F-ECAA-4E06-8FA0-B34304C7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C58619-5D19-45F5-8F3B-773AD3B3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78BD5F-CDE2-4E3E-B9CF-31171CB5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0D4B28-4EC6-48CB-B116-A274A51F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E1BBD1-603E-41FC-8846-64DF7662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Isometric Views: Introduction to Isometric views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02620C-2D0A-4506-B7F3-D76BB3A6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Isometric Views: Introduction to Isometri...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C8709C-7249-4846-AF48-18ADD8FC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2E1857-17C1-4644-AE0B-DA18EFFF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4922BC-AABC-442E-A176-FCA123C8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C93808-F6EA-4090-BF03-879F81AF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627F7A-6567-4C59-A9CA-18909FA1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F5E80D-33F6-4E47-B07A-7A340586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302D64-E79B-4D74-A1EF-EBE82408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537C40-9F44-4B1D-AF64-ED3FB037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7A3DA0-20BB-43F6-BAEB-5D2ED8FD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47A54D-D6A1-4B66-BA6A-C650AB3D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8298784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DFA022-599B-4A9B-A217-91D83F72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B44A9E-7BF1-4DE0-A074-F6A60485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9640E8-BC0D-49E5-A6F2-0BC59EBD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D9AFF-BB45-48FB-AD3C-88A56166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EE6487-94DD-4E3E-9333-DD91EB03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BCEE63-7E6D-420C-B5BB-C57CE4FD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6CB2DF-9D19-4FDD-9807-EC843E28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79F2E7-50BC-4302-88B3-22084682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025C7C-AB73-469C-B91A-3158FEF7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Isometric Views: 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BF4488-F96B-4249-88FF-F88002CE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848A9D-4CC1-4B5A-8AB6-5F8AA7B0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44EE8A-1345-4908-A567-775DD739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Isometric V...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A2BC56-25B1-445E-883C-96AF3440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26D827-8F79-4266-9354-0EAD4C36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DA3FD3-C65C-4467-8103-66285362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Isometri...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CB9F24-F142-4F61-B7AC-6A3D70E4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24A4BE-4EE4-46E2-A3F4-586DD197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CCF3E8-AEA9-49E9-9BF1-603A7DCD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Isometric Views:...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0E39DA-4603-4EB4-8CCF-80DBC57F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289E17-F36B-4D74-A364-B38CC35A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780C12-B935-416C-A293-BB9E7A9A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Isometric View...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834E7F-40B0-473C-BD96-43B74F48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753FCD-67DB-49C6-AB34-B22D6CC5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20691878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864BA3-ED6B-48F8-8191-DDABB726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D344E-EABD-4153-B1DE-85E98578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400F1F-72F8-45E7-961E-16764A5E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BE7D80-54CD-4C08-8BCA-4A14B00A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A6219B-781E-4763-91EB-11A596C2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7ED259-0CA1-41A2-9577-A9955078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507140-6D00-4AE1-9C35-94CA2DCD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972E10-802A-43CB-A4E2-1E535001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586C6C-0A25-4FE2-9C70-474099BF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977185-BEE5-4901-9D21-E484F1BE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D7EB85-B30D-4675-9A25-5D366CBC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4D4651-3E13-412E-835A-924EDC02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6680DB-6F91-4255-A581-75BCFF50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6E4201-7C5B-4FD8-BF5C-2FAE8F60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8C6FD5-C07D-4E3B-87E4-67EFF212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0479277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9300DC-C1AD-4D5E-BBBC-22CA0355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1D4741-8C1E-48A5-9FD4-197A4811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EFD424-B45D-44DE-A3C7-663F6B1C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2329BA-466D-493C-ACE7-787E438D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6A715-E305-4316-829E-BF00BB20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B491C7-CF9B-4355-AEDF-BDD82EB9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Isometric Views: Introduction to Isometric views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3637E8-871E-4756-B7F1-1C5FE84C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256673-50CF-44A9-B1A2-8C93A45D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40F352-25EA-4CF5-B092-645C26C5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0E4D71-5623-498B-AF35-58AA36ED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DA9A73-2E69-418C-BED9-6B9CA78A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674376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F3E528-F44E-4B5F-B99F-C4670823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8BB69F-FA28-41DD-9D04-567F8155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317A84-111B-488F-8D90-1493CA65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9DDD8C-1C66-4B30-8102-429400DF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E84BF0-C5E0-45B8-851E-8B0A9189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Isometric projections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7E41C4-39F2-4B1D-B9AC-63FD5622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Isometric projections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56AB38-6DAA-4BA3-B0B2-1B0065C7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DECCD1-9936-472B-A4D7-100BC944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3BF91E-5EEF-4A34-BBF3-4EBE4795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C98895-F65A-4FF9-8772-EA98AB91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E27958-2F17-4C31-BCC7-CE008737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CA9D10-C8C3-457E-8CF1-2576405F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3F4183-8E9B-4990-BE92-CA6F6A6F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7FD886-9CDD-4C57-9A6F-BA441E43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18C2BC-D408-471E-8633-FE89AB75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F65AE5-3A12-44D3-9208-8F2FA51D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1013749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AA81CC-29E5-4984-A1CA-D6ADFE5D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2DE8F6-9A9B-4376-A1B8-BC3573F3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54340E-B3AB-4D7A-A0F0-C177B3B5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B960A-F665-490A-90A9-FEDF6241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C4398-B58A-4AD9-BF25-98BF1DA8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4C07C1-796A-4F6A-8153-221375AF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0E33AF-59EC-433D-9152-73331E43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F70613-D93C-48E3-B87B-3679326E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D1F685-DB01-4755-8B86-D5228613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Isometric projecti...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939A42-0F98-4073-9BEF-74C0D875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B585B8-AF27-4153-8C2D-33BFDECD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88D05B-BE09-4751-85FB-3CADA946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Isometric p...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43CBF5-D978-474B-8ACD-4981AA7E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36689D-BC4B-4711-9278-E709BF2D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059A54-DA86-4708-8607-0016BDF5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Isometri...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118841-8125-434D-970E-6867D273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A3DD29-B0BA-4ADC-86A2-C4CE118F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5BA058-56EF-46BB-B691-F664FDFD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Isometric projec...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FDD685-EC2B-4F76-B270-44630925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BE05E4-D364-4D2F-8B16-5955A338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C8D1AE-239D-46EC-8514-95B1CB22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Isometric proj...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D7BD2F-692D-49C6-8C38-9411CA23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E02588-78D7-445F-AEC8-7EF07618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2322521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EDCD79-0378-4A5E-ABE1-6392CDCE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6D5C98-9060-4136-AF4B-9591D27B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1714AA-B03A-4F35-8EB2-9D2A3FE5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128310-F70A-4B9B-8DA8-F024FDC2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6194C8-8AEC-4628-8144-885D59E3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F0EA8C-FD02-45E6-B96F-AD7B5E03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1BB713-5DDA-4942-A222-4FA3CC04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0B76FD-1D76-4C9A-B37E-4EF3DBD2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9826F6-EB58-4F78-AE18-BA70ED12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D73450-3656-4CD1-88A3-0A232494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D38B04-3614-437F-9187-4D2B60B3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4EA60A-0197-4956-98CB-49D71E22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E03922-D771-4959-953A-EABF2A85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5417AF-0716-429C-8DB2-CAECB023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2EEBD5-FA0C-4618-BC8E-812CC8D5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8125429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B5404C-512D-43C3-BE26-1B0CEB11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009E49-5741-4DDA-A252-5553310F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851175-2E30-4765-88FC-24305FA0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F58C2-7C1D-4116-827A-1B1D17F0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16CBCF-4375-4982-883A-C790F8F8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52ECF6-E1C7-40C0-9B05-59199DE8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Isometric projections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7AA89F-0748-49CC-A04A-9841D35C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FFA708-3259-4697-954B-928F31A7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5DB7AB-1A3F-42F0-A44E-E8D311A2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1CBF3B-9010-4ADD-A36C-22F38FF5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7E8630-49F3-465C-907D-5B30ED96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6172745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49C730-99B0-4223-A32E-C40DC439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1DA1C2-06BE-4C41-96A5-D403E145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F8C82F-9593-4CDA-B41D-D0AEB705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782286-6099-4700-B107-B711EFE9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B20C42-F8FA-4BB0-87EE-60CB6149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Isometric scale. Isometric view of hexahedron (cube)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6C8A0F-7B62-42CD-9FBD-0B37FF2C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Isometric scale. Isometric view of hexahe...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2FCF33-B4C2-48E1-B267-826C1810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A42090-022E-4A04-9DFB-496E3BA1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6DD5C0-3A2C-45EB-880C-AC666024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06AFFC-6817-4492-9141-4EBB8F2D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1FDE8B-EA94-45A8-96CA-BEBD678F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54FA65-82AD-4839-B733-22173CC3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E34F43-B303-4409-BDBC-E373C8F4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B4C15A-0C7D-4D0F-A3A0-E56D5F91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6A0520-555C-4EF4-BC36-11C64460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155865-DF09-44D8-8B8A-76EC5320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9582959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751A28-9982-4F57-B717-AE99E7D4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145710-A839-492E-8914-E828D7BF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89CA9A-D08A-4718-AED6-9200901A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BAFB94-070A-4581-A44B-AB49EE72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4C9A5F-8B94-46E1-A93B-BD09BC10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557028-C993-4BC5-880B-6E036F14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145C0A-6ACE-4C81-BFE1-E883B05D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F50BF5-86B7-4B8A-A161-4600E22D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7AFA90-54A4-477D-9EEF-D39DBD3E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Isometric scale. 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B3EA5A-9392-45E0-8B6F-FB384F75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960018-B886-4905-ACDB-819983B1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EA9E83-1DA0-4E46-898B-12128D9E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Isometric 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AB49FA-3A5A-44F6-8E86-CADE7CAE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F21594-46B1-4D2E-87C7-5DFCD143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115914-74F8-4DC5-B7AF-D5FADEB3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Isometri...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3CA77B-05B2-46A1-B585-02C7E9BF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9F1B40-39A7-4BC3-B11D-EA74C101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2FCD2D-9985-4088-B8FE-F1FF4C44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Isometric scale....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F1140E-181D-4C53-A54C-92643DC5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75C177-A4B8-44D6-A43F-4BDEE72F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08E0EA-C1F7-44FE-8C6C-A672B3EE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Isometric scal...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59A8A9-C058-4FB8-BBB4-662AD2AA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399004-4F52-47EF-85A8-C4F3DC7E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37083817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F7635A-9442-4BB3-8DEA-DCBBEBDD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4D0784-BF17-474B-B1ED-60A2C624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4B429F-07C5-47B1-8901-78384E1F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BBED4-1309-4AEA-B9C8-D6811E8E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30043F-3A65-451C-B376-8BC65A57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B96B31-65B8-46E8-BAD5-1FE235EB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A060B3-F938-4F3A-A898-ECC3A0F0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35F8D2-0744-481F-A4BD-5ABE5C19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9559ED-27D0-4CEC-82BC-6C459C49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4DC805-ED86-4768-AFEF-5D658463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A68656-7D7C-4296-802C-C7E80087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B1542C-D4EB-4073-950C-731B4C55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FCA67A-237A-4536-8C6B-23E6F269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0FF91C-1506-4538-8698-053569CA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F46D89-8CA6-4A47-8EC8-2C133EC7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55985206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B49C87-CC21-45DF-96B2-D2D12080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17CFC0-75C7-480E-91AD-DAB6A14D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4E7F69-6A2B-46F5-BB6A-C65F9E07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BEB2AB-49FB-4099-AB42-44814A1C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090226-016A-409A-9799-32CEBEFE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AD6148-84F4-45DB-B4C2-3ABB2CC4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Isometric scale. Isometric view of hexahedron (cube)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4AB149-23FB-4BC4-B2C5-B39F6E86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0DA4CC-0EA6-4F48-A10C-8512C251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CEC879-EB7F-4296-9B09-E1D13ABB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0C1C12-91D0-42EB-AFFC-4E4F4A3A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EEC277-ABEA-4306-9817-0E50ADC8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41730298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224D78-01B4-4089-AC53-C22F43B0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D2191D-F972-4704-8F38-9097DD9B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4B3BB9-9AFE-47D4-9FF0-07DE3F90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F180B-E039-46FA-B171-9AB4B61D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22BF63-FC44-4A0C-9583-08E39FF2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right regular prisms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0A6582-D470-4DEF-9ACD-47C3ED13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right regular prisms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FBB5F-8A00-472F-A6B5-88D2AF56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61FE75-81DE-459B-9B65-61CC7AEF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965820-D45E-48E8-9E24-DF106BC8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0C722E-44BC-48F6-AAE6-A523BB72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92760B-6EF1-45FB-AE06-BA193344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865908-DC90-423A-8E2D-323A279C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3745E5-9C5D-4840-B348-F2E9CAF9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C1BB30-EF44-4190-96B7-9527F632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8FD5B7-7B40-4A18-AA08-BC6705B0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44B79E-C443-4F51-82FE-0C696456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30025696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32373D-726A-4074-B9EA-F054D029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0AB7A5-0C8A-437C-A3EC-A18319A2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94545A-1D8F-4975-A901-7D608E0A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8079E-05D3-4515-A67D-A001B3EA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576429-0348-430F-A9D4-C47781EB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533578-EA87-4310-98E0-6E5DED39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D85FA-7275-4ED1-A765-1E875F30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EC4046-A773-4B10-9C43-0AC1B922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4FBCBE-787D-4961-948C-DADF0134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right regular pris...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4BD5EF-1B12-461D-8107-E4D7EE01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DC7C4A-020C-488F-8B98-4A9E270F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6BB47F-E377-4B4D-BB1A-78A1C032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right regul...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4A7F2A-646F-4AA2-AE0D-C605BCCA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04AE60-0FC8-4A26-8EDC-1307210A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0A4B8B-AAD4-4132-AB52-1CC8E261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right re...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78B8CC-0CFF-40B9-940B-97D5C816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464CC9-EDE0-4D04-AC4B-2469A89E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AA765A-18B5-4890-8586-9A27EC7F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right regular pr...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37C9CD-5BB4-45A2-A76B-CB4FC4D2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AAFEE7-4014-4181-8DBD-6AC436CF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DDB040-5746-4D64-A1D7-CEC1C84E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right regular...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2CAD46-1305-490E-8D8A-72180294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669D96-1F66-4073-80AE-967A12B6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203164735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0F1D2E-3479-48C9-8FDB-21E7011B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237A1-284C-4551-AF24-595144DC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74A1AF-266D-42CD-AD69-1E3636A9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B54AA2-3B26-448F-A248-CBA65830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BEA126-A68F-46A7-828F-276D8322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455464-B20E-42A7-84C6-BF7755D8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669C2B-A12C-49DF-BB5B-CFC4210E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DDACB8-2314-40F9-9EE9-A4AEC482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BA7EEE-651C-4CF5-8ECE-9511FCC4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C807B9-E9C8-4F91-B0F3-D7B25DBB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3D2D13-BD05-45D6-8905-59A88885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C09A80-0F2F-4DD1-B7A6-9988416E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C76843-E088-41BB-BDA3-FCD51895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D4EC40-3160-4ACC-BE7F-43188133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3597AA-3741-48B8-BD28-C32A120C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91678815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C58126-5183-45BE-A8FE-E1EDF000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25C3C-5CF6-4A1E-9DE8-E3D3D7E4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231D81-F1DA-49D7-B6D8-B9ED3C57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C47E24-2116-4B14-928B-2273FA28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1741D1-184D-4B70-BDB5-2D30B61A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534716-04BB-4F87-AD36-2A1F32AF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right regular prisms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FE91F4-6A73-4A47-9E67-655EA496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7CA9D2-268D-445E-8E1E-0F3A393F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7F2D18-F743-41EC-B224-C5E819B4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0E96D5-52F9-4439-8D8E-0440011A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E36191-2BA2-4014-A154-54C0ED89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10341302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B49683-A557-496C-BC45-70CB737F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CBD463-66CC-4AB5-B5B0-9E64D088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B49E28-AC0D-4ED9-8972-2DFDD218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35CE2F-BFD1-4067-8489-B98A78C1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1B7E23-706D-428B-95DB-54E90FE4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cylinders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C8942F-ACFA-47FA-A8C3-A996B915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cylinders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241311-1C2B-4667-B03F-AB53370B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50D18B-492D-4C78-8CB3-678C713B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3DA80A-9034-480D-8C51-AF8AA1A2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844FFD-CC43-486F-8A13-F25AC74D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682282-69F7-4F25-9D01-EFD6D30F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E4CD70-1B1D-4749-ADD7-82F4B7F5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8A3810-9AFD-4CF1-9D5A-EDD2BB3C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1BDFA-4251-4D42-ADD4-B43CDE81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5E5384-2E69-4F0F-8044-3289CC6F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217C21-FCC8-443E-81B0-4EE436FC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71532613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F67D81-4A9E-4B9D-929F-84D93A3D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38B896-2F4D-43FC-BFD6-9C238E9A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E13238-2B0E-4378-8008-F939D03E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C17004-D8D1-4C44-B5D8-2492CD78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AFC403-45F1-4B3D-9C4A-D492DC0D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08D541-182E-4328-A890-44EA125E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CFE3EF-25AA-41B5-8466-45806A0E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BFDDAD-1A2E-497E-B563-3C702EAB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21899A-3CA9-4D64-AE3F-08C73EC7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cylinders.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1E3F2C-5245-4A96-AA72-6AB15F82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98E1BC-0BEA-4638-AECD-0E7A8B59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80F146-E3E6-4696-9699-5AD6DAC6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cylinders.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FFBD15-8AB5-4A63-BEA1-E917FB2C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3D4421-19B4-4AEC-AC75-D03AC424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ACB417-4C78-4173-831C-BD9AA621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cylinder...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75126F-0DD0-44B3-B5DA-1F27EF86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2F5F9D-4F3C-4048-AE36-0AED9B2D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CD1A37-EFDB-4102-A09E-7B17EF52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cylinders.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B99F3A-C78D-427C-BEAA-C89FCF26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6F98AB-7983-4EA8-8205-54E6BC7E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8D071C-EB62-4C0D-9F2E-3F770F42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cylinders.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79231A-F8BC-44FC-AB05-6D224385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DE59B0-168F-4E9D-919E-54AFF703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41016563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C733D2-67FE-43E0-A8F3-12B7FEB2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7F02E9-83BD-4C56-A380-150AA2F0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4F561B-13BF-4753-ACA3-5C1C902A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83C6E8-A1C8-47BA-B5CE-6476C23D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0E29E6-FC78-4C52-9532-9E3CB6A0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41B5AD-37C2-417F-8592-31896869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7083AD-3FF3-4BD6-832C-68FA77F0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4FD359-085D-4FC2-B993-E5A26A2B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DDB772-8940-45F2-83DA-25D2B746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4CEBBC-E812-4665-90D2-D001E304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59F79B-6833-4264-8420-F81E94D9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C1DEE3-1DFB-490E-A946-34128500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96668A-315D-4A9D-B3F0-AE86AF35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B8796D-0E1F-4C2A-BE5C-285D2540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FAAB9A-FAC5-4562-98CD-24DE18F6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3794839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0A939B-D259-45E7-84CD-9EF65CEB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D5F7E7-CBCF-44D4-A455-86E96976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A869E4-86D9-4EA8-84BC-36FD64D1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C3E77A-A1FB-43EB-934D-527B54A2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5E9C3B-F318-41A8-A041-8B0BFEFF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67D267-318C-4500-8EDD-F32DFC4C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cylinders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51CA4-F418-4957-BF9A-361DA248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41C17C-640F-4270-8E71-48FCA666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42D5AD-7010-4BCC-A94C-A07B147E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5C74C8-232E-4839-B3D7-752E2650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B114C6-0BC3-4278-B141-5777C05D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91350216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6F3975-1641-4EF0-9AEE-5F11C62B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01B069-D45E-4F07-B4C0-FBEE5220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04CE99-02C1-4C8F-9DB8-B627BB77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5F21CF-D9F4-4B76-A2B4-881B36AC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428D7D-89A2-4BBB-9A94-0215453B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cones and spheres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5FEB5-4879-4D4B-83AE-BDE38B23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cones and spheres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68A8C8-8471-4EFE-A811-5E4A32E3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B43981-BE4A-4866-A1F2-B480240C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5DEA1A-2C3F-4A74-BD99-3A80DF90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14DD54-E261-43FA-B00A-93B1D5FF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8F07A5-0701-4658-9AC4-465BEBA1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3139DD-B3F4-47EB-9D3B-20782C02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29FFF7-F40D-4E8B-A828-EE08414A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5CB3EF-1CE4-4087-82DF-9B4AF921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F1090B-B77D-4FCE-A0BF-6D56D252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4D1093-ED65-40CA-B37E-1F2CAF80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200170536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0C6E26-3F0C-4738-AFD0-356DF159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0B5107-EBE8-4D5C-BE8A-F04C40F5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54A47-98C2-4196-B0B1-B2A905FC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C21B27-B342-45CF-BF25-CDF06D80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106DC1-B8D5-4F85-904B-493EF882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3EBF99-FAAF-4903-A778-8078C475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758311-DC87-4C69-81A2-5847DCCF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9B3EBA-84FC-44BF-9010-E8E891A8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CD9A03-5E3A-4404-B355-24A2E026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cones and spheres.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41CA22-F5BE-4602-BC31-EB25BA98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83693A-AAF2-48AE-AB49-A5B53FCD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92134-F035-4D74-B7A2-BF36825D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cones and 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779979-3047-4F5E-B03F-2BF142EC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67B250-DF52-464B-80BF-E4BD2F24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8027C2-A482-49F0-9E5F-C3F45506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cones an...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4B606A-DBD0-483D-A4E7-646C2D1A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73138F-3A15-4902-9A7E-7CD03D70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D1D15D-9135-4912-8C0F-3DD73CD7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cones and sphere...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C075DD-B210-4BE0-A35D-C1A0B01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B5A5E4-5ABE-40CE-A06B-361C79BD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F7DA8B-EC2C-4B5F-9C98-CAAAF883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cones and sphe...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B6F1C0-0EF8-48EC-9448-345E9562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8935DB-FDE5-48BF-862D-8163D11F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79570875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56111F-A12A-47BF-8790-A1327CC7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3C6FE9-11AB-416C-8154-B404BDB7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0B44B5-1F01-4ECD-8F71-06B9F6FD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AED606-8245-428A-9A41-B002849B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E80DCD-2B27-4096-8ACA-B4AF98E3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71B9AE-C81E-4E92-B39E-FB933A39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179F50-0C7A-42EE-8993-44A02885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8DFED1-5060-4B4A-8F30-17753281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117B08-8525-4CAC-A9EC-DC0CBD4B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91D103-D1B0-458F-BB53-839A923B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26B764-30E5-42AD-AC91-9CEB38CE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3C46B4-3CED-4E00-9E98-3D81C0C1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ECC784-C621-469B-B38D-DEFE6939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D1168B-A5AB-4C01-869A-B5D6A826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93FD64-E387-4434-A57A-C7888850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200659400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FF1C95-918E-4AB8-96E8-D5D8C6DE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691848-37A4-4618-A199-7929A122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4AA42D-2615-4C99-B2A0-3F9DA2B2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A8FC5B-94C4-49E4-B234-0ED4B8C8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D8FF31-1BDC-4EBB-87C3-CA2E3CC1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D34FE8-5828-4B2A-B39A-FEFABB2B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cones and spheres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AA1537-2533-453F-B208-31390EFF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141AF9-B288-41D0-8805-65DD6EFD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19345B-1510-485D-9C5C-B2591F58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1FCC53-DB6A-4D2C-A871-CD036DAC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EC220E-8389-4B21-8F3D-E73C26CC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45537729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CD1573-B0B9-48AB-A434-D7E0ADC1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88333F-88D0-4BD4-8700-6CCAECB2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CE2E0C-B725-4FB4-8398-D1A680C8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DBD49-3D86-49A5-B0A6-052AA3B6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09B30E-8D54-4A8E-BE6C-353F220D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Isometric view of combination of two simple solids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994B8C-7D42-4626-92E4-1A6008F9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Isometric view of combination of two simp...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889188-0EA7-4AAE-8207-F8196D74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8DC4EB-EFE3-4BD9-A8BD-0A3E0165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33BD0D-9722-4474-9E7A-244B551F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24670B-BAB3-48A4-8CBC-F1030968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D76E96-171C-4ED1-9CC4-7EB0AD6C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7120EC-D9B4-46FB-A644-7887A657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1B3941-3CB6-4DD9-9ABD-E23ED09F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414CDF-7F88-4143-8F5D-2786CB19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272DB7-1B69-4A31-8846-9366E9EB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5A21D5-C633-4C1E-A9C5-F9B1ED03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35365449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F49053-6E7B-4BD5-9E3F-4D4E07CE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9FE23C-6F98-43B6-A381-F55FBCE5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AB35EC-92D0-4CEA-9764-4F1EC7D7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A185A-FC01-49D3-942F-EC91F094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F58A54-FC03-4290-932E-B3FD29DA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E837E4-0769-4000-AC30-E7706058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6BDEB4-940F-4EBC-A1FC-397038AB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FA86E3-7182-4364-A6D4-913D5B80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7248F6-B015-48DE-A04D-3B72F3D2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Isometric view of...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CF345B-B697-48A3-A2CF-C0699332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BB677D-FC09-4020-ABFB-B2193523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C6C281-F244-4E01-9B07-7F119139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Isometric v...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DC350C-1CA8-471D-84B7-9631EA5F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E582B1-0CC9-4DC9-96D5-55E34A1A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2CFE78-21A0-491B-9858-09D23511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Isometri...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6608A0-BAB1-4CD7-951B-97D3A703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5D882F-1E70-46B5-B142-C1CF882E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A29378-E683-4B9D-8A1A-DF16F838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Isometric view 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F2C7E8-4A0A-4558-A2ED-31C8BDD4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C1619C-B820-41F9-B359-4F96B5E5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07561B-26D9-4DF6-9759-44D84CDC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Isometric view...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5BA2D5-F182-4DCF-B19C-2524FE12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66B2E7-BB6D-4921-9F5F-A8EB5179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71070253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3CCDE0-DE77-4E29-A89A-C394954E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FDFCDF-0E4F-406E-A0B3-B7FC80B1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2D95E9-5188-4217-9565-C92DF6AC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3CE97D-3CFD-4A3C-8628-CE2F2660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FCCF06-2B00-4A49-BF93-46F80443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1FCA1C-53B8-419F-83E2-5806C349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C528D5-B8B0-4D33-8EF3-70F95F77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809AE8-17FE-490F-A3DD-389246F6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CDFBDF-C08E-4B4F-800A-33F93429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B50179-B270-44AF-A5CD-1EF57417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FD524E-AA3C-4FA7-BBC5-E974E11C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C07C2D-0F25-49DA-B67E-5AFF5222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3C4C2B-BB3B-42FC-9035-467F5E5D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E452E9-9987-4A89-A0C1-784524CF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6E1899-485F-4067-94F2-B8348899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89438247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CEC921-F401-4C54-B6B3-01EAFEB3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24D819-8F85-4A4D-BB8B-D35AC1F5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93E477-68C3-4FB7-B659-5919A13A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E5BF26-CCE9-4281-8673-179A3C4C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68C5E3-56AA-4AA6-B998-071D9C90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8E7183-1C16-4F4F-85ED-1CF9EEB4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Isometric view of combination of two simple solids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82A3A3-48A0-4920-8CE7-35FB546D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EC8DD4-7A7B-4E84-8825-29C72E9F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9E2477-29AD-4C90-85EC-11CC6868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03491E-E310-448A-B635-359E8150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76A522-0689-4E1C-8011-C373AC76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73566768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580B0A-C9C9-4C3D-9DF4-369978E7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7D58E0-BA05-4A68-AA33-9E540123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96FFF7-CF69-446F-8F22-8753ED67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7B04FC-1686-4DB5-944E-C8FACC85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24F00E-611C-4674-A2DA-2403DDF5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step block. Conversion of simple isometric drawings into orthographic views: Problems on conversion of Isometri...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706C3-7429-4E8A-A770-9B1C732F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step block. Conversion of simple isometri...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E17300-0679-439E-8257-A365024E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FDA9E6-B190-454B-B0AF-9DE0A092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E03867-E341-4C4D-8535-708132E7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A79FC7-D27E-4B1E-8639-4618FDA7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FE6054-50A8-4545-A2D4-DAB32954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D6A651-4772-4FA3-8B46-7A589855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B817B8-A089-43C2-B23E-CE046E92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DBCACB-9B6C-4386-A6AA-57B5BA18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81AB66-ABC5-4714-AB63-F4D9F389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063E89-8A75-4493-BDC7-EA611184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90586605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247020-D97F-45D8-80BF-E10C0E47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7C25C2-6C49-4298-B67D-5C9BA6BF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C745D5-594C-43B4-BE97-A7A93F5F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880999-E413-4B66-ACCF-7A1B83D5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8E178-E1B3-4A0F-BA75-60A9AC44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F50C41-7E8F-4AA3-9925-24F229A7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0F75F9-DA5A-4911-B314-E962BFB3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7C231F-FD1C-4696-8DD4-8BEC0002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474FAE-6E35-4F9A-8FEC-140E9161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step block. Conver...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3F5832-D55B-4D04-8F20-3EB2043A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86F759-8EF3-40D0-91B6-3324D0BE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700883-D1FB-487F-AEE5-5EC605DA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step block....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CFFF24-F12C-4DCC-91FA-C5F0251B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F48829-B1BA-441A-A506-8DEAB1BC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7302F4-5760-4D0C-81DC-3CFB5E47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step blo...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562A55-CCFF-49B6-92EE-56D53EF7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BAAC11-00A2-422A-817F-905EAD58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C6E335-31F8-4C1F-AC9C-9B8D4166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step block. Conv...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DEDD5A-EB69-44EE-B2A3-90BB7534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F6E6C0-1210-499F-BB17-A5606716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0C89FD-87AC-4C20-BCAC-B91461B9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step block. Co...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9C9890-0CA5-45D7-99EA-0F933C0A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AE2BBE-05FE-4675-A392-1CEED0F0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204893780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7FA07B-0C53-4CF8-AC0F-02B2444F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A25068-A647-4E33-A571-2057A394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3D24F9-F935-4B6D-8A84-41B59C31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1293B6-7D37-44C5-8C3F-7B07604C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10A463-1231-4ABB-8301-AF318F5D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FC6B1C-7845-40E9-9DA9-D1A9562C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5865DD-0CC4-4B7D-A772-A77BF88D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547828-571F-4FAD-AC38-84B130A4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E072CA-EA7D-4A4F-AFAC-10511687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A173BF-AD7D-4C80-B311-B32082D1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FF5291-3B82-48B8-A4CA-31A108A0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69F07F-221F-4CB4-8B59-ED2665BF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916384-3969-4DE8-81C5-E4F09788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6A39A6-2700-4D6A-B3D4-55C86B50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98E050-C67F-4C40-A586-AD0C5BB8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76537735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7EEFE1-A325-4129-A15E-91B7F1DF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603772-D7C7-4BED-AC8B-FC71326B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9FCA8E-BB37-4F4B-98A0-843BCD11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DFE6A7-A707-403A-8306-9F3053A5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DED447-D020-4D32-9CC5-80904BD1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492F4C-76AF-4D83-BE76-D47D3F19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step block. Conversion of simple isometric drawings into...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E6ABCB-CF4D-49A1-BFC4-4DEAA96E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60049C-90C0-4F3E-BEDF-68A72E2F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D76559-5E01-4F2D-B584-09A6723B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917755-7AC9-4C24-96A7-F4DCA526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48D2F2-1053-4489-9FB9-96FE3401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27821151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FEAE6C-D7EA-4680-8398-A2E015BC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750550-0902-439D-9D55-4D71A13A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8CA426-6651-40FA-B45A-0CB16981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07180D-19D9-4ECA-A128-278C8306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1AAD1D-0B12-4D87-9B3D-C519A0CA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22402A-88FB-4FC5-91FF-4F4BA8CC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99334058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1B7A49-688E-4A5C-8E35-75CDBBEE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7D3906-6B18-4E71-BF55-DDFF83DB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BCCD34-BA26-4138-99B2-E700182D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5F5072-9A4F-4156-9C88-5AFC6F3A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F287BF-82E3-4693-B5F5-C63290AE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Isometric: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Views: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projections: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scale: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view: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F0F672-A74F-476C-9948-5AB97E41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45113324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EF7C9F-3DD6-48F3-8AB9-2D391595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54BE27-C4D6-489A-98FF-B46E49B3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7399AB-6FAA-48E2-9B7F-15B64127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E4BB22-EE3A-4431-9181-9563627B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D5A8C2-0A33-4C09-85A2-B4E903AC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D4F771-F0BA-48C9-B9BE-48CE131E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204664836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8863CB-4E42-439E-8123-74A19182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8A4DAF-8A56-44E4-B429-D752B293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09E74A-913F-4176-A8F5-EA5677C4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956C05-D475-4872-9678-34B41DD8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94FD7-6FB5-4E7E-B5AE-EFA308C3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FC3AC-9786-4C22-801E-5244D845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025745596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20ADA8-EB42-4E91-B107-36B25F07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CA144C-C8C3-4FC3-A635-A75AFAC7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010D2E-2008-4AE2-A7C1-E447E3CE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CE9C59-E2E2-4C31-8086-569E3A41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7F5B85-D6C0-49F5-A827-2B1D7F7C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Isometric Views: Introduction to Isometric views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Isometric projections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Isometric scale. Isometric view of hexahedron (cube)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right regular prisms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cylinders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30D1B9-B450-405B-AF19-FDE41EB2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390777-0DFE-42B0-A3D2-10BB81E1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2AF7DE-5CDE-41D1-9F79-05646140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6341659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2026-08-24T16:02:25.0130000Z</dcterms:created>
  <dcterms:modified xsi:type="dcterms:W3CDTF">2026-08-24T16:02:25.0130000Z</dcterms:modified>
</coreProperties>
</file>