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50862b6ab742c9" /><Relationship Type="http://schemas.openxmlformats.org/officeDocument/2006/relationships/extended-properties" Target="/docProps/app.xml" Id="Re2272e7d5d8444a5" /><Relationship Type="http://schemas.openxmlformats.org/officeDocument/2006/relationships/officeDocument" Target="/ppt/presentation.xml" Id="R8e29ef603026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84ab6f8872479a"/>
  </p:sldMasterIdLst>
  <p:notesMasterIdLst>
    <p:notesMasterId xmlns:r="http://schemas.openxmlformats.org/officeDocument/2006/relationships" r:id="R6010d07f78c84306"/>
  </p:notesMasterIdLst>
  <p:sldIdLst>
    <p:sldId xmlns:r="http://schemas.openxmlformats.org/officeDocument/2006/relationships" id="256" r:id="R8220c9ddf84e44d1"/>
    <p:sldId xmlns:r="http://schemas.openxmlformats.org/officeDocument/2006/relationships" id="257" r:id="Rf9bd6372c01147a3"/>
    <p:sldId xmlns:r="http://schemas.openxmlformats.org/officeDocument/2006/relationships" id="258" r:id="R786e3415977a4669"/>
    <p:sldId xmlns:r="http://schemas.openxmlformats.org/officeDocument/2006/relationships" id="259" r:id="Re3a32a3128824832"/>
    <p:sldId xmlns:r="http://schemas.openxmlformats.org/officeDocument/2006/relationships" id="260" r:id="Rf3312d48611f416f"/>
    <p:sldId xmlns:r="http://schemas.openxmlformats.org/officeDocument/2006/relationships" id="261" r:id="R87275260f144449c"/>
    <p:sldId xmlns:r="http://schemas.openxmlformats.org/officeDocument/2006/relationships" id="262" r:id="R62a07bff412241c8"/>
    <p:sldId xmlns:r="http://schemas.openxmlformats.org/officeDocument/2006/relationships" id="263" r:id="R8080f3f04efe40bd"/>
    <p:sldId xmlns:r="http://schemas.openxmlformats.org/officeDocument/2006/relationships" id="264" r:id="R1336a8ef31b34d6f"/>
    <p:sldId xmlns:r="http://schemas.openxmlformats.org/officeDocument/2006/relationships" id="265" r:id="Rfcb309dd58b540b8"/>
    <p:sldId xmlns:r="http://schemas.openxmlformats.org/officeDocument/2006/relationships" id="266" r:id="R68937d0f6b48496c"/>
    <p:sldId xmlns:r="http://schemas.openxmlformats.org/officeDocument/2006/relationships" id="267" r:id="R066d8271963e4bd5"/>
    <p:sldId xmlns:r="http://schemas.openxmlformats.org/officeDocument/2006/relationships" id="268" r:id="R8647b11697e84cf8"/>
    <p:sldId xmlns:r="http://schemas.openxmlformats.org/officeDocument/2006/relationships" id="269" r:id="R24aa803748974ae3"/>
    <p:sldId xmlns:r="http://schemas.openxmlformats.org/officeDocument/2006/relationships" id="270" r:id="R186744361f9e46c6"/>
    <p:sldId xmlns:r="http://schemas.openxmlformats.org/officeDocument/2006/relationships" id="271" r:id="R2488471dbd43464f"/>
    <p:sldId xmlns:r="http://schemas.openxmlformats.org/officeDocument/2006/relationships" id="272" r:id="R8b89d22009604c1a"/>
    <p:sldId xmlns:r="http://schemas.openxmlformats.org/officeDocument/2006/relationships" id="273" r:id="R5cbe1ddddc794920"/>
    <p:sldId xmlns:r="http://schemas.openxmlformats.org/officeDocument/2006/relationships" id="274" r:id="R447a0514697046a7"/>
    <p:sldId xmlns:r="http://schemas.openxmlformats.org/officeDocument/2006/relationships" id="275" r:id="R8a9867a510484899"/>
    <p:sldId xmlns:r="http://schemas.openxmlformats.org/officeDocument/2006/relationships" id="276" r:id="Re63f8703c3a741b7"/>
    <p:sldId xmlns:r="http://schemas.openxmlformats.org/officeDocument/2006/relationships" id="277" r:id="R04eff691a1fc4607"/>
    <p:sldId xmlns:r="http://schemas.openxmlformats.org/officeDocument/2006/relationships" id="278" r:id="Rcf0366e6c11f45ef"/>
    <p:sldId xmlns:r="http://schemas.openxmlformats.org/officeDocument/2006/relationships" id="279" r:id="Rb304eb185b294449"/>
    <p:sldId xmlns:r="http://schemas.openxmlformats.org/officeDocument/2006/relationships" id="280" r:id="R390d1b728b4141cd"/>
    <p:sldId xmlns:r="http://schemas.openxmlformats.org/officeDocument/2006/relationships" id="281" r:id="R814e142179a74729"/>
    <p:sldId xmlns:r="http://schemas.openxmlformats.org/officeDocument/2006/relationships" id="282" r:id="R57b072f22cf44ee8"/>
    <p:sldId xmlns:r="http://schemas.openxmlformats.org/officeDocument/2006/relationships" id="283" r:id="R85fa03e6453e473d"/>
    <p:sldId xmlns:r="http://schemas.openxmlformats.org/officeDocument/2006/relationships" id="284" r:id="R8917432af13a4daa"/>
    <p:sldId xmlns:r="http://schemas.openxmlformats.org/officeDocument/2006/relationships" id="285" r:id="R2a77c31be11a4621"/>
    <p:sldId xmlns:r="http://schemas.openxmlformats.org/officeDocument/2006/relationships" id="286" r:id="R2c101ac0b3ec495d"/>
    <p:sldId xmlns:r="http://schemas.openxmlformats.org/officeDocument/2006/relationships" id="287" r:id="R982396da7ab64f49"/>
    <p:sldId xmlns:r="http://schemas.openxmlformats.org/officeDocument/2006/relationships" id="288" r:id="Rd996bb605b6c4900"/>
    <p:sldId xmlns:r="http://schemas.openxmlformats.org/officeDocument/2006/relationships" id="289" r:id="R22bc2a5ae2164d28"/>
    <p:sldId xmlns:r="http://schemas.openxmlformats.org/officeDocument/2006/relationships" id="290" r:id="R67aa81bbf1694ec0"/>
    <p:sldId xmlns:r="http://schemas.openxmlformats.org/officeDocument/2006/relationships" id="291" r:id="Reccc5504903343c9"/>
    <p:sldId xmlns:r="http://schemas.openxmlformats.org/officeDocument/2006/relationships" id="292" r:id="R7226bbb02c514d2f"/>
    <p:sldId xmlns:r="http://schemas.openxmlformats.org/officeDocument/2006/relationships" id="293" r:id="R26d54161c40c4ca7"/>
    <p:sldId xmlns:r="http://schemas.openxmlformats.org/officeDocument/2006/relationships" id="294" r:id="R01bc577cb6c4410c"/>
    <p:sldId xmlns:r="http://schemas.openxmlformats.org/officeDocument/2006/relationships" id="295" r:id="Rec6a27c2579749d5"/>
    <p:sldId xmlns:r="http://schemas.openxmlformats.org/officeDocument/2006/relationships" id="296" r:id="Re682af4ffffd4404"/>
    <p:sldId xmlns:r="http://schemas.openxmlformats.org/officeDocument/2006/relationships" id="297" r:id="R6c603363196445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1c4ea9b79b4249" /><Relationship Type="http://schemas.openxmlformats.org/officeDocument/2006/relationships/slideMaster" Target="/ppt/slideMasters/slideMaster1.xml" Id="R8184ab6f8872479a" /><Relationship Type="http://schemas.openxmlformats.org/officeDocument/2006/relationships/notesMaster" Target="/ppt/notesMasters/notesMaster1.xml" Id="R6010d07f78c84306" /><Relationship Type="http://schemas.openxmlformats.org/officeDocument/2006/relationships/presProps" Target="/ppt/presProps.xml" Id="R0d19a0ce79be44c9" /><Relationship Type="http://schemas.openxmlformats.org/officeDocument/2006/relationships/tableStyles" Target="/ppt/tableStyles.xml" Id="Rbffc694c416f47e3" /><Relationship Type="http://schemas.openxmlformats.org/officeDocument/2006/relationships/slide" Target="/ppt/slides/slide1.xml" Id="R8220c9ddf84e44d1" /><Relationship Type="http://schemas.openxmlformats.org/officeDocument/2006/relationships/slide" Target="/ppt/slides/slide2.xml" Id="Rf9bd6372c01147a3" /><Relationship Type="http://schemas.openxmlformats.org/officeDocument/2006/relationships/slide" Target="/ppt/slides/slide3.xml" Id="R786e3415977a4669" /><Relationship Type="http://schemas.openxmlformats.org/officeDocument/2006/relationships/slide" Target="/ppt/slides/slide4.xml" Id="Re3a32a3128824832" /><Relationship Type="http://schemas.openxmlformats.org/officeDocument/2006/relationships/slide" Target="/ppt/slides/slide5.xml" Id="Rf3312d48611f416f" /><Relationship Type="http://schemas.openxmlformats.org/officeDocument/2006/relationships/slide" Target="/ppt/slides/slide6.xml" Id="R87275260f144449c" /><Relationship Type="http://schemas.openxmlformats.org/officeDocument/2006/relationships/slide" Target="/ppt/slides/slide7.xml" Id="R62a07bff412241c8" /><Relationship Type="http://schemas.openxmlformats.org/officeDocument/2006/relationships/slide" Target="/ppt/slides/slide8.xml" Id="R8080f3f04efe40bd" /><Relationship Type="http://schemas.openxmlformats.org/officeDocument/2006/relationships/slide" Target="/ppt/slides/slide9.xml" Id="R1336a8ef31b34d6f" /><Relationship Type="http://schemas.openxmlformats.org/officeDocument/2006/relationships/slide" Target="/ppt/slides/slide10.xml" Id="Rfcb309dd58b540b8" /><Relationship Type="http://schemas.openxmlformats.org/officeDocument/2006/relationships/slide" Target="/ppt/slides/slide11.xml" Id="R68937d0f6b48496c" /><Relationship Type="http://schemas.openxmlformats.org/officeDocument/2006/relationships/slide" Target="/ppt/slides/slide12.xml" Id="R066d8271963e4bd5" /><Relationship Type="http://schemas.openxmlformats.org/officeDocument/2006/relationships/slide" Target="/ppt/slides/slide13.xml" Id="R8647b11697e84cf8" /><Relationship Type="http://schemas.openxmlformats.org/officeDocument/2006/relationships/slide" Target="/ppt/slides/slide14.xml" Id="R24aa803748974ae3" /><Relationship Type="http://schemas.openxmlformats.org/officeDocument/2006/relationships/slide" Target="/ppt/slides/slide15.xml" Id="R186744361f9e46c6" /><Relationship Type="http://schemas.openxmlformats.org/officeDocument/2006/relationships/slide" Target="/ppt/slides/slide16.xml" Id="R2488471dbd43464f" /><Relationship Type="http://schemas.openxmlformats.org/officeDocument/2006/relationships/slide" Target="/ppt/slides/slide17.xml" Id="R8b89d22009604c1a" /><Relationship Type="http://schemas.openxmlformats.org/officeDocument/2006/relationships/slide" Target="/ppt/slides/slide18.xml" Id="R5cbe1ddddc794920" /><Relationship Type="http://schemas.openxmlformats.org/officeDocument/2006/relationships/slide" Target="/ppt/slides/slide19.xml" Id="R447a0514697046a7" /><Relationship Type="http://schemas.openxmlformats.org/officeDocument/2006/relationships/slide" Target="/ppt/slides/slide20.xml" Id="R8a9867a510484899" /><Relationship Type="http://schemas.openxmlformats.org/officeDocument/2006/relationships/slide" Target="/ppt/slides/slide21.xml" Id="Re63f8703c3a741b7" /><Relationship Type="http://schemas.openxmlformats.org/officeDocument/2006/relationships/slide" Target="/ppt/slides/slide22.xml" Id="R04eff691a1fc4607" /><Relationship Type="http://schemas.openxmlformats.org/officeDocument/2006/relationships/slide" Target="/ppt/slides/slide23.xml" Id="Rcf0366e6c11f45ef" /><Relationship Type="http://schemas.openxmlformats.org/officeDocument/2006/relationships/slide" Target="/ppt/slides/slide24.xml" Id="Rb304eb185b294449" /><Relationship Type="http://schemas.openxmlformats.org/officeDocument/2006/relationships/slide" Target="/ppt/slides/slide25.xml" Id="R390d1b728b4141cd" /><Relationship Type="http://schemas.openxmlformats.org/officeDocument/2006/relationships/slide" Target="/ppt/slides/slide26.xml" Id="R814e142179a74729" /><Relationship Type="http://schemas.openxmlformats.org/officeDocument/2006/relationships/slide" Target="/ppt/slides/slide27.xml" Id="R57b072f22cf44ee8" /><Relationship Type="http://schemas.openxmlformats.org/officeDocument/2006/relationships/slide" Target="/ppt/slides/slide28.xml" Id="R85fa03e6453e473d" /><Relationship Type="http://schemas.openxmlformats.org/officeDocument/2006/relationships/slide" Target="/ppt/slides/slide29.xml" Id="R8917432af13a4daa" /><Relationship Type="http://schemas.openxmlformats.org/officeDocument/2006/relationships/slide" Target="/ppt/slides/slide30.xml" Id="R2a77c31be11a4621" /><Relationship Type="http://schemas.openxmlformats.org/officeDocument/2006/relationships/slide" Target="/ppt/slides/slide31.xml" Id="R2c101ac0b3ec495d" /><Relationship Type="http://schemas.openxmlformats.org/officeDocument/2006/relationships/slide" Target="/ppt/slides/slide32.xml" Id="R982396da7ab64f49" /><Relationship Type="http://schemas.openxmlformats.org/officeDocument/2006/relationships/slide" Target="/ppt/slides/slide33.xml" Id="Rd996bb605b6c4900" /><Relationship Type="http://schemas.openxmlformats.org/officeDocument/2006/relationships/slide" Target="/ppt/slides/slide34.xml" Id="R22bc2a5ae2164d28" /><Relationship Type="http://schemas.openxmlformats.org/officeDocument/2006/relationships/slide" Target="/ppt/slides/slide35.xml" Id="R67aa81bbf1694ec0" /><Relationship Type="http://schemas.openxmlformats.org/officeDocument/2006/relationships/slide" Target="/ppt/slides/slide36.xml" Id="Reccc5504903343c9" /><Relationship Type="http://schemas.openxmlformats.org/officeDocument/2006/relationships/slide" Target="/ppt/slides/slide37.xml" Id="R7226bbb02c514d2f" /><Relationship Type="http://schemas.openxmlformats.org/officeDocument/2006/relationships/slide" Target="/ppt/slides/slide38.xml" Id="R26d54161c40c4ca7" /><Relationship Type="http://schemas.openxmlformats.org/officeDocument/2006/relationships/slide" Target="/ppt/slides/slide39.xml" Id="R01bc577cb6c4410c" /><Relationship Type="http://schemas.openxmlformats.org/officeDocument/2006/relationships/slide" Target="/ppt/slides/slide40.xml" Id="Rec6a27c2579749d5" /><Relationship Type="http://schemas.openxmlformats.org/officeDocument/2006/relationships/slide" Target="/ppt/slides/slide41.xml" Id="Re682af4ffffd4404" /><Relationship Type="http://schemas.openxmlformats.org/officeDocument/2006/relationships/slide" Target="/ppt/slides/slide42.xml" Id="R6c6033631964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11951e5b7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5aebb35544fcb" /><Relationship Type="http://schemas.openxmlformats.org/officeDocument/2006/relationships/notesMaster" Target="/ppt/notesMasters/notesMaster1.xml" Id="R7cf49a006f47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018ba36894e9e" /><Relationship Type="http://schemas.openxmlformats.org/officeDocument/2006/relationships/notesMaster" Target="/ppt/notesMasters/notesMaster1.xml" Id="R93e2ad9aca00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09c68b0074935" /><Relationship Type="http://schemas.openxmlformats.org/officeDocument/2006/relationships/notesMaster" Target="/ppt/notesMasters/notesMaster1.xml" Id="R0739a2ad7a624e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465f84584848ab" /><Relationship Type="http://schemas.openxmlformats.org/officeDocument/2006/relationships/notesMaster" Target="/ppt/notesMasters/notesMaster1.xml" Id="R5e8a6fbbcffe4a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43e4d4a2a4be5" /><Relationship Type="http://schemas.openxmlformats.org/officeDocument/2006/relationships/notesMaster" Target="/ppt/notesMasters/notesMaster1.xml" Id="R23a677e0eb5346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8e088cc57c41ae" /><Relationship Type="http://schemas.openxmlformats.org/officeDocument/2006/relationships/notesMaster" Target="/ppt/notesMasters/notesMaster1.xml" Id="R787e8911994142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43108577d4df0" /><Relationship Type="http://schemas.openxmlformats.org/officeDocument/2006/relationships/notesMaster" Target="/ppt/notesMasters/notesMaster1.xml" Id="R009d560e88cb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08a3d3f0d4d98" /><Relationship Type="http://schemas.openxmlformats.org/officeDocument/2006/relationships/notesMaster" Target="/ppt/notesMasters/notesMaster1.xml" Id="R2c2bbe67d68440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949a28afd4a19" /><Relationship Type="http://schemas.openxmlformats.org/officeDocument/2006/relationships/notesMaster" Target="/ppt/notesMasters/notesMaster1.xml" Id="Rab2b5590147943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7f8ecb557b4faf" /><Relationship Type="http://schemas.openxmlformats.org/officeDocument/2006/relationships/notesMaster" Target="/ppt/notesMasters/notesMaster1.xml" Id="Rcd4dbe16d2a24b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031ba487e6484c" /><Relationship Type="http://schemas.openxmlformats.org/officeDocument/2006/relationships/notesMaster" Target="/ppt/notesMasters/notesMaster1.xml" Id="Ra9b7a137107b46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826e470c5441bf" /><Relationship Type="http://schemas.openxmlformats.org/officeDocument/2006/relationships/notesMaster" Target="/ppt/notesMasters/notesMaster1.xml" Id="R3f8ea6e6405d4f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7bb9d909b747cd" /><Relationship Type="http://schemas.openxmlformats.org/officeDocument/2006/relationships/notesMaster" Target="/ppt/notesMasters/notesMaster1.xml" Id="R61d19f1700b144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f0a5cec5354988" /><Relationship Type="http://schemas.openxmlformats.org/officeDocument/2006/relationships/notesMaster" Target="/ppt/notesMasters/notesMaster1.xml" Id="R7ebd05319f114a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3c08000dc4479e" /><Relationship Type="http://schemas.openxmlformats.org/officeDocument/2006/relationships/notesMaster" Target="/ppt/notesMasters/notesMaster1.xml" Id="R1086a6e451df4d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7e61f42fe348a7" /><Relationship Type="http://schemas.openxmlformats.org/officeDocument/2006/relationships/notesMaster" Target="/ppt/notesMasters/notesMaster1.xml" Id="Rb870e1818f9541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e06dff61da4bca" /><Relationship Type="http://schemas.openxmlformats.org/officeDocument/2006/relationships/notesMaster" Target="/ppt/notesMasters/notesMaster1.xml" Id="Rd93bc5f36bd149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0612ed43eb4ef5" /><Relationship Type="http://schemas.openxmlformats.org/officeDocument/2006/relationships/notesMaster" Target="/ppt/notesMasters/notesMaster1.xml" Id="R9b8e8252856741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b9b416ab1f42eb" /><Relationship Type="http://schemas.openxmlformats.org/officeDocument/2006/relationships/notesMaster" Target="/ppt/notesMasters/notesMaster1.xml" Id="Re5e5e0cef0ed42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6ce6fe223a458b" /><Relationship Type="http://schemas.openxmlformats.org/officeDocument/2006/relationships/notesMaster" Target="/ppt/notesMasters/notesMaster1.xml" Id="R1f31815a57e045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5b6ba8403a469e" /><Relationship Type="http://schemas.openxmlformats.org/officeDocument/2006/relationships/notesMaster" Target="/ppt/notesMasters/notesMaster1.xml" Id="R988da716b4ee45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fe4df182df41a4" /><Relationship Type="http://schemas.openxmlformats.org/officeDocument/2006/relationships/notesMaster" Target="/ppt/notesMasters/notesMaster1.xml" Id="Rab8e93169aa64f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068d76d6c947df" /><Relationship Type="http://schemas.openxmlformats.org/officeDocument/2006/relationships/notesMaster" Target="/ppt/notesMasters/notesMaster1.xml" Id="Rfe8852979eab4b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a2f1ff75a243ec" /><Relationship Type="http://schemas.openxmlformats.org/officeDocument/2006/relationships/notesMaster" Target="/ppt/notesMasters/notesMaster1.xml" Id="R8e9b5475232f448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3383583f894d94" /><Relationship Type="http://schemas.openxmlformats.org/officeDocument/2006/relationships/notesMaster" Target="/ppt/notesMasters/notesMaster1.xml" Id="R3de8a4ea92fd49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e380886de74453" /><Relationship Type="http://schemas.openxmlformats.org/officeDocument/2006/relationships/notesMaster" Target="/ppt/notesMasters/notesMaster1.xml" Id="R72a2a24cd3644f8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dbe25490b74d9c" /><Relationship Type="http://schemas.openxmlformats.org/officeDocument/2006/relationships/notesMaster" Target="/ppt/notesMasters/notesMaster1.xml" Id="R2c115318987641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9935078f804cae" /><Relationship Type="http://schemas.openxmlformats.org/officeDocument/2006/relationships/notesMaster" Target="/ppt/notesMasters/notesMaster1.xml" Id="R8c7d3846e3404cf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78b9ec60064fd4" /><Relationship Type="http://schemas.openxmlformats.org/officeDocument/2006/relationships/notesMaster" Target="/ppt/notesMasters/notesMaster1.xml" Id="R7fb068ef481347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b00613dd8a4165" /><Relationship Type="http://schemas.openxmlformats.org/officeDocument/2006/relationships/notesMaster" Target="/ppt/notesMasters/notesMaster1.xml" Id="R5b426481abbc4aa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5ac96a7426431a" /><Relationship Type="http://schemas.openxmlformats.org/officeDocument/2006/relationships/notesMaster" Target="/ppt/notesMasters/notesMaster1.xml" Id="R21558096123d42f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06cca82ef54a26" /><Relationship Type="http://schemas.openxmlformats.org/officeDocument/2006/relationships/notesMaster" Target="/ppt/notesMasters/notesMaster1.xml" Id="Rb8480ebd0ab44da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d6cb144b30e436b" /><Relationship Type="http://schemas.openxmlformats.org/officeDocument/2006/relationships/notesMaster" Target="/ppt/notesMasters/notesMaster1.xml" Id="R1a060042c0e6448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dcd300e60b4bfa" /><Relationship Type="http://schemas.openxmlformats.org/officeDocument/2006/relationships/notesMaster" Target="/ppt/notesMasters/notesMaster1.xml" Id="Rb021db09ffca44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44fbe5b5b9e4107" /><Relationship Type="http://schemas.openxmlformats.org/officeDocument/2006/relationships/notesMaster" Target="/ppt/notesMasters/notesMaster1.xml" Id="Rfff5c8ed0f764b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b5c8752e9294aad" /><Relationship Type="http://schemas.openxmlformats.org/officeDocument/2006/relationships/notesMaster" Target="/ppt/notesMasters/notesMaster1.xml" Id="R0bcaadcd6e5542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8d7df55b8f42b3" /><Relationship Type="http://schemas.openxmlformats.org/officeDocument/2006/relationships/notesMaster" Target="/ppt/notesMasters/notesMaster1.xml" Id="Ref14b69be812440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15337fea208471c" /><Relationship Type="http://schemas.openxmlformats.org/officeDocument/2006/relationships/notesMaster" Target="/ppt/notesMasters/notesMaster1.xml" Id="R32aa66bbda0548d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0d2c2c449e644d1" /><Relationship Type="http://schemas.openxmlformats.org/officeDocument/2006/relationships/notesMaster" Target="/ppt/notesMasters/notesMaster1.xml" Id="Re0b247e428194b1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9558e1c94e44f2" /><Relationship Type="http://schemas.openxmlformats.org/officeDocument/2006/relationships/notesMaster" Target="/ppt/notesMasters/notesMaster1.xml" Id="R8e8254f5b4cb40d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311c982a9304be4" /><Relationship Type="http://schemas.openxmlformats.org/officeDocument/2006/relationships/notesMaster" Target="/ppt/notesMasters/notesMaster1.xml" Id="R40186b31dd824ce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1cc1574c2794b5a" /><Relationship Type="http://schemas.openxmlformats.org/officeDocument/2006/relationships/notesMaster" Target="/ppt/notesMasters/notesMaster1.xml" Id="R3e4ac671b74c41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a298d8dc84d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15cdd4245407e" /><Relationship Type="http://schemas.openxmlformats.org/officeDocument/2006/relationships/slideLayout" Target="/ppt/slideLayouts/slideLayout1.xml" Id="R100e5b1fa181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e5b1fa181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e06000f0c4ab9" /><Relationship Type="http://schemas.openxmlformats.org/officeDocument/2006/relationships/notesSlide" Target="/ppt/notesSlides/notesSlide1.xml" Id="R7473327fcaf9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d6e4fafc42e7" /><Relationship Type="http://schemas.openxmlformats.org/officeDocument/2006/relationships/notesSlide" Target="/ppt/notesSlides/notesSlide2.xml" Id="Rfa2bf5ab4d28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582aa113a49d6" /><Relationship Type="http://schemas.openxmlformats.org/officeDocument/2006/relationships/notesSlide" Target="/ppt/notesSlides/notesSlide3.xml" Id="R83e0a784aaa445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04bc232f4cd5" /><Relationship Type="http://schemas.openxmlformats.org/officeDocument/2006/relationships/notesSlide" Target="/ppt/notesSlides/notesSlide4.xml" Id="R8a34d4e2d09b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9939bf74b4679" /><Relationship Type="http://schemas.openxmlformats.org/officeDocument/2006/relationships/notesSlide" Target="/ppt/notesSlides/notesSlide5.xml" Id="R27687ecf9ea24e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7e1b49b8840df" /><Relationship Type="http://schemas.openxmlformats.org/officeDocument/2006/relationships/notesSlide" Target="/ppt/notesSlides/notesSlide6.xml" Id="R2060dff782a243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b451cf84b4c6f" /><Relationship Type="http://schemas.openxmlformats.org/officeDocument/2006/relationships/notesSlide" Target="/ppt/notesSlides/notesSlide7.xml" Id="R4f87a08f8a2f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067c8bb244f60" /><Relationship Type="http://schemas.openxmlformats.org/officeDocument/2006/relationships/notesSlide" Target="/ppt/notesSlides/notesSlide8.xml" Id="R45177e18f91649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8412569cf4dfd" /><Relationship Type="http://schemas.openxmlformats.org/officeDocument/2006/relationships/notesSlide" Target="/ppt/notesSlides/notesSlide9.xml" Id="Rb1f2d2bc961b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4f07c36144fcd" /><Relationship Type="http://schemas.openxmlformats.org/officeDocument/2006/relationships/notesSlide" Target="/ppt/notesSlides/notesSlide10.xml" Id="Rc5c5bdbedeb445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3554dc15427c" /><Relationship Type="http://schemas.openxmlformats.org/officeDocument/2006/relationships/notesSlide" Target="/ppt/notesSlides/notesSlide11.xml" Id="Rab944d47e47942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831607d144c4" /><Relationship Type="http://schemas.openxmlformats.org/officeDocument/2006/relationships/notesSlide" Target="/ppt/notesSlides/notesSlide12.xml" Id="R4fb427116bda4f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3ba44a8fa40ad" /><Relationship Type="http://schemas.openxmlformats.org/officeDocument/2006/relationships/notesSlide" Target="/ppt/notesSlides/notesSlide13.xml" Id="R3d075d7cfcca4a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11e6f14e24ec3" /><Relationship Type="http://schemas.openxmlformats.org/officeDocument/2006/relationships/notesSlide" Target="/ppt/notesSlides/notesSlide14.xml" Id="R6d3571534d6a43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6ec4d2a39452d" /><Relationship Type="http://schemas.openxmlformats.org/officeDocument/2006/relationships/notesSlide" Target="/ppt/notesSlides/notesSlide15.xml" Id="R4f5db28754b34c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9b11ccb5f4c49" /><Relationship Type="http://schemas.openxmlformats.org/officeDocument/2006/relationships/notesSlide" Target="/ppt/notesSlides/notesSlide16.xml" Id="Rdfe462d9acea4d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7b29026bc4b3c" /><Relationship Type="http://schemas.openxmlformats.org/officeDocument/2006/relationships/notesSlide" Target="/ppt/notesSlides/notesSlide17.xml" Id="Rf330af31d0ec4d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cca61219240a4" /><Relationship Type="http://schemas.openxmlformats.org/officeDocument/2006/relationships/notesSlide" Target="/ppt/notesSlides/notesSlide18.xml" Id="Rc6919fffcc1a4d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2e7f713e94c72" /><Relationship Type="http://schemas.openxmlformats.org/officeDocument/2006/relationships/notesSlide" Target="/ppt/notesSlides/notesSlide19.xml" Id="R6ecc6e09f71843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33b37d9774ab4" /><Relationship Type="http://schemas.openxmlformats.org/officeDocument/2006/relationships/notesSlide" Target="/ppt/notesSlides/notesSlide20.xml" Id="R08b3c172df4744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d821b69634a62" /><Relationship Type="http://schemas.openxmlformats.org/officeDocument/2006/relationships/notesSlide" Target="/ppt/notesSlides/notesSlide21.xml" Id="R7a87dea0657941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3dff727e4a71" /><Relationship Type="http://schemas.openxmlformats.org/officeDocument/2006/relationships/notesSlide" Target="/ppt/notesSlides/notesSlide22.xml" Id="R3eba7b55cbbe42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05b19800d4183" /><Relationship Type="http://schemas.openxmlformats.org/officeDocument/2006/relationships/notesSlide" Target="/ppt/notesSlides/notesSlide23.xml" Id="R670e565cae5644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af23c79c4f18" /><Relationship Type="http://schemas.openxmlformats.org/officeDocument/2006/relationships/notesSlide" Target="/ppt/notesSlides/notesSlide24.xml" Id="R88f48fca657141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026d8cc544498" /><Relationship Type="http://schemas.openxmlformats.org/officeDocument/2006/relationships/notesSlide" Target="/ppt/notesSlides/notesSlide25.xml" Id="Rd515b01fd4b94c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469ad2b74238" /><Relationship Type="http://schemas.openxmlformats.org/officeDocument/2006/relationships/notesSlide" Target="/ppt/notesSlides/notesSlide26.xml" Id="R0ef43a4f0aca45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d1dede4c5455d" /><Relationship Type="http://schemas.openxmlformats.org/officeDocument/2006/relationships/notesSlide" Target="/ppt/notesSlides/notesSlide27.xml" Id="R544a032488cf4e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2dd9454ae48f3" /><Relationship Type="http://schemas.openxmlformats.org/officeDocument/2006/relationships/notesSlide" Target="/ppt/notesSlides/notesSlide28.xml" Id="R9c382f6d928c47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2ba6d57eb4669" /><Relationship Type="http://schemas.openxmlformats.org/officeDocument/2006/relationships/notesSlide" Target="/ppt/notesSlides/notesSlide29.xml" Id="R64099be9741b4e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67ac2c24545fc" /><Relationship Type="http://schemas.openxmlformats.org/officeDocument/2006/relationships/notesSlide" Target="/ppt/notesSlides/notesSlide30.xml" Id="R4ca89ccbb1e640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cb78d78254cd2" /><Relationship Type="http://schemas.openxmlformats.org/officeDocument/2006/relationships/notesSlide" Target="/ppt/notesSlides/notesSlide31.xml" Id="R7891d684e38a47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c0f3f9acd4a8c" /><Relationship Type="http://schemas.openxmlformats.org/officeDocument/2006/relationships/notesSlide" Target="/ppt/notesSlides/notesSlide32.xml" Id="R140845990c9c422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1d1d35bea4768" /><Relationship Type="http://schemas.openxmlformats.org/officeDocument/2006/relationships/notesSlide" Target="/ppt/notesSlides/notesSlide33.xml" Id="R97a969b6690c43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9ff6e896e4f98" /><Relationship Type="http://schemas.openxmlformats.org/officeDocument/2006/relationships/notesSlide" Target="/ppt/notesSlides/notesSlide34.xml" Id="R1cecd0dd3a32448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3234506d64594" /><Relationship Type="http://schemas.openxmlformats.org/officeDocument/2006/relationships/notesSlide" Target="/ppt/notesSlides/notesSlide35.xml" Id="Recd7ec6b4ffc41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4b1db7d874976" /><Relationship Type="http://schemas.openxmlformats.org/officeDocument/2006/relationships/notesSlide" Target="/ppt/notesSlides/notesSlide36.xml" Id="R48eaa6e9cee4434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0240dbd046b5" /><Relationship Type="http://schemas.openxmlformats.org/officeDocument/2006/relationships/notesSlide" Target="/ppt/notesSlides/notesSlide37.xml" Id="R0ec3083c810a4b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c233ec0fc4b47" /><Relationship Type="http://schemas.openxmlformats.org/officeDocument/2006/relationships/notesSlide" Target="/ppt/notesSlides/notesSlide38.xml" Id="R487dfee9dfc14eb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4bd65fe5d48f9" /><Relationship Type="http://schemas.openxmlformats.org/officeDocument/2006/relationships/notesSlide" Target="/ppt/notesSlides/notesSlide39.xml" Id="Rd64071183f7a41a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2e85b56a94b7d" /><Relationship Type="http://schemas.openxmlformats.org/officeDocument/2006/relationships/notesSlide" Target="/ppt/notesSlides/notesSlide40.xml" Id="Rda081a6b6c394de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a3a99d71449b5" /><Relationship Type="http://schemas.openxmlformats.org/officeDocument/2006/relationships/notesSlide" Target="/ppt/notesSlides/notesSlide41.xml" Id="R435de79e33c847b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80e2e0b6445e0" /><Relationship Type="http://schemas.openxmlformats.org/officeDocument/2006/relationships/notesSlide" Target="/ppt/notesSlides/notesSlide42.xml" Id="R0a49908239264b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D3575-6375-46B1-983D-B566484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5C377-0102-4F76-9F1B-EE03E17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6B6E2-5184-4A64-8861-45ED2C5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7E299-7EBD-4918-ABE9-EE4C931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F7A60-FDDD-43AF-8036-32059A9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96AFF-898A-4DF8-A619-8DEEBC04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CA5BE-6B9D-433D-A9D9-246CB82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DB2E9-148E-4BA6-AC9A-0F104B25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FEEFE-9C40-4B89-A287-F1A4043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E3836-CDCD-45FC-96EB-F0276001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036CA-E524-40FC-BDCB-34E8778C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37AEC-6753-4265-AC58-959046B2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43265-2F27-4A60-81F7-33B941CF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58391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3DDD7-69BC-44EE-B507-DD23869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45A44-1BEE-46E0-827D-691074C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A63D1-1648-414A-936A-2CE4034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34AD3-17BD-4D68-8DBC-2B32BCD3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6F12-2E3A-44EB-B4E6-4740AFFE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CA7C0-B43D-4FA9-9C5F-5D298C2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7EEB9-E9FD-4CE3-A785-6ABBFE1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02F0C-C0D1-47CA-A5FE-69293BF6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9962F-AA5C-4D26-9F07-27C7DD08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754EE-307F-4614-B8D1-9A277F6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20C46-C246-4C50-B48D-DDE8C6CA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FE8EB-D0A2-478F-B28A-DDB56B4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CE0E0-9D70-4181-A926-33F095E1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4B998-691D-4436-8AA8-0CCA130B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A1B95-16B7-48AE-A465-7DC5EE36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42353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7D5F5-4C8F-40E6-AF6C-BA6B885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EB9A-BE76-4AE7-89D6-ED67FB28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6A891-2D5C-491F-8475-CA679EF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1C4CF-10AC-4C07-A065-8DD512C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27D49-ADED-48F8-9ADA-7F9B03DF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B213-EA95-4A8D-BB58-1F26B09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0BC34-0CC4-4AE8-B1BB-8A881CC7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FFAE5-C74A-4F18-99D1-0086556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11046-0B7B-4207-B1A8-F1545BF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A3395-4C0A-4763-B85D-CB09C75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767C3-E0D0-4A1F-8AB6-A5741B01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D8838-7F65-4EF8-9FEE-83480B56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DBFCD-D415-4A83-94F0-07CB24DF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9607C-CE2E-4D76-B42B-5317BE1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20702-8A8B-43EE-93A7-5B6E68A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C0FFA-E2BA-49CC-BF3F-2F0BE3C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86632-05BB-445A-BFD8-2CC3547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1E91D-201F-4F87-9B60-F359178E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Commands and creation of Lines, coordinate points, axes,...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CEDF1-E65A-47AF-BB5C-F2A55A0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F01B4-1266-40D8-B1EB-1E52FA4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268BE-6B95-400C-9259-3D09862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A67B8-E2D5-4668-913A-C45E7C8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A85AF-4DF2-43F8-B59D-5783262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92EF5-CCA0-430A-ABD4-2F3C0AF4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56ACB-7619-445A-ADE5-76D9D2F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D34DD-3BFA-4195-8E03-410CCF10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E049E-2915-4F1E-8084-9A559B1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9C13C-A63B-41B3-A179-C7178D6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ADA45-B581-493B-B588-B100875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06EFF-34E4-4EB5-BAF2-39F94933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planes: triangular, square, 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6CCF7-9FFF-45E4-A429-EC766E3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30045-3206-4F22-9001-EFA63053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68374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E55216-B0A7-4911-8799-A921614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EB001-8A1F-4A84-9D03-2CDF742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116FC-8F41-4A4D-A021-6D42F9E4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D27C-F97F-4960-926B-31877A2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31EAE-B309-4F9F-BAEC-0F06D6A4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28112-FBD2-4DF7-836B-B7AC567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1A013-690E-4455-98D0-6849294A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1EFD5-A0BE-4428-A5F9-8EC1929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F76A2-F2D4-4BCD-BD7C-88D76FB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86BB3-B7C2-4EA1-9ACA-DF498C5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38426-080B-4D07-BCE8-AF4E5ADF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128BE-7C53-4371-A5B4-7B5A59B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F3E84-AF28-45AD-96D1-4C3B7998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4F56A-E71F-4375-8B76-1ED4E7B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0AA28-0F13-42CB-A73E-E8216390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28507-E842-494D-BD12-351C5FC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595E1-3245-49B2-9F3C-8090900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Commands and creation of Lines, coordinate points, axes,....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EC402-02F6-41F4-9130-7E3CE16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CDAFC-2CC5-4164-AC2D-6188B918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42500-B175-46AE-B136-15C25D16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75113-5FD1-42B9-A75B-89530B56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3B0E3-17DA-46F8-A8F0-CD2991D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E8474-F4FF-4334-95E3-0B3915A8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334E7-14E5-4B95-8C53-46ED0FD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95795-F46C-479A-BD19-13A552FB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58164-2FB1-429B-B1B2-BB70B40D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38E20-6179-499B-89D3-AC57EB57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92CFA-514D-4FBE-BC68-9FBC53A1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0DBA8-C559-4944-9A98-24E9637E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61310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9FAC6-DA98-4767-B055-99C6148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51121-7CD2-47F2-A642-DEF4DDF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43745-530F-43A6-A8C5-8EAEDFC5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4AC9F-4311-4E22-B568-47363AC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7FB2F-7F7D-47E0-A2EC-A97952EF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9EB11-6ED3-4ADB-80EF-F080663C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2C22-29BF-46D6-8558-F3E680B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9FE9D-36DF-48D8-8C71-21F494A2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77E4F-CF0E-4817-AA80-25742AFE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A5099-06C9-4A4F-AC97-A0E8024A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sketching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5DCC-9569-475B-BBE2-CE00FEA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BCE18-28B0-40B7-94BC-1F288773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F5FE9-F605-452D-8E1C-45E0A6F8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141E7-6C88-486C-8C0B-9EB06D5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CC843-44EA-489C-8E68-980CF0E1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ECF6E-5EEB-402B-88F8-AE0DFFC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84708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4970-E7E1-424B-B454-0DEABAAB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C796A-1EDA-4403-9AE7-FE0D8398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23152-52C4-4DFB-BE06-C2A4EBA4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A5169-8113-4ABA-AAED-3FC3C256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9EF13-DD5D-4488-9D32-A24CB5D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Significance of Engineering drawing, BIS Conventions of Engineering Drawing, Free hand sketching...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8F77-5E32-4B66-BAF6-BD7B0742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Significance of Engineering...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17751-C76B-4B22-96AA-4F4FDD1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CC5F2-E234-4EDD-A7BF-A58413B0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B7136-4C63-45C9-AE83-0EEA58E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2748E-6AAC-4E0C-8E0D-E4FFE57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685AF-A528-4192-A8F5-17335349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C8974-F3AE-4B38-B390-A5BE0B02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18E12-F8FB-407B-AF07-124E5CD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ABEEB-0E06-4FB8-9B61-400E361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780BE-AA6A-4EBE-A88A-DFBEC9D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EDF5C-9428-4F84-8FBF-EF8B3A5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68153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D7B59-DFB4-4B31-A345-44A1D6D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D27F8-C198-44AF-B0E9-3BC3942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95F7-1F4E-40BE-A7A3-2B7FF65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EE14E-5097-4808-B2BB-FA4E5F52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896B8-5D6C-48BC-99A4-593C67E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72245-0621-477E-A0BB-0162C755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76773-FA5E-4443-8048-AABC0E0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50616-6A47-4C61-B6DD-62DD19D5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C612B-41BA-4F01-803E-AC5AA64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DBF55-08D5-4F9A-AE15-2AB21BA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C5969-5762-4220-913B-EC51B861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0EB1C-E109-4C83-B51B-283589BE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609B6-BA26-422D-B3CB-07574EDE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A766-D070-4A3E-986E-2E08E95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89110-2653-49C1-A998-1F0793A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3AC81-C5C2-489D-9E62-D1FC594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9E5A4-EF70-4B79-97BE-F1A1FB4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B0C48-0829-426E-BDBB-2F88420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BD0E1-20E1-4D5E-B85B-CCD566B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7555B-6F72-4540-9C93-6DB9373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0EB19-3A0D-488A-9E56-B672A95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7565E-ED34-4DD3-9356-154FCDA2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5641A-02C6-44E9-9A79-7C5E467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229501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E422B-F5F0-4FF9-ABD5-A74B090D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B872C-8C12-45C0-85E5-52877B0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0160B-D99A-4456-80AE-584849C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BA461-EF46-4E01-B9B1-DAFB4A1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8CBB3-AB29-4F8B-A258-E2D6333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0597-506E-477D-9B7A-D81F3A4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F846D-534F-490B-AA2A-C047ED9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89EA7-BFBD-46BA-BEE2-B166D3F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01E75-7A6B-46C0-9A5E-6860893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DE70C-3CBC-47E9-8EB3-CEFA4AE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8422C-3A4E-4783-A00C-876EDF4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0F893-8852-4067-87D5-93C794E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27765-D6E3-4F93-A398-D568204F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B0539-1E51-45E9-9D50-A617A9F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86795-45BF-40DE-B7A9-DDB11DF5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67550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F8A42-71ED-4CE9-AFC6-09676E09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96036-566F-49E2-8F0E-B1400D4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FEF7D-5CF9-4DEB-BB0C-23E654D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8E4D5-02BC-40F6-9F11-F4567FB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31457-705B-4C01-8B46-4F3F5D24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BA57-389B-4234-97F1-E3E588E8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Significance of Engineering drawing, BIS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1B526-190A-4C49-9645-32EC233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80057-B41B-4029-A604-D71D51F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E4A87-3C18-4617-B33D-0E60EEF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56120-B33A-4F2F-9FC0-AE73C5E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8107-C726-431B-AF15-E19DC7DD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54427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12203-3212-4EA0-9545-93FA07D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2DB78-E9D3-49E3-AA2E-053C210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A3D70-4B71-4D67-9864-A357EC0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3487C-96CB-4A29-BC42-DF48583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FDC93-4683-46C3-8563-4FCD01C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Computer Aided Drafting software, Co -ordinate system and reference planes HP, VP, RPP &amp; LPP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CED6C-2B5D-4A81-AD33-9030EF0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Computer Aided Drafting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9261E-CE7C-405A-BF7A-4649A00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63F39-F610-4B20-9207-6DEBD1F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FFCA2-6526-44BE-976E-DCE0D1CE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420AA-AAE8-49D8-8CAA-A1AEA8C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6D08F-1923-4C89-AF5F-6D3AF0E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03414-3F8F-4D9B-A908-37E8186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5B651-164F-4992-BBFB-3958479B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58CF1-F706-4D7F-BC26-538E6A2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DB94B-E802-4FDB-BFE3-096ACF23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482A-D2A3-430B-BF22-237AAC3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19402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7DDE3-C726-4A83-8FCA-291AA4C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D6827-E32B-4E92-AF29-7A1E3B3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49329-5508-4077-B062-2933890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04AEA-7EA2-47EF-981D-B70BCFA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5E6BC-D762-4F6C-AF06-070975A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DAD42-35C1-4C67-B189-BB1B4CCE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63A64-C36A-4A0E-922F-7BB0294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C8698-93D7-44F1-8170-6A61F82C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CAD76-8707-49E0-BFA1-E0DD5E87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4019E-38F6-49F8-B1BA-FFC8096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E68F7-B525-4AA5-8E09-0984F5DF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A7FBB-6CFB-4483-B8B5-89AEA1BA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D7AB1-B9CB-4192-AD02-C13C8ED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47738-4C66-499C-9C75-351305DA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79C63-4305-4B69-83DB-18FB2AE8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259A-87BC-47F0-B3E6-BE344327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6A6BD-170C-4EB8-A128-6C8AA9DF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07070-5D8B-4E6D-B709-AAE2613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FC87F-57D9-4B13-B815-8C017E21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C2ED3-94F5-4D61-9B8F-5A2533E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47322-4AE7-4B29-9376-56B57C40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DF3E2-A818-43A6-A18B-59FDACC5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E7F5A-6783-4DEE-AA43-2DFF3B6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56025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7E5B4-362D-4FC0-8557-E0E3083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ABC57-172F-4280-9F6E-E38D831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17A86-2C4B-45B7-9720-2B7A78BA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F1B19-4EC1-4AED-BD69-48161E7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C3F13-2665-4704-A4BB-50B7DEF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ECD72-6B2B-4770-BE12-A23214CC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10C79-60B9-4FE1-9DCA-AD9D0ECB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A752-C2BF-49C2-8F9A-1A8E62F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D6984-E07C-4C1C-9B7C-B3E8F52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9480E-5E46-48DE-985D-1E122F8D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4946E-6E91-49FF-8739-71060C72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62B26-ABB7-44C3-90FA-4FE3CC0B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04CAC-CCB4-4FC8-8EDB-30A8E3D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BB49B-5A43-457A-A77B-DEC20FD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6FAA0-7322-40DA-95A0-A1CE0A9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53031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7A3AC-8167-44C2-9156-ECC96C8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27F8-38E0-4F82-BABF-5837905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EDF5C-F002-4115-A7F8-6803BBC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6A30F-2373-4063-B074-4D2693C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2ED0A-BAA3-4D37-B19C-4697D477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A735-A282-46CF-8861-4F5B76BD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Computer Aided Drafting software, Co -ord...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FA1F4-C891-4732-B474-D603BA7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1A232-D7E6-4F2A-8978-89CE79A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55E2B-2D90-489B-9EB1-6A58422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E91F6-A1B8-4F0F-97EE-7608DB1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6B357-ABBC-4F4B-BDA6-BC28E3CD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58266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9247F-8901-4688-BD81-AFFB4D4B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EAE80-EAFC-4C81-94CF-5B862905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2A66-5336-4F1B-96E4-52779F2F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38E12-342E-4897-99C9-F2D8466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AD3F-12AD-4A2B-8212-0874D1CD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E51E3-57DE-4E4E-8EC2-B329D1B6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of drawing sheet size and scale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1910F-AF71-4CB6-8405-4B21D47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14EF9-747A-423C-9F8E-5780E55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10CCB-C9C5-4EA3-A8F8-09F26EF6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A77D3-6A03-4F3F-9BBA-116F65C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E5146-B09F-42A4-A224-F218C7F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A523-DAB3-43C1-AF3D-6CD8DE2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4320C-64C0-4D4D-9EA5-B764C7F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CA7C0-C233-460B-80FB-ECCC2B68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8E135-BF23-4CA0-83DF-4B4C0059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495F4-8ABB-435D-AEAE-CFE5FA64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14134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585B1-627E-4110-8A4F-A9FA8C9A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A0C9-5AEB-4F2F-8FB0-B5424DA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58D5-525F-47E9-9B41-97EEF510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62283-66FE-43ED-A6DD-17A9271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468F8-8E1D-4D93-8D5D-4B384479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F3238-963F-4401-BDB0-B627601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5A521-78CB-47AB-9FF0-169AADE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22DA-0F7F-43DC-82D4-40FD29B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117AE-676F-4964-B8A5-FBDC28A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Selection of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44440-5A5E-480D-B237-354E990D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35A6B-7237-4357-ACAB-6D28048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2ECC-B052-442D-9FDF-E5445B5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Selection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393A5-90A0-4442-AA6B-E84995D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FF5F1-87EF-40F4-9EE0-C98B3E1A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5D0C9-FB0E-4DEB-B765-DDDE75F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Selectio...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EDAEC-ACA4-4BCE-933C-D118D9A6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7AE96-19B7-4EBA-82B8-74DD9D8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05E0B-836B-4C92-B19E-33B0C205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Selection of dra...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A9C40-6F83-4E3A-96D7-89A5DF0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28DD0-5BBA-41F3-9EAD-39BA5126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4EC7C-7DCC-45A3-82B3-B75920D9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Selection of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EC132-D3F6-4D7E-8E58-65D1840C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6A4A8-29DC-4B7A-8BFB-9559955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84147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07A75-8B80-43C9-B243-F02AE80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799CA-BC5F-43CD-8F4B-0CAAB84D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3672F-143F-4634-9EE7-73AE74B2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15E42-6C30-49BF-A85F-E2BF3F3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062A1-F5F6-4AB8-BBF9-722CCFC0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92643-5B16-4388-A1AC-93637A6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EDB8B-24A1-4236-9251-54BF432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516AC-BBAB-4E33-9CE3-636FE3F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EDC5C-1085-4BF2-A5D6-D83C226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C4897-F273-413D-8DE1-661C93D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55747-1AA9-4F6D-A433-A770C62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46819-607D-44BD-80F0-EA745338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B5AF3-7194-4213-ADDD-F1E8A06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47013-22E1-47E0-9C0A-5E2433B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FD67C-F600-4CE4-8E32-E92681C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528268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CAD56-6606-459E-A972-DE8038C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87DB0-DA09-4111-8C6B-F7CCE51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EACD-5CFB-415B-A295-0A31C14D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1AF48-F407-4C24-84E6-CBC6790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175B5-C0B0-4BEF-B9FE-91A386CC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A74A3-02EE-4472-82A0-1932CA2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of drawing sheet size and scale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ECEAF-6956-416E-B1DE-87B01193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3E594-9751-44FF-88A6-48EBAAB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387CE-2E25-4810-8456-50B510A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D63DA-32E8-48E1-B3DF-2C79233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21467-4580-4EE0-8E9A-4548E49B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90375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E5723-49C6-4828-BDB9-73C6FF36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8223B-F22A-49F2-B10D-D30BEC4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70A34-9D47-464E-8D13-4E6893D1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5F16-B5D3-4252-A46C-584B893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9A4A8-A934-48F1-B9B0-002D1171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Commands and creation of Lines, coordinate points, axes, polylines, square, rectang le, polygons, splines, circ...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3270A-6C4C-4B19-A4A3-B25F602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 and creation of Lines, coordinat...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2ACDC-BEA5-4D57-9439-6DE79F2E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E18B-E064-47B4-AF09-FDDA003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9FAB5-0E5F-496D-B5DA-E4BBCCC0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E15FF-B58C-4440-875C-ED912A69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61956-D4F9-46A4-BC04-014FEF22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4D46A-02FE-4590-904E-5A35D512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6C8BC-DF50-4B18-8179-17C348F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7DE87-7BFF-4B74-82FD-71ABFDB5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3D0C0-3E6A-454D-A879-F453232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BDF42-009C-4842-9752-A66E68D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57902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D873E-A625-4E8A-BC37-503F3AD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83559-808E-4B53-AFAF-347D0D78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9E7F9-49D9-4F06-A0E2-FA1F9D0C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83685-49A0-44AF-A313-4605B07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F8447-0E45-4A08-B888-456FE968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D9F55-BC8C-4AE1-8E01-46025B9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95F98-9F5A-4E5C-82B4-F646478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E735E-56E2-4FE7-A145-E0C9C9A4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825C5-B356-4E9A-A1C6-F064C97B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Commands and creat...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0BB00-3427-4CAB-883C-B29D6B5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9A8A2-3822-40FD-8C24-1926A46C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779A7-5E2F-443C-8757-B8AB37C6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Commands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B54F1-FEDD-4A8D-BA91-BC91550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AA63E-AD43-4ACA-BA31-0DC405C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65948-AE2B-4E6C-A729-24D1002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Commands...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53E3B-F9B3-418E-A80E-E8C64AC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91E1F-13B0-4CC1-BADB-8B48820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B678C-D546-4CBA-8E16-C15B189B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Commands and cre...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F3726-5412-4423-A5CE-DE1DBF9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6E3D3-35DD-48D1-B138-65F1B4B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7FB2C-03A9-4930-B2B8-657BEA08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Commands and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2642A-AE42-4F88-AEB9-BF7FAAA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63729-D66F-44EF-A1FD-5D0A3EC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96529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4C2F0-C918-43E8-AFF4-4B829E70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BFD0C-C62F-4AF4-AEAA-9A57D328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25DB-8098-4CE9-B102-A1A694D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A8837-6E8D-4FC6-9CA1-CA001910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EDF48-7FE2-4213-A320-60D8C80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7686-C894-4BC4-88CB-FC6F472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59FBC-FCB5-460A-9F1D-F5AA8D6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4F455-6375-4C73-9542-6D27D24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3E8E9-E791-4765-9ACF-ED67D1BD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CC3AD-7F18-4770-8986-531B6DA6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AC1D6-0274-4CDC-B871-3E0AD830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AE228-D0C1-46F7-93D4-A14DEFC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68A4E-8578-4FD7-80CE-70D8D9C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DF913-2366-40D4-9361-85030136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AC135-11F2-482E-B9A4-E5220101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889215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ABC7D-6CFD-4675-939D-CEF2D1C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92A3-B61F-4FAC-972C-80CD942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F47E3-3D81-4A18-B4A8-76F394D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EED5-A19B-4152-929D-756EAAE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7606F-B149-44E2-9DCB-5C2A2E3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D3F9F-908A-4AB7-8970-E0C60A26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Commands and creation of Lines, coordinate points, axes,...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E57EE-7F7F-427E-B6E6-718AF88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A17D9-F631-4B94-8C18-713CCD0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607C6-66F4-4CF5-8A94-CD648FC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2107B-C866-4A82-80AE-330CD26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3668F-A64E-4D9E-8A00-A20BDF0A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069516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C191E-C651-48AA-A5C2-E478178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47E64-B7FD-4B10-BA52-43CFEF75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5674A-DA73-4BC6-8756-E09978E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58310-4544-4C60-AB28-1B70B7F0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0A8E3-7DE0-4D1C-8431-1B7C18CF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1860C-03D6-4BFB-8B0C-8E1A514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Points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1635F-C1C4-457D-8427-C7BC5429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B527C-7F86-4403-AE4C-820A5C4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9C0AC-0547-4B74-8AA7-6C4CD49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214FF-94A2-4773-8094-EAFB7AE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E47AD-030E-4096-9DF6-381C1C34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58EDE-EF26-464D-B456-93F236AC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C38BE-6FF7-4E1B-957C-7FA38CC0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6EA6D-7E7C-4559-B437-960CA12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9B661-983E-47FB-9FCC-FAFAC7D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E65CD-DD05-42DC-9C08-F6308748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40104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A44DE-83D8-4D0E-B260-C3CF560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2D112-579E-4B3A-AB81-7BEA213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9C890-2F32-4B67-AD7A-7E3F1B2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5D137-C09D-42FD-97BF-D69EE67E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6AD5-1052-449A-A68D-6DC4730F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CF1CE-ED8D-4920-9F19-2AE585FF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04499-DB75-463E-9FE9-16B1FD8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9D630-2EB4-477A-BFB8-EF3513A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EB2E9-9DE5-49A8-A767-CCFD988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38701-0D5E-4FA3-9AFE-CB5A3658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FE866-1701-49E5-BF69-A445860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D71B5-E38B-46B1-8F84-B785342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7A667-BCDD-4D9B-A454-E5B9531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E41D5-14D5-4968-BB09-7F833C3F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032D5-C948-47E9-A847-0511A9CB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84D67-BCF2-47B2-9AB5-4C684A01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29DA7-A1DA-4DF4-8F50-747E5CF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607C9-8D57-4EF4-9248-2022A6AD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9C6B6-295D-446B-98A4-973D95F2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E6229-65B5-4770-AF89-43C525C0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3D672-D79A-412C-9E12-FA22DF5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63E2B-EC25-4540-80D2-4D85193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A9F91-013B-4687-A670-30E336C8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7292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56EC5-4289-42B9-98C7-60D1C8E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6117F-5BEA-4AFB-9840-77418CC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05CE-56F7-4212-98A4-86A5A49D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F04F0-CD60-4E48-9FCB-BBD6FB9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505E8-88B3-4EFF-9F70-F93B31B4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5B449-277A-4E4B-BB0F-A12069C7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24012-539A-47B3-9484-8A1EF61D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C3675-DD37-407E-A799-B32A255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BC122-5376-4BFE-88EF-7F85D44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23EFE-5527-437E-A842-08C33C4B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582F3-770F-402A-A820-302E40D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DAAB2-F978-4A9F-8C03-1E8A4D94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C2CE8-9568-44BE-9216-F950025E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BDB7C-96B7-45EB-BDFE-C2E707F7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D977E-DF3A-42B5-A43A-D76F5EB0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457609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F799D-8F98-4621-8A45-3BBA69F1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12956-50FE-4F04-B15D-D24EBD4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D6AD-9835-40A0-87E7-EA7F667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9DBF-27B1-4D88-9601-1E551956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5FA9F-92A8-400A-9803-CC7569A6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55004-6B3A-4848-8402-62858F4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Points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66AC9-521F-4A61-B267-6E17CB3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C4ED7-7D5B-492B-9AE9-5AC704E1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949D7-A767-45FB-91EB-75EBEAFF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12F66-F3E9-4087-AE42-F90702C9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5A222-7747-4662-82C2-9109E29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358361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9887D-8EB5-4ECF-9397-FB055E4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92315-272D-4DBF-A29B-D6C5119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5EB1A-BF2E-4900-AB19-ECAA37F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8BBC7-8FDD-4447-8234-FA5B666E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EA9C9-2986-40CC-AF83-56C9BEC2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Planes: Introduction to Orthographic projections, Orthographic projections of points in 1st and 3rd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D08EA-1605-420E-BA3D-3785994A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Introduction to Orthographic proj...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D543A-7558-4C23-830E-84F4A8B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6A93C-071A-4448-8866-55B8AA22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939B0-5BD7-4440-A0CC-3E54499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76DE3-CDB2-4875-9FC1-09A7A44E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40221-BF32-430A-91E8-11A0DF1F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8A357-BA6C-47A3-B4AA-DB3AD354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FBB88-8561-4B62-A14D-6AB0E73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B4DB3-0CAC-4919-B92D-65EF2130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F5877-C31C-4970-B444-33BE8A81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1B283-3DEB-400E-947F-2AD0F9B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729940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74626-5695-4D29-9518-58A0A83F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87E77-4A25-4245-9597-A3A3D7DB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3AE37-B0ED-4923-B7E4-8B629820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AFC14-09C5-45C6-ADA2-72208C3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2435D-C4BE-4DD1-A394-6FF4537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E3C16-C8A0-4BFD-BCA5-2E7E5EF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37732-9F60-433C-A922-604844F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622AD-13BE-4D2B-99B7-F17A1876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16C1C-054E-4EC1-8E0C-0BB59B9E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Planes: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02485-CAB5-4A59-9CA5-D4CBDBC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1F80-2941-46D4-9953-2D1C817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52A08-7C38-4ECD-8484-9723727B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Planes: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EA482-431C-4665-A55E-F8886BE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6F4A2-EEA1-4385-BFCB-8C5A3373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78C2C-DE2A-47C4-8F09-544EB65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Planes:...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5F8E3-1BC3-473F-B5DE-68D5356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92048-C73E-4871-B0FE-5594F9A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3276E-08C5-42C9-86D8-FB45838D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Planes: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21879-78FE-40EE-B4EC-F5971D2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43157-61B3-422B-B9C4-45C970E4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3D331-A872-4EB4-BDB1-CD25BB5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Planes: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805FC-E795-43B9-B683-9A6DA1A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B9C83-D3F6-40D3-AAE6-5C227C4E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498366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26655-5735-4240-9353-F4D9087F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9580F-8BE8-426C-9570-4C3D4D5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F55E8-709C-4AF0-8D1D-D688722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114F-22DC-456F-93B7-7020DE5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34E91-CAD4-4E22-9D54-2BF7D224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29C0F-C19C-4358-8A27-DA59673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2DBB4-7FA9-48E2-9C92-E0018A23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E309F-E283-4101-81BA-A6870D7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6F5D8-446D-4A5A-853E-B20AC4F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261D1-3A00-4249-8348-32A640B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FC324-C265-4215-82B1-088C3CD0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D87DA-FF70-43A0-A349-41086BB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B4FA4-DB7D-4CBC-B1A7-0B50271E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A0F4F-DE59-4AF6-9E41-55ABE5FC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90475-6A39-4675-80BB-0D0092E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928383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AD237-A6F0-4436-B7DE-37920B4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9653A-64E8-4AB1-8B94-9D000E4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467CC-BFD0-4BE3-849D-3EB2F780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7F167-3711-4D15-B92D-24A0C95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B9308-40BB-48D7-B58F-C711882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8FA3F-A479-4CEA-AA27-2497C22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Planes: Introduction to Orthographic projections, Orthogr...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30CB8-5D2D-4B38-AAB1-2902B66E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197B5-D649-4E5B-A076-A21FFFF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D254E-D669-4F51-BCEE-BF457004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12BD1-64A6-4F5C-9927-E39408F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F6A72-270B-4D1B-B1BC-B6BE3F0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284438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65450-426A-4741-B51C-F38B25C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AEC8A-6369-4EC2-BC61-16FF7A3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4C5B1-1FEE-42E5-A0D0-33E5952B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9697B-1C44-4D2F-8AD5-97D893A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AAA7A-B550-4F17-97CF-74ECF56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lines (Placed in First quadrant only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8848-3F86-40C3-882B-B819458F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lines (Placed...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57330-000E-4B6B-B30E-C25C4BF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3BA06-5E1D-4E4E-8004-F941DB9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AC842-0B7C-486E-978A-68FD809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3C173-6CEC-41F6-B1A7-E9F2704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177F0-5124-4108-ACF5-21E6AEC5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404AB-CC86-4BAB-8878-95B66B39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F2EEA-DEE4-4653-B65E-8F85D71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FB187-0062-4108-8524-28DAE2E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B2CA0-03DE-49ED-93DE-4784072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8004F-3018-4CDA-8A38-7FD5ED23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553718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4A5B7-0B1D-406F-8EC8-241CFF4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679C0-1811-4D8F-A5AB-2133B436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E6D20-978D-49DD-98A8-5FFED459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F871E-3EA8-4E85-96AB-5A1F668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B9F4C-3DA1-46E7-BFFC-8327FE91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71FF8-30F1-40A4-9322-1B3E31E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F2467-A2F2-471D-A273-DC02243A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C4FF6-9E9D-4385-AE0E-D7C38C27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14B21-75B0-4F4A-A9E8-B4043EF1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7C25F-6DF7-4F90-8D19-67807A2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4AE49-6F87-45EE-BAA8-84DC91B8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603F9-7D28-48C1-A988-F11216E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4612F-7841-44CB-A84C-645A1FE6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2C4CB-BEF4-4027-A253-BE5D3CF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A1C34-52CF-4634-8D1C-ED707B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103A9-3EFE-40A5-BE46-D1290650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3B973-D4A4-419F-A386-0993FD1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459B5-C828-4FFF-97D9-122D2E4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2C55E-0BBC-4846-BEDA-70345452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36A36-463F-4738-8173-40586D7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EAA60-1489-4599-9B8C-1F84D19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82890-8B25-4221-B2FD-A04EEB7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3F718-0441-43D9-A749-541EAE9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543010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4D785-B71F-4658-BD6C-9489CD46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60178-E16C-4A9B-9651-76D2E3B8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3F70B-B4B2-4FBD-BE9C-6A1C6B8B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FBB26-3819-47D2-AED7-2F01A49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5FBFB-E50E-4D76-8DE3-519D111F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3020B-4AC4-43D5-93A0-D3C8FCB2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CF07-A9CE-4270-9DB5-A6543F2D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61755-5344-49A0-B05E-2339FCA7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FF404-ACE6-491F-855D-E6C977FA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FACD3-AA5C-4742-B895-239162C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40D71-6F27-4411-9664-4E78F504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BF681-39BA-4993-A0C5-520F45AF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C70E9-EE08-4C71-A96B-76E692C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7EC7C-AFE5-4FD2-8FC8-E1BE7CD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4105F-DA10-479E-8B0D-A3D7383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594601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124DE-410A-4F7A-8095-5FC0DFF6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53F2D-289D-4672-B310-B7DE286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0EDC4-F031-49D5-9D21-2937FDA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95F09-137C-4770-92E3-E676B40E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7E03-4D9F-4CEB-9734-5D0FA54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AC7CB-0E71-4A2A-8F5B-C8F2FFB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lines (Placed in First quadra...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F579C-750B-4268-BAC4-911CD23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FC491-F34E-4124-9978-A41EBA8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8F56C-66E1-4E34-BDA8-54B88D31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3310B-B296-4EA0-9C6A-AE910E19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9E116-AB0F-4AD6-A3D1-D2ABBA0F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236917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FEA36-8BAF-4856-B1A7-4E35CFCE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5C42D-BC4D-4A85-A86B-D8B3143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0C671-53D7-4E2B-AD04-5F103AC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63E1A-5E2A-4869-8DD3-45A8625A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70BBC-00F0-45CA-972F-BDCBF99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planes: triangular, square, rectangular, pentagonal, hexagonal and circular lamina...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56D3C-3587-475C-954D-8F51566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planes: trian...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B3CBE-FAF3-491A-94E5-C22A7BD3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C3F21-2FEA-4F98-9FE3-D4B2955B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A82AD-C398-4075-B77B-2A4D3A9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7C982-AC93-4791-8A6A-C44FCF2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39C92-85DE-4FDC-9D22-F9A9E78F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17D66-7096-4BA6-859C-B02EA4D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7483F-4A6A-4A28-8807-DBFC383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AA482-FFBB-443F-BED3-68F51FFB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BD7BE-5BA1-41D7-B575-87561840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5A9B0-EBD6-449F-890D-0D95C670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06560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41C2F-C151-41C5-BD24-7583EA6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B9E5E-0254-4F4B-8BA3-D24AD1CE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3F8CE-343F-4857-B112-B66324D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2F3F-4F45-4972-AE13-0EDA97B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40D33-563E-43AD-8205-57AF85D6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FBC2A-03B8-47A1-9BA1-1C04A424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4ABD1-CCE8-486C-8356-C8FD7E4E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D0DCC-06F1-4C91-97E0-D6029FD6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8BFB8-326E-43E1-B10D-D075819E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B22C3-25DB-4CAA-8078-4982641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6CFB-14F8-4AFF-9195-5DC1967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C7A75-9FF5-4CC6-B1BB-20DCA99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F0FB1-94DE-4438-925E-A44679AF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3A7D9-14D4-48F0-B271-4689311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3A97A-751A-4396-9911-333E412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FFA9B-C7FD-4B00-B54B-208D7C5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31724-885F-446F-BD38-12A4990E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3541F-2E9A-492E-AF5D-2B32A20C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1E24E-C4FF-4FFD-86B1-B6833427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82694-2E04-4E99-ACE2-A520902E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947ED-4054-48AB-9C4E-044D7F9B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838A2-E566-41EA-8A39-34FBE4F7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089BB-3321-4BAD-BCBC-7A15FCEE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656495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52253-FA01-4892-9529-CF80A03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516FA-EF77-4451-B836-E11BC460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26DD-0A2F-40D3-A921-F6AEAB4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73D2C-6FBA-4E1E-8252-CF235A7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BF8F7-4E12-4980-BB24-4A0DD1F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49A5D-ED08-4C94-A784-BADC2D39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B3E54-6D08-4D84-83BF-902EED88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86BA-3FD0-44FC-8192-F29CF401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957EA-4D3B-4494-A935-3C12D320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E1C2E-9FAF-4F0C-8B49-30BCF260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80CD4-B546-49B9-91EF-47437E9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2E44F-5FEA-4AAD-A825-8053868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1433-15DB-48AD-9781-38784BF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BF4F5-351B-4738-8776-C1BC733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87D44-3328-415A-9C63-56AEEA5D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326935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A779-F992-47A7-87B3-D0DC4FC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F1E14-A8A6-486D-9A6B-1C7209B4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AF0F-75E9-46C7-837E-1C9217A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59175-081C-49F2-A2DF-038B204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56FDF-2B04-4A9E-B86F-D3CA819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CFCF6-3F02-40FD-BB7A-9E38015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planes: triangular, square,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377C5-C778-4703-A2FD-8BB2E713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03FE4-025A-4851-BBA9-111E7A0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76FB2-3072-4605-9F40-AB0A233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E61E-4CBB-48EC-BD11-BF1137F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43F3-66B6-42DF-B088-4A51E37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481890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79E5B-D112-460E-930A-5E96F0D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7A7EB-2941-4432-B28B-6D7A8D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9DE1-BB58-48B9-B15E-1EAEF50F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DDD6E-D257-4182-8571-687FE3AF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00B0D-83D3-4925-BF1E-1CF8AD88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79CA8-CA2A-4698-AEDA-5C5804A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940012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DF6B3-EA06-422A-8566-E648BC8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E2D29-25B4-4E60-A4D5-F0620C09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B978-FA58-4904-8A8A-86F79DDB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3A2E6-37F9-4615-8CC1-CD31F3C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5B9AE-8F43-44E3-8D5A-97ABCBB9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F3EC9-7E24-497A-84BD-2810537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06591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F9758-CC84-4C6A-BA10-FF21B59E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48034-B8E9-4B71-B1A3-4F1BF46C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8AB82-51A3-4BEC-8F06-CA790809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13808-50F9-450B-8855-2307DC4F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2130B-915C-4F91-A2BD-D6AF64A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0846E-0130-4780-81E3-BE6A974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713786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C8AC8-BE5E-44B1-B8E0-5F2BE3E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EBD01-EB38-459C-A7C1-D200E1E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26E18-E40D-42E3-8EC2-B2B73E35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85F4A-A0DD-4F04-BC0D-86CE8175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BC02E-98E9-4695-9EB5-80CAD30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09F24-DFAA-4CBB-BD5F-39AFE34A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4439546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987D9-E10D-4B26-93A7-546A980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4F02A-666C-4F0D-B41D-98B87124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37A24-6F48-496D-893C-EAC9702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738B0-3F98-4DD1-B27F-98FD244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385AC-F1E3-4849-BDD9-ECEBA6E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Significance of Engineering drawing, BIS Conventions of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Computer Aided Drafting software, Co -ordinate system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Selection of drawing sheet size and scale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Commands and creation of Lines, coordinate points, axes, polylines, squ...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Orthographic Projections of Points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431BC-1D6F-48C6-BF26-CDAC6BE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AE6AE-1A3F-494C-BA92-060BFB2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0CDD-FAF5-4B24-8CA2-AAC8C6B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8254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2026-08-24T16:02:24.1740000Z</dcterms:created>
  <dcterms:modified xsi:type="dcterms:W3CDTF">2026-08-24T16:02:24.1740000Z</dcterms:modified>
</coreProperties>
</file>