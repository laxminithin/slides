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3953df946d454d" /><Relationship Type="http://schemas.openxmlformats.org/officeDocument/2006/relationships/extended-properties" Target="/docProps/app.xml" Id="R83945299f7af45b6" /><Relationship Type="http://schemas.openxmlformats.org/officeDocument/2006/relationships/officeDocument" Target="/ppt/presentation.xml" Id="R06271551ede94c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011e7dec854bbc"/>
  </p:sldMasterIdLst>
  <p:notesMasterIdLst>
    <p:notesMasterId xmlns:r="http://schemas.openxmlformats.org/officeDocument/2006/relationships" r:id="Ref647860a34347fa"/>
  </p:notesMasterIdLst>
  <p:sldIdLst>
    <p:sldId xmlns:r="http://schemas.openxmlformats.org/officeDocument/2006/relationships" id="256" r:id="R450b205a345545eb"/>
    <p:sldId xmlns:r="http://schemas.openxmlformats.org/officeDocument/2006/relationships" id="257" r:id="R50e330c9e79c4973"/>
    <p:sldId xmlns:r="http://schemas.openxmlformats.org/officeDocument/2006/relationships" id="258" r:id="Rc4fefddb17b74a97"/>
    <p:sldId xmlns:r="http://schemas.openxmlformats.org/officeDocument/2006/relationships" id="259" r:id="R0e0f064bbb5e4601"/>
    <p:sldId xmlns:r="http://schemas.openxmlformats.org/officeDocument/2006/relationships" id="260" r:id="R71efee1679f640a5"/>
    <p:sldId xmlns:r="http://schemas.openxmlformats.org/officeDocument/2006/relationships" id="261" r:id="Rcbea90d5332f4612"/>
    <p:sldId xmlns:r="http://schemas.openxmlformats.org/officeDocument/2006/relationships" id="262" r:id="Rde2a4ecc091348e6"/>
    <p:sldId xmlns:r="http://schemas.openxmlformats.org/officeDocument/2006/relationships" id="263" r:id="R5dd28cdbfccf4b3d"/>
    <p:sldId xmlns:r="http://schemas.openxmlformats.org/officeDocument/2006/relationships" id="264" r:id="R3e8682ec451d4d03"/>
    <p:sldId xmlns:r="http://schemas.openxmlformats.org/officeDocument/2006/relationships" id="265" r:id="R42b9d3332a614b1d"/>
    <p:sldId xmlns:r="http://schemas.openxmlformats.org/officeDocument/2006/relationships" id="266" r:id="Rd0684f77977f4057"/>
    <p:sldId xmlns:r="http://schemas.openxmlformats.org/officeDocument/2006/relationships" id="267" r:id="R5d53c4dd4b194ce2"/>
    <p:sldId xmlns:r="http://schemas.openxmlformats.org/officeDocument/2006/relationships" id="268" r:id="Rccb2d04b9a154127"/>
    <p:sldId xmlns:r="http://schemas.openxmlformats.org/officeDocument/2006/relationships" id="269" r:id="R197655eab57d4c02"/>
    <p:sldId xmlns:r="http://schemas.openxmlformats.org/officeDocument/2006/relationships" id="270" r:id="Rfcf4f701269f4f1b"/>
    <p:sldId xmlns:r="http://schemas.openxmlformats.org/officeDocument/2006/relationships" id="271" r:id="R230d70401618461f"/>
    <p:sldId xmlns:r="http://schemas.openxmlformats.org/officeDocument/2006/relationships" id="272" r:id="R1b0dd4e14ddb4212"/>
    <p:sldId xmlns:r="http://schemas.openxmlformats.org/officeDocument/2006/relationships" id="273" r:id="Ra58e57e339c34151"/>
    <p:sldId xmlns:r="http://schemas.openxmlformats.org/officeDocument/2006/relationships" id="274" r:id="Ra4d801416f674544"/>
    <p:sldId xmlns:r="http://schemas.openxmlformats.org/officeDocument/2006/relationships" id="275" r:id="Rcedd0c8157ce4595"/>
    <p:sldId xmlns:r="http://schemas.openxmlformats.org/officeDocument/2006/relationships" id="276" r:id="Re29d702e2f0a46f5"/>
    <p:sldId xmlns:r="http://schemas.openxmlformats.org/officeDocument/2006/relationships" id="277" r:id="Rafc496b6e4df41f8"/>
    <p:sldId xmlns:r="http://schemas.openxmlformats.org/officeDocument/2006/relationships" id="278" r:id="R2bf13046dc1e41e8"/>
    <p:sldId xmlns:r="http://schemas.openxmlformats.org/officeDocument/2006/relationships" id="279" r:id="R020702a0a3a04820"/>
    <p:sldId xmlns:r="http://schemas.openxmlformats.org/officeDocument/2006/relationships" id="280" r:id="Rba5047b07e4445c6"/>
    <p:sldId xmlns:r="http://schemas.openxmlformats.org/officeDocument/2006/relationships" id="281" r:id="R1ed5a3d07a694426"/>
    <p:sldId xmlns:r="http://schemas.openxmlformats.org/officeDocument/2006/relationships" id="282" r:id="Rd465b4b8d42c42fa"/>
    <p:sldId xmlns:r="http://schemas.openxmlformats.org/officeDocument/2006/relationships" id="283" r:id="Rdd7c74d7e62f4b0c"/>
    <p:sldId xmlns:r="http://schemas.openxmlformats.org/officeDocument/2006/relationships" id="284" r:id="R26d86c7e17f648b7"/>
    <p:sldId xmlns:r="http://schemas.openxmlformats.org/officeDocument/2006/relationships" id="285" r:id="R8ec341f867604bae"/>
    <p:sldId xmlns:r="http://schemas.openxmlformats.org/officeDocument/2006/relationships" id="286" r:id="Raf2c55e5ecc644c2"/>
    <p:sldId xmlns:r="http://schemas.openxmlformats.org/officeDocument/2006/relationships" id="287" r:id="Rb9db01555f0d4701"/>
    <p:sldId xmlns:r="http://schemas.openxmlformats.org/officeDocument/2006/relationships" id="288" r:id="R736b91fbe8ab4833"/>
    <p:sldId xmlns:r="http://schemas.openxmlformats.org/officeDocument/2006/relationships" id="289" r:id="R05d28d7fe3cc4964"/>
    <p:sldId xmlns:r="http://schemas.openxmlformats.org/officeDocument/2006/relationships" id="290" r:id="Rf9979b81f5624820"/>
    <p:sldId xmlns:r="http://schemas.openxmlformats.org/officeDocument/2006/relationships" id="291" r:id="Recadbd1063454c1f"/>
    <p:sldId xmlns:r="http://schemas.openxmlformats.org/officeDocument/2006/relationships" id="292" r:id="R49e56d952f504263"/>
    <p:sldId xmlns:r="http://schemas.openxmlformats.org/officeDocument/2006/relationships" id="293" r:id="R348d4a30ec604094"/>
    <p:sldId xmlns:r="http://schemas.openxmlformats.org/officeDocument/2006/relationships" id="294" r:id="Rdc8cfd4aca5647ae"/>
    <p:sldId xmlns:r="http://schemas.openxmlformats.org/officeDocument/2006/relationships" id="295" r:id="R31c04d0239bc4f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1ddbf4fd774ec2" /><Relationship Type="http://schemas.openxmlformats.org/officeDocument/2006/relationships/slideMaster" Target="/ppt/slideMasters/slideMaster1.xml" Id="R40011e7dec854bbc" /><Relationship Type="http://schemas.openxmlformats.org/officeDocument/2006/relationships/notesMaster" Target="/ppt/notesMasters/notesMaster1.xml" Id="Ref647860a34347fa" /><Relationship Type="http://schemas.openxmlformats.org/officeDocument/2006/relationships/presProps" Target="/ppt/presProps.xml" Id="Rc940966df2874c40" /><Relationship Type="http://schemas.openxmlformats.org/officeDocument/2006/relationships/tableStyles" Target="/ppt/tableStyles.xml" Id="Rfa4bd87e4ad24e80" /><Relationship Type="http://schemas.openxmlformats.org/officeDocument/2006/relationships/slide" Target="/ppt/slides/slide1.xml" Id="R450b205a345545eb" /><Relationship Type="http://schemas.openxmlformats.org/officeDocument/2006/relationships/slide" Target="/ppt/slides/slide2.xml" Id="R50e330c9e79c4973" /><Relationship Type="http://schemas.openxmlformats.org/officeDocument/2006/relationships/slide" Target="/ppt/slides/slide3.xml" Id="Rc4fefddb17b74a97" /><Relationship Type="http://schemas.openxmlformats.org/officeDocument/2006/relationships/slide" Target="/ppt/slides/slide4.xml" Id="R0e0f064bbb5e4601" /><Relationship Type="http://schemas.openxmlformats.org/officeDocument/2006/relationships/slide" Target="/ppt/slides/slide5.xml" Id="R71efee1679f640a5" /><Relationship Type="http://schemas.openxmlformats.org/officeDocument/2006/relationships/slide" Target="/ppt/slides/slide6.xml" Id="Rcbea90d5332f4612" /><Relationship Type="http://schemas.openxmlformats.org/officeDocument/2006/relationships/slide" Target="/ppt/slides/slide7.xml" Id="Rde2a4ecc091348e6" /><Relationship Type="http://schemas.openxmlformats.org/officeDocument/2006/relationships/slide" Target="/ppt/slides/slide8.xml" Id="R5dd28cdbfccf4b3d" /><Relationship Type="http://schemas.openxmlformats.org/officeDocument/2006/relationships/slide" Target="/ppt/slides/slide9.xml" Id="R3e8682ec451d4d03" /><Relationship Type="http://schemas.openxmlformats.org/officeDocument/2006/relationships/slide" Target="/ppt/slides/slide10.xml" Id="R42b9d3332a614b1d" /><Relationship Type="http://schemas.openxmlformats.org/officeDocument/2006/relationships/slide" Target="/ppt/slides/slide11.xml" Id="Rd0684f77977f4057" /><Relationship Type="http://schemas.openxmlformats.org/officeDocument/2006/relationships/slide" Target="/ppt/slides/slide12.xml" Id="R5d53c4dd4b194ce2" /><Relationship Type="http://schemas.openxmlformats.org/officeDocument/2006/relationships/slide" Target="/ppt/slides/slide13.xml" Id="Rccb2d04b9a154127" /><Relationship Type="http://schemas.openxmlformats.org/officeDocument/2006/relationships/slide" Target="/ppt/slides/slide14.xml" Id="R197655eab57d4c02" /><Relationship Type="http://schemas.openxmlformats.org/officeDocument/2006/relationships/slide" Target="/ppt/slides/slide15.xml" Id="Rfcf4f701269f4f1b" /><Relationship Type="http://schemas.openxmlformats.org/officeDocument/2006/relationships/slide" Target="/ppt/slides/slide16.xml" Id="R230d70401618461f" /><Relationship Type="http://schemas.openxmlformats.org/officeDocument/2006/relationships/slide" Target="/ppt/slides/slide17.xml" Id="R1b0dd4e14ddb4212" /><Relationship Type="http://schemas.openxmlformats.org/officeDocument/2006/relationships/slide" Target="/ppt/slides/slide18.xml" Id="Ra58e57e339c34151" /><Relationship Type="http://schemas.openxmlformats.org/officeDocument/2006/relationships/slide" Target="/ppt/slides/slide19.xml" Id="Ra4d801416f674544" /><Relationship Type="http://schemas.openxmlformats.org/officeDocument/2006/relationships/slide" Target="/ppt/slides/slide20.xml" Id="Rcedd0c8157ce4595" /><Relationship Type="http://schemas.openxmlformats.org/officeDocument/2006/relationships/slide" Target="/ppt/slides/slide21.xml" Id="Re29d702e2f0a46f5" /><Relationship Type="http://schemas.openxmlformats.org/officeDocument/2006/relationships/slide" Target="/ppt/slides/slide22.xml" Id="Rafc496b6e4df41f8" /><Relationship Type="http://schemas.openxmlformats.org/officeDocument/2006/relationships/slide" Target="/ppt/slides/slide23.xml" Id="R2bf13046dc1e41e8" /><Relationship Type="http://schemas.openxmlformats.org/officeDocument/2006/relationships/slide" Target="/ppt/slides/slide24.xml" Id="R020702a0a3a04820" /><Relationship Type="http://schemas.openxmlformats.org/officeDocument/2006/relationships/slide" Target="/ppt/slides/slide25.xml" Id="Rba5047b07e4445c6" /><Relationship Type="http://schemas.openxmlformats.org/officeDocument/2006/relationships/slide" Target="/ppt/slides/slide26.xml" Id="R1ed5a3d07a694426" /><Relationship Type="http://schemas.openxmlformats.org/officeDocument/2006/relationships/slide" Target="/ppt/slides/slide27.xml" Id="Rd465b4b8d42c42fa" /><Relationship Type="http://schemas.openxmlformats.org/officeDocument/2006/relationships/slide" Target="/ppt/slides/slide28.xml" Id="Rdd7c74d7e62f4b0c" /><Relationship Type="http://schemas.openxmlformats.org/officeDocument/2006/relationships/slide" Target="/ppt/slides/slide29.xml" Id="R26d86c7e17f648b7" /><Relationship Type="http://schemas.openxmlformats.org/officeDocument/2006/relationships/slide" Target="/ppt/slides/slide30.xml" Id="R8ec341f867604bae" /><Relationship Type="http://schemas.openxmlformats.org/officeDocument/2006/relationships/slide" Target="/ppt/slides/slide31.xml" Id="Raf2c55e5ecc644c2" /><Relationship Type="http://schemas.openxmlformats.org/officeDocument/2006/relationships/slide" Target="/ppt/slides/slide32.xml" Id="Rb9db01555f0d4701" /><Relationship Type="http://schemas.openxmlformats.org/officeDocument/2006/relationships/slide" Target="/ppt/slides/slide33.xml" Id="R736b91fbe8ab4833" /><Relationship Type="http://schemas.openxmlformats.org/officeDocument/2006/relationships/slide" Target="/ppt/slides/slide34.xml" Id="R05d28d7fe3cc4964" /><Relationship Type="http://schemas.openxmlformats.org/officeDocument/2006/relationships/slide" Target="/ppt/slides/slide35.xml" Id="Rf9979b81f5624820" /><Relationship Type="http://schemas.openxmlformats.org/officeDocument/2006/relationships/slide" Target="/ppt/slides/slide36.xml" Id="Recadbd1063454c1f" /><Relationship Type="http://schemas.openxmlformats.org/officeDocument/2006/relationships/slide" Target="/ppt/slides/slide37.xml" Id="R49e56d952f504263" /><Relationship Type="http://schemas.openxmlformats.org/officeDocument/2006/relationships/slide" Target="/ppt/slides/slide38.xml" Id="R348d4a30ec604094" /><Relationship Type="http://schemas.openxmlformats.org/officeDocument/2006/relationships/slide" Target="/ppt/slides/slide39.xml" Id="Rdc8cfd4aca5647ae" /><Relationship Type="http://schemas.openxmlformats.org/officeDocument/2006/relationships/slide" Target="/ppt/slides/slide40.xml" Id="R31c04d0239bc4f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97a091b8ea48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29932a8d034dbe" /><Relationship Type="http://schemas.openxmlformats.org/officeDocument/2006/relationships/notesMaster" Target="/ppt/notesMasters/notesMaster1.xml" Id="Rbe274983998b41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dfe188cb4e4159" /><Relationship Type="http://schemas.openxmlformats.org/officeDocument/2006/relationships/notesMaster" Target="/ppt/notesMasters/notesMaster1.xml" Id="Rd6967d1788d844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bf549c553c43cf" /><Relationship Type="http://schemas.openxmlformats.org/officeDocument/2006/relationships/notesMaster" Target="/ppt/notesMasters/notesMaster1.xml" Id="Rf7ea333a97f54d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338a766edc4116" /><Relationship Type="http://schemas.openxmlformats.org/officeDocument/2006/relationships/notesMaster" Target="/ppt/notesMasters/notesMaster1.xml" Id="R655d316179154d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58c6a8c0cd45cc" /><Relationship Type="http://schemas.openxmlformats.org/officeDocument/2006/relationships/notesMaster" Target="/ppt/notesMasters/notesMaster1.xml" Id="R9d5749f2fe6a42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e225196cc64af5" /><Relationship Type="http://schemas.openxmlformats.org/officeDocument/2006/relationships/notesMaster" Target="/ppt/notesMasters/notesMaster1.xml" Id="R9f4e28803dab40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d24b5af54845c7" /><Relationship Type="http://schemas.openxmlformats.org/officeDocument/2006/relationships/notesMaster" Target="/ppt/notesMasters/notesMaster1.xml" Id="R33cebd9459714f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4a4f93eb9b4a34" /><Relationship Type="http://schemas.openxmlformats.org/officeDocument/2006/relationships/notesMaster" Target="/ppt/notesMasters/notesMaster1.xml" Id="R3e55d3371e5f40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8ebecfd40d42c5" /><Relationship Type="http://schemas.openxmlformats.org/officeDocument/2006/relationships/notesMaster" Target="/ppt/notesMasters/notesMaster1.xml" Id="R80aec9430d2f4e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9099bd0e4a42ee" /><Relationship Type="http://schemas.openxmlformats.org/officeDocument/2006/relationships/notesMaster" Target="/ppt/notesMasters/notesMaster1.xml" Id="R5897214b21954f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945e10bbe446da" /><Relationship Type="http://schemas.openxmlformats.org/officeDocument/2006/relationships/notesMaster" Target="/ppt/notesMasters/notesMaster1.xml" Id="Reeb5d38a3f184e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3569de34f140b3" /><Relationship Type="http://schemas.openxmlformats.org/officeDocument/2006/relationships/notesMaster" Target="/ppt/notesMasters/notesMaster1.xml" Id="R73e66c5f2a554c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1718b6331746ba" /><Relationship Type="http://schemas.openxmlformats.org/officeDocument/2006/relationships/notesMaster" Target="/ppt/notesMasters/notesMaster1.xml" Id="R3a4365c81c764b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79566a9a4a4001" /><Relationship Type="http://schemas.openxmlformats.org/officeDocument/2006/relationships/notesMaster" Target="/ppt/notesMasters/notesMaster1.xml" Id="R9c6261c1578e47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eb22aa14954c0d" /><Relationship Type="http://schemas.openxmlformats.org/officeDocument/2006/relationships/notesMaster" Target="/ppt/notesMasters/notesMaster1.xml" Id="R29b595abeb594b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3c00c216954cfb" /><Relationship Type="http://schemas.openxmlformats.org/officeDocument/2006/relationships/notesMaster" Target="/ppt/notesMasters/notesMaster1.xml" Id="Rffcff6e8eb0044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8e20ae1eb149b5" /><Relationship Type="http://schemas.openxmlformats.org/officeDocument/2006/relationships/notesMaster" Target="/ppt/notesMasters/notesMaster1.xml" Id="R94229695949646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a201573fd741dc" /><Relationship Type="http://schemas.openxmlformats.org/officeDocument/2006/relationships/notesMaster" Target="/ppt/notesMasters/notesMaster1.xml" Id="R966e4e822c6449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268304d01a4872" /><Relationship Type="http://schemas.openxmlformats.org/officeDocument/2006/relationships/notesMaster" Target="/ppt/notesMasters/notesMaster1.xml" Id="R6bcd62e5ede346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065e9822dc41f6" /><Relationship Type="http://schemas.openxmlformats.org/officeDocument/2006/relationships/notesMaster" Target="/ppt/notesMasters/notesMaster1.xml" Id="Ra6373aea7fc240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7a1af0b0864268" /><Relationship Type="http://schemas.openxmlformats.org/officeDocument/2006/relationships/notesMaster" Target="/ppt/notesMasters/notesMaster1.xml" Id="R58825989696047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20809f69b44ff0" /><Relationship Type="http://schemas.openxmlformats.org/officeDocument/2006/relationships/notesMaster" Target="/ppt/notesMasters/notesMaster1.xml" Id="R402b130c0f774e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58b6e62f884e8d" /><Relationship Type="http://schemas.openxmlformats.org/officeDocument/2006/relationships/notesMaster" Target="/ppt/notesMasters/notesMaster1.xml" Id="Rb9d0fc4ddb814e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8303e579f51443f" /><Relationship Type="http://schemas.openxmlformats.org/officeDocument/2006/relationships/notesMaster" Target="/ppt/notesMasters/notesMaster1.xml" Id="Red31c1dba6ab49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27f96ba70640b5" /><Relationship Type="http://schemas.openxmlformats.org/officeDocument/2006/relationships/notesMaster" Target="/ppt/notesMasters/notesMaster1.xml" Id="R1ab3c16a90a84a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4837a668f214ca3" /><Relationship Type="http://schemas.openxmlformats.org/officeDocument/2006/relationships/notesMaster" Target="/ppt/notesMasters/notesMaster1.xml" Id="R36316ff10224443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5650df8c8584745" /><Relationship Type="http://schemas.openxmlformats.org/officeDocument/2006/relationships/notesMaster" Target="/ppt/notesMasters/notesMaster1.xml" Id="Rb0d55d01c21744c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c885a0300704e6e" /><Relationship Type="http://schemas.openxmlformats.org/officeDocument/2006/relationships/notesMaster" Target="/ppt/notesMasters/notesMaster1.xml" Id="R38c2179d792044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79aebdc8f644137" /><Relationship Type="http://schemas.openxmlformats.org/officeDocument/2006/relationships/notesMaster" Target="/ppt/notesMasters/notesMaster1.xml" Id="Rad002338917c4f0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a34c1fc4caa48d2" /><Relationship Type="http://schemas.openxmlformats.org/officeDocument/2006/relationships/notesMaster" Target="/ppt/notesMasters/notesMaster1.xml" Id="R09106009935f494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c4e8a7910ba4dc4" /><Relationship Type="http://schemas.openxmlformats.org/officeDocument/2006/relationships/notesMaster" Target="/ppt/notesMasters/notesMaster1.xml" Id="Rc1892cf5758d4f9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0aaec9a5f9c4050" /><Relationship Type="http://schemas.openxmlformats.org/officeDocument/2006/relationships/notesMaster" Target="/ppt/notesMasters/notesMaster1.xml" Id="Rc5847cdebe0943a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1ee5e25b437438d" /><Relationship Type="http://schemas.openxmlformats.org/officeDocument/2006/relationships/notesMaster" Target="/ppt/notesMasters/notesMaster1.xml" Id="R9d687bb9d1ac478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ea3a2751fa94a57" /><Relationship Type="http://schemas.openxmlformats.org/officeDocument/2006/relationships/notesMaster" Target="/ppt/notesMasters/notesMaster1.xml" Id="R848ccf2dff714a2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6991724cbf04a87" /><Relationship Type="http://schemas.openxmlformats.org/officeDocument/2006/relationships/notesMaster" Target="/ppt/notesMasters/notesMaster1.xml" Id="R331a19d77ad44f7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e29c91679684b43" /><Relationship Type="http://schemas.openxmlformats.org/officeDocument/2006/relationships/notesMaster" Target="/ppt/notesMasters/notesMaster1.xml" Id="Rc15d46e192934bf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6b9bceb60d44394" /><Relationship Type="http://schemas.openxmlformats.org/officeDocument/2006/relationships/notesMaster" Target="/ppt/notesMasters/notesMaster1.xml" Id="R0d93de4dfeea428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42d0cbb78624030" /><Relationship Type="http://schemas.openxmlformats.org/officeDocument/2006/relationships/notesMaster" Target="/ppt/notesMasters/notesMaster1.xml" Id="R66590612d3d941b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6c49607ebb64fb1" /><Relationship Type="http://schemas.openxmlformats.org/officeDocument/2006/relationships/notesMaster" Target="/ppt/notesMasters/notesMaster1.xml" Id="Rd2f5ca32758a4ed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3095778ace34c4e" /><Relationship Type="http://schemas.openxmlformats.org/officeDocument/2006/relationships/notesMaster" Target="/ppt/notesMasters/notesMaster1.xml" Id="Rf6c8523a9d8b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c5415a20b49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36a5472a94860" /><Relationship Type="http://schemas.openxmlformats.org/officeDocument/2006/relationships/slideLayout" Target="/ppt/slideLayouts/slideLayout1.xml" Id="Re6f2f726ebe143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f2f726ebe143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a80dff3684ea0" /><Relationship Type="http://schemas.openxmlformats.org/officeDocument/2006/relationships/notesSlide" Target="/ppt/notesSlides/notesSlide1.xml" Id="R8f33f2d4bebc41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657d2f9c84792" /><Relationship Type="http://schemas.openxmlformats.org/officeDocument/2006/relationships/notesSlide" Target="/ppt/notesSlides/notesSlide2.xml" Id="R787048aa1f1041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a1be9fdaa4df6" /><Relationship Type="http://schemas.openxmlformats.org/officeDocument/2006/relationships/notesSlide" Target="/ppt/notesSlides/notesSlide3.xml" Id="Rffc608180b5e4a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7473996bb4cd8" /><Relationship Type="http://schemas.openxmlformats.org/officeDocument/2006/relationships/notesSlide" Target="/ppt/notesSlides/notesSlide4.xml" Id="R72e3fc1e44b143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a0134eb104af1" /><Relationship Type="http://schemas.openxmlformats.org/officeDocument/2006/relationships/notesSlide" Target="/ppt/notesSlides/notesSlide5.xml" Id="R1cb5def0953744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5f6803b1b4874" /><Relationship Type="http://schemas.openxmlformats.org/officeDocument/2006/relationships/notesSlide" Target="/ppt/notesSlides/notesSlide6.xml" Id="R3551e744272d4d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ef3c9d0954c16" /><Relationship Type="http://schemas.openxmlformats.org/officeDocument/2006/relationships/notesSlide" Target="/ppt/notesSlides/notesSlide7.xml" Id="Rb305e93db44749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39b5d67724f9e" /><Relationship Type="http://schemas.openxmlformats.org/officeDocument/2006/relationships/notesSlide" Target="/ppt/notesSlides/notesSlide8.xml" Id="R1fdae85013a14a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b957132f74105" /><Relationship Type="http://schemas.openxmlformats.org/officeDocument/2006/relationships/notesSlide" Target="/ppt/notesSlides/notesSlide9.xml" Id="R85075eae32cc4e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08717d2a34780" /><Relationship Type="http://schemas.openxmlformats.org/officeDocument/2006/relationships/notesSlide" Target="/ppt/notesSlides/notesSlide10.xml" Id="Rf33886793fc44c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7343eaf1c4c57" /><Relationship Type="http://schemas.openxmlformats.org/officeDocument/2006/relationships/notesSlide" Target="/ppt/notesSlides/notesSlide11.xml" Id="R4a7bbe2c10434e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dcf913d03403b" /><Relationship Type="http://schemas.openxmlformats.org/officeDocument/2006/relationships/notesSlide" Target="/ppt/notesSlides/notesSlide12.xml" Id="Rd4296b70dc1e44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edd146f4f455f" /><Relationship Type="http://schemas.openxmlformats.org/officeDocument/2006/relationships/notesSlide" Target="/ppt/notesSlides/notesSlide13.xml" Id="Rc3f5fffbf3e04e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5219029df4ff8" /><Relationship Type="http://schemas.openxmlformats.org/officeDocument/2006/relationships/notesSlide" Target="/ppt/notesSlides/notesSlide14.xml" Id="R03895ddc0c5c46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65d8a2cac42fb" /><Relationship Type="http://schemas.openxmlformats.org/officeDocument/2006/relationships/notesSlide" Target="/ppt/notesSlides/notesSlide15.xml" Id="R522cdef6404a4a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8690f81844566" /><Relationship Type="http://schemas.openxmlformats.org/officeDocument/2006/relationships/notesSlide" Target="/ppt/notesSlides/notesSlide16.xml" Id="R3abd8db8550043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432f7871a4230" /><Relationship Type="http://schemas.openxmlformats.org/officeDocument/2006/relationships/notesSlide" Target="/ppt/notesSlides/notesSlide17.xml" Id="Re25add289d7a42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546d0cdf345da" /><Relationship Type="http://schemas.openxmlformats.org/officeDocument/2006/relationships/notesSlide" Target="/ppt/notesSlides/notesSlide18.xml" Id="R47dbe1d2aa0446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8f5642062489a" /><Relationship Type="http://schemas.openxmlformats.org/officeDocument/2006/relationships/notesSlide" Target="/ppt/notesSlides/notesSlide19.xml" Id="R7ab3ca4e74ce43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c1ae6f6ad43e5" /><Relationship Type="http://schemas.openxmlformats.org/officeDocument/2006/relationships/notesSlide" Target="/ppt/notesSlides/notesSlide20.xml" Id="Rc990d6ea5512428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207fbc2e44cb2" /><Relationship Type="http://schemas.openxmlformats.org/officeDocument/2006/relationships/notesSlide" Target="/ppt/notesSlides/notesSlide21.xml" Id="Rc138a5232b424b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5e2a8383742c7" /><Relationship Type="http://schemas.openxmlformats.org/officeDocument/2006/relationships/notesSlide" Target="/ppt/notesSlides/notesSlide22.xml" Id="R5aa5108a6f8642a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a919f8b684902" /><Relationship Type="http://schemas.openxmlformats.org/officeDocument/2006/relationships/notesSlide" Target="/ppt/notesSlides/notesSlide23.xml" Id="R5f53ceb1ea4f4a8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9b4b7f5224ae9" /><Relationship Type="http://schemas.openxmlformats.org/officeDocument/2006/relationships/notesSlide" Target="/ppt/notesSlides/notesSlide24.xml" Id="R87998c84b0a0436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8fe47a79841b3" /><Relationship Type="http://schemas.openxmlformats.org/officeDocument/2006/relationships/notesSlide" Target="/ppt/notesSlides/notesSlide25.xml" Id="R1cd73124fcf6458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d174571e749da" /><Relationship Type="http://schemas.openxmlformats.org/officeDocument/2006/relationships/notesSlide" Target="/ppt/notesSlides/notesSlide26.xml" Id="Rcc9e813271fd4a5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96b4bf2ff4e46" /><Relationship Type="http://schemas.openxmlformats.org/officeDocument/2006/relationships/notesSlide" Target="/ppt/notesSlides/notesSlide27.xml" Id="R66d20cde2ca74f7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d801f639b4f9f" /><Relationship Type="http://schemas.openxmlformats.org/officeDocument/2006/relationships/notesSlide" Target="/ppt/notesSlides/notesSlide28.xml" Id="Red6ec846778d47a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675b23df1498c" /><Relationship Type="http://schemas.openxmlformats.org/officeDocument/2006/relationships/notesSlide" Target="/ppt/notesSlides/notesSlide29.xml" Id="R457db047e05f40d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b568c8fe54212" /><Relationship Type="http://schemas.openxmlformats.org/officeDocument/2006/relationships/notesSlide" Target="/ppt/notesSlides/notesSlide30.xml" Id="R9130214a07ee492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f8a8ca8a4418c" /><Relationship Type="http://schemas.openxmlformats.org/officeDocument/2006/relationships/notesSlide" Target="/ppt/notesSlides/notesSlide31.xml" Id="Rc5410de2678b439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e45d1044440a6" /><Relationship Type="http://schemas.openxmlformats.org/officeDocument/2006/relationships/notesSlide" Target="/ppt/notesSlides/notesSlide32.xml" Id="R8aae62bb5a814c7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b3a024945449d" /><Relationship Type="http://schemas.openxmlformats.org/officeDocument/2006/relationships/notesSlide" Target="/ppt/notesSlides/notesSlide33.xml" Id="R9027808f8d764da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a2cf7a2984987" /><Relationship Type="http://schemas.openxmlformats.org/officeDocument/2006/relationships/notesSlide" Target="/ppt/notesSlides/notesSlide34.xml" Id="R501b7c974577428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f832c891c4a58" /><Relationship Type="http://schemas.openxmlformats.org/officeDocument/2006/relationships/notesSlide" Target="/ppt/notesSlides/notesSlide35.xml" Id="Rf1211cecf12a4f4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0ac1ea1b44d6e" /><Relationship Type="http://schemas.openxmlformats.org/officeDocument/2006/relationships/notesSlide" Target="/ppt/notesSlides/notesSlide36.xml" Id="R9cec75d6e24f473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5509ae98646d3" /><Relationship Type="http://schemas.openxmlformats.org/officeDocument/2006/relationships/notesSlide" Target="/ppt/notesSlides/notesSlide37.xml" Id="R0ae60ea4376f45d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cbe9cd2c34fc1" /><Relationship Type="http://schemas.openxmlformats.org/officeDocument/2006/relationships/notesSlide" Target="/ppt/notesSlides/notesSlide38.xml" Id="Rdefcdf1f7b1b463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453b9934347c6" /><Relationship Type="http://schemas.openxmlformats.org/officeDocument/2006/relationships/notesSlide" Target="/ppt/notesSlides/notesSlide39.xml" Id="R085dbf2db501414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f3d0dd6374e24" /><Relationship Type="http://schemas.openxmlformats.org/officeDocument/2006/relationships/notesSlide" Target="/ppt/notesSlides/notesSlide40.xml" Id="Reebdd9cde01e4f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8678A-86D0-4523-A576-7B0EF952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40B82-06ED-4BC0-99EE-5D2810EB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Building Components Drafting (For CIE Only): Modeling Basic Building Components: foundations, columns, beams, slabs, wal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1E73A-A709-4680-82A3-53038056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D488A-35E4-44D0-A7F7-41E3A3E9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9BC6C-84BE-41C1-8F76-85D4C5F9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61675-3BF8-4311-B16E-7A4F2A4E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7AEB8-8507-436A-8DE2-E12F3AF9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71BCE-68C4-460C-90D6-FE429C62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C6911-BB39-4DDC-96EE-093C0FE7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48C7D-BFFF-441E-AE5E-35D2C23C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AD56B-9838-405E-BBC7-6EF65113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BEC43-0774-4964-9FC6-3BBE23FA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F424F-5B45-4E14-94DB-C05E6EBF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69111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91315-89C6-4F71-8B38-21606323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05C84-E841-486E-BE80-687B3B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C6499-DA40-4D20-98E6-29891CBB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5401D-7F2F-42BC-9945-DCF9EE96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1590D-9C9D-40BF-9006-43F05B9B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6EC37-FAA0-4A72-8F3B-00425149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4ACB9-B513-405F-B1D1-342C6621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4067B-DC38-4D77-841E-FB536140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D53AF-583B-4A01-BEA9-0C992351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885E2-E644-4141-A12F-9658CA67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06AFD-4F00-45DE-A091-B78323D3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1D630-7E03-4B03-9D72-8ED82E7F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622B-FFE7-4EB5-8171-5E849CED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AD626-E47E-47FB-8284-61FB8E62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978FC-E5AD-427A-8637-037B1D45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38418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77A3E2-FB33-4A66-A1FF-D873633D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980FC-F3BB-426D-B4F0-608BC763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6C119-6020-49AA-91EB-F2B85F4F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87871-839C-48CC-BA19-488EC0E8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CC436-FFF6-4BC3-8971-57B59935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9ACCD-D36C-4337-BC10-EED52E8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1F653-7ECC-4B3E-8A36-DCC230B5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61A62-EEF3-4491-AE2A-6F4A017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3ECEE-F6A1-4CFC-8B43-65BFA6D5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Building Components Drafting (For CIE Only): Modeling Bas...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840DD-778C-44C4-94FA-60CA1A53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436BB-C0FC-4EB8-A3F2-C39145A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0EF67-4891-44C1-BF4F-DE3A558D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doors windows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014B8-04C0-43F2-96A5-6D621AE8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64B03-E392-41BD-98EA-82C138A6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B183F-BDF7-4704-AC89-AFC8FFA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staircase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8DD8F-D7A7-4FD2-AD22-1B29CF58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A5E74-FB66-4265-8DA1-F768FF15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70515-D36D-4C92-AA34-7ABA80EB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assigning materials and rendering building components. Dr...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A6F92-6019-418C-BDCB-08AAB1BE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F1C01-038D-42BF-98A3-6E1618BE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735CB-D83C-4FFD-8775-8D933994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Converting the floor plan into 3D model with walls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BB0B1-80F7-4DE3-8518-314754A0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69401-1DA6-48B5-9E54-1850777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6FD1F-AD81-490E-AD0F-39767EF5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and roof structure. Concept of building drawing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4866D-1659-43EC-836F-09BC6077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15DF8-5CB6-472A-82F4-95FAB0AA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65354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DFF1C-9775-427F-B7FA-55FC8E1B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31714-808F-4C31-B41E-51878B4B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9A799-D8FB-48FE-8344-0FF84C6F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3EB90-0F63-4BE7-B223-5180A457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F8D92-D6D8-4943-AF57-DE5C292C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4DDB8-205E-4022-B4E4-DD4188EB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D1E76-B8B4-4469-A594-39279007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9D98A-4C99-4DDF-ABA5-E15516E5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Building Components Drafting (For CIE Only): Modeling Bas...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BD002-FB5F-4874-B44C-C8F98049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3B7AD-A823-4BE6-A07C-855A703F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DA96C-4233-4212-87DB-5257938D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doors windows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BD627-F8C9-4329-BE66-CD4D5799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3C3A3-BC8F-4EE7-B15E-31324859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65300-9D1F-4DC9-BB6A-030745C4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staircase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E5B7A-F05F-40F8-BDE1-33A26E5C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76061-6232-435B-8CF6-0D716DB5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B3C32-FB05-40E0-BC1A-7E329E11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assigning materials and rendering building components. Dr...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19CCE-F41F-4339-B349-BAB35261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12C55-49C6-4250-BA32-DF98A195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14C1A-DFAF-4DCE-9981-38EEB6F2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Converting the floor plan into 3D model with walls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86417-3ADA-44D3-AA65-F7DFDF8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56895-D022-4D5B-AF7E-E15C3230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B988B-F197-48A2-81A2-24497AF9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and roof structure. Concept of building drawing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8A455-16A7-4C64-9ECB-B87FF381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16FE5-1E83-40E2-9A20-BE55C30F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C6455-4530-46B2-A048-29722BF3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11333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94021-4949-475A-9011-DC18905D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1B7F2-B074-472A-ACB3-A6E59396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351DC-8703-4D7B-B1BD-029F418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398AE-240F-4048-9A9B-1B6F0A5D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4DC9B-547F-4F23-B2F0-7BAE37F9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Building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D28A8-EEEE-4162-BAAB-4A5834CD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49D64-8C6A-4860-875E-8964362E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Drafting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F3EA9-4A41-4D90-A7ED-904C998D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46BEB-C04D-4C45-AA0C-72FAB284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C3355-8564-404F-8485-3227CF05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foundations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9D755-3D56-4DCA-8B4B-E1F66287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columns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6DBEE-10F5-45FC-B915-3F4DCF11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543A0-8A4F-4119-BDD1-35D001B8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slabs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6694D-6901-4882-A3A5-C60F89F0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075C7-0E23-430D-A054-088EFA88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204DA-CEA8-4A04-8A11-11FD285C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65886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79237-2572-4E34-8C3D-7D13932F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A7A69-74BF-476D-BD75-C6FD0075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A7643-CFC7-4AB8-A410-CE0D74EC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41C62-9F63-4EF2-8956-DC6FF46B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79A68-69BB-4901-8299-F7C6ACD0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Building Components Drafting (For CIE Only): Modeling Basic Building Components: 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FB5CC-28EB-487D-86A0-72191F1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Building Components Drafting (For CIE Onl...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CE0BA-054C-4E37-A077-BBB6ED09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C65E2-427A-47A6-AFF2-56EF4990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668E1-F6F5-475D-9A83-79F8F506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DA7C5-9D8A-4932-8EF7-B8D4EC65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CB5F2-842C-4425-8E8E-210B016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6E7B8-F192-4DBA-9B19-FEA72D8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0C431-815C-4AEE-AAD1-F1EA35D1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2BDA7-41A6-44FA-89AB-B6F27AAD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FD896-296C-49DB-9879-3A4E646A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C7639-D2D5-4B8A-8BD2-43C6507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13824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C9268-D98A-41A9-A48A-4271BAC3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609BC-F0A2-4E5D-9F0E-CA25CC2F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AA4DA-7F1B-4636-99C8-8CDD6C6A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A43F2-8653-49BD-AC51-7E06A666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435AD-AD58-4E62-907D-288B73C2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95CE5-34C9-40C5-BC20-A3D970DD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0ABBC-3404-48B4-8C33-A2FC99DB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F8F85-FDFE-446D-ACEE-905D3AB9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56FC8-1A0C-4772-B222-06E67B01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Building Component...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2D333-1C26-47E6-9F6C-7338DFB8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96C10-116E-4548-A0A4-F8A15EC5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78E54-A631-4B45-956A-072A93E4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Building Co...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DCFD8-4D8A-465A-891E-8F7EB496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A60DA-4940-48A5-8583-BBBDBCE3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39B86-E4FD-4C08-8BA4-661266C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Building...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624B8-EA38-472D-8C63-ED883E6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A08C2-5D13-4570-BC4F-E0EA926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16B59-31E8-421B-8C10-2F28FBC4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Building Compone...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0E073-882A-4C22-93C9-03FD9DEA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4EDE2-94B8-48CC-8025-B3C9F5D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3C38E-93CE-4AA2-9943-3A55AD2A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Building Compo...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B83F5-01D2-40D8-BC16-057FF63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D813E-EC02-4BE4-A78B-25C82D7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3548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6B8FE-FD50-4092-BBFC-E624CD32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0A624-F0F3-46A0-9A92-BF3AEB8C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D70C7-FCCB-402B-9474-9EB40675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FE880-DF85-4AAC-AC3E-7E53DBB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D6AEF-3E80-45F5-8E75-9AD7BE61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41E8D-5198-4FCB-B627-BCD75F4B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4A885-3238-4731-B12B-07493295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0D713-8A75-4747-8593-ECAD23B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015A7-2469-4F17-A7F9-FDD99B25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01BA1-F94F-4628-BAA2-38337BF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56274-9B97-4177-B460-5BF91899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85E47-4D26-4C8A-B280-5E9786D1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C82A8-9A01-4994-8302-D0E2118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0251B-E467-44DB-97BD-8BBAE735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B8B51-64C1-42E6-B4FC-04AE877A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328651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C2AD1-992B-4D6D-A715-6EF75065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1FFF3-D27D-4820-B17F-65AE61DE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3A316-D8EF-4150-81A4-504DB90D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00A95-4EE7-4ECB-9FAB-DD83EF1D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8CD46-307A-42E5-8052-98211B9C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C61EC-9835-4DBA-8276-4AC0E373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Building Components Drafting (For CIE Only): Modeling Bas...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02199-65FF-4087-961F-E872EE25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CAFE6-E86E-4CF9-96DD-C96C783F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45D50-090E-45D0-9F3E-D38D486A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E8906-C69B-4717-8743-16B28E10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CEB24-6C2D-4273-B525-C4948DFA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06128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9B2A2-B34D-46F6-ADC5-AC477A4E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EDD11-CE69-4481-A9BC-FA41A42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4D4FE-BD51-4C3C-8463-18C54871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17FA8-7112-4205-A366-1910734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3447E-76DF-414B-BC19-EA508CFF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doors windows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0EE6E-49FE-414D-B252-82972AB9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doors windows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B8286-A236-4093-92D3-51EA3E5A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A47BF-88E1-42C2-80DA-BB659EAE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23305-BB46-40C2-A13A-9A305C48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C87E9-F87A-40EF-85F7-ED4981E3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675CC-B05B-46E4-A7A2-ED7BA3DF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528B7-3ED7-4021-B9CD-5852F0D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A9A5D-AD48-4AA2-BE21-DA412A1B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6E2E0-E0BF-46F6-A071-85BB9D2F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170BD-0438-40D6-A739-6D66D47B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B4E88-4511-4C8B-A8EC-0F96DE73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33134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19E90-218A-4A86-ADCB-F25CD050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62D04-7C2F-41F2-8071-CE2BC4A1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F12FC-98B1-4629-9F36-C23166BE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D4249-A469-4EC6-9D0D-1A53776B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F542F-7AF3-4AB8-B513-1F223F33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62FC4-D46E-46AA-830C-F8D9E395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92537-2E01-4D91-9B7D-7ACAFD9B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22B5E-4CCB-4601-B1BE-E3933452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C3184-11EB-4EC3-8C12-98FB931A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doors windows.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6EE51-225B-48A1-B9A5-D8E63E12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54812-D59E-47FA-8A04-FFF33E12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05243-ED9A-4C30-B9E9-FE1C5D7D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doors windo...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CFCC8-31C9-4124-877D-D869477D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67BAD-F9E7-4787-8779-0A5B632A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AE191-8E1B-472B-8F65-D9E0D083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doors wi...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13FED-FCF1-4F68-9AB5-36A266ED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30E87-F68B-4882-A890-2F19C710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378D8-B8EE-4686-9DBD-CF547178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doors windows.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A1796-B05F-4FED-85B8-87FC5F29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27B19-C810-41A1-B542-54AF131E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26D6A-0253-4323-8A8B-1233CD3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doors windows.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D0E52-5AD1-4DF5-B779-FE6236B4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C7388-DC59-4B3C-B3AD-0E5B6F1C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809000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95D22-D839-4293-8481-BB13DC05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55257-01DC-4FDC-A7BD-FD719C7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E928D-A9E0-43CC-B6F8-B953355F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57B12-0B4F-4FC6-9B77-877E5B4F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5B9F2-22C6-4941-94C8-D0EDA91B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3B773-2D0A-4321-B49B-0E43D17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A6745-CB4F-4820-90B1-D719186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47215-FD19-48D5-A925-B3DB58FE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EDF34-FEAB-4949-B664-7202C25F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C265E-9A30-4F13-8BC8-4ECEEF06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6D40D-4D84-4C06-9D4F-6E7A1AE2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D1F87-0381-4C1B-9725-B950BA36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37F32-CBEB-4AF6-824F-12023041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B5528-6B7C-4FC9-A732-E4591ABC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63417-B4F2-4941-A702-8EC3FF1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981482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361AD-DE61-404E-B84E-96CF6598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211F3-400A-4F5D-AE33-4749473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3CF41-92AB-4DE5-ABF5-E40C7595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33E5C-2D8F-477E-A88B-D7B3F761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C96D1-CCC5-4914-BDC9-AFF7C47D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ED1EC-C137-49A4-A243-959CE502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doors windows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FDEA4-B4D6-4E61-8E83-B8FA0D6E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959C7-4453-4002-846F-F87A9EF7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D9595-64B8-481C-BBEF-B2D07621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F58BC-92F9-4336-AB24-E1BE0C0C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162DA-CF5D-4BA4-8044-B872D022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8128845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6F763-4D6D-4F88-ABA7-292B8486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DFC71-827E-4A84-94B9-980C04D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13873-1794-4AEF-AB26-B6282986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2CE16-A2E1-430F-A878-6E16E49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B002F-F18E-44E7-9427-AF37BC77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staircase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DFABD-9078-473F-898E-3ADC502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staircase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03944-A140-4D06-82F0-14CC18CC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F8395-5736-4AAF-8318-AF350019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32BAE-1B47-4E48-91C2-A84FFE19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01BAE-9C6E-4CEC-A554-4B8C08EF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E7EA7-1C98-4EB2-9D04-240782CA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8FED4-EBC7-4FE1-B376-5FDB24B7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2F685-410F-414A-80CC-7BCC7180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29C01-81C1-4F58-866E-7BFAA67C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C09E6-5777-451A-BF93-B37634B3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8DBE0-48F5-4DEA-8E00-B0E34E33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503447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099FC-FAB2-435F-B373-BD83D2C1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69058-AF8A-4A84-8197-5F23AF4B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313A0-2834-42BD-BF5A-3538FF8E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7A726-49D6-409B-A0D2-594390A3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1FC0C-2972-4D9F-A480-2EF6A66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CB381-C294-477F-953E-E91C10DA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53277-ECB1-4046-86F9-62204CD2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00653-C82E-48B6-8373-DB3DE40A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BCCEF-517B-4D2C-B726-F0BD7E9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staircase.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40D23-C2EE-4960-A134-DE3F5103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3FA20-F68C-433C-A43E-750255AF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B20A4-43DF-41DE-9E09-0D18A0DA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staircase.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F0430-D9B4-4A32-853D-61815BA8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71558-FB28-481C-834A-337AE938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4C418-6C4B-4BA2-B355-DC33A804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staircas...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6BDF8-CAF9-43ED-B4D2-BF6D5D6B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FDD78-DD3A-4AFA-B13B-E8E1EEE5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EDDF9-1F43-40F6-B86E-08539814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staircase.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62201-A8D4-4E86-BE96-511F756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B24CE-FF57-42E3-B844-987373AB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A9091-6058-47E0-8F12-5D13A057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staircase.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D5AE8-9FBA-430A-BAA0-5C2A291D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424F8-16F1-4D4A-99C6-9EC9660F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133179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B3BC2-4664-4B84-B540-99020141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574A2-FEBC-44D7-BBA4-7CA3701D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88131-3D08-41DD-80F4-6EC48637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19ED3-F9EE-4961-B088-5D7FCE19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92A05-98AA-42A3-B2A3-77E7DCCA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219C2-0C39-4328-85DF-FB0490B3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DF5AB-A658-4537-A6F2-14B851DD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74731-BF46-4E93-B65D-71D9FACC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1F69E-AE05-4D14-A727-B686B789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B98EE-98E1-4E17-A809-5671A5CF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19A92-045A-4DC5-A31B-B86829E6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C932C-8855-4A32-A348-515550AE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938E5-6E46-4D05-BA23-C2B54C0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FE16A-FF33-4A26-950F-2DF5B61E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65617-2401-44C3-8226-858EA26D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8572539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B8B07-92E1-44EE-8554-DB1C433D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53F5B-1672-4020-A171-CA4B42D5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D5A67-2CD6-44B0-B0F5-6826AFE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25565-DD75-405D-962E-556657EC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64CF8-8E95-44AC-8B81-6E60C2C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B0D84-5816-4884-AC4D-01486D72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staircase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B9522-76DE-4CF7-A98E-107E59ED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2F256-E62F-4ED6-81F1-A2830A3C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25AD8-98AB-4965-AD20-55C0FB39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2859B-EF7E-4B06-80BF-25F84587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4CF01-A681-45C1-BABB-E3EE7A44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390794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CCE3E-7ADF-42B6-AD6A-76064951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D1347-6EA1-45D7-95CD-8C962611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431FF-5F4B-432B-AADD-2CA81412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49EE1-FC34-4E5D-B257-C2A4C543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71C58-951E-4464-AB6D-5B0C3164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assigning materials and rendering building components. Drafting a 2D floor plan for a simple single-storey resi...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3F055-347F-4CBD-A865-179D76E6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assigning materials and rendering buildin...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5EF79-9469-4098-8830-9868C71F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1967F-8036-448B-A4EF-AF73212B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24E88-7AD9-4EC5-A35E-8EA0D7B1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7A3D9-6777-47AC-B6BE-53D71E9B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53E08-2A02-460C-85D1-92BA9E66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97920-3A2E-44C6-880B-334320BE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F7E10-3744-411D-AB10-A2EC7555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F7CA9-7845-4C44-B1F0-665207F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6456D-9ED2-4220-86AB-16D975F7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68590-0DE6-44E9-905F-6AD27EF6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316322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52ED3-F87D-4154-ABA5-172A6DDB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57D14-5D1D-4A21-88AF-41BE8965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73ABC-5101-45A1-9E52-CE26F6FE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A5DA9-F8EC-4217-8BE6-223D828E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90EB0-107F-4537-AAD9-3E1FCBB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571A0-5794-4642-ACC5-91148216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4E357-C3FA-4B72-9970-7B8D2C3C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B4A04-19F2-48BA-A495-DA5F923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3F992-7DF6-4178-BD6D-6EA55BCC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assigning material...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59059-D32E-4A15-943C-46BAA052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EA50E-7B72-4C4D-B1D3-3143658D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2D974-379A-4BC4-A1DD-53A9E3E3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assigning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9F7D3-5154-4451-A1CC-4F39C47D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E1AA5-720E-4EF2-AEB9-59A14DA3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99DFE-1F1D-4D9C-9E44-1B6CFDE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assignin...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0EC4C-D2E3-4FC4-B00C-BB9FC20C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57872-1884-4ECB-9118-7D95D3FD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A077C-04E3-4AFA-98A1-71E90AC9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assigning materi...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8D534-91EB-4B76-ABD0-5922F5CB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0522E-1DDB-4EE8-A70A-8C0437F9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78A75-B837-4C14-80C0-080E89D9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assigning mate...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8C9DF-54CF-45F7-BF12-3DECD46D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10939-AFD1-435C-8793-D6D12567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365396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9D160-1F0A-4079-B537-4312AAA4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510A1-4CF3-45ED-9CBA-5777A058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A6EA5-B417-4CDB-B984-E783AAAF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02687-59A0-47F1-B622-B2249792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5C68F-9785-4C6B-B299-22213314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DDBB0-B8FA-47AC-9282-A7D6FD74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528D2-1650-4401-B86A-011A4C34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51301-9E29-438C-8660-54E3BEC4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BF452-7BB3-457A-891E-DF721D7A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9F0EC-0313-4672-B468-F486A17C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46DA4-9158-4304-B740-772F87E0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47E5E-0CA9-4232-A082-88ADB26B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4F6D8-872B-4652-BE06-A4BCB5A6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910D0-F946-4D61-98F9-234B05ED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BF656-7470-463D-8621-03F5AA77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590494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A42C3-0606-4996-B1CC-F7305A8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34902-F925-48B8-82E5-95307C54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CA2A7-3678-41B8-8ABD-3EAC224E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72FAA-A5A1-4731-84CE-7545906D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DC42A-A467-4183-AFF7-69D3927C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00B61-4225-48C2-B054-7F0742CF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assigning materials and rendering building components. Dr...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ED95C-803C-45E4-A358-385C468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44B45-E861-4896-931C-1F683184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7CC7E-F5C3-47AE-AE7C-E6ECE30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B7BCC-26A8-42C5-839B-42493FF9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31190-D6A1-489D-B85B-C79F1C1B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892041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6E340-8E38-431E-A7D0-5C890F42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38C09-E554-45C7-9253-400DD86F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4FF80-7537-4CC6-99B8-DBCE5C50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F9E9E-AD46-483D-84F9-5A746E00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EF8FF-7B5A-40EC-A7DA-A30D72AB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Converting the floor plan into 3D model with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147F2-F877-485D-84AB-74927094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Converting the floor plan into 3D model w...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0B01B-A01B-4708-8DD5-E6C6C66E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0032C-1B3A-4479-9612-3002919D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189B8-2B76-41A9-96A5-F4D28268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3B6EE-12D5-4EE9-9ECA-91D4B518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07798-1450-4E76-B494-550FA5F7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FB564-4A98-4C4B-B7AD-420F248F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99696-A10A-4978-8BF3-B18C1547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517AA-8BEE-4287-82F3-35393171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0FB4D-B581-49BC-9774-37E963DD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EA4EA-8988-46F7-B0AF-FB876F4A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448678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1B855-0646-4E25-8321-1DBD2999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0120F-7802-4168-B1A4-B50672F6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54E0C-9C4B-459C-AB3C-9BCBAFFF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6B6E5-B458-4E6D-AEC1-8C1E6044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75862-6744-4E13-BDEA-372B9651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C3201-61D1-4733-95C1-37819AF8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C49ED-4048-4F90-97A5-DF1FD6D3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A84CA-93CC-4956-AA37-A2944FE0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36FDF-FD9F-4015-A8D3-33056B0B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Converting the flo...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A7E6F-E18A-4509-9A53-F0854876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7C140-BD05-4602-A49C-B400BC96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421FE-FDAB-47D6-BC87-EA317910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Converting...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A2739-701D-4C06-B3A1-2211BF1E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A5338-E076-465F-8C93-3EB010A0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60A08-55DD-4874-BEEA-A9A24B16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Converti...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68F60-3F7D-42BC-A7C7-766DFBBC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C5F4E-AA80-435E-AB77-37AB4567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18CFE-8121-48E7-AE7F-319280AE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Converting the 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851CF-A9E3-4EC4-90D8-A06BAD2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35BB2-44BB-41A2-99A8-B3B0E0B2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9A81D-48F8-4DB4-AB03-79DDACF5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Converting the...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979333-5621-46C1-A01E-EA0F34E6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65004-D5DE-485C-9A0C-F5B0EB50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3175308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AF2EA-6785-44F3-A301-D4964ED0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75A4C-FC66-417A-B755-AFCF241C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AB9CA-9E55-4A5A-9C35-3F66CD51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56EAF-BABE-45D5-8688-F3557431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0C68B-EC0F-4020-B4CD-E40F5965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ED10A-C79E-42C5-B215-B1925A8A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B3AC0-FFC9-4EA3-9ECC-B477A334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BA07B-32C1-4AD1-A7EA-B452284B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D5EDB-F43D-4BFA-B2FB-8AFE31B7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36A02-1E26-471F-B1E6-98211C9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A0376-FE46-442E-BE66-454C09E2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80361-83A3-48C1-996D-147E39A7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E64A5-B7A5-4540-8C95-B8107991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0D26E-DD55-4719-ADF8-0F63A678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3F2CD-C9C8-420C-96F0-3156EA69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1245764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DE64D-903A-4921-9919-6759A40C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3EF82-B674-48E3-89BE-8C322D10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295C1-9DB9-45FA-A139-1CD2710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5C06F-3D53-43BE-ADF2-31774BAC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9FED0-0F6D-417F-887E-E4B1884B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FCB84-0E40-4070-B6D7-9B1F7D55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Converting the floor plan into 3D model with walls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69E8C-61BA-4703-82C4-3F1DCCA0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80958-4912-41C9-B404-368F3181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77D2F-1008-44BC-8BA0-54BC1B11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4998C-1CB5-4B6F-A5A7-92554AAC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4DDD0-5109-47E5-8AA2-64691123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5652502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EBBD3-2ACC-4D4A-B18C-47EDCCDE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3ADD5-D36F-44AE-934D-0F888B0A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CB282-7761-4DC5-BF3A-7D184CAD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45A49-0C2E-4DA1-A761-F01B382B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03C1E-F3BC-4E75-B9BC-BFA845FA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and roof structure. Concept of building drawing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4DD2F-4B04-451B-9393-399B9A71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and roof structure. Concept of building 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A7D23-6B47-4414-8605-4FE885EB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10A8D-CA27-48CF-9AE2-CEA98BBD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9E13D-BE8F-4B4A-BDE3-E609A04F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1E17E-4775-49C9-93E0-99260E54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32802-99F9-43C9-9FBF-C36A830A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4FB30-8856-4126-8A50-42D81122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93574-0C67-48BA-95EB-B12F024B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477F8-C246-4C21-B84E-14EFE448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0EE12-D456-4EC6-8B5B-EB9A3B5A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94CD3-A29F-4740-B983-D2DD6084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260989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A4FE4-BB7B-4363-A6FC-BEE112F3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87F12-907F-4F91-9EAF-BBBE6871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55BB2-EB78-4FF6-AEDA-FFC6959F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9067B-9A85-44A7-9AE8-033D0D41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43982-A7AE-4B03-83CA-C62B1A7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F4BE7-7DCF-4DF6-BD67-4FA5F266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9A15B-22FF-4A30-A7B3-E3D0186E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AE92A-B9DE-40DF-9F3A-2C373184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EC11D-C57B-4E91-8802-CDEE92B8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and roof structure...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42AE7-3DC8-45AF-8288-EC03CFED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07C2F-EB9D-4CAC-B21B-74F32BC9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1308B-6BD8-4824-93D0-104F0F5B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and roof st...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971AB-CF37-4FED-897D-423E9C8D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0026A-2030-4287-A901-7331644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E30A6-10A2-44A7-8575-0AC1186C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and roof...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F3C5B-2D56-4AA4-989A-E85A81B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8EE10-3918-4B07-AFE6-3E1B67A9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518E7-3388-4B60-835B-CD846FF7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and roof structu...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30869-5260-4707-9014-018FA5C3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7690D-0819-4A4F-84A7-F3EEC849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09DA8-F056-4EF7-B7EF-DD10B35F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and roof struc...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7DB9F-CCDE-4E97-AEAB-66C2D86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40B10-96C8-42BF-9AC5-DEE0E8AE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525392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05E19-5A80-448F-8787-F7903031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3B532-6B89-4D3C-9ECE-A66424D0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3EDA5-95E7-4467-B1EA-FAC8D6B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944DD-4B5C-4773-95F3-75447902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1688D-4F90-4103-B622-11750277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DBF97-E614-4920-9371-C35BB87D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E9F62-17BA-43DF-B4B2-3892A30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99B18-A7F3-4AC4-8EA4-4B608687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FE380-1884-437E-A818-50AA6634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E8A85-8C84-499F-8309-A42D0B6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F15AD-C09A-4AF9-996D-58BCB449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8BEB0-491F-4E4E-862C-73D0A703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D154A-43EB-450D-9877-8F46D68E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77CE3-1D18-4D96-A846-72B1A364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BF973-0044-416F-AD41-E68A66DC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3100701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95F9D-AD03-4874-B2B8-9A4FFB18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3BAFF-60CB-4165-868F-85F6ED23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EA9F1-37AA-4C74-BEA9-8BF88B47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11A08-584B-4491-A071-FCD5FFF3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10749-4E5E-40DD-A2C7-282FCD1F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D8C99-7AF3-4926-A5B0-182E55B9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and roof structure. Concept of building drawing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D9815-ABD7-4FFA-8D1E-4B9C2199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02DB0-9CDB-46A6-BC0E-CBE12568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91F57-E98A-436E-AE6C-9631DAE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DDB03-FE1B-4005-B819-B343ED2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A1918-16F7-4804-814A-2AD6D1D8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64759284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13B66-BF0F-4411-91D7-D6827A67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B5A80-E444-458A-9911-86021483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E1C7C-612F-4FE5-AAF5-BE079D7D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39162-1C7D-48BA-B0CB-AAD5A0BA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63107-3F96-44FF-B5C8-3D1D8CE5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ACA2F-784B-4224-AABA-683863AA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896454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A0257-E3E6-4717-81B7-07412EF2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56345-4E6C-4E32-887F-97B4E9C6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4F2D1-A629-4F69-B6F9-C129321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076E8-6119-4BC6-967B-184F7BC6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658DA-1C6D-4AFE-9B8F-1378C20E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Building: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Drafting: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Only: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A4C08-DCD1-423C-8588-6F205B7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850378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229B1-7BDC-4814-9288-3F6849AC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17BCD-3168-46C3-8D4E-AADED192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6FE92-8ADF-4EA1-819E-0D4421DA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B1176-061F-43D3-9111-844CDBC9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5C208-1835-4228-9A6C-46B5C727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6321F-AFA1-455F-8950-A1D0C65B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468948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B01A0-2028-40A5-8138-FEF6185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1E11B-82BF-4A6D-9B2B-9F15F834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FAAA4-7072-41F4-963C-D24C666F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684E5-E202-46B5-9EA7-09167B1D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FEE0C-15AD-40B1-ACCB-9BCE6ADF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B4545-0928-45F3-9CA7-6885673F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227864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FBB69-D671-4364-9621-F01B2D0F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20F02-2E15-42EB-A87F-ABDC8EE4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1CDCA-48F8-41E9-9A05-5D27092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139E4-90EF-4BB5-89E5-37805AB0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314C2-3281-46A0-B0FB-00A604D4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Building Components Drafting (For CIE Only): Modeling Basic Building Co...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doors windows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staircase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assigning materials and rendering building components. Drafting a 2D fl...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Converting the floor plan into 3D model with walls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663F7-7410-4FFD-A2E7-AAF0D919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0E6CC-29A7-495E-8212-07078D09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14C2F-C677-4775-A0AD-BE4485E3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7734532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5C883-5523-4D66-9209-8781EA31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77C04-40A3-4616-A990-003ACEC8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and roof structure. Concept of building dra...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C591F-8A73-4D78-AFB7-CBB3946D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B813C-5707-49D3-950F-7CF87883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1C9FF-312D-4806-8589-4D129562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C8462-B42C-43EA-919B-9098B900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12F79-AC1A-4C76-BECE-F514B2BA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334D9-CED3-49FC-8C03-BB2FEEA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AA67A-3CF8-481F-B74B-4E3CD9EE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6EF68-EBC4-44CB-96B0-97860BD9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86069-42EA-43C2-B9CD-1DB88BED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5D96C-8B3A-4236-8D5A-C7F81B4A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D652C-036A-4E00-A095-B52429CA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DF7EF-0562-4218-BC95-5B6D5D3E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BC6E7-1CB2-4E1F-A394-9EEAD73E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F3BD0-CB48-4D38-A93B-B28C2E2C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21045-B50F-40BD-9746-3F627463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821C0-3375-49EB-AAB7-FA2C8E61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AD0D2-C987-4DF4-9F5C-2EB89A2F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67B92-7756-4C10-9A87-DF8E876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865B8-9EDE-40C6-80EE-33038F7A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ED86E-E50D-4E72-8157-252B9240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AE443-B282-46C5-BD54-3E0D76A2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3EA51B-CBA9-4BC7-B34C-45E42F2E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81DAC9-51AC-49DC-B93A-1A1F7C5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4295A6-4364-4EE3-8373-9B561147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C7981C-DF57-4604-AF9C-965A516D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298699-5034-4B94-9E26-963D078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6ADCB-7E87-43CD-B4A6-1EBD25B6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56249-0F64-4057-B0D0-9ADF64FC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722FE-9E8D-4CF2-BC98-ED4B9AAF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8408D4-90B5-427A-953F-7522621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2342770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3B1CC4-9985-4D04-A43F-DD42A25B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C2BFB-4F98-46F6-A79D-4082740A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Building Components Drafting (For CIE Only)...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F94E3-DAA9-4B69-B405-2755F65F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98B77-6854-464F-9D64-5768487D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AD480-F4A2-4403-A2EC-AB090FE0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48BBA-0F2F-4A8D-B311-FCC5964A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303E2-3AED-4576-BD1C-3631CE2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1CF9E-7732-4287-9674-033E5742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41300-6795-4A6E-A76A-F5297053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792FE-0B2A-4A03-8F7E-3A69F3FB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646B8-DEB3-49BD-8C4F-F28868F6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E986A-CBB0-426E-AA30-903B4D66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04AC6-1E78-4BBC-8126-1574B278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2CA46-F044-496B-85B2-2A6D848D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B4AAF-E738-4FE7-95FF-737A06BF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50E64-1701-4EF0-80DC-323719BD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A8756-E0BE-4635-9C27-2AC5E36D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00FD2-8E65-492B-961A-F971DE92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6A520-810B-4002-B3F9-4CBC75C1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D3630-D8DA-4323-8F40-890FD910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8966C-4F4B-42C6-A3A3-77652C98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E7005-4E95-45C1-84C3-8B093468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12CB8-A589-4CF0-A6CE-9F288659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DF10C-E9A3-4F13-83C9-38676DA3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F6A02-EE1A-42EB-B6FB-4090DFB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3A42C-CCF2-4F8A-B7D8-68E7AF1F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C2CEF-4A2B-4EF3-B700-7697A2C5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91AE3E-90A0-4F60-910E-28A9ACEA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1AD62-7DE9-4844-B3DA-097406FA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5D51C6-E159-49B0-8A8F-EC5FC449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BDDC2-9543-4BFB-8212-E3A86AEC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5500C9-5FE8-48EC-8685-7D77D643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532083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711091-5FC5-46E0-AF27-205955D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50D64-CEEB-4525-A91A-7C21D530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doors windows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93DC8-E1C1-4102-B3C0-4C820656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FD742-2774-4898-B992-E5BAE42B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7AECD-9B6E-4E91-962C-EA40C298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85E3B-45F9-4827-ACBC-792DFBA2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90B6B-6D82-4696-AF58-F6A360A9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0453F-E103-49D9-8845-2763B740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D9956-8F96-434E-9113-D5DC0B7D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00597-66DA-44AD-AFF3-C89FF3BC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5062D-2D48-4EB6-A82B-5DC8859F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838FB-B1BE-409C-A152-2BFB3083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D4C75-F5EE-48E0-9297-CD615C8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3EF22-1E40-4BA8-AA19-F134BAF4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15FEB-52F7-4D38-80E5-471554EE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22B27-ACCB-447B-94E3-50FE0B83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76A7A-1138-48D7-80FD-04564E3A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1D605-061F-4E13-9113-C987BF8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61986-C062-4337-A814-71C3873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7F5BF-61D6-4181-B74B-45F01FE4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32C60-18B2-412B-8CFF-24D45B0B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BFC43-44AA-44FC-A7D6-EE55FFED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9571DD-01C4-43AA-90AC-47F17B8C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52DC3-A6AA-4293-A733-24A5350B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F7A45D-A1A0-4EDC-A52B-1EFFEFC4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9D7EE-0F5F-447C-BBAE-F949BFFC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73B2C-54F0-406E-9131-96F331C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C29E7-06C6-4631-A278-57943D8E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067C9C-B343-434B-B548-D668C43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75606-BCC2-4DC2-9ED4-737B0C21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1632B9-0FC7-48EB-B82E-BFE1AF1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3C5292-59A3-4752-9A93-DE8B482F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2426681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1B2173-4D6E-4C31-8A48-353A1897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84E79-2336-46B3-A562-C233700F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staircase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484F6-D150-4B2E-A580-79B31D14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CD269-6195-4839-BD3D-F08771AF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2E0E1-A9B2-4216-AE7F-033739F6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F3CB0-315A-4D84-A72D-BEC2889F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2D282-E0BD-46A2-9834-902757AD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88B50-F129-471E-990F-C2722F4E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5D8D7-71C4-4DD2-A5DF-DC21C759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C7A56-AE50-481E-8EE5-434B68E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6EA8B-C2E4-4EE7-8621-7358ED4D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46660-0A40-4C32-B671-14050F47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EB565-A645-4396-B752-7ABC8572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5A497-8F5F-44CF-80FC-8EC67A14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A5712-4DA1-4514-B805-F61E5429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BED26-8B16-4073-A5B3-7C1F95E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53D39-D25F-412B-98C0-2C2C649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74AC6-62D3-4932-8A43-ED9C0137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8D0EB-8525-499E-83BB-572D6F2A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A319D-46A7-49F8-B6ED-C4991611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087EA-8AD4-449F-A474-3EC3F812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8245A-798C-4641-833C-AFE7630C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F5702-4D18-43F4-A3C4-F7265CC0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C763F-5F15-4769-8BBB-95A100CB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29967-3049-4591-ADEA-05005A7E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B06B6-E7D6-462A-BFD7-53FA9FA5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02EE5-5BDF-40CD-BA18-457EA61B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AE96C-D7EC-4D13-B086-E0E4A2F8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944BA-4F2C-4149-BE93-6ECDFBCC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EBE3C2-5C7E-4A1F-8490-F6A7E6DF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747E2C-63E4-48F1-B93F-8FFF6F00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7428AD-0A35-407A-BC4F-61A56153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42905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A2FAF-FD8A-4056-B9F1-0CCACD74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2AE5A-9C7A-47C7-8942-5B611C42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assigning materials and rendering building...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CBBDE-0D6E-425A-9727-C6C77C70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5FAB1-1C82-4C8D-8C70-BEC5C345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DF8C5-91B5-430A-8BB1-859BFC46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A45B6-E1DF-4396-BC06-95A02281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82746-8920-42EB-8CB0-5854D1C6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2B99B-2A03-4BA4-9A59-D917CE01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2D35B-18E4-4439-8F96-218D1A29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3E0B2-9A44-40ED-8E5C-99F05AEE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90D77-51DE-434D-8011-2C75FD06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2D331-29EB-4D6F-81EA-CF8AB8F2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8A388-0F47-4CE4-8D2D-51332C13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DE444-FA65-4D3E-92FA-A3C6D140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D7A65-5C5D-40B8-AEEB-4EE070CD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FA621-0CBD-4108-BDE0-D0ED67E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80E19-B647-4240-A3EA-DCEC6708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0CD29-D454-408E-AC9F-5EF21FFD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7195D-4BFB-4127-82BF-690A27F5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61E36-FE52-4E73-A410-2276D38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CD3B40-5764-4353-BD14-64AC362D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A7C7A2-DAB5-498D-9279-F6F49A60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D2C0A-B949-424F-8CFA-6B8A1E76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3584B-B21F-4034-9625-A18D18F2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D4E89-FAB2-4AA5-A3A8-AF1FF518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238E1-8A01-4DC9-889D-1B5DF30D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FE3AB-2773-4CE7-A6D9-AAA1A0A7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B3332-6B19-4529-BD17-4B9C3FF1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F84EFC-C943-42CA-BC72-7DF1BE41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903B44-7B56-4D1C-BAE1-3DBC54D4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D4C6E-4A37-4D08-850B-4F0384E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F40B7-F972-44E6-BAFC-FF6A643D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9952494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C7D99-5145-439B-BDFA-9CF4E4BA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DE4AF-911A-47F8-9EA0-11F5A05F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Converting the floor plan into 3D model wit...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1E282-3F47-4DE6-B3CE-335B5442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449F2-CBCE-4BFC-A36A-C69D52B9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E2594-BB77-472B-A63F-C6E45302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95A9E-971A-4A2D-BDA7-7D64F0A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F3248-964F-4B06-BAAD-96724187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E35AA-38A6-4861-8264-754A9839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F12F2-8556-4FF5-B795-F9E1C4B7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483EA-7457-41A4-8D65-1367862E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6A327-24CF-4223-80EC-AE00F97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1E7E6-2F4D-4C8C-8099-DBA640C6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F1836-096D-4CDF-B075-6DAF033E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3FA05-1518-4051-9082-B2287026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6B9DF-6D03-47B7-8C9E-D001F3B1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25AFD-F1C4-4A42-BB7E-A45CF27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9132A-5DFF-419A-AB10-E1940F84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EA331-25F5-4998-B7AA-99885F1C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E693D-8520-41BF-9299-0FA0B9CB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F611F-9E5B-4A3A-8274-FD1017C8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BA198-01E5-46DB-A32E-B0F026F7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96861-BD2C-4C5D-BD4A-5B3158FC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144FC-D0B8-4589-979C-1A32A49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044FA-E368-4C15-AFAC-A6FA5237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1E3DA-5307-4481-B29E-980CFC2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20AB2-6CFF-400B-82B0-4374BE65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0A2710-C38B-4D37-8ECC-0435F181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3ACB8A-4891-4366-A9CF-7FE83398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406A6-4927-445E-A2DA-DC17FB2A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1FADAA-5C01-4B43-A3FB-2E6DBBBA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75834D-C781-4031-A6E3-6EBE43EA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BAE72B-7792-4CF5-8297-EAC47FB2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92721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2026-08-24T16:02:25.2530000Z</dcterms:created>
  <dcterms:modified xsi:type="dcterms:W3CDTF">2026-08-24T16:02:25.2530000Z</dcterms:modified>
</coreProperties>
</file>