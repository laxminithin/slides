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751c210b964269" /><Relationship Type="http://schemas.openxmlformats.org/officeDocument/2006/relationships/extended-properties" Target="/docProps/app.xml" Id="Reb848eb461184248" /><Relationship Type="http://schemas.openxmlformats.org/officeDocument/2006/relationships/officeDocument" Target="/ppt/presentation.xml" Id="R53569ee2ba7040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ea5f283b6540fd"/>
  </p:sldMasterIdLst>
  <p:notesMasterIdLst>
    <p:notesMasterId xmlns:r="http://schemas.openxmlformats.org/officeDocument/2006/relationships" r:id="R9e130cbac4ce407c"/>
  </p:notesMasterIdLst>
  <p:sldIdLst>
    <p:sldId xmlns:r="http://schemas.openxmlformats.org/officeDocument/2006/relationships" id="256" r:id="Rb952d4435b6740fe"/>
    <p:sldId xmlns:r="http://schemas.openxmlformats.org/officeDocument/2006/relationships" id="257" r:id="R79b33df371004fec"/>
    <p:sldId xmlns:r="http://schemas.openxmlformats.org/officeDocument/2006/relationships" id="258" r:id="Rba070312438241d7"/>
    <p:sldId xmlns:r="http://schemas.openxmlformats.org/officeDocument/2006/relationships" id="259" r:id="Rd9da40e653c34c4c"/>
    <p:sldId xmlns:r="http://schemas.openxmlformats.org/officeDocument/2006/relationships" id="260" r:id="R72b1be70086540ca"/>
    <p:sldId xmlns:r="http://schemas.openxmlformats.org/officeDocument/2006/relationships" id="261" r:id="R8d06c1668ae14795"/>
    <p:sldId xmlns:r="http://schemas.openxmlformats.org/officeDocument/2006/relationships" id="262" r:id="R468e39df38c1420d"/>
    <p:sldId xmlns:r="http://schemas.openxmlformats.org/officeDocument/2006/relationships" id="263" r:id="Rb0cee0c76d7349da"/>
    <p:sldId xmlns:r="http://schemas.openxmlformats.org/officeDocument/2006/relationships" id="264" r:id="Rc93bcfa88f2742e4"/>
    <p:sldId xmlns:r="http://schemas.openxmlformats.org/officeDocument/2006/relationships" id="265" r:id="R82f2f9bc6fae47ea"/>
    <p:sldId xmlns:r="http://schemas.openxmlformats.org/officeDocument/2006/relationships" id="266" r:id="R78ab8d49f8604018"/>
    <p:sldId xmlns:r="http://schemas.openxmlformats.org/officeDocument/2006/relationships" id="267" r:id="R7563662d7b054696"/>
    <p:sldId xmlns:r="http://schemas.openxmlformats.org/officeDocument/2006/relationships" id="268" r:id="R9e8f0a20cd0c4664"/>
    <p:sldId xmlns:r="http://schemas.openxmlformats.org/officeDocument/2006/relationships" id="269" r:id="R9f5b15e9836e4f07"/>
    <p:sldId xmlns:r="http://schemas.openxmlformats.org/officeDocument/2006/relationships" id="270" r:id="R02f9da06391b46be"/>
    <p:sldId xmlns:r="http://schemas.openxmlformats.org/officeDocument/2006/relationships" id="271" r:id="R21a264bf136949b8"/>
    <p:sldId xmlns:r="http://schemas.openxmlformats.org/officeDocument/2006/relationships" id="272" r:id="R8ef9b942856e434f"/>
    <p:sldId xmlns:r="http://schemas.openxmlformats.org/officeDocument/2006/relationships" id="273" r:id="Rb413482caa0d42f1"/>
    <p:sldId xmlns:r="http://schemas.openxmlformats.org/officeDocument/2006/relationships" id="274" r:id="R5c1980a1316747d5"/>
    <p:sldId xmlns:r="http://schemas.openxmlformats.org/officeDocument/2006/relationships" id="275" r:id="R8e909b3c707c40bc"/>
    <p:sldId xmlns:r="http://schemas.openxmlformats.org/officeDocument/2006/relationships" id="276" r:id="R5a4792dedc2d44c8"/>
    <p:sldId xmlns:r="http://schemas.openxmlformats.org/officeDocument/2006/relationships" id="277" r:id="Re99046a2ff944c35"/>
    <p:sldId xmlns:r="http://schemas.openxmlformats.org/officeDocument/2006/relationships" id="278" r:id="Rd64de71d6c2f46e4"/>
    <p:sldId xmlns:r="http://schemas.openxmlformats.org/officeDocument/2006/relationships" id="279" r:id="Rf587984fc2ee40d0"/>
    <p:sldId xmlns:r="http://schemas.openxmlformats.org/officeDocument/2006/relationships" id="280" r:id="R61b373219f5a4f68"/>
    <p:sldId xmlns:r="http://schemas.openxmlformats.org/officeDocument/2006/relationships" id="281" r:id="Recd61d13bb3f4b95"/>
    <p:sldId xmlns:r="http://schemas.openxmlformats.org/officeDocument/2006/relationships" id="282" r:id="Reefeaed30e6948ae"/>
    <p:sldId xmlns:r="http://schemas.openxmlformats.org/officeDocument/2006/relationships" id="283" r:id="R81cf443452a14892"/>
    <p:sldId xmlns:r="http://schemas.openxmlformats.org/officeDocument/2006/relationships" id="284" r:id="Re9b2bb39de074425"/>
    <p:sldId xmlns:r="http://schemas.openxmlformats.org/officeDocument/2006/relationships" id="285" r:id="R9c39c034f8cc4fc5"/>
    <p:sldId xmlns:r="http://schemas.openxmlformats.org/officeDocument/2006/relationships" id="286" r:id="Raeed276f75c244df"/>
    <p:sldId xmlns:r="http://schemas.openxmlformats.org/officeDocument/2006/relationships" id="287" r:id="R0c6320e6eb7b47da"/>
    <p:sldId xmlns:r="http://schemas.openxmlformats.org/officeDocument/2006/relationships" id="288" r:id="R244a3d1c1acf44b2"/>
    <p:sldId xmlns:r="http://schemas.openxmlformats.org/officeDocument/2006/relationships" id="289" r:id="R0e0e52234f674f38"/>
    <p:sldId xmlns:r="http://schemas.openxmlformats.org/officeDocument/2006/relationships" id="290" r:id="Rf756124ee8344052"/>
    <p:sldId xmlns:r="http://schemas.openxmlformats.org/officeDocument/2006/relationships" id="291" r:id="Rf51b9ba2f8f24b7c"/>
    <p:sldId xmlns:r="http://schemas.openxmlformats.org/officeDocument/2006/relationships" id="292" r:id="Ra23a1e209e9849fc"/>
    <p:sldId xmlns:r="http://schemas.openxmlformats.org/officeDocument/2006/relationships" id="293" r:id="R501478400b7846cf"/>
    <p:sldId xmlns:r="http://schemas.openxmlformats.org/officeDocument/2006/relationships" id="294" r:id="Rb2e767cac0c4479c"/>
    <p:sldId xmlns:r="http://schemas.openxmlformats.org/officeDocument/2006/relationships" id="295" r:id="Rc6ef7d297ee7416d"/>
    <p:sldId xmlns:r="http://schemas.openxmlformats.org/officeDocument/2006/relationships" id="296" r:id="R97d3dcb5a18f4eb9"/>
    <p:sldId xmlns:r="http://schemas.openxmlformats.org/officeDocument/2006/relationships" id="297" r:id="Rc8c14ac19b4f46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2392a11dcd4214" /><Relationship Type="http://schemas.openxmlformats.org/officeDocument/2006/relationships/slideMaster" Target="/ppt/slideMasters/slideMaster1.xml" Id="R1aea5f283b6540fd" /><Relationship Type="http://schemas.openxmlformats.org/officeDocument/2006/relationships/notesMaster" Target="/ppt/notesMasters/notesMaster1.xml" Id="R9e130cbac4ce407c" /><Relationship Type="http://schemas.openxmlformats.org/officeDocument/2006/relationships/presProps" Target="/ppt/presProps.xml" Id="R635379e5341748fb" /><Relationship Type="http://schemas.openxmlformats.org/officeDocument/2006/relationships/tableStyles" Target="/ppt/tableStyles.xml" Id="Rf2cae6a2f3f6440f" /><Relationship Type="http://schemas.openxmlformats.org/officeDocument/2006/relationships/slide" Target="/ppt/slides/slide1.xml" Id="Rb952d4435b6740fe" /><Relationship Type="http://schemas.openxmlformats.org/officeDocument/2006/relationships/slide" Target="/ppt/slides/slide2.xml" Id="R79b33df371004fec" /><Relationship Type="http://schemas.openxmlformats.org/officeDocument/2006/relationships/slide" Target="/ppt/slides/slide3.xml" Id="Rba070312438241d7" /><Relationship Type="http://schemas.openxmlformats.org/officeDocument/2006/relationships/slide" Target="/ppt/slides/slide4.xml" Id="Rd9da40e653c34c4c" /><Relationship Type="http://schemas.openxmlformats.org/officeDocument/2006/relationships/slide" Target="/ppt/slides/slide5.xml" Id="R72b1be70086540ca" /><Relationship Type="http://schemas.openxmlformats.org/officeDocument/2006/relationships/slide" Target="/ppt/slides/slide6.xml" Id="R8d06c1668ae14795" /><Relationship Type="http://schemas.openxmlformats.org/officeDocument/2006/relationships/slide" Target="/ppt/slides/slide7.xml" Id="R468e39df38c1420d" /><Relationship Type="http://schemas.openxmlformats.org/officeDocument/2006/relationships/slide" Target="/ppt/slides/slide8.xml" Id="Rb0cee0c76d7349da" /><Relationship Type="http://schemas.openxmlformats.org/officeDocument/2006/relationships/slide" Target="/ppt/slides/slide9.xml" Id="Rc93bcfa88f2742e4" /><Relationship Type="http://schemas.openxmlformats.org/officeDocument/2006/relationships/slide" Target="/ppt/slides/slide10.xml" Id="R82f2f9bc6fae47ea" /><Relationship Type="http://schemas.openxmlformats.org/officeDocument/2006/relationships/slide" Target="/ppt/slides/slide11.xml" Id="R78ab8d49f8604018" /><Relationship Type="http://schemas.openxmlformats.org/officeDocument/2006/relationships/slide" Target="/ppt/slides/slide12.xml" Id="R7563662d7b054696" /><Relationship Type="http://schemas.openxmlformats.org/officeDocument/2006/relationships/slide" Target="/ppt/slides/slide13.xml" Id="R9e8f0a20cd0c4664" /><Relationship Type="http://schemas.openxmlformats.org/officeDocument/2006/relationships/slide" Target="/ppt/slides/slide14.xml" Id="R9f5b15e9836e4f07" /><Relationship Type="http://schemas.openxmlformats.org/officeDocument/2006/relationships/slide" Target="/ppt/slides/slide15.xml" Id="R02f9da06391b46be" /><Relationship Type="http://schemas.openxmlformats.org/officeDocument/2006/relationships/slide" Target="/ppt/slides/slide16.xml" Id="R21a264bf136949b8" /><Relationship Type="http://schemas.openxmlformats.org/officeDocument/2006/relationships/slide" Target="/ppt/slides/slide17.xml" Id="R8ef9b942856e434f" /><Relationship Type="http://schemas.openxmlformats.org/officeDocument/2006/relationships/slide" Target="/ppt/slides/slide18.xml" Id="Rb413482caa0d42f1" /><Relationship Type="http://schemas.openxmlformats.org/officeDocument/2006/relationships/slide" Target="/ppt/slides/slide19.xml" Id="R5c1980a1316747d5" /><Relationship Type="http://schemas.openxmlformats.org/officeDocument/2006/relationships/slide" Target="/ppt/slides/slide20.xml" Id="R8e909b3c707c40bc" /><Relationship Type="http://schemas.openxmlformats.org/officeDocument/2006/relationships/slide" Target="/ppt/slides/slide21.xml" Id="R5a4792dedc2d44c8" /><Relationship Type="http://schemas.openxmlformats.org/officeDocument/2006/relationships/slide" Target="/ppt/slides/slide22.xml" Id="Re99046a2ff944c35" /><Relationship Type="http://schemas.openxmlformats.org/officeDocument/2006/relationships/slide" Target="/ppt/slides/slide23.xml" Id="Rd64de71d6c2f46e4" /><Relationship Type="http://schemas.openxmlformats.org/officeDocument/2006/relationships/slide" Target="/ppt/slides/slide24.xml" Id="Rf587984fc2ee40d0" /><Relationship Type="http://schemas.openxmlformats.org/officeDocument/2006/relationships/slide" Target="/ppt/slides/slide25.xml" Id="R61b373219f5a4f68" /><Relationship Type="http://schemas.openxmlformats.org/officeDocument/2006/relationships/slide" Target="/ppt/slides/slide26.xml" Id="Recd61d13bb3f4b95" /><Relationship Type="http://schemas.openxmlformats.org/officeDocument/2006/relationships/slide" Target="/ppt/slides/slide27.xml" Id="Reefeaed30e6948ae" /><Relationship Type="http://schemas.openxmlformats.org/officeDocument/2006/relationships/slide" Target="/ppt/slides/slide28.xml" Id="R81cf443452a14892" /><Relationship Type="http://schemas.openxmlformats.org/officeDocument/2006/relationships/slide" Target="/ppt/slides/slide29.xml" Id="Re9b2bb39de074425" /><Relationship Type="http://schemas.openxmlformats.org/officeDocument/2006/relationships/slide" Target="/ppt/slides/slide30.xml" Id="R9c39c034f8cc4fc5" /><Relationship Type="http://schemas.openxmlformats.org/officeDocument/2006/relationships/slide" Target="/ppt/slides/slide31.xml" Id="Raeed276f75c244df" /><Relationship Type="http://schemas.openxmlformats.org/officeDocument/2006/relationships/slide" Target="/ppt/slides/slide32.xml" Id="R0c6320e6eb7b47da" /><Relationship Type="http://schemas.openxmlformats.org/officeDocument/2006/relationships/slide" Target="/ppt/slides/slide33.xml" Id="R244a3d1c1acf44b2" /><Relationship Type="http://schemas.openxmlformats.org/officeDocument/2006/relationships/slide" Target="/ppt/slides/slide34.xml" Id="R0e0e52234f674f38" /><Relationship Type="http://schemas.openxmlformats.org/officeDocument/2006/relationships/slide" Target="/ppt/slides/slide35.xml" Id="Rf756124ee8344052" /><Relationship Type="http://schemas.openxmlformats.org/officeDocument/2006/relationships/slide" Target="/ppt/slides/slide36.xml" Id="Rf51b9ba2f8f24b7c" /><Relationship Type="http://schemas.openxmlformats.org/officeDocument/2006/relationships/slide" Target="/ppt/slides/slide37.xml" Id="Ra23a1e209e9849fc" /><Relationship Type="http://schemas.openxmlformats.org/officeDocument/2006/relationships/slide" Target="/ppt/slides/slide38.xml" Id="R501478400b7846cf" /><Relationship Type="http://schemas.openxmlformats.org/officeDocument/2006/relationships/slide" Target="/ppt/slides/slide39.xml" Id="Rb2e767cac0c4479c" /><Relationship Type="http://schemas.openxmlformats.org/officeDocument/2006/relationships/slide" Target="/ppt/slides/slide40.xml" Id="Rc6ef7d297ee7416d" /><Relationship Type="http://schemas.openxmlformats.org/officeDocument/2006/relationships/slide" Target="/ppt/slides/slide41.xml" Id="R97d3dcb5a18f4eb9" /><Relationship Type="http://schemas.openxmlformats.org/officeDocument/2006/relationships/slide" Target="/ppt/slides/slide42.xml" Id="Rc8c14ac19b4f46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0bf50c86894d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49d5e2ef9400d" /><Relationship Type="http://schemas.openxmlformats.org/officeDocument/2006/relationships/notesMaster" Target="/ppt/notesMasters/notesMaster1.xml" Id="R8d8c6a1ae6354b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03e730b4d4c65" /><Relationship Type="http://schemas.openxmlformats.org/officeDocument/2006/relationships/notesMaster" Target="/ppt/notesMasters/notesMaster1.xml" Id="R3f0a6f7d3cf14c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39c4f850024879" /><Relationship Type="http://schemas.openxmlformats.org/officeDocument/2006/relationships/notesMaster" Target="/ppt/notesMasters/notesMaster1.xml" Id="R13bf2675996148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3060a4bb7140e8" /><Relationship Type="http://schemas.openxmlformats.org/officeDocument/2006/relationships/notesMaster" Target="/ppt/notesMasters/notesMaster1.xml" Id="Rf2531c4b6246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794c3e6f7a46b2" /><Relationship Type="http://schemas.openxmlformats.org/officeDocument/2006/relationships/notesMaster" Target="/ppt/notesMasters/notesMaster1.xml" Id="R7a5ec00cf36545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15d64a631a46a3" /><Relationship Type="http://schemas.openxmlformats.org/officeDocument/2006/relationships/notesMaster" Target="/ppt/notesMasters/notesMaster1.xml" Id="R666656417d3b4f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a424ac24ff4e06" /><Relationship Type="http://schemas.openxmlformats.org/officeDocument/2006/relationships/notesMaster" Target="/ppt/notesMasters/notesMaster1.xml" Id="Rbebabeb664d642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765ec556e54939" /><Relationship Type="http://schemas.openxmlformats.org/officeDocument/2006/relationships/notesMaster" Target="/ppt/notesMasters/notesMaster1.xml" Id="R0b6831b1b93f46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4f8ad5228a4288" /><Relationship Type="http://schemas.openxmlformats.org/officeDocument/2006/relationships/notesMaster" Target="/ppt/notesMasters/notesMaster1.xml" Id="Rf304b3d9937a4a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14fd34daf84666" /><Relationship Type="http://schemas.openxmlformats.org/officeDocument/2006/relationships/notesMaster" Target="/ppt/notesMasters/notesMaster1.xml" Id="Ra47941e1cb5b4e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059e93eaff47d8" /><Relationship Type="http://schemas.openxmlformats.org/officeDocument/2006/relationships/notesMaster" Target="/ppt/notesMasters/notesMaster1.xml" Id="Rd5c60287867346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d777b1c1e843ca" /><Relationship Type="http://schemas.openxmlformats.org/officeDocument/2006/relationships/notesMaster" Target="/ppt/notesMasters/notesMaster1.xml" Id="R0c22cb93c50844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44cbc940ba45be" /><Relationship Type="http://schemas.openxmlformats.org/officeDocument/2006/relationships/notesMaster" Target="/ppt/notesMasters/notesMaster1.xml" Id="Rdcc6392a9ade44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835ac9ef874608" /><Relationship Type="http://schemas.openxmlformats.org/officeDocument/2006/relationships/notesMaster" Target="/ppt/notesMasters/notesMaster1.xml" Id="R43e8b4ed6f224e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f7e21aa82347c6" /><Relationship Type="http://schemas.openxmlformats.org/officeDocument/2006/relationships/notesMaster" Target="/ppt/notesMasters/notesMaster1.xml" Id="R900c1de3705f4e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84f8b9f01e42ce" /><Relationship Type="http://schemas.openxmlformats.org/officeDocument/2006/relationships/notesMaster" Target="/ppt/notesMasters/notesMaster1.xml" Id="Rcc133d5c80a346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648c970ee24a85" /><Relationship Type="http://schemas.openxmlformats.org/officeDocument/2006/relationships/notesMaster" Target="/ppt/notesMasters/notesMaster1.xml" Id="Rb555046ae0fe4e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1ce4a0990743af" /><Relationship Type="http://schemas.openxmlformats.org/officeDocument/2006/relationships/notesMaster" Target="/ppt/notesMasters/notesMaster1.xml" Id="R1bc6cf4145d24f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cbfa4c90b34e21" /><Relationship Type="http://schemas.openxmlformats.org/officeDocument/2006/relationships/notesMaster" Target="/ppt/notesMasters/notesMaster1.xml" Id="Rd762f903fa9f46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f480b88b1444b2" /><Relationship Type="http://schemas.openxmlformats.org/officeDocument/2006/relationships/notesMaster" Target="/ppt/notesMasters/notesMaster1.xml" Id="R8b24f7601c074e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cb94fe5b04494d" /><Relationship Type="http://schemas.openxmlformats.org/officeDocument/2006/relationships/notesMaster" Target="/ppt/notesMasters/notesMaster1.xml" Id="R58100470ba3a49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de6bdb306a491d" /><Relationship Type="http://schemas.openxmlformats.org/officeDocument/2006/relationships/notesMaster" Target="/ppt/notesMasters/notesMaster1.xml" Id="Rfd00ab0b310744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278db8db324741" /><Relationship Type="http://schemas.openxmlformats.org/officeDocument/2006/relationships/notesMaster" Target="/ppt/notesMasters/notesMaster1.xml" Id="Rd56ef520520440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33c7e417254863" /><Relationship Type="http://schemas.openxmlformats.org/officeDocument/2006/relationships/notesMaster" Target="/ppt/notesMasters/notesMaster1.xml" Id="R56757c913660439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4e7c15d67164f49" /><Relationship Type="http://schemas.openxmlformats.org/officeDocument/2006/relationships/notesMaster" Target="/ppt/notesMasters/notesMaster1.xml" Id="R611d8d9c75934f4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eb3a691b56b46c9" /><Relationship Type="http://schemas.openxmlformats.org/officeDocument/2006/relationships/notesMaster" Target="/ppt/notesMasters/notesMaster1.xml" Id="R92e4bd90b84c483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f886a0dd0242dc" /><Relationship Type="http://schemas.openxmlformats.org/officeDocument/2006/relationships/notesMaster" Target="/ppt/notesMasters/notesMaster1.xml" Id="Refb01be2085546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ecc8bce7b442f4" /><Relationship Type="http://schemas.openxmlformats.org/officeDocument/2006/relationships/notesMaster" Target="/ppt/notesMasters/notesMaster1.xml" Id="R14d2ef9491ec447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28def872ed2417a" /><Relationship Type="http://schemas.openxmlformats.org/officeDocument/2006/relationships/notesMaster" Target="/ppt/notesMasters/notesMaster1.xml" Id="Rae84ffcacf0a4c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9c304a554b44e41" /><Relationship Type="http://schemas.openxmlformats.org/officeDocument/2006/relationships/notesMaster" Target="/ppt/notesMasters/notesMaster1.xml" Id="Re64512baf88a4dc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b37767eca614efb" /><Relationship Type="http://schemas.openxmlformats.org/officeDocument/2006/relationships/notesMaster" Target="/ppt/notesMasters/notesMaster1.xml" Id="Rb2deeb3a8bc3465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cd3b89a53d74e98" /><Relationship Type="http://schemas.openxmlformats.org/officeDocument/2006/relationships/notesMaster" Target="/ppt/notesMasters/notesMaster1.xml" Id="R8a3abdda18da4d4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c4d0d0d32d4266" /><Relationship Type="http://schemas.openxmlformats.org/officeDocument/2006/relationships/notesMaster" Target="/ppt/notesMasters/notesMaster1.xml" Id="R0614b244e389423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a61d4a26ba44fee" /><Relationship Type="http://schemas.openxmlformats.org/officeDocument/2006/relationships/notesMaster" Target="/ppt/notesMasters/notesMaster1.xml" Id="R08d5db83f48d492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68c071179ba4a15" /><Relationship Type="http://schemas.openxmlformats.org/officeDocument/2006/relationships/notesMaster" Target="/ppt/notesMasters/notesMaster1.xml" Id="Ra016ce6e602f4ac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c857fa5d7b04a80" /><Relationship Type="http://schemas.openxmlformats.org/officeDocument/2006/relationships/notesMaster" Target="/ppt/notesMasters/notesMaster1.xml" Id="R1e7560301c51403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1c7fc81c1ad474f" /><Relationship Type="http://schemas.openxmlformats.org/officeDocument/2006/relationships/notesMaster" Target="/ppt/notesMasters/notesMaster1.xml" Id="R0b603d6eac30439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adcad12ee314fe3" /><Relationship Type="http://schemas.openxmlformats.org/officeDocument/2006/relationships/notesMaster" Target="/ppt/notesMasters/notesMaster1.xml" Id="R14e3f6c3b5d54f6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910dacc64c241c8" /><Relationship Type="http://schemas.openxmlformats.org/officeDocument/2006/relationships/notesMaster" Target="/ppt/notesMasters/notesMaster1.xml" Id="R0731f80644264f3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c55acf83cd84242" /><Relationship Type="http://schemas.openxmlformats.org/officeDocument/2006/relationships/notesMaster" Target="/ppt/notesMasters/notesMaster1.xml" Id="R99b7ec547b6140b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d1ecba7074845db" /><Relationship Type="http://schemas.openxmlformats.org/officeDocument/2006/relationships/notesMaster" Target="/ppt/notesMasters/notesMaster1.xml" Id="Rd62e14ade1dc452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41046ffa0eb4bbb" /><Relationship Type="http://schemas.openxmlformats.org/officeDocument/2006/relationships/notesMaster" Target="/ppt/notesMasters/notesMaster1.xml" Id="R206dd09c801f40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d2534b74d4f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1c3f865e5841d6" /><Relationship Type="http://schemas.openxmlformats.org/officeDocument/2006/relationships/slideLayout" Target="/ppt/slideLayouts/slideLayout1.xml" Id="Rd04d50d3465c47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4d50d3465c47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ac4763ac849e6" /><Relationship Type="http://schemas.openxmlformats.org/officeDocument/2006/relationships/notesSlide" Target="/ppt/notesSlides/notesSlide1.xml" Id="R70f4aa9a233b4e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d63b0de0142e3" /><Relationship Type="http://schemas.openxmlformats.org/officeDocument/2006/relationships/notesSlide" Target="/ppt/notesSlides/notesSlide2.xml" Id="R420003f5d57842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1c8c2242a4973" /><Relationship Type="http://schemas.openxmlformats.org/officeDocument/2006/relationships/notesSlide" Target="/ppt/notesSlides/notesSlide3.xml" Id="R6ef33b2d209e4c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a3237fcfe4853" /><Relationship Type="http://schemas.openxmlformats.org/officeDocument/2006/relationships/notesSlide" Target="/ppt/notesSlides/notesSlide4.xml" Id="Rd993cb0d2e6847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a577d4abc4980" /><Relationship Type="http://schemas.openxmlformats.org/officeDocument/2006/relationships/notesSlide" Target="/ppt/notesSlides/notesSlide5.xml" Id="R2b2039ac089e41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9af33cf764da4" /><Relationship Type="http://schemas.openxmlformats.org/officeDocument/2006/relationships/notesSlide" Target="/ppt/notesSlides/notesSlide6.xml" Id="R59ba8f3de90344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2d55e50fe448c" /><Relationship Type="http://schemas.openxmlformats.org/officeDocument/2006/relationships/notesSlide" Target="/ppt/notesSlides/notesSlide7.xml" Id="Rd745931d663249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7dc31cfd44bad" /><Relationship Type="http://schemas.openxmlformats.org/officeDocument/2006/relationships/notesSlide" Target="/ppt/notesSlides/notesSlide8.xml" Id="R4e6cb5154ef941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ab7e6ec3547a3" /><Relationship Type="http://schemas.openxmlformats.org/officeDocument/2006/relationships/notesSlide" Target="/ppt/notesSlides/notesSlide9.xml" Id="R97f6894233a24f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e9f71593343bb" /><Relationship Type="http://schemas.openxmlformats.org/officeDocument/2006/relationships/notesSlide" Target="/ppt/notesSlides/notesSlide10.xml" Id="R12dc2d77e49944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918a56a664b34" /><Relationship Type="http://schemas.openxmlformats.org/officeDocument/2006/relationships/notesSlide" Target="/ppt/notesSlides/notesSlide11.xml" Id="R70c8c64fcd8b42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62e7faaf34b9a" /><Relationship Type="http://schemas.openxmlformats.org/officeDocument/2006/relationships/notesSlide" Target="/ppt/notesSlides/notesSlide12.xml" Id="Rc92d2c50ca124f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c766c67044183" /><Relationship Type="http://schemas.openxmlformats.org/officeDocument/2006/relationships/notesSlide" Target="/ppt/notesSlides/notesSlide13.xml" Id="R802396e5b4af44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369eb62b2406d" /><Relationship Type="http://schemas.openxmlformats.org/officeDocument/2006/relationships/notesSlide" Target="/ppt/notesSlides/notesSlide14.xml" Id="R5eb49f95ca5444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1f43e677a44cd" /><Relationship Type="http://schemas.openxmlformats.org/officeDocument/2006/relationships/notesSlide" Target="/ppt/notesSlides/notesSlide15.xml" Id="R7aac2235aebb44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e0789f1d742ad" /><Relationship Type="http://schemas.openxmlformats.org/officeDocument/2006/relationships/notesSlide" Target="/ppt/notesSlides/notesSlide16.xml" Id="Rd42d837d12074d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43eaa02c7489a" /><Relationship Type="http://schemas.openxmlformats.org/officeDocument/2006/relationships/notesSlide" Target="/ppt/notesSlides/notesSlide17.xml" Id="R01f2a740fc9d40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e8f8890424b0a" /><Relationship Type="http://schemas.openxmlformats.org/officeDocument/2006/relationships/notesSlide" Target="/ppt/notesSlides/notesSlide18.xml" Id="R36c40c95def544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211d6a0194b27" /><Relationship Type="http://schemas.openxmlformats.org/officeDocument/2006/relationships/notesSlide" Target="/ppt/notesSlides/notesSlide19.xml" Id="R0f6943d096cb4a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01938f54b4ce3" /><Relationship Type="http://schemas.openxmlformats.org/officeDocument/2006/relationships/notesSlide" Target="/ppt/notesSlides/notesSlide20.xml" Id="R98ea0b5130c649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c118ceb3e4774" /><Relationship Type="http://schemas.openxmlformats.org/officeDocument/2006/relationships/notesSlide" Target="/ppt/notesSlides/notesSlide21.xml" Id="R855fa27b6c884f9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51b0c028a46cc" /><Relationship Type="http://schemas.openxmlformats.org/officeDocument/2006/relationships/notesSlide" Target="/ppt/notesSlides/notesSlide22.xml" Id="R42b618c2a92644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a0e331a2b4a71" /><Relationship Type="http://schemas.openxmlformats.org/officeDocument/2006/relationships/notesSlide" Target="/ppt/notesSlides/notesSlide23.xml" Id="R1acd74780e214b1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603ccf74d4631" /><Relationship Type="http://schemas.openxmlformats.org/officeDocument/2006/relationships/notesSlide" Target="/ppt/notesSlides/notesSlide24.xml" Id="R79f14e699bbb434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f8206b3da4baa" /><Relationship Type="http://schemas.openxmlformats.org/officeDocument/2006/relationships/notesSlide" Target="/ppt/notesSlides/notesSlide25.xml" Id="R71da672571114a1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7766239224bc7" /><Relationship Type="http://schemas.openxmlformats.org/officeDocument/2006/relationships/notesSlide" Target="/ppt/notesSlides/notesSlide26.xml" Id="R7e662d2b264c4f5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0e7c8a9c747ae" /><Relationship Type="http://schemas.openxmlformats.org/officeDocument/2006/relationships/notesSlide" Target="/ppt/notesSlides/notesSlide27.xml" Id="R25cbde99b74d4e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e4495cd464b58" /><Relationship Type="http://schemas.openxmlformats.org/officeDocument/2006/relationships/notesSlide" Target="/ppt/notesSlides/notesSlide28.xml" Id="R40542de991ad40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bd536401647f6" /><Relationship Type="http://schemas.openxmlformats.org/officeDocument/2006/relationships/notesSlide" Target="/ppt/notesSlides/notesSlide29.xml" Id="Rad968d91e15548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112d5cd6b4f24" /><Relationship Type="http://schemas.openxmlformats.org/officeDocument/2006/relationships/notesSlide" Target="/ppt/notesSlides/notesSlide30.xml" Id="R9443562d9719466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f3d0723d24c5b" /><Relationship Type="http://schemas.openxmlformats.org/officeDocument/2006/relationships/notesSlide" Target="/ppt/notesSlides/notesSlide31.xml" Id="R6d081b9ad66547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a79bf609d4f5f" /><Relationship Type="http://schemas.openxmlformats.org/officeDocument/2006/relationships/notesSlide" Target="/ppt/notesSlides/notesSlide32.xml" Id="R978774e34ea445a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fe2b0bb5f46f1" /><Relationship Type="http://schemas.openxmlformats.org/officeDocument/2006/relationships/notesSlide" Target="/ppt/notesSlides/notesSlide33.xml" Id="R7e353fddce2f4c3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96a52ed9b42d7" /><Relationship Type="http://schemas.openxmlformats.org/officeDocument/2006/relationships/notesSlide" Target="/ppt/notesSlides/notesSlide34.xml" Id="R1b2a69d354054bf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cdf43908f46d3" /><Relationship Type="http://schemas.openxmlformats.org/officeDocument/2006/relationships/notesSlide" Target="/ppt/notesSlides/notesSlide35.xml" Id="R3cbc431fbf4944b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9dbded6fb4ea2" /><Relationship Type="http://schemas.openxmlformats.org/officeDocument/2006/relationships/notesSlide" Target="/ppt/notesSlides/notesSlide36.xml" Id="Re18cb186ee6a4dc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4847324f24de0" /><Relationship Type="http://schemas.openxmlformats.org/officeDocument/2006/relationships/notesSlide" Target="/ppt/notesSlides/notesSlide37.xml" Id="R44b7f153a0b2471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b337e397f48d9" /><Relationship Type="http://schemas.openxmlformats.org/officeDocument/2006/relationships/notesSlide" Target="/ppt/notesSlides/notesSlide38.xml" Id="R2322db92ebe64e0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23adbe15a40fe" /><Relationship Type="http://schemas.openxmlformats.org/officeDocument/2006/relationships/notesSlide" Target="/ppt/notesSlides/notesSlide39.xml" Id="R048b9d32f6c84d7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e85f9a57641d9" /><Relationship Type="http://schemas.openxmlformats.org/officeDocument/2006/relationships/notesSlide" Target="/ppt/notesSlides/notesSlide40.xml" Id="R9a933ac7047542b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0807fa884493e" /><Relationship Type="http://schemas.openxmlformats.org/officeDocument/2006/relationships/notesSlide" Target="/ppt/notesSlides/notesSlide41.xml" Id="R1c695031b61c445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99c0ead914cad" /><Relationship Type="http://schemas.openxmlformats.org/officeDocument/2006/relationships/notesSlide" Target="/ppt/notesSlides/notesSlide42.xml" Id="R0d7cd109c26d4d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CF043-2E51-44B1-96A2-DEF17E4E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DF8D0-689A-4661-963A-8A1227C6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0B1DE-B645-45FA-9B2D-B12FB4C8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EEE9F-CA3F-4FFE-8A10-C97A5BCF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EE609-C542-4D27-B0C6-535B8DC8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A204D-A6C3-45CD-88A0-E814A79E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17BF0-7375-478F-AEDC-A0FA8B3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772A6-B298-4162-9766-C7447746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5EB3D-2EAA-4768-8D01-F3E2DE7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B9BC2-938F-4E4C-8A0B-63041274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605E3-3693-495D-BBED-E55F6E55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F4A23-A236-4A0D-9782-954E0D90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2C631-3CFF-4E10-8FE2-3F26DEB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00598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2BF2C-355F-43AE-B657-3D64D28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7CFE7-9CA2-4EB2-9A4B-90D4A51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371A5-E90C-4529-9B5F-D7D93748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7777E-0041-482E-95C2-DF93F3A7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8788F-85AA-487B-929D-E195C7DE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76E55-26B0-4C24-B949-5CFA013D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16340-5762-4364-8E3C-B0AFA08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261A7-77C3-40AB-89DB-37DBD2F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3337E-1269-4C33-A257-57F66519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F6F52-5DA0-42AA-B884-F3A957AC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2AA12-8F66-4F7D-8EAF-F2C4B528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64164-9E29-49A7-B094-5CACE2DB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6CEA5-E6C7-426B-A3CE-81494481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C377F-A890-4EA8-92DE-E7715451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AC3DC-16FE-4B3D-8A7E-A93EE94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09460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8DC6F-CADA-4413-8450-6DBB66B2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8ABAF-D012-43C9-B755-BCBCC927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1924A-4963-41B2-A29B-B88E18A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F936-3186-40DC-BCDC-B9711981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87682-CED3-4019-94FF-40F9BF3E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E88CF-A287-48F3-AD06-CF1F39A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B8AB2-9671-4937-9CC4-F790E23D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72C3B-70E2-4705-BC48-759CF432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BFD09-107B-4AB7-84AF-63B266C0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28B45-F73A-4C4A-B626-D58C374B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232C3-986D-410F-A1AB-959EBF91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B7BCD-08C9-4D23-8794-06526C27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E514E-E4D8-4EFE-8B10-A15D4F11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341C5-2F0A-4043-B806-69E68C95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F472D-323F-4178-A186-0846D1E3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66339-83BD-4B3E-9647-1D02573F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E5AE5-55C9-41FB-8B1F-FABBF439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3DBCC-4773-41C1-9551-D0199E42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Commands and creation of Lines, coordinate points, axes,...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88B90-9D95-4818-89D9-40E37643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B595E-9DA0-4761-BCBB-3E9D69C0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3FF62-DF3C-47F2-BB90-2E3B1BDE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7D621-CC03-4343-B087-C451D3FA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B5AE5-BF73-4C31-8EC3-21D92E7D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84590-E060-4DA2-9834-7A1BAF77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CD33D-EEC2-4575-8154-512017B0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B263C-2E56-4DD5-BDBA-0D851683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7B381D-3079-4E17-9750-7698603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53845-9E6D-460C-88B9-CD5DA6FE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1F9120-2DA9-4C3E-B161-33C5E7BB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BC5658-ACBA-424D-BA58-DBD3C7C6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planes: triangular, square, r...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E6E0E3-935F-4DD5-818A-B8392FDF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48D96-2E69-4131-909F-D2B322F1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1833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C438FB-751A-49C3-A2BD-526C98C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F7CC5-0E2C-48BD-B733-0B65DB51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9B3DE-EC88-4F59-A0DA-8E61CCD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A7077-0CCC-47D8-BA1D-16B96A7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B6068-3AAC-4AE7-B4F0-05406525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F00FB-63B8-451C-B4E5-7896CD4D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35D5-6995-4365-A25B-B23CBE5A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5BEC8-3447-4334-951C-171B72E4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2CD3F-B77C-4DAB-A832-7E0B746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D7A1E-490D-4A93-BEE9-0621358E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C3ABC-2403-43F3-B3AB-78C64B3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5D474-B3D4-42CB-8468-965A0D61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98AF5-62A0-4AF0-897A-ACD88DDA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2FC40-78FE-4486-AC26-5A7A6AEE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725DA-5B18-4790-9F4E-12AB2EBF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56E6D-6B20-4181-A5A9-94365998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517C6-41FF-40D4-8F7A-0CFA102F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Commands and creation of Lines, coordinate points, axes,....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A1207-15EE-4F52-81A8-789C23C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4D81C-8D87-4B8E-90FA-33BF03AB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3A4D9-C270-4815-AE76-77A12FE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2067E-9D45-4200-B585-3870E55C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42E36-AB71-4AAF-B36E-6EA6F85C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3BC4D-06C3-47D7-9209-293E0EDA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A009F-70CE-4D2E-96E1-0F127659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6425A-E1E1-42B1-8352-90381D83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B7DFC-01BE-459B-834F-7291973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5DA7E-FEC8-4BEB-9406-95640F68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0E8F8-A1AC-448E-9A66-85A391AE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17A4CE-CF4B-433F-9C11-3604EA2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5607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258C2-9664-4AFD-81A1-5566A646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9D61B-02F0-49FA-9C33-6229EA73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62775-92A1-4724-B422-2903F8CE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CE61D-B620-4188-A24C-33208E76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023DD-7FFE-45F6-B6E4-4538FF56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141A5-7A44-45A9-99C6-2EF7550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1555C-CDC6-4878-BA78-9BF289D1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46423-C761-4308-8D59-6B0E278B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1F3BE-372E-43C9-91DF-F885F2EA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87BA7-8A20-41DC-B9C2-E99269D6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sketching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AC759-60B4-470A-A6BF-B197A03D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D011E-A66A-4DFD-AAD8-0D3D1FB9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9B9F2-CF77-46C1-8338-3C02D503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6F710-0C84-4A39-9782-7E9458F5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7727B-16CC-4A60-A330-71708C3D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3B0B5-546D-42A1-85A2-C1AB4C7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95592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2B7D6-69CD-4E81-B10D-12A9214C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A2BD4-17A8-4926-90A5-166A27EA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E309C-1CBA-42AF-B39C-C6E72FBD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595BF-26DC-458C-BF23-D40BC69E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69786-D5DC-48CA-B8A8-BC7E9710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Introduction: Significance of Engineering drawing, BIS Conventions of Engineering Drawing, Free hand sketching...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2527B-89DF-405B-A57A-DD3271E5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Introduction: Significance of Engineering...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5FDA9-C364-4335-85DE-5FF19B8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20119-3492-4534-A1C3-A2170E2B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CA99C-8C54-4FFC-90BB-F0313CE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CA4DB-6E3B-49E2-8F5F-62B51BDC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3210B-00BE-47E5-8B74-5A765AE8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B5E79-6145-4BDF-94ED-A674D9F7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F8913-D4D8-4D40-9275-C96DA97C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FAFC8-BF38-4A63-ACBC-DC8E7E96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4FC5A-B5B4-4D53-A5CA-52F625F1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8029F-081A-4E00-90B0-A0C9534D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9761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22316-714C-43C9-9ED6-7647941B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8CEA5-84E7-4EB5-8252-B1F8F76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2F7F4-21C5-485B-9E5F-10BC57AB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0153D-7260-4D11-8D3E-D740401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7C2B1-4D53-458D-95AD-B0C8DAFC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51A01-78CA-4BF0-9FC9-E85D1802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45947-D546-442E-84F0-80829F28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ADE8C-E8BE-4444-9610-99A85C5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5E370-D7D8-4041-849A-E91DAB0D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Introduction: Sign...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EE864-E9FA-483D-9231-859E70EC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D9090-B8B6-44E8-9DFB-AC13D541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AF700-B500-4450-9C7D-CCCA3415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80CAE-E8B5-44F2-92C6-7175F9ED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22B58-371E-4CFF-A651-04C74D1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6D7F1-DF72-443B-9A3E-F143514B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C203D-E7DF-43D4-BF4A-AFC32F29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84E33-F031-4AA6-BA47-35622A34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5CE74-05D3-4103-86C2-04A5255A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Introduction: 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3C260-BC0F-4D74-8531-402811B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EC9DD-ED7D-419A-A3D3-0D97381F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D9E5E-D2C2-4ECC-A302-AB974DD3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5C1DC-242E-4158-B9B4-89462AEF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C43CD-BA47-48D7-887E-5CB0650D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82840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D144B-1C0A-4E69-9BD5-CCD2B0A1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41B7D-E288-44E1-9BAA-2770F30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CACDE-24F0-4196-917B-47AB366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B3440-6C69-453C-87A7-CDA692EF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5CD7C-1FB2-4938-AA88-CFFA8388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14EB3-C36A-4941-AF9A-489C78F3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F94F0-4843-49E1-9F68-07DCFAC8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33BA2-D38D-424B-B153-977D2138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61539-B37D-4B23-A199-EFB74F05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179B5-489F-43B7-A4CA-1377AE82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BFA11-F974-4A9F-82E1-0C1AC8C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6D769-649E-4A5B-BDFE-922E769A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B193A-5636-4BFC-93C0-A5192ACD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F9246-51BE-4F60-9665-A9B08A6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E7122-B105-4CCE-9B12-88CAE12C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97467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1D7B3-70D8-4631-A482-F1F6284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9416A-3357-4BA8-8B22-3F1371D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48F8C-7BAC-44C1-96C1-B0A9DBBE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B1150-565C-4085-8648-F1F453FC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2DF78-1056-47BD-96CE-F955CE0A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2C549-5E7B-40D2-B71E-2B2DA2FF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Introduction: Significance of Engineering drawing, BIS 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0D8B2-E64A-4741-9B3E-4989035F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55953-C068-4C15-8744-80EE4B1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1A781-E04E-472C-BE96-1CBC56DC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82BE6-A35D-4A7C-BD58-92D83542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441D8-7C65-4A71-88AA-344C7DEB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727081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FF83F-3838-42C2-B09D-F78BCD3C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76118-EB3B-490A-96BE-AA6D0467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E7E5D-FF4D-406A-98F5-8025A3E1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A4FF9-3486-4E3E-A91A-9ACF4C68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BCAAD-7DFC-4F75-BB1B-40E501A0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Computer Aided Drafting software, Co -ordinate system and reference planes HP, VP, RPP &amp; LPP 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A47C7-00CF-4D10-BD0D-4F44E053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Computer Aided Drafting 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FF96E-2BEC-4363-9EFE-85FCCADD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4932C-71F0-44ED-A8B1-D03DF6B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6D731-EA2B-41C2-A567-0C477C2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94554-F120-4BF4-BC17-539C00DF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AB6A1-6905-4F63-8A61-8049C46A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97D48-07D3-4ABB-90D6-78811A1F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1B915-AA4D-4B51-82F0-197428C1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B8F75-53BD-40B0-A180-1AC4BFFF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9F716-B109-4CC3-A735-3539EF1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7E477-05A2-432D-8E58-354B8B7C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85479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053B3-B6B8-4188-A7B7-78C7EE8F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D2962-D201-49F6-A515-764883E9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90EE8-A69A-43C5-8B79-2FAB183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8ACCF-0C71-43E6-AB2C-F78A651D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A9545-D2DB-4700-BCCA-37964F21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B83C7-AE34-43BD-966A-FF369053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BB2E0-54D9-45AD-A3D0-7C1BD698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6AEDC-3001-494C-A9CE-F4258A5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9C417-D9D0-4687-9AAC-493F2FD6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B0E45-D30C-4E33-A04D-27AFCC31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34B6B-F378-43DF-AFD9-4406B810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42F1B-015B-4E13-8914-614B4207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009FA-B85F-4F8C-B634-46ACE642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4D90A-FD34-4F3F-9571-8E5209D6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37E5E-584F-4C11-B9CF-903FB5A1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2C1D3-F459-45D5-B0CB-A5A1781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CDDCF-91F3-45D4-A2B7-33AC44E1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7B781-EBA0-4C62-B68B-E4626C53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9C82E-5678-4BA0-8588-B36EB9E5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4B189-5F28-47C6-9CC2-679B18BB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55693-D9AB-40F0-9DE0-AA8524FF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4EF47-D874-4BE4-97AA-FC4D2563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88A6A-4A3F-464A-B244-441EFF2D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51107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BB8CC-C71D-4392-B4ED-123B29C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8FF6F-E045-4E6F-A475-63B94CA3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F344E-25D5-4A90-8F13-C014AF78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4190C-8CFF-45B7-97D8-9EBA7D7F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357B6-E647-4E25-A30D-D3EF4B10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16459-515B-45E1-B936-BF469A5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B7F94-2E7B-4FC9-99C4-5B27B4D2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D0651-25B6-40BF-A913-9B6B085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EF1FC-EED8-4AE9-9092-F1357BDF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62A42-6EBB-408E-9401-E5B175D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96A3F-73B9-4ACA-B464-90A21135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20904-2020-4A07-9900-E62FBA7E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94321-F2EF-46F6-9495-B8174E68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000CF-0506-47D3-AFA2-998A39CC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5F402-DE6F-4054-8FF2-3893D931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0156384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6FE31-A85B-461C-B34F-F592AE16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66AA8-E10E-4A7F-B6C1-17752170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7F624-3AD0-4DC2-84AB-BD95756D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D15A7-F3A2-456B-A219-0DDAA91C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5BD05-7413-442D-B7FD-8483CD3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AD893-7383-44DA-A0D6-5FF3B59A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Computer Aided Drafting software, Co -ord...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ECAD7-6DCC-490C-9C85-2B4C5B5A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2910A-AC50-4CCD-B538-3749553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A20F2-5AAE-44CF-8BB1-C3BDEE09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23604-FB66-4F3E-BE8F-63377846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DA37B-62D0-4A41-9579-DA9710BD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05879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F4E2B-2EB5-43BE-A1E4-A41EB729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7AF7C-8AD5-490F-BA89-7B86F04C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54F09-3111-40FB-9A4A-C4E78F49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7B78D-4229-4A82-809F-6CC28B20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DBA01-332E-4397-813D-8AA43EAA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114D3-5BD6-4ADF-8FA5-392A8BD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Selection of drawing sheet size and scale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ACB7F-B44A-4F4C-988E-BD29418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255C9-6840-482C-BE66-DEA897B3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8117B-6220-4C20-B68A-9A435257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C064F-637B-48D7-8452-6BC8888D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D056B-E76B-4DCC-9D5D-B378194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1C538-6E4A-46E1-A8B6-0DEB2EB2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8A40E-E3D7-4EA5-9DDF-1DE8F53F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E7182-C443-44C9-BDA4-733F74A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901CC-E1E6-4142-BF56-EB30DD52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D39BC-BE75-4C03-B3A1-E1FBE655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980485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A403C-C891-4E1F-B4E7-7E9A1935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22611-43E7-4E7D-9407-C22F490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7D8CC-7500-4DA5-9F77-4C5DBE9E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195A2-4EAD-476D-9603-A080CE6E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23DDF-6C03-4B44-B129-126617CA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F3759-4769-46CE-B20E-B4FE4F7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3D39A-63E0-4630-8607-985C9BFB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0ED23-4293-4232-B8EB-514D75C0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4F9B2-DE46-4038-8D11-1DADF57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Selection of drawi...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173C4-91DE-4747-856A-C9F2E4BB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69411-3E0C-4C02-B960-93DF68F2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D8CC0-3FA8-4396-8EA0-638D1753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Selection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CC9DE-186C-4BDF-B67E-FE5CBEC9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6CE1A-B9B2-4935-92CD-6D41D937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4A0D9-5C7C-4450-A226-D1565118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Selectio...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A611A-AD24-4765-94AA-C5C2B2AC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44D8C-A716-41AB-88AC-3E174C8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59F84-6DBC-4227-8FC8-52BC0500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Selection of dra...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47396-148A-4460-985D-17EEA868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3409A-DB6B-4C43-9F13-4B2D48D6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41F09-D15E-4F4E-B68C-EEED5E22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Selection of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6B63F-0B0F-4574-AD8D-0FD8DEFA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C0F99-3749-40DC-9466-6F140A15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765322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C6E66-B552-4364-A906-CF681620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E6035-1EFB-4D08-85E6-79244DE1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24701-5779-457C-9BE3-D7717166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AF77B-32F3-4841-9E16-4EC33A58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5C865-EE27-4D44-9C5D-12C3B21D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F2C37-9103-4C9A-8379-902A2C8F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677B0-A3C1-4B30-AFE2-33A4EF43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0879E-7249-4820-ABBC-262A4621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43D28-3BFE-451A-A493-FBE1FCF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1EECE-F587-49E2-9861-3A9361F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B0C54-54BC-4BED-85A4-606772EF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A46FC-2626-4C06-8488-D4BAB482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F9DA1-B6D0-4207-B9B8-BC4E92F2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C812F-2FF3-4AAB-8C96-BDB40957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90633-B33E-41C1-861B-FF9C00F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8568280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05F71-4819-4520-B436-78FA70D9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C8EA1-086E-491E-8B8B-540659AA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94F4E-21AF-4E3C-9596-6A7C512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7B98B-2969-4D81-A0CC-DFE93CFA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09FBD-EF72-466E-9DFF-53E3626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F4B01-9E1D-43F7-80FB-D07A0718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Selection of drawing sheet size and scale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3F8D2-FA8C-4141-A13C-7335B461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F88C1-78B9-4E87-9034-3117C966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0FECB-A5BA-4A7B-BDDB-B1C0CE76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77246-CD89-4589-9764-99E22AEF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52678-B4EE-4A8B-B80B-6AA11AA4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346690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6EA0A-0D27-4D75-90E6-5C27C612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934BF-1160-4451-A5CE-76652D61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D89E6-7532-4084-B4DD-4DA36E1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07FC2-7B8E-4ACC-8199-13D655A1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E7449-D78B-4974-987C-7D171A5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Commands and creation of Lines, coordinate points, axes, polylines, square, rectang le, polygons, splines, circ...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B31F5-3136-4D98-829C-4D1F66E1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Commands and creation of Lines, coordinat...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FC77C-F9BF-4D12-96A2-3139C280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4E3A-741A-4EC7-AE5A-A7AABB5E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A7E35-55CA-43B2-B0FF-0BF060B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2E74-FECD-444D-A47E-FB9CE3E1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B660B-1AB0-41DB-BA7A-43F3348C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3C463-13C8-4C84-9936-6C4AFF51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61471-C6FC-4899-AFAA-60D5E088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99173-0690-417A-BD1B-7506A09B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4E8B3-D9F9-4594-8684-1B447F5F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5FBD9-DDAD-4703-B9F5-2EEAA1B9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4885895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6C580-0892-4805-9AA7-3FD99F35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C06FB-93BE-4A88-A77F-8E338A0A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52E81-EB2E-489A-B6BB-8654DEB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3B6B1-53EB-4DB4-B1B9-C182EE1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81629-734E-4E4C-87D4-5B6EB4DA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44310-39F2-4FC5-9997-0DCD44C3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20CBC-5A26-4A6D-B2AE-852017BC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F0129-F07B-4225-98E3-F739AF77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8EB39-AC16-4E07-8DF1-1C20DB9A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Commands and creat...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D7389-180A-4797-B5D4-25EF66FA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A7F88-A57F-48B9-8A33-5CBAEC42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5742F-8458-4060-B0E6-0ADEF377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Commands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E838A-1BF8-454F-85BA-C5D3226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E7B95-60BE-4591-B440-FB31056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B3721-5F32-4D7B-8326-C534631F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Commands...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870D8-D9F0-4635-891B-0965EA21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76A44-F825-4250-A863-14CF8CA7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F628A-A950-4964-BE57-F3877F1E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Commands and cre...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6030B-9A7D-44DC-8983-2999A577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13104-2B07-4E50-8931-B79FAF0B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E834C-C41C-468F-9154-BA6D1CD4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Commands and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5695D-D232-429A-92A4-BACF8F68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9DA2F-DC7E-4867-BF29-C3E7EAFE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345017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B800A-46F3-416E-8359-62DDB65A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DB433-E360-4BD2-B7A0-52470320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A600B-AE88-4FF9-903C-CB5EB814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EDD51-0477-4A97-96DD-03D09BA0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AF3E-4195-4ED9-934F-A22B14E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E64FE-2AF8-4A09-899B-1FCB0CF0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8D8FB-EE6B-4056-AAE5-47E89DD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C59B6-4EDF-484D-AEC6-C7E88610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6D3EA-D5F9-492E-9FB0-A2799CCA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6DF21-1276-4FE2-83D6-EBF8E65C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3E992-D98B-46A1-8750-380B7D5B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469FB-68D1-4857-9B50-2B196EAE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196EB-931C-47E1-BAE9-9BED5714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3349F-E02B-476E-8521-F18DA4E6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07FE0-8DC7-4F34-B228-9007EE2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1590308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99854-4CAD-4751-A0BC-10C97DE0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B6B64-85CD-478C-82C8-867CCDFF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3FD7B-0525-46E2-AB2B-45988CFA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C3214-117E-4E4E-BC3C-081EB82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3B406-0906-4D52-8981-773E1EA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4BEC-F4A9-4B25-A315-5CBD86FA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Commands and creation of Lines, coordinate points, axes,...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161E1-C716-4D2E-8D39-230F0898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68E8E-E45F-445C-8CE9-93FBFD80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3B774-767E-43A7-8EA5-5717BB0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BDE42-2CA0-4226-A11F-3D62CF51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5B804-6593-4435-8C8F-0849E7BD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37921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27AB8-AF0F-4D73-9BF1-818B404D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55F35-A716-437D-87AA-1E5FCACF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64577-E2DF-4001-BD9D-955A1B98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6A959-7DA0-49F0-ACB3-7ADF9AF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9A414-1909-4D0A-BDDC-56426115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6946-9D5F-4C8B-AD58-8962BC16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Points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DD2AF-C031-4648-A85B-A67B8997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2AD26-2AFE-4422-8102-1EAE8BE6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3E279-E7D7-4558-A061-5E5F7EB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85B7B-01B7-44A5-8A38-17648873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3E9C5-2F10-4BB1-866C-E5EF2D09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21C39-50E9-49A8-A236-6E9328A0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9ACAA-F6DB-4507-BF14-D3BA95FB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0658D-628B-4015-B08D-03F67530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99973-163E-433D-8552-4104EBD0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32D1E-56DF-4ABB-AF6B-58C83B2B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635504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70109-ED29-46E3-A0A2-C7BA2E6A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1E6DC-DEEC-40B5-B58B-D9FD24C8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43342-CA0A-4AEB-B002-5F092871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FA518-D27A-49B2-AA18-EDC3D6A8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2A7EE-C8EB-4A38-9C69-1DF824BD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0C534-10CF-46F9-82F6-82D7CF0F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5068D-6E94-45CD-A178-2E7800FC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D8AF9-C03E-4996-8101-5CAE53B7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FFF8D-07EF-4144-AD5F-7E110D9C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EE2B7-6BAA-4197-B666-FFCCACE1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D9B34-EDB1-42A7-83A4-EBCF39AD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D6849-0497-4CA5-8AA5-14D7342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7368F-573D-4261-ACA7-366CAF33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DD2A2-E617-4971-A169-35B5CEE6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067F7-8287-4CCC-9E5F-8627D887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E46F6-6735-4474-84BE-5C73AD8A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90C4D-275D-4A55-9697-3AA95C31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16B89-8DC2-48E5-BC2E-AF26422B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29847-EEEE-4193-889B-35B8EF9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50ECA-2BF1-4CCD-9AB6-10B1B764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2E1E7-840E-4A6C-8361-9D73A646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F3517-AA1F-4843-A89A-E51FB01C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C9F78-FACB-4F0D-89BD-053DADF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959615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4FADC-A85A-4E48-B60C-30E0DC86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0071D-4F08-4779-A11B-C08571B0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A1A62-C425-4B9F-B8B0-10CADE01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9C432-65CE-474B-8969-C12209AB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B8AAF-073A-4A98-9D5B-62D69161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0C264-A23B-4DA9-95B3-039F0035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71ED1-AE07-4A47-8B30-9FF67A2A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26F95-12C0-4EFC-B947-3529023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923EA-587C-4038-B443-9E367A5F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292D1-D96A-4157-A7A6-27CC4805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E1E36-2D5F-40B1-A91C-DB4D4094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940E6-D86B-4EC2-A406-8CC156F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DC74D-CEBE-4D4A-B9ED-60FEBA02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B44BF-D9C6-4664-90DB-EDC824D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ED59F-AE03-46D0-8567-8277D5C2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567413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D016A-9B49-4A2C-9EDE-E346076F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687E8-7A16-4FB8-B48B-8C0C1129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BFD6D-E869-43D5-A2EE-BC54CE64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D793F-5059-40CC-9416-6F9F7E0F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06399-39B8-496E-A9E4-D3A1F3C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A1310-0FE6-4D99-8553-3DA42B03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Points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55694-3BF6-44F2-A4D2-698EFCC8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DF1EF-DCD9-4AE6-AE59-2F27C56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A2EE-45AF-47A3-AF85-20B316A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64C1A-5B2F-44E1-9730-07AD97E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95AC8-755E-43AC-A07A-B5736406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4130530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3A836-0100-427A-90A4-4DABAF4F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B7A45-D568-48E6-975F-26E023E8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41255-3EFD-4FD2-A85F-C2A30968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34C0E-EC69-4BE3-8F50-4A2DFA34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50336-A411-41E5-AD05-73F2CE66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Planes: Introduction to Orthographic projections, Orthographic projections of points in 1st and 3rd quadrants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3D8E7-45F0-4540-8B40-F5712C40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Introduction to Orthographic proj...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C41F3-9036-4099-BEA9-B10690DD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50357-3881-491D-8DB4-612348F5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1B0C9-70B6-44A4-89EE-6E0C2CEF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C53E3-7D30-4DB5-895A-B9F339DD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637F9-5503-432D-A906-08BF9E09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61AC2-19B6-4131-B39F-E46DFCB5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D39B7-44B6-4F6C-8D6D-C3B6D7B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A029E-62C8-49CE-947E-CA22093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E7FFE-6567-44C6-AF1D-B69D771E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17881-EF3C-4C57-AB2A-6F75319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455562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F1A11-01DC-435C-A9E2-90F51D5F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86AC3-CEF5-4E94-8A86-793E0EA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248CB-A7C5-41CE-95D9-4C5B7CAF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4F6CF-2C39-4D6F-8280-D71515D3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6E8F7-8A3A-45D6-B31C-A7E356FA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6C605-0DDE-480A-93FA-D073C564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5FC88-3108-4F46-8736-511EE893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84CA0-C0EC-444E-895B-85113403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B1C6F-B495-48AC-8F6C-42A2F30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Planes: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3BBAC-48C8-4036-AB24-CE93B5B1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0C2D8-6D29-4EBE-AB51-77CF20E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933F7-B35C-495F-871D-153EE8C2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Planes: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FDB9C-0AC8-45C2-9082-C791540C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CBA03-43C6-43BA-9F53-44625B9B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E86D7-E836-4AF0-AE76-5E8F4C01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Planes:...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78D68-69E7-4AB7-9AB5-FF257A29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6400E-19DE-4E01-8438-EFC2D409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70860-FB2C-4931-B8EB-3764829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Planes: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BD00B-A4E3-4C0E-9364-D9A932E3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F2284-96F8-417E-BE6D-473E08FD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35441-8002-4B21-BA18-41803BDA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Planes: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5A14E-F114-4E12-B451-1760967D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D935B-578A-490B-BF29-FD68B268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109180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ECF2E-61CF-4BA9-B7E5-39BA01BB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4913C-5E22-405D-AD2C-2630A26F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3E39C-C818-4961-8D69-513C9283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6C1D0-A204-4592-8E75-87D8F6BA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1490C-5104-4A43-9CBA-549C5B56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083F9-CDD6-4948-B31E-079CC47A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18C61-FC61-4C7A-8B83-585842F7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4A666-237B-454A-A952-54AC3EE8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90C33-B6CF-4B38-BB90-58F163A5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2DAF4-63B3-41CE-9AD9-AAD2957F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E65B4-CDEC-4A76-B046-134CF86D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9C073-3CA1-484F-A770-1C7EBB87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EA410-2580-4689-B9FA-B5575FA0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7552D-4DCF-4AD9-BDD0-A2D2BB4D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415BA-DE46-4FF8-846A-629E0344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235695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D508D-94A8-4EB6-89CF-8A74F7B6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891F9-D5FD-4466-BECB-326EDC11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04136-BB50-4076-A3EF-13B44BCF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FF7F7-28C2-4F3F-A3D7-A4F496F4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A3517-E790-4110-9682-A910C9E6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45B1C-EA98-46A4-AE94-865E039B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Planes: Introduction to Orthographic projections, Orthogr...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6B47E-D92C-4F01-BBCF-7E23C9A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057A3-01E4-4BF3-8331-3B81A33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1A1B0-A262-4E2A-BA05-E717ED9A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B14AE-11C4-4888-927C-459CC46C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5F906-E0B5-44E4-8A30-1493CEF1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781786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0CF0B-733E-463C-8FF8-6BC6260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44847-1A9F-463D-A61B-DDFAAF24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83CEC-9D2D-41F0-A830-09ED2FF6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9E0A7-4F89-4065-99AB-A0A496A7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9B527-4DC4-472B-9656-9888A3D0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lines (Placed in First quadrant only as 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7E855-51CA-4D45-92E2-66646E3A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lines (Placed...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8B3FD-AE8B-4FC4-8817-4C2ECF14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462C2-F1D6-415A-B1A8-043BF6C4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63F42-29E6-4BF0-A757-D3327C0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519F9-A9AC-41D1-A36C-E0FDF722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F3B8A-EC1F-4718-9FD3-96987E6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557AB-089C-4E8B-8022-6232EBEE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A23AE-82B9-419A-BF8B-1D2993AF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93C90-2DDF-4976-945A-9F0316C3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5B580-57FC-473A-8C84-0ADC2AB6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F4AE3-FDEF-4D9E-9947-E564A409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386093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D3ABF-AEBC-4FAB-9DFE-A71C467D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35F53-DF30-4C12-8D7A-336E9A3C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B99F7-F6CB-4BA8-8927-990C9286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592D3-6A93-401A-9BE4-083D2ACF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4190C-2644-4142-8BF2-04DFBA9F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15D23-4BCB-4524-9779-E0893EDD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A743D-4A6F-439A-9FC2-B8AB3853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1D49E-83A6-405C-8A2C-8FFEC2EA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A6C02-C08E-4A8E-BDC6-79D02AF3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15F35-9B20-41CA-A159-4908DC8B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B6D74-9439-4FEA-A937-EDDBE5F8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A3E58-11DB-4FEC-B1C0-EC30391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18D37-38C4-4F32-9776-23016EAA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05C56-844B-438F-8CA6-3D432C64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2A080-FF04-449D-84E2-FC41E40C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3CFE9-E29B-417E-86CC-9BE095C1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A51E5-AF99-4EA8-A34A-754CF91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B4AB9-3C0F-489E-A57B-4C4EA1E0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AB4ED-9D52-4687-A557-21AB567A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70633-B3B7-4DDE-B1AA-04823564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1C76A-D9D8-4AF2-A4BF-2F35AFD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C0A42-E154-4BFC-8BC9-73096037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EA649-66B8-409F-95AF-B3F0CF43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320805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C93B8-062C-43A2-BBC3-3F110B42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07AA4-5505-4868-9058-FBEFD5E1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09AF-728F-4867-B64A-61FC234C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3E1EC-CCA1-422C-9631-BF6108DA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26E9E-8932-4449-96D0-BC60DFED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668C9-D08D-4437-B62B-E3AD5394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BD577-DD40-4C84-914B-C3F6D8AF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A7012-A9C7-40DC-88AE-F28D1E64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10666-5E86-4B06-B676-C3519B8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8F807-E640-4C0F-B271-42AA4D0A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63C79-48C3-46F7-AA60-8EECE036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2B669-8028-40E0-8E46-90C73786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91741-B19F-4D7A-B369-8152CC55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95A87-3C4B-4A7D-8F73-09CF441D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1A582-DD84-463E-9BE3-EED67DBE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0402490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7CAC0-9A2F-491E-85F6-737B87FE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B9E26-7AAC-45F6-9E4C-7494C2DC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BC36B-7A34-4453-B299-0066C07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13097-6DBD-4386-9668-A250FB05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8A2B8-9581-4923-9AB5-CADE4E0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D245C-C1C4-42B2-A251-1FCA19BB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lines (Placed in First quadra...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B1ED4-B5B9-4BEF-ADA8-415F615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E6F25-DC21-4F5C-B542-1B41A61A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714B1-8ED3-41F6-806D-27B38AB0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86684-3EA5-476C-A903-68CEC68F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32ED1-8365-4012-BA10-557720C7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141544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7DEFB-8539-482C-AD2D-E799AE92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C0FEE-EF86-415A-A727-587A9BC9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8F268-7B67-494D-81BA-6FCC9E31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2CACB-6A50-4356-BB4A-44FCD6B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B7417-E63E-4B88-8BDC-D83FDBE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planes: triangular, square, rectangular, pentagonal, hexagonal and circular lamina...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F45BD-5109-4DF7-8B35-35A11E78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planes: trian...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FBAD7-E8F9-4005-AC38-296CE8D0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F17A1-4134-4147-A377-231D4BEA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8F5F4-30A2-4DEA-93A2-B3C1D5E3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C7429-7FD6-4B7F-95F8-D364A5A8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63AE7-09DC-4ECE-8B31-DE9612C1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38A8A-3134-463F-8CA6-BCA0299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9D9F7-EC9A-4BFA-8D79-B642D708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D806D-FE3C-4CC1-BEE5-FE068CC8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8F5E5-AC93-4541-8E16-FB1A9031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63DE1-357E-429F-8EA7-09C40F33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5014996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606A7-526E-45B4-9FF1-A8050634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90F71-F4CC-4EA3-9258-19368981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20E0F-C291-416D-87F6-6E259EDC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846EA-1401-43DB-93DD-C0050BDA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241A0-4FC4-4DA0-834F-087761EE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1A2EC-8E70-4102-832E-6A8FD8A4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13FFF-AA90-4153-A9D0-32A3F0D0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2D05D-4691-42D0-8E58-C4F3D10F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C17D0-01B8-457A-AB4B-0B8DD001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08FC9-C6BC-403C-B8C9-AAE02E19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E5CCA-A37E-4BD9-87F3-4C022190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E8C25-C164-4041-93A4-91EEAE8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8A8DD-F2A6-40EC-813F-CA97FC77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40A57-017D-46A2-984B-A1BE652E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A1477-F5AC-4F39-9C13-3EFE240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E6F5C-FAB2-4A40-A38D-BD7F8B3A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C2497-3FD3-4646-B257-8A124AA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7E801-E850-4E6B-A658-AFB2F568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C6366-C6B2-4ABE-A81F-F893D175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8B5BC-0567-4609-81F7-476503C3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C5A0D-C1AF-4CAC-9A3B-43C1F306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6495F-F62A-4C14-BB0F-A2DB663B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E8D16-0736-4BC9-B4A1-D2303B27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418959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27C80-C05B-4676-81E5-7717149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EEAFB-B3A2-4E1D-AD8C-0E64A8A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D91F4-B6A5-45DF-87C4-F83E8F6A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E28A9-AD35-47EE-B49D-DD5134BB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BE79B-D883-4A40-9062-08B12D1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926A7-E77C-4509-B1F6-FBC49A5D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C7D95-ACF0-4397-84A8-87FAB044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AD101-0584-4306-9B30-BCBAD616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B694A-3A7C-40EA-B373-A5B05CBE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EDF2D-7BAE-4F83-B77C-9E0B6F10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0D392-7E1C-4F1B-9477-166E1AA7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FBD4D-9193-4A0F-AF6D-63636B9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1249D-1F89-4184-9F71-2B02D1FF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D7D7E-6580-45FB-9EBD-E442A4D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DA40D-4C2A-43F5-AF4A-1E634344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0654996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0BB1D-2AD3-4CC5-B11D-1569DA0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99973-F6B4-4A2A-A6C7-8231368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0FAD6-B98A-4632-81A9-8D6339A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2DB1F-8E62-4A46-8D2A-E50918A3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998B3-3452-4293-9AC8-BCEACEC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F6455-4425-42CD-82D8-E4364110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planes: triangular, square, 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E34F9-28E8-4897-B0CD-3B21D82B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7067F-46C6-4CA1-912E-1EAFD202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F6430-71EB-4AD3-9CD1-0CCB67B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E62E5-F04C-471C-914B-9E69D3BB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673A0-FD97-4218-B57E-8BA49911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252394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DD3D7-1EC8-41C1-9B25-9E67078E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1D9DE-BF52-43A9-B040-1C4DC20B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88D38-3067-4447-8A92-E9FF7C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BFE57-E493-47F6-8998-D73EC6A8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6A9F4-FEA6-4C64-A2B1-FD0962EE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2CBFA-A734-408D-959A-366D2A5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917808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E18A3-DDED-4981-8637-65B71A8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63742-8BD4-4FD2-B6A5-B7914DD4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B5F54-361F-467F-827F-D209079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C7210-F00F-4F6E-AC69-84DBB2F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A1469-886B-4949-A0BC-01C3CEB3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Significance: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Conventions: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Free: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hand: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34312-9B89-4532-84A0-41753FF3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4718986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177E5-BD5E-4E4D-850C-043E9532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5FC20-2F4F-47EC-A362-30C21E1A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DC773-3766-4B88-9186-01B1A8E0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8AC74-279B-46EE-880E-8DAB18C3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9CE7D-3ED5-4D64-ABE6-09E681B7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92626-7AC9-422B-A1CB-586E852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7548902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0A54C-84A1-4D7D-A981-638A05CF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6F964-CDA5-4DD6-B07A-0D90E095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4BD01-C23F-4D8B-8436-0116B118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8BA30-BB19-4633-B9AE-034CF030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D488A-5793-4ECC-ADD2-9A4A6F8D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84637-F45C-4C49-9F32-94457E1D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3392960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1E6C5-AFC6-4701-8084-C1779417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CD02B-550A-405C-9742-64D4F1BB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9F988-427B-4D7F-94E3-F5568289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995ED-8283-4B21-8CB5-93D9709E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27AAB-43CE-4DAE-B754-47F8BFDF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Introduction: Significance of Engineering drawing, BIS Conventions of 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 to Computer Aided Drafting software, Co -ordinate system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Selection of drawing sheet size and scale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Commands and creation of Lines, coordinate points, axes, polylines, squ...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Orthographic Projections of Points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DB45F-EEDA-42C1-8560-5C50AA2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D43B8-C4B4-49B1-BC3B-3601AE5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38668-B3E4-4F5D-8803-6CB2977C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840144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2026-08-24T16:02:29.5030000Z</dcterms:created>
  <dcterms:modified xsi:type="dcterms:W3CDTF">2026-08-24T16:02:29.5030000Z</dcterms:modified>
</coreProperties>
</file>