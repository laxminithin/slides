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a19613369741e7" /><Relationship Type="http://schemas.openxmlformats.org/officeDocument/2006/relationships/extended-properties" Target="/docProps/app.xml" Id="Rea0186f1d6c34ef0" /><Relationship Type="http://schemas.openxmlformats.org/officeDocument/2006/relationships/officeDocument" Target="/ppt/presentation.xml" Id="R83f8123682374f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7ee560f28e4937"/>
  </p:sldMasterIdLst>
  <p:notesMasterIdLst>
    <p:notesMasterId xmlns:r="http://schemas.openxmlformats.org/officeDocument/2006/relationships" r:id="R9b0057b5193c4802"/>
  </p:notesMasterIdLst>
  <p:sldIdLst>
    <p:sldId xmlns:r="http://schemas.openxmlformats.org/officeDocument/2006/relationships" id="256" r:id="Rf6901ef9a2624129"/>
    <p:sldId xmlns:r="http://schemas.openxmlformats.org/officeDocument/2006/relationships" id="257" r:id="Rfbb668a19b4944f1"/>
    <p:sldId xmlns:r="http://schemas.openxmlformats.org/officeDocument/2006/relationships" id="258" r:id="R9e0dd784baf248fb"/>
    <p:sldId xmlns:r="http://schemas.openxmlformats.org/officeDocument/2006/relationships" id="259" r:id="Raa16025244044ac6"/>
    <p:sldId xmlns:r="http://schemas.openxmlformats.org/officeDocument/2006/relationships" id="260" r:id="R9865241e40254770"/>
    <p:sldId xmlns:r="http://schemas.openxmlformats.org/officeDocument/2006/relationships" id="261" r:id="R7778e30e1e7b481b"/>
    <p:sldId xmlns:r="http://schemas.openxmlformats.org/officeDocument/2006/relationships" id="262" r:id="Rdf8e0d6739f94e68"/>
    <p:sldId xmlns:r="http://schemas.openxmlformats.org/officeDocument/2006/relationships" id="263" r:id="R9af9896e80be4501"/>
    <p:sldId xmlns:r="http://schemas.openxmlformats.org/officeDocument/2006/relationships" id="264" r:id="R64839415d02f425f"/>
    <p:sldId xmlns:r="http://schemas.openxmlformats.org/officeDocument/2006/relationships" id="265" r:id="Rd74d79d36c584dbd"/>
    <p:sldId xmlns:r="http://schemas.openxmlformats.org/officeDocument/2006/relationships" id="266" r:id="Rd597d49d9cd345d2"/>
    <p:sldId xmlns:r="http://schemas.openxmlformats.org/officeDocument/2006/relationships" id="267" r:id="R8f7ad15c09484bc6"/>
    <p:sldId xmlns:r="http://schemas.openxmlformats.org/officeDocument/2006/relationships" id="268" r:id="R159324ac42cb4df4"/>
    <p:sldId xmlns:r="http://schemas.openxmlformats.org/officeDocument/2006/relationships" id="269" r:id="Rabb5c79336874877"/>
    <p:sldId xmlns:r="http://schemas.openxmlformats.org/officeDocument/2006/relationships" id="270" r:id="R94e46a5d62fd4ac9"/>
    <p:sldId xmlns:r="http://schemas.openxmlformats.org/officeDocument/2006/relationships" id="271" r:id="R3487b8204741484e"/>
    <p:sldId xmlns:r="http://schemas.openxmlformats.org/officeDocument/2006/relationships" id="272" r:id="Rc5473896ceef43fd"/>
    <p:sldId xmlns:r="http://schemas.openxmlformats.org/officeDocument/2006/relationships" id="273" r:id="Rc210711c48ea42c4"/>
    <p:sldId xmlns:r="http://schemas.openxmlformats.org/officeDocument/2006/relationships" id="274" r:id="Re7d2722bd1c64a2a"/>
    <p:sldId xmlns:r="http://schemas.openxmlformats.org/officeDocument/2006/relationships" id="275" r:id="R7323cfafefa540cc"/>
    <p:sldId xmlns:r="http://schemas.openxmlformats.org/officeDocument/2006/relationships" id="276" r:id="R2b9929161e4c4500"/>
    <p:sldId xmlns:r="http://schemas.openxmlformats.org/officeDocument/2006/relationships" id="277" r:id="R66aa255472944417"/>
    <p:sldId xmlns:r="http://schemas.openxmlformats.org/officeDocument/2006/relationships" id="278" r:id="R36b4dd3326ca4283"/>
    <p:sldId xmlns:r="http://schemas.openxmlformats.org/officeDocument/2006/relationships" id="279" r:id="R7cf21c8c920c4b83"/>
    <p:sldId xmlns:r="http://schemas.openxmlformats.org/officeDocument/2006/relationships" id="280" r:id="R2e25c5ac34784308"/>
    <p:sldId xmlns:r="http://schemas.openxmlformats.org/officeDocument/2006/relationships" id="281" r:id="R93575070f2cf4ace"/>
    <p:sldId xmlns:r="http://schemas.openxmlformats.org/officeDocument/2006/relationships" id="282" r:id="Rfbdad1b79681416b"/>
    <p:sldId xmlns:r="http://schemas.openxmlformats.org/officeDocument/2006/relationships" id="283" r:id="R1ebf67436ae94f35"/>
    <p:sldId xmlns:r="http://schemas.openxmlformats.org/officeDocument/2006/relationships" id="284" r:id="Rb70152b3d1604543"/>
    <p:sldId xmlns:r="http://schemas.openxmlformats.org/officeDocument/2006/relationships" id="285" r:id="R5af600d86b8b43f7"/>
    <p:sldId xmlns:r="http://schemas.openxmlformats.org/officeDocument/2006/relationships" id="286" r:id="R8a53f85f60c642dc"/>
    <p:sldId xmlns:r="http://schemas.openxmlformats.org/officeDocument/2006/relationships" id="287" r:id="R4997cb8f57f14da9"/>
    <p:sldId xmlns:r="http://schemas.openxmlformats.org/officeDocument/2006/relationships" id="288" r:id="Rb0ceca2401cd4de0"/>
    <p:sldId xmlns:r="http://schemas.openxmlformats.org/officeDocument/2006/relationships" id="289" r:id="Rc55d143b17be46dd"/>
    <p:sldId xmlns:r="http://schemas.openxmlformats.org/officeDocument/2006/relationships" id="290" r:id="R4b82309a86514b8c"/>
    <p:sldId xmlns:r="http://schemas.openxmlformats.org/officeDocument/2006/relationships" id="291" r:id="R891684834d844315"/>
    <p:sldId xmlns:r="http://schemas.openxmlformats.org/officeDocument/2006/relationships" id="292" r:id="R95da9c2fffc44780"/>
    <p:sldId xmlns:r="http://schemas.openxmlformats.org/officeDocument/2006/relationships" id="293" r:id="Raa678d5c0cee49b6"/>
    <p:sldId xmlns:r="http://schemas.openxmlformats.org/officeDocument/2006/relationships" id="294" r:id="R08989d1910714dce"/>
    <p:sldId xmlns:r="http://schemas.openxmlformats.org/officeDocument/2006/relationships" id="295" r:id="Raa806c3abe1744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c89ca36344111" /><Relationship Type="http://schemas.openxmlformats.org/officeDocument/2006/relationships/slideMaster" Target="/ppt/slideMasters/slideMaster1.xml" Id="R7c7ee560f28e4937" /><Relationship Type="http://schemas.openxmlformats.org/officeDocument/2006/relationships/notesMaster" Target="/ppt/notesMasters/notesMaster1.xml" Id="R9b0057b5193c4802" /><Relationship Type="http://schemas.openxmlformats.org/officeDocument/2006/relationships/presProps" Target="/ppt/presProps.xml" Id="R582abc26341c4b3e" /><Relationship Type="http://schemas.openxmlformats.org/officeDocument/2006/relationships/tableStyles" Target="/ppt/tableStyles.xml" Id="R0deb0ee2e396461c" /><Relationship Type="http://schemas.openxmlformats.org/officeDocument/2006/relationships/slide" Target="/ppt/slides/slide1.xml" Id="Rf6901ef9a2624129" /><Relationship Type="http://schemas.openxmlformats.org/officeDocument/2006/relationships/slide" Target="/ppt/slides/slide2.xml" Id="Rfbb668a19b4944f1" /><Relationship Type="http://schemas.openxmlformats.org/officeDocument/2006/relationships/slide" Target="/ppt/slides/slide3.xml" Id="R9e0dd784baf248fb" /><Relationship Type="http://schemas.openxmlformats.org/officeDocument/2006/relationships/slide" Target="/ppt/slides/slide4.xml" Id="Raa16025244044ac6" /><Relationship Type="http://schemas.openxmlformats.org/officeDocument/2006/relationships/slide" Target="/ppt/slides/slide5.xml" Id="R9865241e40254770" /><Relationship Type="http://schemas.openxmlformats.org/officeDocument/2006/relationships/slide" Target="/ppt/slides/slide6.xml" Id="R7778e30e1e7b481b" /><Relationship Type="http://schemas.openxmlformats.org/officeDocument/2006/relationships/slide" Target="/ppt/slides/slide7.xml" Id="Rdf8e0d6739f94e68" /><Relationship Type="http://schemas.openxmlformats.org/officeDocument/2006/relationships/slide" Target="/ppt/slides/slide8.xml" Id="R9af9896e80be4501" /><Relationship Type="http://schemas.openxmlformats.org/officeDocument/2006/relationships/slide" Target="/ppt/slides/slide9.xml" Id="R64839415d02f425f" /><Relationship Type="http://schemas.openxmlformats.org/officeDocument/2006/relationships/slide" Target="/ppt/slides/slide10.xml" Id="Rd74d79d36c584dbd" /><Relationship Type="http://schemas.openxmlformats.org/officeDocument/2006/relationships/slide" Target="/ppt/slides/slide11.xml" Id="Rd597d49d9cd345d2" /><Relationship Type="http://schemas.openxmlformats.org/officeDocument/2006/relationships/slide" Target="/ppt/slides/slide12.xml" Id="R8f7ad15c09484bc6" /><Relationship Type="http://schemas.openxmlformats.org/officeDocument/2006/relationships/slide" Target="/ppt/slides/slide13.xml" Id="R159324ac42cb4df4" /><Relationship Type="http://schemas.openxmlformats.org/officeDocument/2006/relationships/slide" Target="/ppt/slides/slide14.xml" Id="Rabb5c79336874877" /><Relationship Type="http://schemas.openxmlformats.org/officeDocument/2006/relationships/slide" Target="/ppt/slides/slide15.xml" Id="R94e46a5d62fd4ac9" /><Relationship Type="http://schemas.openxmlformats.org/officeDocument/2006/relationships/slide" Target="/ppt/slides/slide16.xml" Id="R3487b8204741484e" /><Relationship Type="http://schemas.openxmlformats.org/officeDocument/2006/relationships/slide" Target="/ppt/slides/slide17.xml" Id="Rc5473896ceef43fd" /><Relationship Type="http://schemas.openxmlformats.org/officeDocument/2006/relationships/slide" Target="/ppt/slides/slide18.xml" Id="Rc210711c48ea42c4" /><Relationship Type="http://schemas.openxmlformats.org/officeDocument/2006/relationships/slide" Target="/ppt/slides/slide19.xml" Id="Re7d2722bd1c64a2a" /><Relationship Type="http://schemas.openxmlformats.org/officeDocument/2006/relationships/slide" Target="/ppt/slides/slide20.xml" Id="R7323cfafefa540cc" /><Relationship Type="http://schemas.openxmlformats.org/officeDocument/2006/relationships/slide" Target="/ppt/slides/slide21.xml" Id="R2b9929161e4c4500" /><Relationship Type="http://schemas.openxmlformats.org/officeDocument/2006/relationships/slide" Target="/ppt/slides/slide22.xml" Id="R66aa255472944417" /><Relationship Type="http://schemas.openxmlformats.org/officeDocument/2006/relationships/slide" Target="/ppt/slides/slide23.xml" Id="R36b4dd3326ca4283" /><Relationship Type="http://schemas.openxmlformats.org/officeDocument/2006/relationships/slide" Target="/ppt/slides/slide24.xml" Id="R7cf21c8c920c4b83" /><Relationship Type="http://schemas.openxmlformats.org/officeDocument/2006/relationships/slide" Target="/ppt/slides/slide25.xml" Id="R2e25c5ac34784308" /><Relationship Type="http://schemas.openxmlformats.org/officeDocument/2006/relationships/slide" Target="/ppt/slides/slide26.xml" Id="R93575070f2cf4ace" /><Relationship Type="http://schemas.openxmlformats.org/officeDocument/2006/relationships/slide" Target="/ppt/slides/slide27.xml" Id="Rfbdad1b79681416b" /><Relationship Type="http://schemas.openxmlformats.org/officeDocument/2006/relationships/slide" Target="/ppt/slides/slide28.xml" Id="R1ebf67436ae94f35" /><Relationship Type="http://schemas.openxmlformats.org/officeDocument/2006/relationships/slide" Target="/ppt/slides/slide29.xml" Id="Rb70152b3d1604543" /><Relationship Type="http://schemas.openxmlformats.org/officeDocument/2006/relationships/slide" Target="/ppt/slides/slide30.xml" Id="R5af600d86b8b43f7" /><Relationship Type="http://schemas.openxmlformats.org/officeDocument/2006/relationships/slide" Target="/ppt/slides/slide31.xml" Id="R8a53f85f60c642dc" /><Relationship Type="http://schemas.openxmlformats.org/officeDocument/2006/relationships/slide" Target="/ppt/slides/slide32.xml" Id="R4997cb8f57f14da9" /><Relationship Type="http://schemas.openxmlformats.org/officeDocument/2006/relationships/slide" Target="/ppt/slides/slide33.xml" Id="Rb0ceca2401cd4de0" /><Relationship Type="http://schemas.openxmlformats.org/officeDocument/2006/relationships/slide" Target="/ppt/slides/slide34.xml" Id="Rc55d143b17be46dd" /><Relationship Type="http://schemas.openxmlformats.org/officeDocument/2006/relationships/slide" Target="/ppt/slides/slide35.xml" Id="R4b82309a86514b8c" /><Relationship Type="http://schemas.openxmlformats.org/officeDocument/2006/relationships/slide" Target="/ppt/slides/slide36.xml" Id="R891684834d844315" /><Relationship Type="http://schemas.openxmlformats.org/officeDocument/2006/relationships/slide" Target="/ppt/slides/slide37.xml" Id="R95da9c2fffc44780" /><Relationship Type="http://schemas.openxmlformats.org/officeDocument/2006/relationships/slide" Target="/ppt/slides/slide38.xml" Id="Raa678d5c0cee49b6" /><Relationship Type="http://schemas.openxmlformats.org/officeDocument/2006/relationships/slide" Target="/ppt/slides/slide39.xml" Id="R08989d1910714dce" /><Relationship Type="http://schemas.openxmlformats.org/officeDocument/2006/relationships/slide" Target="/ppt/slides/slide40.xml" Id="Raa806c3abe17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85418afd4c4d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d427e28d3346cc" /><Relationship Type="http://schemas.openxmlformats.org/officeDocument/2006/relationships/notesMaster" Target="/ppt/notesMasters/notesMaster1.xml" Id="R8cd0ac9d92cd47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3d657b39ac4cd6" /><Relationship Type="http://schemas.openxmlformats.org/officeDocument/2006/relationships/notesMaster" Target="/ppt/notesMasters/notesMaster1.xml" Id="R2ee4e697142044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9fa36b7c6d43a1" /><Relationship Type="http://schemas.openxmlformats.org/officeDocument/2006/relationships/notesMaster" Target="/ppt/notesMasters/notesMaster1.xml" Id="R8cee96aa80d9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c1aaa006d43b8" /><Relationship Type="http://schemas.openxmlformats.org/officeDocument/2006/relationships/notesMaster" Target="/ppt/notesMasters/notesMaster1.xml" Id="R71f3e811fa894f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951cf8752444ffd" /><Relationship Type="http://schemas.openxmlformats.org/officeDocument/2006/relationships/notesMaster" Target="/ppt/notesMasters/notesMaster1.xml" Id="R3eb5dd75a33340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ed58118f00459b" /><Relationship Type="http://schemas.openxmlformats.org/officeDocument/2006/relationships/notesMaster" Target="/ppt/notesMasters/notesMaster1.xml" Id="R7e498472d6c347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372fb22b7145f4" /><Relationship Type="http://schemas.openxmlformats.org/officeDocument/2006/relationships/notesMaster" Target="/ppt/notesMasters/notesMaster1.xml" Id="R3d99e647f08c42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08666a1d9b44fd" /><Relationship Type="http://schemas.openxmlformats.org/officeDocument/2006/relationships/notesMaster" Target="/ppt/notesMasters/notesMaster1.xml" Id="Rdd5c14816bb545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ccb803d3f744c8" /><Relationship Type="http://schemas.openxmlformats.org/officeDocument/2006/relationships/notesMaster" Target="/ppt/notesMasters/notesMaster1.xml" Id="Rebd1d4c014304a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eaba8502854433" /><Relationship Type="http://schemas.openxmlformats.org/officeDocument/2006/relationships/notesMaster" Target="/ppt/notesMasters/notesMaster1.xml" Id="R6abd7a51805e4b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9a8a5e3b8041aa" /><Relationship Type="http://schemas.openxmlformats.org/officeDocument/2006/relationships/notesMaster" Target="/ppt/notesMasters/notesMaster1.xml" Id="Rd5bb9793d2144bb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d87efe5e44237" /><Relationship Type="http://schemas.openxmlformats.org/officeDocument/2006/relationships/notesMaster" Target="/ppt/notesMasters/notesMaster1.xml" Id="R4e4b5254228f428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9e60d27f07473b" /><Relationship Type="http://schemas.openxmlformats.org/officeDocument/2006/relationships/notesMaster" Target="/ppt/notesMasters/notesMaster1.xml" Id="Ra02735bbae604d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a1d765116fa4bd8" /><Relationship Type="http://schemas.openxmlformats.org/officeDocument/2006/relationships/notesMaster" Target="/ppt/notesMasters/notesMaster1.xml" Id="Re71c3423ea1a477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f98ed015bb441ad" /><Relationship Type="http://schemas.openxmlformats.org/officeDocument/2006/relationships/notesMaster" Target="/ppt/notesMasters/notesMaster1.xml" Id="R510ad7f9010a480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28ff746e18a44b2" /><Relationship Type="http://schemas.openxmlformats.org/officeDocument/2006/relationships/notesMaster" Target="/ppt/notesMasters/notesMaster1.xml" Id="Re6d4dd0f8ffc4d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7a8bd35eae48fa" /><Relationship Type="http://schemas.openxmlformats.org/officeDocument/2006/relationships/notesMaster" Target="/ppt/notesMasters/notesMaster1.xml" Id="Rd9fd2536ab50442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e7a0b4b565f4b63" /><Relationship Type="http://schemas.openxmlformats.org/officeDocument/2006/relationships/notesMaster" Target="/ppt/notesMasters/notesMaster1.xml" Id="R3ffb204703f244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ff2c9e7dc74a3b" /><Relationship Type="http://schemas.openxmlformats.org/officeDocument/2006/relationships/notesMaster" Target="/ppt/notesMasters/notesMaster1.xml" Id="Rd7c4ffaff47a430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c6a7c8896b64cf6" /><Relationship Type="http://schemas.openxmlformats.org/officeDocument/2006/relationships/notesMaster" Target="/ppt/notesMasters/notesMaster1.xml" Id="Rdd13812a79cc46a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68c6d4266974354" /><Relationship Type="http://schemas.openxmlformats.org/officeDocument/2006/relationships/notesMaster" Target="/ppt/notesMasters/notesMaster1.xml" Id="R532f331e88cc455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a76d2481a5a4977" /><Relationship Type="http://schemas.openxmlformats.org/officeDocument/2006/relationships/notesMaster" Target="/ppt/notesMasters/notesMaster1.xml" Id="Rb5320bb90cc542f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90b544ff3ca4b38" /><Relationship Type="http://schemas.openxmlformats.org/officeDocument/2006/relationships/notesMaster" Target="/ppt/notesMasters/notesMaster1.xml" Id="Rfd90fb08dc32418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533b93af02242a9" /><Relationship Type="http://schemas.openxmlformats.org/officeDocument/2006/relationships/notesMaster" Target="/ppt/notesMasters/notesMaster1.xml" Id="Rf802785d11c047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fa2739df19a49c6" /><Relationship Type="http://schemas.openxmlformats.org/officeDocument/2006/relationships/notesMaster" Target="/ppt/notesMasters/notesMaster1.xml" Id="R6269769eabd640f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e8f33d7c3fb4e48" /><Relationship Type="http://schemas.openxmlformats.org/officeDocument/2006/relationships/notesMaster" Target="/ppt/notesMasters/notesMaster1.xml" Id="Ra1f306965e804a6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1ca2c0bf434e76" /><Relationship Type="http://schemas.openxmlformats.org/officeDocument/2006/relationships/notesMaster" Target="/ppt/notesMasters/notesMaster1.xml" Id="R98f145f1334843b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37354638d564bf6" /><Relationship Type="http://schemas.openxmlformats.org/officeDocument/2006/relationships/notesMaster" Target="/ppt/notesMasters/notesMaster1.xml" Id="Rac24c71c2a934db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c35bd811dd54997" /><Relationship Type="http://schemas.openxmlformats.org/officeDocument/2006/relationships/notesMaster" Target="/ppt/notesMasters/notesMaster1.xml" Id="R9a7cb85f2a7148e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992b6ab6f2b49af" /><Relationship Type="http://schemas.openxmlformats.org/officeDocument/2006/relationships/notesMaster" Target="/ppt/notesMasters/notesMaster1.xml" Id="R62d23ede843544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417b6dfca2f494f" /><Relationship Type="http://schemas.openxmlformats.org/officeDocument/2006/relationships/notesMaster" Target="/ppt/notesMasters/notesMaster1.xml" Id="Rf6b80e9c34734f0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35becccc2674364" /><Relationship Type="http://schemas.openxmlformats.org/officeDocument/2006/relationships/notesMaster" Target="/ppt/notesMasters/notesMaster1.xml" Id="Rac2b02f89acb4c7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31b4fc7eb7b47f7" /><Relationship Type="http://schemas.openxmlformats.org/officeDocument/2006/relationships/notesMaster" Target="/ppt/notesMasters/notesMaster1.xml" Id="R55d8244f18e746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a4a0bf726f1452d" /><Relationship Type="http://schemas.openxmlformats.org/officeDocument/2006/relationships/notesMaster" Target="/ppt/notesMasters/notesMaster1.xml" Id="R84465cd1105c444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3fb5db6e6564435" /><Relationship Type="http://schemas.openxmlformats.org/officeDocument/2006/relationships/notesMaster" Target="/ppt/notesMasters/notesMaster1.xml" Id="R4d9df8cb9005409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3bad629872045dd" /><Relationship Type="http://schemas.openxmlformats.org/officeDocument/2006/relationships/notesMaster" Target="/ppt/notesMasters/notesMaster1.xml" Id="R650edb79c0f3474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7d34f93997f4342" /><Relationship Type="http://schemas.openxmlformats.org/officeDocument/2006/relationships/notesMaster" Target="/ppt/notesMasters/notesMaster1.xml" Id="Re3d7ef96f313404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f3d00ab00b64487" /><Relationship Type="http://schemas.openxmlformats.org/officeDocument/2006/relationships/notesMaster" Target="/ppt/notesMasters/notesMaster1.xml" Id="R125d5d395ec641a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a360028576e4f3a" /><Relationship Type="http://schemas.openxmlformats.org/officeDocument/2006/relationships/notesMaster" Target="/ppt/notesMasters/notesMaster1.xml" Id="R3b5cfbee240f416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ed09d7bc5c5451d" /><Relationship Type="http://schemas.openxmlformats.org/officeDocument/2006/relationships/notesMaster" Target="/ppt/notesMasters/notesMaster1.xml" Id="R8d31bdcd7a4d4c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417d25c43a48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941d1431664398" /><Relationship Type="http://schemas.openxmlformats.org/officeDocument/2006/relationships/slideLayout" Target="/ppt/slideLayouts/slideLayout1.xml" Id="R05dfa0d9140a42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dfa0d9140a42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ec4fba0de4fe3" /><Relationship Type="http://schemas.openxmlformats.org/officeDocument/2006/relationships/notesSlide" Target="/ppt/notesSlides/notesSlide1.xml" Id="R3e7ebb6ab6ca45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bf8aa0569473d" /><Relationship Type="http://schemas.openxmlformats.org/officeDocument/2006/relationships/notesSlide" Target="/ppt/notesSlides/notesSlide2.xml" Id="R8ccda691b51e4c9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bdd6ba83f4aae" /><Relationship Type="http://schemas.openxmlformats.org/officeDocument/2006/relationships/notesSlide" Target="/ppt/notesSlides/notesSlide3.xml" Id="Rf5711b295b184ae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e8772d6994208" /><Relationship Type="http://schemas.openxmlformats.org/officeDocument/2006/relationships/notesSlide" Target="/ppt/notesSlides/notesSlide4.xml" Id="Ra36021e8a7c344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2e3bd36ff47dc" /><Relationship Type="http://schemas.openxmlformats.org/officeDocument/2006/relationships/notesSlide" Target="/ppt/notesSlides/notesSlide5.xml" Id="Rb2d5d5582ca149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48642f5f646f7" /><Relationship Type="http://schemas.openxmlformats.org/officeDocument/2006/relationships/notesSlide" Target="/ppt/notesSlides/notesSlide6.xml" Id="Rdfb77ecaf4f14b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401f361294da5" /><Relationship Type="http://schemas.openxmlformats.org/officeDocument/2006/relationships/notesSlide" Target="/ppt/notesSlides/notesSlide7.xml" Id="Rffeb9d619acf4b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74e3da52a4171" /><Relationship Type="http://schemas.openxmlformats.org/officeDocument/2006/relationships/notesSlide" Target="/ppt/notesSlides/notesSlide8.xml" Id="Rabf277f74b3c4b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15bc20f7a4b62" /><Relationship Type="http://schemas.openxmlformats.org/officeDocument/2006/relationships/notesSlide" Target="/ppt/notesSlides/notesSlide9.xml" Id="R81e2c4d04a804b7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b51b197a6404c" /><Relationship Type="http://schemas.openxmlformats.org/officeDocument/2006/relationships/notesSlide" Target="/ppt/notesSlides/notesSlide10.xml" Id="Rb8e91afe976b4f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0fe57f70646b0" /><Relationship Type="http://schemas.openxmlformats.org/officeDocument/2006/relationships/notesSlide" Target="/ppt/notesSlides/notesSlide11.xml" Id="R2e51949a5dc34a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c34fedd754a36" /><Relationship Type="http://schemas.openxmlformats.org/officeDocument/2006/relationships/notesSlide" Target="/ppt/notesSlides/notesSlide12.xml" Id="R9078f6a80f44475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6a30faad34332" /><Relationship Type="http://schemas.openxmlformats.org/officeDocument/2006/relationships/notesSlide" Target="/ppt/notesSlides/notesSlide13.xml" Id="R5e69ecd60ebd4f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cb9882aa54d80" /><Relationship Type="http://schemas.openxmlformats.org/officeDocument/2006/relationships/notesSlide" Target="/ppt/notesSlides/notesSlide14.xml" Id="R0092afad9b3049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b6230978a423c" /><Relationship Type="http://schemas.openxmlformats.org/officeDocument/2006/relationships/notesSlide" Target="/ppt/notesSlides/notesSlide15.xml" Id="R3bb3d1f439fc4a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d2751baa74ffc" /><Relationship Type="http://schemas.openxmlformats.org/officeDocument/2006/relationships/notesSlide" Target="/ppt/notesSlides/notesSlide16.xml" Id="Ra008a602186148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7330294c941ca" /><Relationship Type="http://schemas.openxmlformats.org/officeDocument/2006/relationships/notesSlide" Target="/ppt/notesSlides/notesSlide17.xml" Id="R598b3ba6c5bb43c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c1c3781aa4bfb" /><Relationship Type="http://schemas.openxmlformats.org/officeDocument/2006/relationships/notesSlide" Target="/ppt/notesSlides/notesSlide18.xml" Id="Rfdd50572af564fa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356fa1cb54f0c" /><Relationship Type="http://schemas.openxmlformats.org/officeDocument/2006/relationships/notesSlide" Target="/ppt/notesSlides/notesSlide19.xml" Id="Ra6a2322fd1bc43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f59f836f54824" /><Relationship Type="http://schemas.openxmlformats.org/officeDocument/2006/relationships/notesSlide" Target="/ppt/notesSlides/notesSlide20.xml" Id="R91201466c2f64b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bb7e20a63461a" /><Relationship Type="http://schemas.openxmlformats.org/officeDocument/2006/relationships/notesSlide" Target="/ppt/notesSlides/notesSlide21.xml" Id="R065227feee0c4b4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3599376404016" /><Relationship Type="http://schemas.openxmlformats.org/officeDocument/2006/relationships/notesSlide" Target="/ppt/notesSlides/notesSlide22.xml" Id="R0773261b011c4b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ae0e8a4b24fae" /><Relationship Type="http://schemas.openxmlformats.org/officeDocument/2006/relationships/notesSlide" Target="/ppt/notesSlides/notesSlide23.xml" Id="R935d580a57894b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95d297af54f9f" /><Relationship Type="http://schemas.openxmlformats.org/officeDocument/2006/relationships/notesSlide" Target="/ppt/notesSlides/notesSlide24.xml" Id="R72e79270dbea4f7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f572a443c4245" /><Relationship Type="http://schemas.openxmlformats.org/officeDocument/2006/relationships/notesSlide" Target="/ppt/notesSlides/notesSlide25.xml" Id="R09f03b9c94134f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7a674692f47fb" /><Relationship Type="http://schemas.openxmlformats.org/officeDocument/2006/relationships/notesSlide" Target="/ppt/notesSlides/notesSlide26.xml" Id="Rc456e293b32c489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ca415ca644602" /><Relationship Type="http://schemas.openxmlformats.org/officeDocument/2006/relationships/notesSlide" Target="/ppt/notesSlides/notesSlide27.xml" Id="R2d3972e478b34fa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07c74fa034072" /><Relationship Type="http://schemas.openxmlformats.org/officeDocument/2006/relationships/notesSlide" Target="/ppt/notesSlides/notesSlide28.xml" Id="R7faf877cbae542c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ccb20fb074944" /><Relationship Type="http://schemas.openxmlformats.org/officeDocument/2006/relationships/notesSlide" Target="/ppt/notesSlides/notesSlide29.xml" Id="Re54d4d7c2b554e5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15b81540b4417a" /><Relationship Type="http://schemas.openxmlformats.org/officeDocument/2006/relationships/notesSlide" Target="/ppt/notesSlides/notesSlide30.xml" Id="R5af7a319895a441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c84ca882a4899" /><Relationship Type="http://schemas.openxmlformats.org/officeDocument/2006/relationships/notesSlide" Target="/ppt/notesSlides/notesSlide31.xml" Id="R6868a2f4333d46c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28d4ac8cc495e" /><Relationship Type="http://schemas.openxmlformats.org/officeDocument/2006/relationships/notesSlide" Target="/ppt/notesSlides/notesSlide32.xml" Id="Rfc307e821393440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4504fbb5024583" /><Relationship Type="http://schemas.openxmlformats.org/officeDocument/2006/relationships/notesSlide" Target="/ppt/notesSlides/notesSlide33.xml" Id="Rb5890560b5a543b7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9c15478d9b47a3" /><Relationship Type="http://schemas.openxmlformats.org/officeDocument/2006/relationships/notesSlide" Target="/ppt/notesSlides/notesSlide34.xml" Id="R474f9931a461424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27c9a1fb34191" /><Relationship Type="http://schemas.openxmlformats.org/officeDocument/2006/relationships/notesSlide" Target="/ppt/notesSlides/notesSlide35.xml" Id="Rff8305542c4f4c7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1bdf00d55f4d9e" /><Relationship Type="http://schemas.openxmlformats.org/officeDocument/2006/relationships/notesSlide" Target="/ppt/notesSlides/notesSlide36.xml" Id="R146d43bb910748a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75c4fa00e4ad6" /><Relationship Type="http://schemas.openxmlformats.org/officeDocument/2006/relationships/notesSlide" Target="/ppt/notesSlides/notesSlide37.xml" Id="R500d96d6b72c43c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57524dac34238" /><Relationship Type="http://schemas.openxmlformats.org/officeDocument/2006/relationships/notesSlide" Target="/ppt/notesSlides/notesSlide38.xml" Id="Rcdb1396894df4ea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816cd8a624fc0" /><Relationship Type="http://schemas.openxmlformats.org/officeDocument/2006/relationships/notesSlide" Target="/ppt/notesSlides/notesSlide39.xml" Id="Rdc12da90b20f4b8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296c2030b4c71" /><Relationship Type="http://schemas.openxmlformats.org/officeDocument/2006/relationships/notesSlide" Target="/ppt/notesSlides/notesSlide40.xml" Id="R458d6211f8c843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4B95C-2211-4FC1-AAE6-0C02A4BD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C08BF-5A2E-402E-8D0C-57ACF7EAE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Orthographic Projection of Solids: Orthographic projection of right regular solids (Resting on HP only and inclined to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391F-128C-47E2-ABC2-6EBB58482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CS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1BCEDS103/203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72C18-F8CB-48DA-BBD4-5C94E03A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A03F77-4E6B-46AF-A5E6-93D33ABE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997F4-29EA-4C47-BBF3-AE16E468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DBAB8-A843-49BF-ACE6-9F127752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D9A39-8ACC-4242-BC69-9484E23B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60D2F-E70F-49CE-941F-0732BF68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0E1E0-80DC-467D-8539-913A5D92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41885-BA2B-4EB3-8917-B2266921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7DD99-820D-4343-8461-1A8DD108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1E6BA0-C3F5-4BF9-AAB3-0D573302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425347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14978-B097-4013-AC15-D35865FD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B8846-8241-4E0F-8504-A04F1C20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AD48F-E361-4982-8DFD-057852CE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ECF1D-2D07-4C65-B074-B3EEFE25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EA433-CBCE-4CA4-9EFC-FFA17F93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D4D4D-87C9-45AC-A4AA-709AD754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27919-2228-4620-9F5C-838162F6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ABF4B-C378-4684-8CD5-CB8DBE05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5414A-DA0F-4A61-9616-8A69571F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CFD37-5076-4841-9F1D-1D5D034B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1E384-49B7-4F9E-9158-6EE0DCAD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AC648-53A3-4807-AE61-98EB15F0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64B6A-EF77-44CE-9CCB-562415B4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90B17-B711-4432-AC0C-906D2FB1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225BE-0DEB-43CD-AAA9-BA6E5FF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4936335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0A421-CD0B-4C4C-8204-6AEB768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534546-22ED-4C48-A320-3083C27B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A2893-812B-493E-9272-35D09318C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E190F2-EBA2-425E-8D5D-2BB7D356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73C16A-EC64-4FEA-B6C4-178D2DF8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A47E7-2E64-448D-84B0-80B2E1C3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B0416E-8F02-46DD-96E9-9653818AE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AE4D4-6303-496A-A067-843571A2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EE26C-3901-4F80-A3DB-B6C23C45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8D029-297E-497E-AAD5-961CDA3EF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741154-7B93-4623-864C-743AEB29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4B7B8-2C11-45D9-A3DA-BB87E1FF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8EB30-F32B-491E-A24B-F8B72472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CDFCD-8724-4D31-81AC-1B06B2B0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4083356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BAE52-DE2B-460F-829E-43E152CC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170CD-861F-4E3B-A929-B44783EB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EED20D-735B-49D4-ACB2-70285871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2F590-FA9A-4A10-9459-78217DF2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DD090-DD40-40F2-B1AC-5A8C5C29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F1339-B7F5-4DA4-B221-38A89435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141EE-CEAE-446C-ABD3-866A0E94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223743-E23E-41DB-BC8C-845CD185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Orthographic Projection of Solids: Orthographic projectio...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5ED01-0A5B-4D56-A7D6-B1BC6538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7EEB0-DDC8-4B66-8CD8-73DB3E5D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67DD9-E878-4455-ACAF-1E2096F4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75546-2CF1-46FF-8182-A797488D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FC048-D687-422B-817E-4573B5C7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55057-DCE1-4782-8D7E-1FF7ECD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568379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A5C37-337A-4D44-9D0F-12A7E079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140C2-5563-4B45-89A6-C30DB89C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DA3F7-50D4-4B4D-8684-ACE44B14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8DB8B7-46DE-4348-BC90-81615B89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532B1-09EB-499A-B676-26CE13D3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Orthographic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7050FF-C19A-440A-8D96-40928571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Projection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48352-0A94-496C-BD24-DC7E729E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E34D7-17AB-4183-B0A1-912E399C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49870-1D63-451C-A179-6F1D0403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regular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352F23-5F18-4C29-85B2-8EBF73D5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Resting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CDD04-0068-463B-956D-618DE8AF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BC220D-A182-408E-AAEB-E5CA964D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inclined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ABAA7-1874-4538-93CF-9EBFE27F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both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919889-61C1-4D0E-8CA0-ABFE61F3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016DD-B47C-48E9-A231-0B40C70D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B6843-4819-43D4-A9C3-76CD71EA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81072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09058-6310-46E7-B17D-93B33855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27160-A002-4DAC-9607-1CE3A50E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05448-AEB2-491C-A70E-2CD0AA8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A68D3-E8BC-4D88-A759-DDF0DC0A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9A8F2-9ABD-464F-8955-28491C60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Orthographic Projection of Solids: Orthographic projection of right regular solids (Resting on HP only and incl...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39BF8-2373-4E17-AEED-7E0EA295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 Projection of Solids: Orthog...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9D7A3-34B4-4F69-BF80-E4B8F02B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85C73-8BC7-4F1B-A4B5-1AB36CAA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4E64E-45F9-41E8-BE8D-DB64D669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33133-6F0B-48DB-871C-883235BB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2D0EE6-AC9A-4CA8-880F-4A0A3731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BCE31-9407-47F5-B3C1-7E874255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4A54C-BDA5-42FF-BD4B-992C7B3C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78627-6F84-4092-83F7-91495D91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3A59BC-3BC2-4D10-9A10-584106CD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C7A18-79A2-4FBC-8694-89F381CD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791579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699623-79E1-4BDC-89E4-7C5F9A2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729868-35A1-4982-AA43-A32287B6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2B6F53-E61A-48FB-987B-0D1E0C7C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34BF0-7342-4AFC-AC9F-E7ACFFC2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A8349E-779A-483B-BA3E-F2AB951F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E6906-80B2-4D30-9430-5FAE1147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8AC58-A696-49FF-B4C7-AED808BF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EB06DD-4BD5-4065-BC74-F8FF1D49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F2FB8D-971E-43DB-A8C2-8EB70F1D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Orthographic Proje...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D81EF7-B4BB-4EFF-A215-70DEDAF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367B0-DCD7-4FDA-8E34-79CD8376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35368-408C-463C-93C2-5B2F84AC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Orthographi...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AE9374-562E-408D-AB2E-E9D610D4A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12A3B-F0B3-4547-B9D8-4BF38653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941D2-507A-46F9-8AFC-E0CA75CD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Orthogra...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7E1C5-77FD-4E3A-BC1A-5F254E1F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FCC5D6-497D-4E2B-903F-B72F7401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87F796-16D8-4289-B450-CD7BB798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Orthographic Pro...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F2185-F908-4B10-B139-3E5B268B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C6FCB-E2DF-45A0-92A7-FB3C2F886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F7D4EE-E751-4E50-96E8-A2C7697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Orthographic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FD67F-DBE7-4EDA-983C-227D466B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FC6768-D377-4718-8430-5DB5A0B6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640078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57F2E-C98C-43E5-A583-4EB00025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C5AF8-8AA5-426D-8004-3110B32D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6622E-74D8-4DE9-B00D-0F8DC295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90063-114F-4D70-8D76-DEAED68D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FAF61E-3317-4C8F-85E1-6CBACFE2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A5918-982B-4567-BC9A-565E7716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71555-D010-4FC8-B12E-02E23EE6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9D7EC1-3D89-4697-9F8D-8E1F81FB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131BA-4477-44DA-B9DE-B59957762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298AD-11D4-48C8-8019-C530D4FB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65243-06F7-4740-9D85-A40984A6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27AE1-553F-461E-B16C-7DBAC35E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9C1660-D980-4E3E-AD7E-3FB7F106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ADA65-EDDD-48CF-BA7A-70ED8A0A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5E5EC-5F3D-4AEF-B998-139EE1DC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481913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2A79E-4E49-43B4-90EC-CB7C99FF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FF2DA-F66D-4111-A393-AFFF1DCA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0369C-4AB0-47DD-A443-227F8C85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49D218-5D69-4E83-9F06-A4A7A326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E443B-9B6A-4D2E-9965-A541A051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78C8A-EBD9-44E5-8FD6-829D0B27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Orthographic Projection of Solids: Orthographic projectio...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37B64-D375-4DE3-AA37-0D06ABDA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A9466-9F16-4A37-A212-2F4445ED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A626D-CCD7-48B0-82DD-6ED2A8F4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E1231-5A60-4C5D-8452-73EE2ABD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F1119-C06E-4106-A92D-4072D0B3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146203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CB767F-CB45-4075-B6BE-FB724805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C8AEA-90EB-48D2-85A5-09980275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6C06D-05F8-40EA-AA8F-1425A431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9BC7A-7748-4BA7-9B30-14C5546A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682BC-ABF5-4154-957F-A56B3BA3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Cylinders &amp; Cones.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73A2F-4F51-4381-B7B4-D6B47501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Cylinders &amp; Cones.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0ADC4-C149-47C9-AAD1-D8E79F25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0C59F-E10F-490A-B64E-A65475BD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267A1-D741-46A7-ACE7-C71E38C8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6FAFA-F402-484A-8F17-44A82D80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E9C520-777D-4E52-97D2-D05CE284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897B3-3942-4B47-840C-612844D9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0261D-DA15-4455-82E6-8A1958C5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304CD-6669-4BFD-AFDE-2CE73B2D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DAFAA-6B9D-4638-9BB9-D984517B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F6398C-F791-44AC-9E3E-DC339522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92807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D34C7-7C14-4643-ACC3-B7B2A504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17145-2A65-4C27-A95C-0F67560F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4F16D-A350-40DC-903F-C9EA970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44D64-1A5B-4179-9AF4-3221281F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56666F-877D-4602-B1E8-0B8FACF7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5AC05-39C2-427F-9590-C6518AA8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2B64E-E6CE-4DF3-BEFB-16ACD89C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978B0-0704-4C76-BF88-36A8394D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2287C4-25A4-49E8-9614-28A9A490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Cylinders &amp; Cones..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E1526-550F-4D37-9C45-465288DF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26995D-D54A-4B09-9162-6CA232B9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D2211C-7C31-4D9E-918A-12F4DDE2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Cylinders &amp;...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F80C1-BEC3-45A1-AAD3-6EFD8B95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66D68-A56C-47E4-933C-382C9A21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1B549-085B-4688-8DF1-0EB6E6A2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Cylinder...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96FA8-4189-4ABA-89BD-EF51B062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A3F83-1ECC-4099-88A8-C7EDD4F7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E874A-8922-460C-80CA-B69240A1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Cylinders &amp; Cone...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3F6D30-6014-4F93-B5D6-F9EB4D14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B3E74-1E73-47A9-807D-B83C5648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6292D-366D-4977-84B0-3FB0795A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Cylinders &amp; Co...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FCBC7D-E689-4C6F-AEB1-6DD5F111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D9E213-0DC8-4712-8133-88F43827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9582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A53BAB-C45C-4DDB-AAE1-5F03EC20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A8D3A-F36D-4F85-A5CF-2B91049B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8C5267-509E-4F3E-878C-3B33F2BF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801E3-9931-48B8-B976-5F7E486E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0676A-A147-45DE-B2A1-ECB2974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3E18F-A101-4DE2-BF70-58D2CE0E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671F8-C161-43CB-82F3-C70696FF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EB423-803B-4C75-8C6C-D13BCB9D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CB31E-B522-465D-9F73-379263E4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3F083-D8E3-4CBD-8402-F16134D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C2265-CB8B-418E-A1F8-D742FB8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D658B-F24E-491D-9D97-FA1370DB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AFECB-86A0-4AF2-A936-BDB3743B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B2D72-BBF8-4ECB-9E53-E69FE119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914F40-DA0E-46A9-AFA5-E1B19370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5434683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68E19-B9CD-4ADD-88DF-DFEA1E7F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FF1D2-1F2B-459F-BA5B-4A408841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19D31-DA24-4FE0-807F-D402D4E7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20CB19-6477-4A3F-AF18-FAAE5883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07B1F-4131-46D1-BC07-01E5FEAE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FBB2D-CDF0-49BF-AA1A-5D1AA0E7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Cylinders &amp; Cones.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1759A-66BE-4A84-907C-BCAC3DA1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28AAD-9894-405A-80FF-A4201475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2E77C-5087-4C92-BE33-1FF03CC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8C4FB-DD0B-4505-95F8-90A18CA4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8F329-1118-43A3-8DAE-E96B142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48196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EC04B-2826-4388-8A09-BAB99417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0FBFA-35E2-41D0-AF8E-BD32B35F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51C9A-7828-406E-B5BE-90BA2E19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D4AE3-7DBE-4456-B667-58991BA2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FB6D2-DB4E-4F4F-8FF1-5635351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4AEC8-9D2C-42EB-8957-2289109A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922131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6631F-CCB0-425F-9D54-FFCA9F39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D3FF6-4D8A-4882-9AFE-02CB99A8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E439D-8837-4DB5-B19A-097206A6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10D5B-961D-4903-83DA-85FDEB9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E8EEC-EA33-494A-B7AF-797B606A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Orthographic: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Projection: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right: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regular: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2A6973-B297-4735-90FE-90815B86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1907044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291A5-1896-4E5A-A42E-024E359D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5A2DF8-8574-4164-B3C4-29126BA6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852A1-BB89-4BE0-8567-099B47EB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FF67E-B5DA-4CE0-8E3E-BF27F3CF1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B2D9E-88BC-4C35-9557-23C12321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B787F-11EA-471D-8314-8569ABD2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60646393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034091-6888-4DF3-A872-C5B1AE9F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60BD7-025E-4C86-9646-64E4029E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1FA36-FCE8-4D50-978E-4FB4B16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0F9CD6-92D7-4C6A-8C52-A342FCC3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F9E79-76C6-4D87-8183-D0FCF58D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DF38D-A6A3-425D-84FC-891F7462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45484480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B523C-3C41-40E5-A7D1-23ADB28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80869-7B71-4AF1-8351-FB55C471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368C6-F287-44E0-B496-932CC451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295CE-B9B3-44F5-BC5B-940213D4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1A4C6F-E795-4A79-962E-93DEB2D3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Orthographic Projection of Solids: Orthographic projection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Cylinders &amp; Cones.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D9B30-BEED-47B6-A945-0C65F54E3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C63E9-0197-4F29-A135-9EEFC2F0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60266-2B7E-4FC0-9B7F-E05524BA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122349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7C7A9E-DCBD-4163-BCE3-E26AB955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3FF7F-AC9E-4CBA-B7F5-329C4349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0BBD6-25A9-4C97-8372-A126223C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5ADD40-E89C-4DF1-9576-84256979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DC4F6E-87DE-450E-839A-8EFBF92C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79C39-2321-4FDD-8147-021CC11A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1B2C3-4F84-4124-8065-7B22ED13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5EED4-480A-45CD-9BDD-05242FC5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ECBEBE-8BEE-4985-B50E-8D65D2DF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A1A02-31A7-4A5D-A62B-35F06686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61D07-420F-4669-92FE-2295ED0CA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BDBFC-6F44-46AF-B98A-7A8FF35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03E6F-C7A3-4FEB-952E-2D7B9423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E8D46-C42A-422F-AC77-B02A5353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D8C3C-EF32-4FBB-B34A-D2DC6FEC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E3DE1-5232-4C27-90EA-B814FDB3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F4430-4872-4E93-A7AD-BF3DE068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26D7CB-BE91-4800-A743-0DB0A3DF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FC16D-396E-46F0-9766-501725EC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C2CC9C-D0A0-4165-BA59-1912BEEB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2CEB7-336C-4FF6-B38C-5BBB918D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8EE4F-B7FD-48B7-A192-5C7A0F2B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1D4274-7C24-4350-BCED-B22311A3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04516-9637-4C91-B0E9-C7C42468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1BCA96-968E-4541-ABEB-203C6E97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A1929-2D65-498D-B4EC-94C76DE82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5CF5B4-4E7F-4469-A18E-1F51AFA2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005A8D-4E51-4862-A551-A41C27D4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385826-18DA-464B-B598-F54374F1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925D9F-1E72-46C5-BDC4-70959DCB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359E2F-6A29-4CBD-9669-C4FB6EE8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6C702A-6C23-4281-A2CF-4F8BB0A9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6886587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690B5D-369E-43FB-B45E-9FD71EB6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A32D0-B148-4274-9515-8265F073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DB1430-1675-42FA-ACEE-FB787034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5ACD8-5172-41F7-875B-DB5B53A3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443568-6B34-4EF2-91CF-415603FF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1A96B0-A9BD-48E6-9A32-9F7D7AB4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4B1A9-6875-466D-9385-06887C47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F43AE-79AF-4C29-8F0C-BEA03341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23E5D-FE8B-42D0-A493-8EA35E40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EBA1EF-C106-42D2-8D48-D41A62A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C7642-CB31-4712-A037-90E509D9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158B7-47DF-467C-8ACC-90741075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7D3E7-B9B9-496F-90FE-04866414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D40E5-9205-4CA9-AA7A-661518CE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094FC-7E12-4328-B940-7D78C844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AB91F1-1E57-48B7-A054-7055F2ED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674380-43D7-47EC-99B0-8D9CF31F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06251-C90E-4764-A503-578B5764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6AED53-1ABA-4018-9A1F-CEE2514F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A1F69-DD1D-4CA8-AC71-45B6FB12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92D5EF-8D9B-4BE9-940E-8E7A86DBF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192B1-1F40-4E06-A89C-370F3A74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F3AD83-84A8-4510-8575-3D11E299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9CEA46-ECAE-4F5B-8E77-56077DED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BBA2BF-796D-4B0F-9F46-D69E4D42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E8D35-98CE-43FA-97A9-DAED974D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E2D9A0-8619-4242-9E62-C90FA031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0F537F-C28F-47D2-AAFB-4547136E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1854C8-4B80-4FA2-96D3-706C5469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916BC-C1ED-4CD5-97EC-A65A6E86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13698F-40E1-4E27-A28B-AAE9746D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DB9B8D-F1F9-4DF1-9A0C-09150472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713270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36EB28-963C-491D-AF1D-2426BF63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B9B2B-EF68-4B6B-BAB5-F41EC821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7E4F7-30C1-4320-8593-F2F20A0D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16BEE-7A73-4806-A5D9-F5952525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E5DB7A-F5D3-4A1A-8A1D-6BFEB909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6C27A-C903-4080-B3E8-0A08F58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E7688-AE39-40C6-968D-C144DB85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124C7-9E8A-4778-8837-D2FA9B58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9F6C1-9180-4708-A41D-B09DC80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0FC93-E2E2-470D-B7FA-A3113DEE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51306B-323A-4A6C-B77B-608F889F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108E0F-437F-43CD-A924-98043E1C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03DE6-C2C8-41D1-BCAC-676571BC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5CBF4-CC23-4E17-867C-115CFAA0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63325D-BE1C-4FBB-8773-6F31D359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9D32C0-3D3A-4A79-BF24-792B1E3D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8FBF1E-0BC5-480E-899B-B95C5715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1F782-D929-4EE2-860E-91A60CC64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E760EF-3ED5-4FCF-BCE0-394B63B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548266-21E1-43C0-B48B-A81D370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71C6EF-EC77-4520-80EC-EE616F96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FCD3B0-68CA-4E6F-8389-18B78CBB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4AE15-BA77-4148-8937-7E1E4D7A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095573-2443-4565-B425-2845BD7B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E99D0-8B8E-4AEC-AD46-DC3F5DCC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1717A-02F7-45FA-A20A-AE48C1AC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36DFEE-E2C0-4669-BE2A-9F78B075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B39C0A-80FD-44DA-B931-CDC0B735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74F3B5-6BE7-4B20-A8A2-168404A5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A57C6E-3B12-4FAB-B3F5-D46965A9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7A0CF5-C230-4450-9DBF-85D729ED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D976A3-2CED-4A9E-A85A-AA7607A5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25968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11DB64-23F4-4BBD-ABC8-01A567EE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5F06FB-C025-4879-BC9F-64F62D24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53F4E-C9D4-4FB4-80D0-7A60DFD2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D29DF-BAC0-4FD1-9F37-74800065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0467D-AC1C-4832-BEA5-1807A550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ED90FE-C2DF-41C2-B299-98B0A564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4BF92-87EF-4CA5-9496-9879C803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5466E7-9A86-4621-845A-C7BEE5DB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8B27B6-BC7D-4E51-BF98-D8BB2DFF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D948EF-2C98-496E-9602-5DE37C03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7C89E-A076-4196-91E5-AAB9575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00BC97-63DF-4862-B0FD-7DBF918B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CE317E-DE63-44B9-BCFB-B4359AAF2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A76FB2-34C5-4769-A12D-6424013A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C67D7-DA7F-4438-BA3F-6DF42CD7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9C4AB-801A-4059-B010-042AF168A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22ADB-766D-4F0B-871F-9BE248089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0992A-3264-41F1-AB2F-55656A46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2146D-26C5-47AC-88B7-56A5F58F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9A823B-BDA2-4085-98F6-843B4217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20A2F7-5928-4619-961F-9E918917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4BA57-CE2F-40CD-B5CE-FF8884C2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66466-6782-44E2-8B85-BBAE0FFE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C6D156-DADA-4EB2-BD9A-E216D09CF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7B9495-F8D1-4C04-B8FA-AF0D50AC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3C28AE-25DE-416C-99AF-24791E3C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E1E79-1FDA-423B-B1CC-4E680506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3E8B32-D52F-497A-AEBD-07A41488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5157AD-9106-4113-BDC5-12A3E0B9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E23354-EB1E-4BFD-96A8-EF484792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B4550-D520-4C53-8967-3344DE380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6705B-9210-4A6C-B1BF-AD3AE8C8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93623908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52AEC0-3173-4E40-8759-4526A5F0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C2A9B-1F70-4F4E-BEC4-FB0B42EE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263F3-A0C4-48BD-B159-092CCF2C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DEFCA-031A-4177-83E3-08A4D886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75662-2C97-48B2-95CD-5634F911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02844-F704-45B9-B622-9F1B47B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E1FB1C-A23F-444E-9A18-3EF4520B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D8D55-76F4-4428-BE7E-51D65B3A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C9ACA-2999-4374-A870-CE4183C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4D4F0-E128-469A-BABC-8008D25D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E4D179-959B-4AE5-A291-3C610668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747FC-50FD-4D6B-BC1F-E4F335F0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3F30C1-8350-4DA1-ACF3-2B09B538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EA650-AC8F-4C26-919A-671EC6C4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AFD3AA-1B19-4C42-B7AC-BCEB1C06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217F0-A3F4-42F5-AB48-B85C038B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E471C-15D0-4F76-81CB-CCA02924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23D54-57D9-4B56-92A7-9BA1BC3E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A6F744-5258-4EC2-AD02-BC228DB4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6A08E8-C636-43CD-90D1-E48F48E5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A772C8-B53F-4C2C-84EE-70D19C3E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AB2972-AF43-4FEC-BF45-B7FB0159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D85ED-2DAD-448E-B8D2-CCFAAD4B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F1988A-4684-4972-9009-427508BC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A455E-47CF-4AF0-BF88-B37095E5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F5051D-8FF4-4BA4-8353-515E375D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B1121-2FC4-4862-B09F-1D06EEBD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E63642-529B-4A2C-B00D-0CAC9068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A0EBE2-8F21-421C-BA35-AEBD7913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DBF1CB-B01F-4EB4-82CA-0F53424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05955-9264-4C43-86E4-EFCC7477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5A1300-B194-4198-A2FB-DA9E1C26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0190522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E6284E-10BB-4A94-8B4B-367DDEE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7F13EF-9CE8-434E-919C-3235A918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E0471-79E3-4519-8851-6267FBBB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38D1F-8EEF-4C88-8FDC-BD0C849E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39984-8E58-45FF-AB41-B3A3276C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48234-82A9-4AA2-A96C-CCD03323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7079D5-4B60-46C9-A85C-C7DD1C578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C40816-8ADA-4AF9-9777-87EE7853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2C982-90E6-41E8-B0A7-84EC95A8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6941E-8A72-4756-A5E1-6F210ED9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8B6E5-9F69-4257-AAD0-2B1A881D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408D98-F9AA-4A64-A0D9-A31B7463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17661-5B79-4185-9FCB-DE2D5725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63272A-3935-495B-ADF0-2CB2BE34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D5669B-7B62-4592-B921-F8F97B1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3AC487-7F65-432D-907A-6487AE5C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EFC49-D607-44C8-9697-5C1D7BD1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767BD-571C-4536-838D-1B4CDD1F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FF239-67F8-47F8-97CE-CE55718C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34E71-C594-4F95-89D3-B786C850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CBE3E-E52D-4B3B-BB8E-1CA3EEC7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56B420-4BB8-4B6D-A31E-C9168224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70AC6-12ED-4A1E-8C36-9F6ABD731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DB6C8-EDE8-44F8-82B8-0CAFD874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69A1A-0C90-4DD1-A2BF-AF17D916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136C7F-8D50-4C22-942E-CF3AAE5E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C8A1B-F6A5-41F5-9DB5-9FD62FFC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9F37FE-0478-45C4-B001-5ECE9B9D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F74B9-1151-42FD-991F-53B7BD12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8A02C3-5E1A-47C1-A999-BEE4EE91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C94027-B283-4B9D-900A-4F81E2E3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FB3B1D-FA07-4365-AABD-7F2E74CA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0108271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33A464-E588-41E7-B723-60A281F7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797B3-CE1D-4818-ADD9-9D45D99C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C0D566-DE86-46E6-B0B3-A35B7D91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7DA3D-7890-4571-9CFA-B2BDED1A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0F38A-0B93-4579-930A-0775EF37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535B1-655D-4733-B903-8B4EBA31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E1921-CF71-4E30-A18E-59A3EEEB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FA3BA-BB88-49F0-95FA-40C1BC8B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D7843-C0CD-4481-87C9-65538632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6471B-3843-4700-AB91-EF782A22E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D16AA6-CB28-4741-ABF3-97E6C441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A03DC5-1E64-471B-A643-2E329355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9B465-9377-48A4-BDE9-046BF42A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F7DC64-C61F-42D3-9D91-239373D4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E5939-53D1-4625-9594-5BB422E0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499D0A-3524-477C-AD88-C03F83E2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ECFE2A-361C-4899-ACAA-A771FB6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BCC5E8-FD9D-45BF-9A67-124DC0D6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F75FF-A34C-4D1E-83C8-572B184E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CBADC3-A49E-45EC-B677-9EF1124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BD8DF-5D4D-4829-862C-527AF82F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64D132-328D-42AC-BA0C-F7DE3AE7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8F1CEF-25C4-44D4-A4B2-5B1825BC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CEFF8B-E25E-439A-B974-45E10C0C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7DF99F-C25C-463C-8BD0-643A731A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7F8146-0773-4916-9F97-923BE3ED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9D751E-5BAC-4352-8AA0-D4468D9B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146D41-0B62-43BF-8071-DC2A683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C537D2-B996-460B-B635-CF6F9CB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997486-2B4A-46A8-9ED6-C0BF01E5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DBDE2-2E75-4554-B51C-3D7272E7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485749-E1B4-4D0D-877D-A78DDB59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3230351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D7E5CE-9D97-4ABA-A352-8B17DAE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E9ADA-8FF3-4FB5-AD73-8E473B3F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51740-341D-4F30-8F85-8806A42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978AC4-ED88-4FD9-8217-7468D2BA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9A303-C45C-4591-83CD-9432FAA7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13956-850B-43B2-84EE-7B164C58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17528C-462C-492F-9BF4-BD6FAF3A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D6675-34A5-4AE4-B190-EACE33E9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6131BA-36D8-459F-8130-63A70327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FF4A40-5714-4250-AA25-A8D60358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2CDB4A-4CD9-4880-BD62-3109C91F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B0D951-988B-447F-956F-241F3E2E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D6971-A105-41EE-99A0-80C91AD05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31AF63-CA2C-4F01-A862-36EC09DD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E74198-D3C3-4088-AD1D-EC765DEC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F3014-AD5A-4F60-A0CF-C80D65DC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E0866C-1A9E-42F2-B9AC-FABC7AB7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B6F55-36C4-4AC1-8148-081E4E5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22801-F71D-4A65-BE68-FC14A7C7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C87C3A-6358-46BA-96AD-D224B2DA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C2A01-A8BA-47D0-A55F-8BE5AB38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016118-6E81-4B4C-A009-A5A39FAA9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E09ABD-EF11-4F96-9B8C-D727C2AA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F5147-15C9-45E6-8477-DE66B5A8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78B7BD-E5F1-44F0-AD9C-23CCD695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049AA-A740-43C4-821E-CE84A8BB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098597-C408-40C1-A7FB-7B80F5CC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8F3526-56FA-48DB-8A65-01B49A11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B39A6-0BAE-4B3E-B551-85947B94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B84645-9836-4FAB-A411-3D77005D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8B9C1B-39FA-4D64-B708-9C0F75B4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11E556-18AE-46AA-A00D-84855892C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633169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777753-60CC-4622-BD95-AFC06DB4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3C4D0-ED4D-4500-8CC6-BB1F05DC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CBA3F0-8AE2-4FAA-890A-D5F694D7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91F62-17E3-414E-9058-C162FCD5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270D31-D04A-4785-AA45-2ECF5687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4F41E9-C80C-4A32-8582-FC79D567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47051C-886D-48BB-8F6B-0DAACFB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76A448-BDB1-42BD-ACC8-CE9DDFD5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E1EE5-053D-43E9-B5B7-83EB1A5F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AA9460-4B30-4FB0-BDB8-853D81E0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FEFD8-9510-49D7-BEB1-0B521B7F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D6EE8-2857-46FD-99FD-5DDF05C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9E8F1-7588-4889-9FC8-FDCB9245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C419C-6E58-40AB-9148-DED6879C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93A99-854B-492B-A710-7A434DD5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BB00B0-C84F-4160-8C82-1323E909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07E23F-87A2-4997-A54A-5DFB0F35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2AC7CF-C9B9-4C93-9F27-3632A4F8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1128CB-E7A2-4F42-8821-88097F125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B69AD-4258-4AAC-AEB5-35F5B811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91399-FD6C-41E7-BA88-409B6441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F9F2F4-E8F4-4A74-8AFF-ED2E7DD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EBE4D7-720D-477D-A714-07FC45CE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3A898-066F-4DC6-8641-D6922DAD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1BE9C-4307-4098-A961-141F6D8B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05A17-FC33-468F-8389-6C3D5538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DA9596-AA87-4EB4-B408-4138704F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015446-5097-4171-91E8-171E800F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BB5C1-5A4A-4B38-8BD9-DC16C24B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3D89E2-A4A9-4926-9487-66A208AD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B9B2EC-2999-4E02-8200-8736BDD4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6DF0D5-E6EF-422C-B7F4-2A4DA749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4579302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CFF146-0F89-41B5-A890-7F0AC82F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9DFC6-D674-4417-9120-8287DA92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8FAB5E-C635-4964-8284-773F0EC5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36803-E5C3-4167-9B39-6118A53B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EBFFD-9952-4E80-82F3-B3426F62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29E4E1-2309-4D97-9575-B1E26D41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10F1A-ABAE-44B0-AD59-CD70B0EB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7B3521-E187-4CA8-9FA9-C34C328C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277092-114B-4570-88B9-EAD9D410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A34CA8-6909-4939-82E8-B94C656C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F6B79-E669-4DD6-8358-D69F42EC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EAFBFF-7F8F-42D6-AF25-0EF8DFF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5E5EB-0C97-487D-8DED-3B4345F4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FC45E-2BA7-4BB2-B623-4854DA5B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29502E-4C9D-460C-BD1C-CEE9F168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AEDB25-7CF8-42AA-8BB9-58CA8CC5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A3983-946D-4415-B3E8-176C1912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0177F4-DF63-4E6D-9444-1B920099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882B9-C757-4474-9802-028BA78C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2B3F72-0E94-447A-A0DD-A2D3146C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71E79E-D446-49D1-884B-75471A7E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E2D528-AEE3-4A4E-8BBF-772E4282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2B4E1-4D03-4131-BD06-3E329547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60DA7E-CE4F-410D-AB42-681CAEDD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6F02A5-6328-4088-B350-544BF1BD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83B1E4-BB42-4B9D-86F8-49DB1838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E95909-AC7F-4BD5-BAE1-AFC661A8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9EF675-44B6-4137-A4BE-BD2F9990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E3FA1F-505E-41B2-B3ED-DBF448E8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F3D88A-E3E6-4E43-95AC-FCF66242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3CB75-28A9-4EDA-9F16-AA56EEB0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285FAC-093C-4809-9884-AC3B3F5A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6466337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D0C10D-063B-47F0-8E74-2EDB38A71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A1879-80A7-4BF0-9B39-D4134DDA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88FDB-89FE-41D0-B035-3F1826A1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140643-9EE6-44EB-9468-F89D5F42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6F2E7B-FA8D-4C14-A47B-2CD24746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96178-5F65-48D9-9AD3-93249DDE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8A6B6-35A6-4865-AEEB-9FFED865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03899-2E1D-4EC5-9305-0C8CAE1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B6C9DE-13EB-4622-9E55-F3939B38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309B8-BB7D-4E2B-8087-134FF4F9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145D19-43D8-4289-8D74-B1CB62FB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923CD-038F-4BDF-882F-E1099DD9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32E1F0-15E6-4985-949E-3FD1E488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09A5E-E16C-4E16-9D13-D9881ED5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AA3630-3536-4FF8-A3BC-0D05BAC4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113F6A-0DB2-47F6-B4DA-4931D545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EDA87-9DE8-4665-9331-015A0ACF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78DEA9-007E-4982-84DD-B227A2A3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36E458-16ED-4A62-B30B-B6452131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1C455-C7D2-48A9-B97D-70CBA5A5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5B5691-4E28-4E03-A0DF-CE9112BE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02BC9A-E0E8-4105-A3FF-888FE9F4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80B5D-8318-41BD-B346-186B7CC6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7B218-BDA6-4997-A4FA-6026F64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ECB900-7935-4C36-AAB0-95970B48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BE417-A06F-4B5A-A256-B0940648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1366A4-B9F7-47E1-A7DE-1046C4BF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D6A99B-7F4C-4171-AA46-C3E3376E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6EFC3C-281A-4A74-8544-4A5D4A17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C90DF0-6FDE-41B2-806D-3882B79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07C13D-65BD-48C3-A54B-699C3756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0785B6-FFC3-4E14-9757-363CB868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8208130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63410B-2E47-4B3F-BB98-3D2636C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19EBCE-BB6D-41C4-9CC4-6D4E162C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F35320-FA89-4BA0-897B-82047501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6BF45-1AC0-42A8-B4F6-74F69BF3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48580-C0FA-45DC-A737-9776467D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19299D-15A8-4D2D-A5DD-C5B20F8F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DA499-344F-4AE6-BC73-311CF2B3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3792F-1DCD-4C66-863E-EF00C2E3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25189-C5DD-4AAB-8DD9-6F74EB33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457C5-043F-4DFA-9B6C-D365A6C7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5EB1F-EEED-401A-AFD1-EF42CAF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12B483-1C73-4748-A5FA-620C703F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C938C-74DF-4CAA-B9F3-DC3932E7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0F999-E6A9-4444-85CD-B1CFF8FB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8FA622-AAB8-403A-AA2C-6EE9B586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32A72-DC06-4D03-BF91-FA78AA6B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0FBC6-6980-47B6-A9A0-079BAD1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DE790-7E2B-4A54-97B8-9217D31F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FCD756-93F1-42C8-8F0C-047EBE89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71431C-240A-4923-B7BB-6EFB3506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BE027-6990-430E-B6F2-48B04581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8DD00-7A80-47A1-AE23-711D89C9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00E89B-7B4C-45B2-95F7-B4F6F6B1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B777CC-C942-4209-8335-38E4D0F2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3510C-BD4B-474D-A0F4-B49D35F4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FC3BC3-4BB4-42D7-B85F-48AFDCD6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80CB4C-169A-429E-9BBF-1FFF602B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AA9D0-55A9-4D59-AE5C-29C7A661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F1D211-0A0C-4C6A-AF61-A86B02A4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0F797D-2D2B-4A09-AE11-6701B962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A2DE3-5CF0-4F69-BFAA-5FF71709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ECDB4B-4C59-470C-AC88-71EFFDD7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26422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068619-CFB3-4E99-99DC-9B0BD20D9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B07D7-1B0E-4359-8C7B-B640986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9720D-8944-4AEA-9D9D-6396ED57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17111-0524-4D8D-A8CE-55819F36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BA21F-B70E-48AD-B912-3A79BECC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BDDFB-D58E-477A-AEF2-370903F0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812D0-9AB0-4015-B117-0164FD14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126A64-0378-4C94-B700-1C9742EF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83F903-0B61-49D6-899A-BF063F3D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34D85-7EF5-4845-90F4-B147FAE4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A46DD-E4D1-4D05-BDCB-30C3CB5B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17CD56-AC51-496E-9592-B702E25D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B6778-DC6A-41B8-B3FA-D774A26B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8C1FC-A2D7-47B4-9513-CEB52692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D773A4-CABD-406E-8A07-236694B2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5467EE-8257-48D9-BCDA-26CCF24F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387F3-6F39-486E-9A4D-3879FF48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671D0-DDDB-4531-97D5-5967BF0A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1CC09C-E989-4A6C-BE59-6B569CFE7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89180-822B-4B9D-8F85-15BCEE3B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17C4AC-0B4E-4E3C-81B6-CD32FF81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4F7539-C5F1-4B56-A1FB-23B4F43D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08BF1F-FEBF-46A5-A593-FA083E7A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B93DD0-FC3A-47E0-90B7-0120DAF6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695960-7E44-45F0-83D1-C2A6FF91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72DEC-CCF6-4B1D-885D-59F62C37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CFBC07-8182-4E7D-95F8-A1045E27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7E4CC-3305-4DE1-94F6-CE80BAD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306B6-8E7B-47B9-96DB-96D9F18D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D18D76-6C1D-4442-8223-0E91901B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14B3B4-3F56-4B6A-B3B8-8D4E5C08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658B87-7840-4B2F-97C2-B617806B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30810541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83CADA-5F99-43E2-B413-BD4DBAB3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19AD8-CBD2-4595-A2A2-2BE357D7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9E91BA-3136-47BF-B9FE-57244ED8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1CEAD-193D-4502-89A0-6137F1F6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0E6E7-255C-40DC-809D-E6F91D56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450BC-7BAA-4398-9447-D8861680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BCDDB-8C51-42B7-84E8-DDC7F9AF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1B5D33-2A7D-4756-A469-5C67C2DB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552B2-0708-46C2-B800-01D121F3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C04FF-BF87-435D-8821-3B573F55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3F1B68-F135-4BD5-B435-85430AE5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0E746-95DE-41BE-A6E6-4C7A7A48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0BD96C-430A-4914-9C7D-DC8EA8A1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3294F-5CD1-4CD9-A895-9A7753D1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231899-A7FE-496B-9732-7646C1BC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8D7D5-118D-4B39-BC0C-567662FE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1CE36-008A-44D5-B5B8-56688E12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C75DA-3BE9-4453-9519-38BA06375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F73EE-CDDE-4874-8145-303FA71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42CEC-63C7-4C2B-A09D-B9B16148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44D09-05F1-470A-A663-96A7AC0F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ABFF66-8644-46D1-A467-123423A2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35DB11-5A05-4D39-9595-D1601E8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9682FB-51DB-41F0-B3C0-7E9020C0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36713-3A9E-4BED-8764-D21C051C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0AD37-E117-444D-B643-87371AE6C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D51ED-31A5-44CB-9AAC-47EC594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AA3377-3CF1-41BD-A5DA-26BC781C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7A2EE-8A5E-4E59-A702-202F6598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C8931C-2A40-4D6E-9FD9-C4C5E845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92BBE-1EEF-4B3A-AE3A-BD8D5BC8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B5076-4971-418D-B9E4-ED78BF5F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8189058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86D4A1-0C7B-4A52-8CBC-CEEF99C2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5FFAE-22FD-4C7B-83C2-54B1C496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120AC-37DA-46EB-B887-B01F49CF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3CA752-6601-45C1-AF5F-3214B1B0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573A5-9166-46B9-AD3D-0CB1E4B3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64A5E-B2AC-47E4-893F-698E2354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619BA-C30F-4EFA-B082-09128A4A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0116B9-5CE1-4E69-BCC9-B1EF13B7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92CFAE-A571-4A05-83E1-5327C235C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6BFFF-DBB5-43FD-BB6C-688E07F7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8D43F6-24AA-400C-9F5D-41AE5C8B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7F10DE-C6EE-4183-B806-9AAF0C71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75676E-49FC-4087-A254-8B63E9B7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E82887-0C71-43C9-837D-5E83A54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EEFEAD-6E28-48E4-A534-51BA22A0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B808FE-0AC1-4092-AF65-68E6716C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C35B27-7B14-4B55-B9AB-DA1543AF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506DC-5979-44DD-A46D-7DA5BB24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DE65AE-918A-469E-A136-DDC3F652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ED804-4FD0-4AFA-87AD-7A43DFC7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1D8A33-FCCF-4FA7-94B9-44AC08F7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2E4E48-42C4-4E83-9405-9A7C4515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9543D2-A90D-40F9-B48C-E60A70C8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18BE7D-5686-4345-B022-267121DE0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30A570-1611-46C3-8870-D633F5E0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5CEE5-0F23-4598-BBF2-E2C5F87F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9733E2-4B20-4E94-8050-35548BCB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C17BC-4D7D-457D-B829-D53E0EE3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B12A0B-42A0-40DB-88B2-1FEDE97E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925346-D435-45CB-81A9-7D8B48FC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44DD3-DDEC-4D08-9815-A6D351B2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5E6601-7B8A-48E8-90BE-2CF622E0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41551045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A02769-4EE1-4840-B1E9-D4D8B714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9DA04-D7C1-490B-B9F3-18D8C53E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97250-3E05-45B5-9F66-6A50CE61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47995-CAFD-4890-BCB9-4E4D7011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1A0B13-DFE7-4461-B595-C602AE11D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65334-2707-46DF-962B-DB85AFBE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DA4DD-9AA2-432E-87C2-96C8AF66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A933F-F247-4256-89FE-FEE802E1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1E752-4ABB-44E3-9FA8-88A3351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37AF8E-BFD9-4EC4-BFF8-B4E4C96F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822419-DC4A-41C1-851D-B0516E9C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C0B7FE-8185-46E1-A8E7-62C53E3B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609C97-723F-48D8-9AA2-D6DCA83B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A9042-5C54-4100-A1BF-74D13550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081599-7B29-4BF7-AE64-F339DF55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A9EE5-4B6D-4F44-BCD2-88CD8CEA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32685-3337-487A-B796-A5B937BF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6B2DB0-AF1E-4282-A388-BBF80D0A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FEE005-8BE6-4B02-87FE-7E4FB245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25BDE2-0032-4C57-BE71-332D834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4D2E5-A449-478A-A3F0-2C7F7183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4054E-25BE-4580-938D-C61400E7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3307C0-A5F0-4721-9222-2B3CCDF9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A4463-093B-4835-8379-F8897B33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8E3435-EDA0-4101-AFF7-40441B64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41CE0-B7C9-47CC-86AD-CC9D548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3AC0CF-66DF-4FCA-851D-52650D31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2438F3-054D-4E6B-9203-41DFB339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45DFCA-A80F-407E-AB42-2DDD7333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8575B-AD8D-444E-A756-08D340F3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7005AC-7388-4AF9-9C61-7A53829E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DB802D-104C-4C27-840A-27B7F970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2842516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D58A04-B82A-4874-B25B-E99D3EE8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8A6CA-65A6-41C4-A249-5AD038E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6C148-652F-4BF9-915A-FACEF923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2339D-90CA-4400-9CD3-428B2E37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7696C-2B08-43EF-B9F2-2B661728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5E5CB6-D6A9-494F-A829-B2149761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78F2AC-76C2-4D07-91F7-739FA52F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BF7E5-BF25-4D0D-BF1C-E1B64EC2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53B7C9-56D2-4259-8AD3-B8D33E5A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7BEA97-2201-4ECD-8582-D36E63E2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FB962-C3C6-44AC-814E-841D36DF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1CD24-AA1B-4081-B587-91A26A38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A9351-BBEC-45FB-8ABF-0481555B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F72AE-9785-40D0-936F-8F68F5A5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146DC6-40E7-479B-9A73-074A5CAC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BAFD3F-79FF-401E-B97F-26FC2379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A35C97-C43A-4716-9EA3-3EFDF0DC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CB9895-BAC9-4A08-B73E-59B5FA4E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C0374-3177-4459-947B-EE19255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5B014-DFF6-4CEF-8A9A-A37DC522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AB35D4-6C2C-424C-9519-9512DEF6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9245E3-E4D0-49F3-8E61-B4E5E5CB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692CD-6F1F-429D-93DE-353C226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B2089B-60A0-4868-8470-13C24C0F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6B51F-3B1F-48B4-A1B8-1011ABE4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39A7CD-9922-448D-B408-E32CAB46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AC4878-8847-4C1D-B63B-E98D7F3C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694760-006E-448A-9522-5BD280E5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1D267-9CDB-4695-B9FE-002403B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9A6FB8-BF5B-4F29-A862-FE5B9B91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CA7964-8960-424E-811C-5A8168E7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89E48-D7FE-409D-BD58-353FD39B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71149651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4CAAAF-4852-4BF3-BFE2-10984ED7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EB92DD-DABC-43B7-8823-04539A3A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72798-0BAD-4FD0-ACC9-38C0FE16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1F140-989F-43F6-966A-44E707EE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5EF5B5-16C2-4BDC-ACA9-FBFD5B0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768BB-8F3F-49C3-9F7E-716FF334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8C169C-5D5A-4DEF-BF83-3DC0320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2C328F-5BCA-462C-A8DE-C02CB327A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6245F-A156-4A10-8EF1-AD2FABE8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512009-21A2-4771-B5C8-AE9CD148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4C11B-B1D9-474C-B5DE-219C812C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452AD4-4100-4BDB-BB3F-A1881119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551FC-A67C-457E-ABF3-455AE122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3CEBF-1B8C-47CF-8071-B3CB3524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F1EF1-1FD1-4150-AAB0-184B4382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6C5A7-FA2E-47E2-9666-2E12E23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AD2C6F-FE24-4C57-A4CC-5BBE2507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71ECF-1694-48DF-87D4-7BFE6E15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A1F795-3D2D-4DFF-BDCA-BA9C0C610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B1F63-251B-4DE7-8562-E058AC83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64DB3-22FF-4B33-B9E7-BDD04CF0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E8BA6C-6854-4BFB-8414-1DFA3337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B7F4A-034C-42A4-9DD7-F36FDD46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50689-91F6-4AEC-8EB5-AA8BC4ED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7F1AB-8E5A-45D7-B964-723EE5D3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F46EC4-3560-4611-A3E5-4D6538BD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33661B-CFD4-4C8E-B203-97C406B9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CD934D-50FA-4574-9103-FD260F9C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AAD803-CB50-45BF-ABDD-C0836371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7189F1-F715-458F-9553-74A4A2BA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EAA426-8193-432C-90AB-882FA485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52A940-716E-4225-909F-C7BC6EE8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00637557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37468A-8146-479A-B78F-FC8556497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4CC07-0B39-47BD-B114-2FED36BE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B72AC-9E6B-4B51-BDED-18D1A9C3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69886-A35B-44B8-976F-CC1E68CF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A46F5F-7A71-4D65-BD2D-D2D730E6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B015A4-9BC1-4E86-9CFE-D3E40D7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335A3-34A6-4435-A5AB-49FEBA4C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716D39-0135-4307-B91E-DD2C2652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30AEC6-C258-43B7-B743-850B0B70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6B50F-861B-48EB-B5A8-21B9BF37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5D0FC-42CA-42A7-BE41-4CBC477E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D9D12-E3A9-4A0C-9A48-8D12AFD0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EA76D-B982-4A36-8099-CB4CA341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0E081-1183-4F18-BCB9-6F0D8B35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554306-03ED-4F71-A5E8-00CE1424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18BE3B-1500-432D-A3E6-96D62312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BDD29-53B1-4BB1-BC1D-D05E6570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73258F-2ACD-43B7-AF5D-C372296B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071D4-BA67-4BDB-AA38-089220C61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D5ADF7-6FA5-4A55-91F0-3DA41C85E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17D8D-DC0A-416A-9B2E-80B2AF7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DA45E-E15A-4AB2-A816-CFF7222F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46542-47DD-4897-B011-7331A640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B91AD2-1F85-41FA-85F4-05D94569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78C61-4D33-41AC-A753-F847A6F7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B59F1D-65F5-42C4-84AF-22ED30A7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D589A7-098F-4B00-A911-4180F561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35E2F3-C7F4-4BF2-B3F2-23A0706B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05509-61D3-46B9-A40A-46C098A3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CD171F-236E-486A-A86F-45C9310A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E8DC6-4230-4780-8003-E167995C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43DF6-D47A-4A6C-894F-228C91B1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7959252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C1B86C-791E-4608-8AB8-589F0B19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63522B-3985-4293-B43C-595D6E64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CA8E0-3094-448A-8883-9ACB77679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9D76B-7CB6-4F94-9554-64E3536D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A3B991-73C6-4134-8543-2DB0E931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675E2-6CDF-42D4-BA0C-2DF3CD53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34CE0-0430-4B98-8AB4-A8010C4B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B32F8-ECBF-4BED-818E-149EFCDF0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5C463-FCC3-4289-8826-895A0B4C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F43FF-E23F-4913-B8EA-18418CFC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DF3A5-4CA2-4205-950B-FB5ED986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FEF064-5063-4A23-9B4A-6F9F7F04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4C2E95-6614-4FF9-9589-DAA3E037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1A9DFF-863F-4705-985A-C87CFB5B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058F4-92A2-44C3-988D-BAEA0AEE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8CCC7-D138-494E-876B-D18D796C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41EC2-06F8-4599-8B46-4A4E7679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883B7-AB36-4B52-B7E2-CDAE5A4D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AF21BD-450D-4FD0-B6E3-1A10EE1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2ECFF2-52D4-4358-A211-C79FCF9C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C008D-547C-45F5-81B0-E85F1AF4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FB0C0E-3C86-4F74-B473-1394D1B5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05359-D468-44B9-A8E4-925EC681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2266ED-5169-4304-B97F-B418AEC9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B122AD-1939-4D94-BFFE-8BF61976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7EA47-88EF-4757-BDCB-3D3420CC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5182F1-5BDA-4FC1-8D50-E3141393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05E4A-844C-446A-A0CF-996500AB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7D2A3A-9FBD-48D0-BE51-E434AF42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CCA26-398D-4B25-9AD0-5B27CFE4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28119F-E54D-443B-8D63-BB1F852F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1748B-666D-4A78-97B4-F6745184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576636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F3226-73CC-45A2-857A-B4605EC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324EA-6EFF-4DDC-972C-D2719C78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Cylinders &amp; Cones.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A31FC-CAD8-4B19-84CE-D9E9EAE6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A57AC-3A04-4A63-AE83-3AF154D9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D9C07-C80E-48A9-AE41-513F04F6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B64A2-146A-4F33-906A-2730A2CE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BA4A7-FBD7-4FBE-AEF0-2524495D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26930-E41D-4808-AFD3-5F3E230C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D2272-E174-4E6C-BA8B-73D9E54B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CCBB1-62FE-469D-85DA-0D2A77F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4AAD96-E9BA-4DEA-A4B0-92A08D27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ED296-6CF7-49F3-9342-21C80E99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3E806-DCAE-47FB-BC40-3EF5E504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AE73F-6467-4B1B-AF71-1B9529A2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2A687-5BFB-49E2-8C46-26BFFE1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CB865-C454-434D-8172-0AC25A7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D54E5-2174-48AB-A140-FA05CD95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1C01E-C1B0-4C31-BCD3-43CA6246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83C1B-2A3B-4948-8638-3253631B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6A902D-821B-46B5-BDD3-5EE3C1DB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137152-028D-4929-BF28-B4276332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0416B7-5187-4804-86FD-F518CA1F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5EC5B-161F-482A-9017-73AB78DD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56C50-6589-4075-9EFB-B1FD3EB4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A391B9-8E37-4B24-AC8B-7FF9A20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10CB4-E495-46CA-A525-7C09042F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B43C6-94F0-44DD-B494-5EB8BBC5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DA207-876E-47D4-ADD2-34D6971D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F2B101-55E0-41A2-B749-BDAB32F7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6BCC9-C541-449C-82ED-C9EFD4AE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9D1624-8620-42E5-AECD-3EA87926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1667B3-556E-41E4-B9C9-6B7A5853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24693667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CA22EE-A9AA-49D8-B42D-D3A4482E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1BCEDS103/203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8A33C-3DD6-4AE1-85BB-4261AE2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Orthographic Projection of Solids: Orthogra...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5826B-5F33-4290-8D4F-36194739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11BC5-E0C7-4EA8-93DD-878DF263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8D72E-A80A-407D-9913-85CCD3D3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63107-E9CC-4ECD-A5DE-D736D4331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AF2AC-B665-4FB7-8403-265C5C1E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82046-F21D-4728-B15E-FDF2DAB5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90425-0C85-476E-9412-DB037728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4B393C-02CA-4C03-8601-AFC59ABD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B3923-7492-44B4-AC3F-0F418A21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669A6-BBDF-4DAE-80FB-13C22CA5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27D65-F870-4A1A-A536-5D43DE2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FDFBC-EB15-498C-B7FC-871878EB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2A5AA-D933-4A24-A07F-5A6031A9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BC4F4-D968-4037-B035-C02ABA88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F3BD3-8F97-4412-B6D6-ACD91027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14B37-76BB-469C-B42E-74F1FCA2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71FE9-3A8A-44F5-AE2F-240A2152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FD1261-D52C-4ACD-8D8B-685CE09E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F6A24-B00F-4EC8-88AA-55E3E729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968476-FF2F-4E78-93A0-30D4BF2E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DC3524-B059-4CB6-BA26-9A3FB944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A3344-5526-4B66-BA3D-74F3CE43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94A85C-2FCF-4B12-9DA4-ABB6AD65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C062C9-89C6-4CE5-A60B-F68BC173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925D62-16E6-4110-93C1-48DDADB1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0BA797-0BF4-4566-9FE4-3DD77D4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1332A-F29C-4E9C-A443-AA64C9A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08532C-00BE-4257-808F-33E45C23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EEBF4E-13CF-458C-840D-E9607250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17B180-535C-493E-8D1A-94791E2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CS Stream</a:t>
            </a:r>
          </a:p>
        </p:txBody>
      </p:sp>
    </p:spTree>
    <p:extLst>
      <p:ext uri="{BB962C8B-B14F-4D97-AF65-F5344CB8AC3E}">
        <p14:creationId xmlns:p14="http://schemas.microsoft.com/office/powerpoint/2010/main" val="1819253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2026-08-24T16:02:29.7600000Z</dcterms:created>
  <dcterms:modified xsi:type="dcterms:W3CDTF">2026-08-24T16:02:29.7600000Z</dcterms:modified>
</coreProperties>
</file>