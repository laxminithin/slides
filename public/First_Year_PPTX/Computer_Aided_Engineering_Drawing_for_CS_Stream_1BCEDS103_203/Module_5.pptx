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16dcf724de41c0" /><Relationship Type="http://schemas.openxmlformats.org/officeDocument/2006/relationships/extended-properties" Target="/docProps/app.xml" Id="Rc61fd44eb9bd40ed" /><Relationship Type="http://schemas.openxmlformats.org/officeDocument/2006/relationships/officeDocument" Target="/ppt/presentation.xml" Id="R19cd97eda6d6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7238cfa8cf43ad"/>
  </p:sldMasterIdLst>
  <p:notesMasterIdLst>
    <p:notesMasterId xmlns:r="http://schemas.openxmlformats.org/officeDocument/2006/relationships" r:id="Rb3a1471c480243e8"/>
  </p:notesMasterIdLst>
  <p:sldIdLst>
    <p:sldId xmlns:r="http://schemas.openxmlformats.org/officeDocument/2006/relationships" id="256" r:id="Rf64314acef854e8e"/>
    <p:sldId xmlns:r="http://schemas.openxmlformats.org/officeDocument/2006/relationships" id="257" r:id="Rd6a15ca8ebe04475"/>
    <p:sldId xmlns:r="http://schemas.openxmlformats.org/officeDocument/2006/relationships" id="258" r:id="R3e8320feee984821"/>
    <p:sldId xmlns:r="http://schemas.openxmlformats.org/officeDocument/2006/relationships" id="259" r:id="Rf1bcace97a6a4723"/>
    <p:sldId xmlns:r="http://schemas.openxmlformats.org/officeDocument/2006/relationships" id="260" r:id="R3068144ff6b64124"/>
    <p:sldId xmlns:r="http://schemas.openxmlformats.org/officeDocument/2006/relationships" id="261" r:id="R542721907d79445a"/>
    <p:sldId xmlns:r="http://schemas.openxmlformats.org/officeDocument/2006/relationships" id="262" r:id="R7f089a38379542b6"/>
    <p:sldId xmlns:r="http://schemas.openxmlformats.org/officeDocument/2006/relationships" id="263" r:id="R61f366519cd24b96"/>
    <p:sldId xmlns:r="http://schemas.openxmlformats.org/officeDocument/2006/relationships" id="264" r:id="R9501e1fde306437a"/>
    <p:sldId xmlns:r="http://schemas.openxmlformats.org/officeDocument/2006/relationships" id="265" r:id="R21943f7f80004d24"/>
    <p:sldId xmlns:r="http://schemas.openxmlformats.org/officeDocument/2006/relationships" id="266" r:id="R0bd4ae7abde94417"/>
    <p:sldId xmlns:r="http://schemas.openxmlformats.org/officeDocument/2006/relationships" id="267" r:id="Re28ca5a447844c74"/>
    <p:sldId xmlns:r="http://schemas.openxmlformats.org/officeDocument/2006/relationships" id="268" r:id="R5e5e043b36aa482d"/>
    <p:sldId xmlns:r="http://schemas.openxmlformats.org/officeDocument/2006/relationships" id="269" r:id="Reb149098f1e34538"/>
    <p:sldId xmlns:r="http://schemas.openxmlformats.org/officeDocument/2006/relationships" id="270" r:id="Rb4cd3520f7d947bf"/>
    <p:sldId xmlns:r="http://schemas.openxmlformats.org/officeDocument/2006/relationships" id="271" r:id="R5d4c6ab6a1fc4d99"/>
    <p:sldId xmlns:r="http://schemas.openxmlformats.org/officeDocument/2006/relationships" id="272" r:id="R15b06fee37a74e11"/>
    <p:sldId xmlns:r="http://schemas.openxmlformats.org/officeDocument/2006/relationships" id="273" r:id="R42465627894449a7"/>
    <p:sldId xmlns:r="http://schemas.openxmlformats.org/officeDocument/2006/relationships" id="274" r:id="Rb3658615e14e4ba4"/>
    <p:sldId xmlns:r="http://schemas.openxmlformats.org/officeDocument/2006/relationships" id="275" r:id="R7e3b0184ef044e0d"/>
    <p:sldId xmlns:r="http://schemas.openxmlformats.org/officeDocument/2006/relationships" id="276" r:id="Rf6089b6e06ad4ca8"/>
    <p:sldId xmlns:r="http://schemas.openxmlformats.org/officeDocument/2006/relationships" id="277" r:id="Rc4bb3fec0bdb4532"/>
    <p:sldId xmlns:r="http://schemas.openxmlformats.org/officeDocument/2006/relationships" id="278" r:id="Rd2460b47e3444529"/>
    <p:sldId xmlns:r="http://schemas.openxmlformats.org/officeDocument/2006/relationships" id="279" r:id="R4f3907b652a64ef8"/>
    <p:sldId xmlns:r="http://schemas.openxmlformats.org/officeDocument/2006/relationships" id="280" r:id="Re7d9f98fd83c43c0"/>
    <p:sldId xmlns:r="http://schemas.openxmlformats.org/officeDocument/2006/relationships" id="281" r:id="Rf014d2a43d2b4706"/>
    <p:sldId xmlns:r="http://schemas.openxmlformats.org/officeDocument/2006/relationships" id="282" r:id="Rdbe39367377d4b26"/>
    <p:sldId xmlns:r="http://schemas.openxmlformats.org/officeDocument/2006/relationships" id="283" r:id="R4a61aff9fd7e493f"/>
    <p:sldId xmlns:r="http://schemas.openxmlformats.org/officeDocument/2006/relationships" id="284" r:id="Rdcb019521a134ad2"/>
    <p:sldId xmlns:r="http://schemas.openxmlformats.org/officeDocument/2006/relationships" id="285" r:id="R3377cbded1eb4172"/>
    <p:sldId xmlns:r="http://schemas.openxmlformats.org/officeDocument/2006/relationships" id="286" r:id="Rbe302aa3044049a3"/>
    <p:sldId xmlns:r="http://schemas.openxmlformats.org/officeDocument/2006/relationships" id="287" r:id="R0c51620831204e98"/>
    <p:sldId xmlns:r="http://schemas.openxmlformats.org/officeDocument/2006/relationships" id="288" r:id="R055bc1b305ea4d68"/>
    <p:sldId xmlns:r="http://schemas.openxmlformats.org/officeDocument/2006/relationships" id="289" r:id="R835b47b0da9045de"/>
    <p:sldId xmlns:r="http://schemas.openxmlformats.org/officeDocument/2006/relationships" id="290" r:id="R9d5916cb35044d61"/>
    <p:sldId xmlns:r="http://schemas.openxmlformats.org/officeDocument/2006/relationships" id="291" r:id="Re1b680aa1fb24f20"/>
    <p:sldId xmlns:r="http://schemas.openxmlformats.org/officeDocument/2006/relationships" id="292" r:id="R1b6970b8968c455f"/>
    <p:sldId xmlns:r="http://schemas.openxmlformats.org/officeDocument/2006/relationships" id="293" r:id="Re05dc87eb6e34168"/>
    <p:sldId xmlns:r="http://schemas.openxmlformats.org/officeDocument/2006/relationships" id="294" r:id="R5f2fad36c716427c"/>
    <p:sldId xmlns:r="http://schemas.openxmlformats.org/officeDocument/2006/relationships" id="295" r:id="R05a9162aa9f344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d86fef78534c83" /><Relationship Type="http://schemas.openxmlformats.org/officeDocument/2006/relationships/slideMaster" Target="/ppt/slideMasters/slideMaster1.xml" Id="R007238cfa8cf43ad" /><Relationship Type="http://schemas.openxmlformats.org/officeDocument/2006/relationships/notesMaster" Target="/ppt/notesMasters/notesMaster1.xml" Id="Rb3a1471c480243e8" /><Relationship Type="http://schemas.openxmlformats.org/officeDocument/2006/relationships/presProps" Target="/ppt/presProps.xml" Id="R832cc2c9c73849cb" /><Relationship Type="http://schemas.openxmlformats.org/officeDocument/2006/relationships/tableStyles" Target="/ppt/tableStyles.xml" Id="R27b5ce7d5c0a49cf" /><Relationship Type="http://schemas.openxmlformats.org/officeDocument/2006/relationships/slide" Target="/ppt/slides/slide1.xml" Id="Rf64314acef854e8e" /><Relationship Type="http://schemas.openxmlformats.org/officeDocument/2006/relationships/slide" Target="/ppt/slides/slide2.xml" Id="Rd6a15ca8ebe04475" /><Relationship Type="http://schemas.openxmlformats.org/officeDocument/2006/relationships/slide" Target="/ppt/slides/slide3.xml" Id="R3e8320feee984821" /><Relationship Type="http://schemas.openxmlformats.org/officeDocument/2006/relationships/slide" Target="/ppt/slides/slide4.xml" Id="Rf1bcace97a6a4723" /><Relationship Type="http://schemas.openxmlformats.org/officeDocument/2006/relationships/slide" Target="/ppt/slides/slide5.xml" Id="R3068144ff6b64124" /><Relationship Type="http://schemas.openxmlformats.org/officeDocument/2006/relationships/slide" Target="/ppt/slides/slide6.xml" Id="R542721907d79445a" /><Relationship Type="http://schemas.openxmlformats.org/officeDocument/2006/relationships/slide" Target="/ppt/slides/slide7.xml" Id="R7f089a38379542b6" /><Relationship Type="http://schemas.openxmlformats.org/officeDocument/2006/relationships/slide" Target="/ppt/slides/slide8.xml" Id="R61f366519cd24b96" /><Relationship Type="http://schemas.openxmlformats.org/officeDocument/2006/relationships/slide" Target="/ppt/slides/slide9.xml" Id="R9501e1fde306437a" /><Relationship Type="http://schemas.openxmlformats.org/officeDocument/2006/relationships/slide" Target="/ppt/slides/slide10.xml" Id="R21943f7f80004d24" /><Relationship Type="http://schemas.openxmlformats.org/officeDocument/2006/relationships/slide" Target="/ppt/slides/slide11.xml" Id="R0bd4ae7abde94417" /><Relationship Type="http://schemas.openxmlformats.org/officeDocument/2006/relationships/slide" Target="/ppt/slides/slide12.xml" Id="Re28ca5a447844c74" /><Relationship Type="http://schemas.openxmlformats.org/officeDocument/2006/relationships/slide" Target="/ppt/slides/slide13.xml" Id="R5e5e043b36aa482d" /><Relationship Type="http://schemas.openxmlformats.org/officeDocument/2006/relationships/slide" Target="/ppt/slides/slide14.xml" Id="Reb149098f1e34538" /><Relationship Type="http://schemas.openxmlformats.org/officeDocument/2006/relationships/slide" Target="/ppt/slides/slide15.xml" Id="Rb4cd3520f7d947bf" /><Relationship Type="http://schemas.openxmlformats.org/officeDocument/2006/relationships/slide" Target="/ppt/slides/slide16.xml" Id="R5d4c6ab6a1fc4d99" /><Relationship Type="http://schemas.openxmlformats.org/officeDocument/2006/relationships/slide" Target="/ppt/slides/slide17.xml" Id="R15b06fee37a74e11" /><Relationship Type="http://schemas.openxmlformats.org/officeDocument/2006/relationships/slide" Target="/ppt/slides/slide18.xml" Id="R42465627894449a7" /><Relationship Type="http://schemas.openxmlformats.org/officeDocument/2006/relationships/slide" Target="/ppt/slides/slide19.xml" Id="Rb3658615e14e4ba4" /><Relationship Type="http://schemas.openxmlformats.org/officeDocument/2006/relationships/slide" Target="/ppt/slides/slide20.xml" Id="R7e3b0184ef044e0d" /><Relationship Type="http://schemas.openxmlformats.org/officeDocument/2006/relationships/slide" Target="/ppt/slides/slide21.xml" Id="Rf6089b6e06ad4ca8" /><Relationship Type="http://schemas.openxmlformats.org/officeDocument/2006/relationships/slide" Target="/ppt/slides/slide22.xml" Id="Rc4bb3fec0bdb4532" /><Relationship Type="http://schemas.openxmlformats.org/officeDocument/2006/relationships/slide" Target="/ppt/slides/slide23.xml" Id="Rd2460b47e3444529" /><Relationship Type="http://schemas.openxmlformats.org/officeDocument/2006/relationships/slide" Target="/ppt/slides/slide24.xml" Id="R4f3907b652a64ef8" /><Relationship Type="http://schemas.openxmlformats.org/officeDocument/2006/relationships/slide" Target="/ppt/slides/slide25.xml" Id="Re7d9f98fd83c43c0" /><Relationship Type="http://schemas.openxmlformats.org/officeDocument/2006/relationships/slide" Target="/ppt/slides/slide26.xml" Id="Rf014d2a43d2b4706" /><Relationship Type="http://schemas.openxmlformats.org/officeDocument/2006/relationships/slide" Target="/ppt/slides/slide27.xml" Id="Rdbe39367377d4b26" /><Relationship Type="http://schemas.openxmlformats.org/officeDocument/2006/relationships/slide" Target="/ppt/slides/slide28.xml" Id="R4a61aff9fd7e493f" /><Relationship Type="http://schemas.openxmlformats.org/officeDocument/2006/relationships/slide" Target="/ppt/slides/slide29.xml" Id="Rdcb019521a134ad2" /><Relationship Type="http://schemas.openxmlformats.org/officeDocument/2006/relationships/slide" Target="/ppt/slides/slide30.xml" Id="R3377cbded1eb4172" /><Relationship Type="http://schemas.openxmlformats.org/officeDocument/2006/relationships/slide" Target="/ppt/slides/slide31.xml" Id="Rbe302aa3044049a3" /><Relationship Type="http://schemas.openxmlformats.org/officeDocument/2006/relationships/slide" Target="/ppt/slides/slide32.xml" Id="R0c51620831204e98" /><Relationship Type="http://schemas.openxmlformats.org/officeDocument/2006/relationships/slide" Target="/ppt/slides/slide33.xml" Id="R055bc1b305ea4d68" /><Relationship Type="http://schemas.openxmlformats.org/officeDocument/2006/relationships/slide" Target="/ppt/slides/slide34.xml" Id="R835b47b0da9045de" /><Relationship Type="http://schemas.openxmlformats.org/officeDocument/2006/relationships/slide" Target="/ppt/slides/slide35.xml" Id="R9d5916cb35044d61" /><Relationship Type="http://schemas.openxmlformats.org/officeDocument/2006/relationships/slide" Target="/ppt/slides/slide36.xml" Id="Re1b680aa1fb24f20" /><Relationship Type="http://schemas.openxmlformats.org/officeDocument/2006/relationships/slide" Target="/ppt/slides/slide37.xml" Id="R1b6970b8968c455f" /><Relationship Type="http://schemas.openxmlformats.org/officeDocument/2006/relationships/slide" Target="/ppt/slides/slide38.xml" Id="Re05dc87eb6e34168" /><Relationship Type="http://schemas.openxmlformats.org/officeDocument/2006/relationships/slide" Target="/ppt/slides/slide39.xml" Id="R5f2fad36c716427c" /><Relationship Type="http://schemas.openxmlformats.org/officeDocument/2006/relationships/slide" Target="/ppt/slides/slide40.xml" Id="R05a9162aa9f3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cc2c47613343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4687fd80e4cca" /><Relationship Type="http://schemas.openxmlformats.org/officeDocument/2006/relationships/notesMaster" Target="/ppt/notesMasters/notesMaster1.xml" Id="R1ed52f14a32044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fc594249d4cd7" /><Relationship Type="http://schemas.openxmlformats.org/officeDocument/2006/relationships/notesMaster" Target="/ppt/notesMasters/notesMaster1.xml" Id="Rbd426a1cd2c7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73b79030b4035" /><Relationship Type="http://schemas.openxmlformats.org/officeDocument/2006/relationships/notesMaster" Target="/ppt/notesMasters/notesMaster1.xml" Id="Rdb238954e4e744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93946e208d47db" /><Relationship Type="http://schemas.openxmlformats.org/officeDocument/2006/relationships/notesMaster" Target="/ppt/notesMasters/notesMaster1.xml" Id="R0df4325e4fef4c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f1fa4c3e9e49f9" /><Relationship Type="http://schemas.openxmlformats.org/officeDocument/2006/relationships/notesMaster" Target="/ppt/notesMasters/notesMaster1.xml" Id="R7fef97f212e049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2b61556b964831" /><Relationship Type="http://schemas.openxmlformats.org/officeDocument/2006/relationships/notesMaster" Target="/ppt/notesMasters/notesMaster1.xml" Id="R79bdb6874f3341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94795fec234cab" /><Relationship Type="http://schemas.openxmlformats.org/officeDocument/2006/relationships/notesMaster" Target="/ppt/notesMasters/notesMaster1.xml" Id="Rd9f05b148c3f45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7a749af0134398" /><Relationship Type="http://schemas.openxmlformats.org/officeDocument/2006/relationships/notesMaster" Target="/ppt/notesMasters/notesMaster1.xml" Id="Ra1996990a9da40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c31a36511643c7" /><Relationship Type="http://schemas.openxmlformats.org/officeDocument/2006/relationships/notesMaster" Target="/ppt/notesMasters/notesMaster1.xml" Id="R2341b7455db644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9cd70135fa4e2d" /><Relationship Type="http://schemas.openxmlformats.org/officeDocument/2006/relationships/notesMaster" Target="/ppt/notesMasters/notesMaster1.xml" Id="R8e4c9e795a4044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481c7ab63b40fa" /><Relationship Type="http://schemas.openxmlformats.org/officeDocument/2006/relationships/notesMaster" Target="/ppt/notesMasters/notesMaster1.xml" Id="R730d35155b5943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76231f33b64b39" /><Relationship Type="http://schemas.openxmlformats.org/officeDocument/2006/relationships/notesMaster" Target="/ppt/notesMasters/notesMaster1.xml" Id="R46398955f9c54c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8ef114d0334a24" /><Relationship Type="http://schemas.openxmlformats.org/officeDocument/2006/relationships/notesMaster" Target="/ppt/notesMasters/notesMaster1.xml" Id="R5c28d170e38248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e4c0bfa57f4b16" /><Relationship Type="http://schemas.openxmlformats.org/officeDocument/2006/relationships/notesMaster" Target="/ppt/notesMasters/notesMaster1.xml" Id="R28a3ab7ce6c547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bddf7f874d4a31" /><Relationship Type="http://schemas.openxmlformats.org/officeDocument/2006/relationships/notesMaster" Target="/ppt/notesMasters/notesMaster1.xml" Id="Rbfdd31d32f2443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6f7139802f45ea" /><Relationship Type="http://schemas.openxmlformats.org/officeDocument/2006/relationships/notesMaster" Target="/ppt/notesMasters/notesMaster1.xml" Id="Rfa77f98ec61545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526d68b1fd4d2a" /><Relationship Type="http://schemas.openxmlformats.org/officeDocument/2006/relationships/notesMaster" Target="/ppt/notesMasters/notesMaster1.xml" Id="Rcfdd4dc615104c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9c95b7b43c40bb" /><Relationship Type="http://schemas.openxmlformats.org/officeDocument/2006/relationships/notesMaster" Target="/ppt/notesMasters/notesMaster1.xml" Id="Rba36a031e58742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da71d4f7b64fa2" /><Relationship Type="http://schemas.openxmlformats.org/officeDocument/2006/relationships/notesMaster" Target="/ppt/notesMasters/notesMaster1.xml" Id="R5b829bf5a63447b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ae970d380143de" /><Relationship Type="http://schemas.openxmlformats.org/officeDocument/2006/relationships/notesMaster" Target="/ppt/notesMasters/notesMaster1.xml" Id="R62b30bcf7d0040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071ad241634356" /><Relationship Type="http://schemas.openxmlformats.org/officeDocument/2006/relationships/notesMaster" Target="/ppt/notesMasters/notesMaster1.xml" Id="R26030914b3e843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ebd5943c68e437e" /><Relationship Type="http://schemas.openxmlformats.org/officeDocument/2006/relationships/notesMaster" Target="/ppt/notesMasters/notesMaster1.xml" Id="R91433a721ecd4d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477fe40ebb407f" /><Relationship Type="http://schemas.openxmlformats.org/officeDocument/2006/relationships/notesMaster" Target="/ppt/notesMasters/notesMaster1.xml" Id="R32ca68ae17c04f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d4f197e421405f" /><Relationship Type="http://schemas.openxmlformats.org/officeDocument/2006/relationships/notesMaster" Target="/ppt/notesMasters/notesMaster1.xml" Id="R2c4b46d5ff434d1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c998462e194f02" /><Relationship Type="http://schemas.openxmlformats.org/officeDocument/2006/relationships/notesMaster" Target="/ppt/notesMasters/notesMaster1.xml" Id="Rdda5daf6b7564e1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3a4700b998a4873" /><Relationship Type="http://schemas.openxmlformats.org/officeDocument/2006/relationships/notesMaster" Target="/ppt/notesMasters/notesMaster1.xml" Id="R00597c5e534344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821a9549fc4a49" /><Relationship Type="http://schemas.openxmlformats.org/officeDocument/2006/relationships/notesMaster" Target="/ppt/notesMasters/notesMaster1.xml" Id="Rbc3451a65492440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882b21f6f044d4" /><Relationship Type="http://schemas.openxmlformats.org/officeDocument/2006/relationships/notesMaster" Target="/ppt/notesMasters/notesMaster1.xml" Id="R380ad0d32eab40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1d2d5f34fed4d90" /><Relationship Type="http://schemas.openxmlformats.org/officeDocument/2006/relationships/notesMaster" Target="/ppt/notesMasters/notesMaster1.xml" Id="Reabe799ac90343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e82ed6d8c724161" /><Relationship Type="http://schemas.openxmlformats.org/officeDocument/2006/relationships/notesMaster" Target="/ppt/notesMasters/notesMaster1.xml" Id="Ra4fa384cb1c64df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636b789cdeb407e" /><Relationship Type="http://schemas.openxmlformats.org/officeDocument/2006/relationships/notesMaster" Target="/ppt/notesMasters/notesMaster1.xml" Id="R6535530de68f412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44e4623f47c4810" /><Relationship Type="http://schemas.openxmlformats.org/officeDocument/2006/relationships/notesMaster" Target="/ppt/notesMasters/notesMaster1.xml" Id="Rb5d39540fcb045e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2f6409826234c4d" /><Relationship Type="http://schemas.openxmlformats.org/officeDocument/2006/relationships/notesMaster" Target="/ppt/notesMasters/notesMaster1.xml" Id="R7c54deba4ea748d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1602e2324724686" /><Relationship Type="http://schemas.openxmlformats.org/officeDocument/2006/relationships/notesMaster" Target="/ppt/notesMasters/notesMaster1.xml" Id="Ra0c7a4a3784347e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44720e7b0947a6" /><Relationship Type="http://schemas.openxmlformats.org/officeDocument/2006/relationships/notesMaster" Target="/ppt/notesMasters/notesMaster1.xml" Id="R6241dca90a2943e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bb63bc436194d46" /><Relationship Type="http://schemas.openxmlformats.org/officeDocument/2006/relationships/notesMaster" Target="/ppt/notesMasters/notesMaster1.xml" Id="R3195099933424b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ed9931de33b445d" /><Relationship Type="http://schemas.openxmlformats.org/officeDocument/2006/relationships/notesMaster" Target="/ppt/notesMasters/notesMaster1.xml" Id="R7b71d23eba4346e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fd2acfdae894671" /><Relationship Type="http://schemas.openxmlformats.org/officeDocument/2006/relationships/notesMaster" Target="/ppt/notesMasters/notesMaster1.xml" Id="R0860d25e23a74a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c4ee472b63043fa" /><Relationship Type="http://schemas.openxmlformats.org/officeDocument/2006/relationships/notesMaster" Target="/ppt/notesMasters/notesMaster1.xml" Id="Rfa51a9ba2db64dd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59e1d1a08a4336" /><Relationship Type="http://schemas.openxmlformats.org/officeDocument/2006/relationships/notesMaster" Target="/ppt/notesMasters/notesMaster1.xml" Id="R84914531ee21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0438c421d47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79ecd9d094e3d" /><Relationship Type="http://schemas.openxmlformats.org/officeDocument/2006/relationships/slideLayout" Target="/ppt/slideLayouts/slideLayout1.xml" Id="Rdd2b6d143327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2b6d143327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d483b81e14d9a" /><Relationship Type="http://schemas.openxmlformats.org/officeDocument/2006/relationships/notesSlide" Target="/ppt/notesSlides/notesSlide1.xml" Id="Rbd0c8dd2fe9b41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b8c6db1a046ba" /><Relationship Type="http://schemas.openxmlformats.org/officeDocument/2006/relationships/notesSlide" Target="/ppt/notesSlides/notesSlide2.xml" Id="R16aea82767f94b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213685f594c04" /><Relationship Type="http://schemas.openxmlformats.org/officeDocument/2006/relationships/notesSlide" Target="/ppt/notesSlides/notesSlide3.xml" Id="R3417b4ff694c4d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65ff42676407c" /><Relationship Type="http://schemas.openxmlformats.org/officeDocument/2006/relationships/notesSlide" Target="/ppt/notesSlides/notesSlide4.xml" Id="R5cb0179a03a04a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b75f13b004c81" /><Relationship Type="http://schemas.openxmlformats.org/officeDocument/2006/relationships/notesSlide" Target="/ppt/notesSlides/notesSlide5.xml" Id="Reafa11b1400042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b910c53ec4d73" /><Relationship Type="http://schemas.openxmlformats.org/officeDocument/2006/relationships/notesSlide" Target="/ppt/notesSlides/notesSlide6.xml" Id="R9bd32feea33d46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bd6a1e4764909" /><Relationship Type="http://schemas.openxmlformats.org/officeDocument/2006/relationships/notesSlide" Target="/ppt/notesSlides/notesSlide7.xml" Id="R9fc2700284ea46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536aae9194518" /><Relationship Type="http://schemas.openxmlformats.org/officeDocument/2006/relationships/notesSlide" Target="/ppt/notesSlides/notesSlide8.xml" Id="R1d6fa078d26f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0ecfd13794432" /><Relationship Type="http://schemas.openxmlformats.org/officeDocument/2006/relationships/notesSlide" Target="/ppt/notesSlides/notesSlide9.xml" Id="Rb3e46d02654b43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4f42515dd4f41" /><Relationship Type="http://schemas.openxmlformats.org/officeDocument/2006/relationships/notesSlide" Target="/ppt/notesSlides/notesSlide10.xml" Id="R1c04a198a36d4b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3fbe253244986" /><Relationship Type="http://schemas.openxmlformats.org/officeDocument/2006/relationships/notesSlide" Target="/ppt/notesSlides/notesSlide11.xml" Id="R708bfdf6a67d42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b8b6685b417f" /><Relationship Type="http://schemas.openxmlformats.org/officeDocument/2006/relationships/notesSlide" Target="/ppt/notesSlides/notesSlide12.xml" Id="Rf7ba7b836d3148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462c8180a49e7" /><Relationship Type="http://schemas.openxmlformats.org/officeDocument/2006/relationships/notesSlide" Target="/ppt/notesSlides/notesSlide13.xml" Id="R7f86501d957f44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6b70a8e684707" /><Relationship Type="http://schemas.openxmlformats.org/officeDocument/2006/relationships/notesSlide" Target="/ppt/notesSlides/notesSlide14.xml" Id="Rabb1091d1e684d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3a82cbbd542f2" /><Relationship Type="http://schemas.openxmlformats.org/officeDocument/2006/relationships/notesSlide" Target="/ppt/notesSlides/notesSlide15.xml" Id="R44d499ee223c45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0e90f18514607" /><Relationship Type="http://schemas.openxmlformats.org/officeDocument/2006/relationships/notesSlide" Target="/ppt/notesSlides/notesSlide16.xml" Id="R9a7d165fd73542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5c13ebe7c4ca7" /><Relationship Type="http://schemas.openxmlformats.org/officeDocument/2006/relationships/notesSlide" Target="/ppt/notesSlides/notesSlide17.xml" Id="Rfea761c7a62e49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bcf28993b4407" /><Relationship Type="http://schemas.openxmlformats.org/officeDocument/2006/relationships/notesSlide" Target="/ppt/notesSlides/notesSlide18.xml" Id="R3809cc3069dc4e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4585638434c1c" /><Relationship Type="http://schemas.openxmlformats.org/officeDocument/2006/relationships/notesSlide" Target="/ppt/notesSlides/notesSlide19.xml" Id="Rb632e7926b7a47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01eae85994561" /><Relationship Type="http://schemas.openxmlformats.org/officeDocument/2006/relationships/notesSlide" Target="/ppt/notesSlides/notesSlide20.xml" Id="Ra7825511f49643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0e5828aeb4e36" /><Relationship Type="http://schemas.openxmlformats.org/officeDocument/2006/relationships/notesSlide" Target="/ppt/notesSlides/notesSlide21.xml" Id="R1960ca60168f43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94c8896948db" /><Relationship Type="http://schemas.openxmlformats.org/officeDocument/2006/relationships/notesSlide" Target="/ppt/notesSlides/notesSlide22.xml" Id="R0e3f5daf4ced48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d4342f64e4060" /><Relationship Type="http://schemas.openxmlformats.org/officeDocument/2006/relationships/notesSlide" Target="/ppt/notesSlides/notesSlide23.xml" Id="Rf4e88c2c87e74b5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7afad7874cc7" /><Relationship Type="http://schemas.openxmlformats.org/officeDocument/2006/relationships/notesSlide" Target="/ppt/notesSlides/notesSlide24.xml" Id="R5e57e638795f4a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c0edb11be4869" /><Relationship Type="http://schemas.openxmlformats.org/officeDocument/2006/relationships/notesSlide" Target="/ppt/notesSlides/notesSlide25.xml" Id="Rc6a3437e068b45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f99b60e134be1" /><Relationship Type="http://schemas.openxmlformats.org/officeDocument/2006/relationships/notesSlide" Target="/ppt/notesSlides/notesSlide26.xml" Id="Rc6194a4eefda40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1f3fe7fa44049" /><Relationship Type="http://schemas.openxmlformats.org/officeDocument/2006/relationships/notesSlide" Target="/ppt/notesSlides/notesSlide27.xml" Id="Reb6de4b389de461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861a26ee2434a" /><Relationship Type="http://schemas.openxmlformats.org/officeDocument/2006/relationships/notesSlide" Target="/ppt/notesSlides/notesSlide28.xml" Id="R524d9615a6f7489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ac862c1124776" /><Relationship Type="http://schemas.openxmlformats.org/officeDocument/2006/relationships/notesSlide" Target="/ppt/notesSlides/notesSlide29.xml" Id="Rf4024f90d00c4b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2fef1c93943c9" /><Relationship Type="http://schemas.openxmlformats.org/officeDocument/2006/relationships/notesSlide" Target="/ppt/notesSlides/notesSlide30.xml" Id="R4d006f703c484a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ce4f285be46d9" /><Relationship Type="http://schemas.openxmlformats.org/officeDocument/2006/relationships/notesSlide" Target="/ppt/notesSlides/notesSlide31.xml" Id="Rebae3f018aa34d0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ba2fc12b24dd4" /><Relationship Type="http://schemas.openxmlformats.org/officeDocument/2006/relationships/notesSlide" Target="/ppt/notesSlides/notesSlide32.xml" Id="Rf57fe0e5262f42c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536a3c3e74a26" /><Relationship Type="http://schemas.openxmlformats.org/officeDocument/2006/relationships/notesSlide" Target="/ppt/notesSlides/notesSlide33.xml" Id="Rb396eaac5e3346d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48ad2649240b7" /><Relationship Type="http://schemas.openxmlformats.org/officeDocument/2006/relationships/notesSlide" Target="/ppt/notesSlides/notesSlide34.xml" Id="R6c8e3c3efe20484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ba787f3bb4d17" /><Relationship Type="http://schemas.openxmlformats.org/officeDocument/2006/relationships/notesSlide" Target="/ppt/notesSlides/notesSlide35.xml" Id="R35cd1efed3a4430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6661a8a36488d" /><Relationship Type="http://schemas.openxmlformats.org/officeDocument/2006/relationships/notesSlide" Target="/ppt/notesSlides/notesSlide36.xml" Id="R9e0ab0f41869460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467ccef84065" /><Relationship Type="http://schemas.openxmlformats.org/officeDocument/2006/relationships/notesSlide" Target="/ppt/notesSlides/notesSlide37.xml" Id="R273e8395d7a5478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08ffbe694475c" /><Relationship Type="http://schemas.openxmlformats.org/officeDocument/2006/relationships/notesSlide" Target="/ppt/notesSlides/notesSlide38.xml" Id="R1a6265a23bee414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521fc64174a98" /><Relationship Type="http://schemas.openxmlformats.org/officeDocument/2006/relationships/notesSlide" Target="/ppt/notesSlides/notesSlide39.xml" Id="Rb76a4ec260b54c1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6d55170834f54" /><Relationship Type="http://schemas.openxmlformats.org/officeDocument/2006/relationships/notesSlide" Target="/ppt/notesSlides/notesSlide40.xml" Id="Rd7398b7db5a6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86F0D-2FFF-4808-8BEE-9B53143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083FE-EC6F-4FA8-BCC0-DC24FAD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Computer Network Drawing (For CIE Only): 2D Network drawing with wired and wireless, Network topology - wired and wirele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1B653-8BA7-41EC-98EA-2752380D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20771-E013-4CBC-B10F-5ADFC46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44F58-3B79-4E09-8AFE-8086C5E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13993-57B2-45BF-99A1-1D3ACD24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466E2-F44E-48B6-A515-DF3F7C6C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5F3CD-CD38-4CE9-9EFF-C399DB87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A3423-7698-4167-AC4E-A90E208B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FC887-4904-4921-A41C-76356A65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3C6DD-127D-4969-98B7-6DF0AF43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DE509-B3D3-4798-83D6-65C08F5A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A2987-BD8F-4100-90D8-5C030826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92955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69D25-CA3C-43E3-BBFD-F3BDD15B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09D30-D1DD-4920-BCAC-B9080F99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EB7CD-5B4F-44AD-83D7-AE4BA60F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73C70-18C9-48FD-8A19-24F5AAEF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FA487-1DDA-4AD8-A32D-A9CFEA10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B38FE-9FC3-406B-B57E-DFCA446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4A899-493B-4D5D-A3DE-EC8AB476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99FEA-B865-45F9-97BE-D356710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81130-547B-46B6-8C45-477513C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4DE51-2C55-47B7-99D2-E44AD232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C60B3-9186-4568-A4F2-102970E7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F42E7-69F1-4808-B762-1106797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B8428-7E3B-49A3-B660-DE2CB606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DBC0A-EA94-432D-B0EB-DA778D14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4C134-F00A-4F07-8600-433E31B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92028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108A1-2556-466D-984E-43346186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3C699-5BD3-4DFE-A337-1220245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EF9DA-82C5-4710-ADA0-B8A05357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5A0BC-A01B-4A76-8811-E7474135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97212-D257-4BDF-92E8-F816470A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C5489-80AB-4B1C-8A8A-72706AD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E3083-70A2-4540-881A-D828AFFC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A45E5-3DE1-41AB-AFC9-3EB295A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93295-B928-4346-8035-5A0CA3BA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Computer Network Drawing (For CIE Only): 2D Network drawi...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9F4B-4146-4583-849F-C3FAF66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7FC91-657A-4187-946C-212179A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76179-0159-4640-8052-FF1CD5B2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Network topology - wired and wireless. 3D Modeling: Raspb...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68E74-DACD-4F7E-B619-C1297575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DA6E26-DE57-4E80-9282-D46DD17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97798-2752-494C-BBBC-9CF4CF4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Router &amp;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B18AE-1BC6-424F-B302-C681870F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E3905-E2E6-418D-8688-0AEF00B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CC9D9-2766-49E2-A4CE-451642AD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IoT devices - Concept of converting to 3D printing format...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C9B0E-4A3F-4F77-9F78-354EB7A7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7FE05-8B10-49ED-8CE3-C7DCB08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03425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AC87A-BF78-433F-99C7-E1968587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CA80B-414C-4DF0-B37D-50BC53F2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180C9-F363-402A-8F12-50BD134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B4F80-9A7D-4690-8E00-9D75248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EEA51-3932-4543-92C5-74E9BA1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28F37-D336-482D-B0A4-56443CF9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D31F0-97D8-45C1-89E4-2C5C0541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FE7E0-637D-4156-A6D9-4CABADBF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Computer Network Drawing (For CIE Only): 2D Network drawi...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F3903-901E-41BA-9705-4632411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71FB9-BC98-4DFB-9967-93D56B0F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9CEAD-CDFB-4993-811D-12CC104E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Network topology - wired and wireless. 3D Modeling: Raspb...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13381-027A-4DEE-8B7F-2AA5987C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42700-C904-4B93-84D3-A7D562A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AB098-00E5-457B-8530-B24F8B36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Router &amp; switches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EEF1D-08A5-4AFB-9AAD-0B48689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D538C-67D3-4F6E-9A45-BB22E68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A955-93BE-4E54-8143-FF7595A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IoT devices - Concept of converting to 3D printing format...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9E3F9-4E5A-47A4-8425-084F2C01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2CB33-D9C3-4EA3-90EB-747110FE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DDB48-CBA1-44F4-A25A-FAC4DEE9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65782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6571C-A741-4289-BCBA-2F4F05C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265DE-4AB0-4588-ABCC-79D6B68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D75ED-055B-4102-B054-7E308BFE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E395C-2500-4FF5-B837-26C4FD00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DA5B6-C568-4844-98B4-7FF95E8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Computer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0C0E4-FDB7-435C-A4AA-528B621A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79492-7149-41EF-8C9F-1908563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Drawing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9699-1485-440A-A08D-6834042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11F60-68A4-47C2-B997-105297F0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4582F-7C18-4273-8F94-95B6CA64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wireless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FD784-40D2-47CD-80FC-C930FC5A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topology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35553-9C98-4EFB-8E44-E19AFC8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wirele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F7EA5-4DF6-47A3-925A-8B700573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2FE02-78F0-4741-BE11-D74D343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Raspberry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376FC-DA98-47C1-83FD-75CBA52E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C215A-25F3-4D01-BF59-7419F7D0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992642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E0257-1F41-4B74-A23E-3335D628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1B464-B9A2-4DC0-A4DF-D75209FD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3508B-DB9F-4663-8614-7E4D75FC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662D9-A3B1-4A4D-82D7-BC6B42EC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6CA2B-3595-4D5D-B294-5034B2E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Computer Network Drawing (For CIE Only): 2D Network drawing with wired and wireless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AC1B9-4D20-48D4-9279-CF8D023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Computer Network Drawing (For CIE Only):...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F113B-389B-49BA-90E8-6357CBA7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00BC2-EB8C-4D25-8E6C-8D301CF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7C8B3-2FAE-4B61-85FE-EEB27CA6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47D67-3754-48FB-82E4-B8F97E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479D4-1FD7-4A30-88D5-58E5E518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63C2A-79F9-414F-A1DE-668B944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2B4DB-221D-434D-9FD1-553A4396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40F27-3546-42A9-A594-E5C54B31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91B96-C7FF-4DDC-BFEC-A465FC95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83CE0-392D-4D08-92A0-5EB4192A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263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A3965-9AC4-4BE1-87C3-52EF3672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552BB-7199-4C35-AD99-4FB5940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B54B6-E06B-4413-B5A7-7166524E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98797-BE6F-4661-9954-7A182D4F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01DB6-644F-4E66-B4A0-8C83F0EC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FBACC-2E2F-4C17-AA85-6C909D87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9261C-4EAC-4BBC-A0A1-5397D7D0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E3FF3-A140-493D-8783-A74A3AFA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14241-1AFB-4337-9018-3523BC5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Computer Network 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E4320-8B81-47B8-B659-98606973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F0A91-21CC-4CCE-91D8-1134A9E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FDFDD-DB10-4818-AB02-14A4C7B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Computer Ne...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0EA9DD-2737-45C3-BD68-8164592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84373-2480-41B5-860E-8EDEB41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A292C-32C0-48E0-B1AE-55321EDB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Computer...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FF751-CCC9-4C02-AD04-AE2499AB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89A86-DA74-4FD9-8C88-4EFCF8E4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2CF74-077F-47BA-9E03-6FA4EDE5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Computer Network...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50097-0FA8-4149-BE36-D03033A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CE2E2-B7D6-408A-B7D1-79B9901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E3132-A613-4ECC-96F7-A8E1D1B2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Computer Netwo...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6F4A5-0E4F-4EB0-9BE6-72E93C12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6C8EE-092A-47B4-8096-CE1BF8F0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10724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74489-5FD9-4D97-A068-DA3EA0A8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5B2E6-EE3A-4FA1-86BB-D34EE817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35FB5-8B88-4D47-BD04-26BDD839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3D676-4709-4B5C-B306-B1BEF0AD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08D3F-3779-4B6F-9322-5935D044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6E6D4-4C0D-4483-AA90-7B913C8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24505-487B-460F-A7AF-2ADF1C8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3EDBF-745E-4720-8AF7-9C28558F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7C810-AEA5-4E1F-82D6-F00EA174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B5273-EF7F-4898-B2DE-FCE8150F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E3B8E-30D7-492D-9DE8-E8EAF04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7C204-9E84-4C13-8711-D7C4840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16E80-AF94-4CE3-8757-6D8FDE37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360A1-DE62-4AA8-A732-CB23832F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507C8-7A10-46D4-A3AC-B18A9A95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75412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5A270-6FB2-45DE-AEFC-23276DAB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E0D50-AF13-4CAC-A099-8327E74C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2C7C-B1E9-4C28-A341-C47D46D0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A0230-8EE1-484B-AF36-1358DCC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0AC22-E1BE-4B85-AA54-6A971D0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6A1D4-3A19-4C03-BF61-E0E6BE2A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Computer Network Drawing (For CIE Only): 2D Network drawi...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7D8D0-2B8D-463F-83DB-D8FFDAE8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2F519-E4EB-45CF-B4C1-B814B19D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F1AE0-2241-4184-BC82-12832970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07337-928A-4B96-A634-9F1C6398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4C137-6F47-435D-8F60-C0A7E8A2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17128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030E1-4088-4A5E-B77A-754B679F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195EE-2BB0-4926-AEC2-780A7DFB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C2428-539A-48EF-966D-1CA10D1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79934-0380-4F8A-AE67-D9A8035D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68E0A-2ABA-4CEC-AE1C-9ABDBADF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Network topology - wired and wireless. 3D Modeling: Raspberry Pi / Arduino boards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7A1C2-A582-4B84-99E2-5928324B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Network topology - wired and wireless. 3D...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E69AB-8E59-49F8-8DE5-8465DDF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C39E3-ECC9-4248-8B3B-BE2B653C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34768-36CF-4605-81F9-B4170EF5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8C54C-3513-4BC5-8C2A-E2146AE5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0FA82-503E-40F4-8D23-5AF82370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EAC5B-7D67-4D96-88C0-567F2C9C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67764-452F-4706-AE30-8F5F845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9E931-C7F0-404B-B8D3-D69027E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F4B11-9B01-4AB7-9D45-107A3FDD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FD6A9-ACD7-4953-BB9A-F5781E1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73552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80485-C8F6-4F74-92C0-C522F16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CE9FC-C77F-48BB-B120-202A7B00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55997-572B-4135-BD3A-6E4A23D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B6B67-B004-434D-BFFD-BC33D71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6B56E-8A3B-4F8F-BDA8-B240053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91FD6-9D17-423D-988C-7895CA72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2817D-9595-4F3C-B562-00504852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5BC76-9789-4406-9EE3-EB8426BD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27D1E-1CD0-405F-9D6A-08F0CE67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Network topology -...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6A6B4-6DF6-402E-8652-2FAAB3D5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8137-E8B7-4E27-8C32-48C163AD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FAEBB-3E73-4DF6-B8B1-7664676A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Network top...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65EFE-D422-43DE-9AC7-E5EFFA5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A6E83-32E0-4B6E-BD18-BD49A647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A100A-6664-4E16-A69F-63457EF9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Network...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FF9B8-7350-418E-AE43-F3B3F982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B5CB2-DEE0-4E34-AA99-93FB29F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A4677-39C0-421F-842D-E210D25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Network topology...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50FDF-4A08-4871-B4DE-C59A4CA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637AF-3F8C-4255-8002-8DDA859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C31D9-E91D-48A7-BAD1-D38DCCAB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Network topolo...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66E9B-7F23-4D37-ADEF-0BE5D490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523A1-0932-4C14-8F5B-3582AB64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353916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75D39-C96C-49C3-90C9-8A61A251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F23CB-1CCF-4CD5-8CE0-8B781E9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B61AA-9C73-4F02-A548-7D45F61B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37A44-C2A4-44E3-A3E7-D3DBCE9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16883-2070-439B-8542-5997B543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4B867-7984-49A5-9291-A470420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86FFC-1C61-41E2-8E91-395ABB2C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33961-27F1-4557-9387-61D4C07A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99AF9-1398-43B0-9A9C-C8A6620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D61BC-85FF-4C59-BE30-6BFBA5A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92299-79B2-4AA3-A303-F248006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53117-ADF7-4023-A48A-E0510206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0834A-9CC5-473B-B196-8DCB311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04E46-33BA-4C58-B7F3-28B758E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DB77D-3D47-4B10-BCF9-B169764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603154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650B8-0513-4048-8EFE-3CD46FD5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27744-0D6D-4B24-8CB8-9DC03794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901BB-E7FD-4F2F-ACA0-23E4B20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E8799-1508-433C-8A29-00BAED9A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10E21-23CF-48E9-8550-340A883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F73BE-09F9-47FF-ADA2-1CA9E472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Network topology - wired and wireless. 3D Modeling: Raspb...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DC71D-8344-4551-9CC4-50D4073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D14B4-A397-4D57-96B1-75E271F0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66102-2014-4A2D-98B0-C39998D7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5D94B-0403-4D7B-A17B-40DCA28C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E0547-61D9-47AD-8962-0E60A8CD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026440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BA92CE-DCB5-4DCC-BD68-63FD81C6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A4B45-42A7-4DD2-B4B0-27B6A96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4D589-5296-4B76-919D-76DA1BC2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A4D74-9DD0-4766-8F48-FED62E2C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90AD7-CC2F-41B6-B743-6D6C89C8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Router &amp; switches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F857F-1B9C-4B71-8EA5-83037641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Router &amp; switches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5E4D4-978B-485F-9A40-2FFEF8E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B149B-0572-4F4C-BDBF-52272E65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EEEB5C-7C22-4B4D-9F97-CEB0166E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B79E3-57F6-4954-9A8D-DB2E6370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210C9-810F-4CB4-8944-FC62699C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F4D73-A35A-48BA-A0FC-455391A5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D1E02-B5AA-4FA7-B7F5-42BE7A40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DA117-2608-468B-85D3-096B4E1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95DD6-7659-48E1-A66D-72FB8997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59410-61CA-4190-8925-8D08EEA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485169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2FEB4-AE7F-4DBA-994D-9F6614E5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66B5C-D32D-4A08-9F7E-67F3F8D9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889D-EF2A-4238-9CFA-1C73005A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3B7A1-20C5-4E8E-B870-7D06271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F1F1D-886E-4F73-8FC0-929B14B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FCD9-81CD-4650-8CD2-7C2443B6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F31A5-3700-4DFD-B30A-7A8B96F6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F62F8-9D5D-443F-B194-517040BD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42BA1-15AD-448B-A90B-69986F41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Router &amp; switches.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FD4BE9-70C1-458D-8F8F-73773564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41C32-4D28-4B37-929E-2FB60041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D6C66-F29B-4E7F-859B-BC1CAF97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Router &amp; sw...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9D70E-4654-40E1-8563-7F76A4A5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F9D06-4DDA-4AF1-A616-5B25C5BB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CD25F-AC18-453D-87B5-16A176A6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Router &amp;...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D7FB9-75C8-41CA-B532-21E3F290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96648-06FB-4C0A-83BC-3AD2400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673D22-2FBC-43CF-9C24-EC229356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Router &amp; switche...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0D24F-FEB3-404A-A18B-E86987E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4F87B-AD79-426B-9661-3C2AEAE5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0848-D61C-4D6D-AD57-90258344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Router &amp; switc...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6DFA4-DFED-4165-B3E1-4C83BF0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67BA6-8E5C-4422-BE36-1124698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55128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24C5D-EBCB-4AE2-B83B-91B3099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67223-9C36-41CC-AA91-0BB0BC4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62CF-6FD9-42F1-8313-67A60F3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E6EA9-4456-4A18-82A0-0D3E52B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9A75E-BF3A-4BC8-B3B1-5B3F4009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B3664-E61C-42F8-9656-574E179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A9C16-12CE-46E2-8A38-D8F9536B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6E762-922E-41C5-846C-DF8AF011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CDB89-9E58-4057-9274-B471AA9A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30840-1A6B-4D42-8C94-7DBB41B1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BB62E-ECB9-4D16-8BD9-CF17F6AC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71CCF-C4F3-4AF9-B7D8-7FF0522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C6ED5-59C6-4813-84BA-E37A9071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0B781-3E31-4A8C-B294-073936E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72F93-DB42-4C0E-B49F-442C62F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35448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2B231-B130-41A3-852B-8EC2AEFA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906A1-0E86-48B6-9322-4FAC62A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D2CED-AFD3-40CF-B698-842E067C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7BA6D-8EC6-458D-98E1-DBE16674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D80CA-E43C-4E62-BBBD-E94265A5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0E96E-0687-41D0-ACB6-E2BADFD4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Router &amp; switches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EFD08-FE4A-462E-8333-F98F566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8B84A-EBF6-4F6D-8620-EA83A5E7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1B261-34B2-4836-973D-F1C404A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427F5-3423-47B4-A644-0A92690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80E29-7ECD-43A1-8919-345E1692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089878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B1D2C-A68E-409E-B32B-1084F17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30FDE-601D-463A-8C49-521CC11B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E9A1F-9F05-4721-95B4-A3328253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491BC-4453-4420-A782-366F547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BB907-25A6-4B28-83DC-9FC38430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IoT devices - Concept of converting to 3D printing format (stl) Concept of Industrial 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57E38-AA46-4FD1-867E-171AC24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IoT devices - Concept of converting to 3D...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C1958-919D-475D-BD39-B803A8E6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618F9-9571-4188-AAAE-68ABB835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8CA26-3437-4814-A19B-C996AEF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6EEBB-88A7-4547-8617-36C83C5B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5BF70-5237-42E4-A151-968C649F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8DD26-4AB3-4AF3-871A-A07622EA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4FF3D-99BF-43B3-B010-0E18915A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E1B6D-4786-4AEF-889A-689DB68D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FF383-BBFF-4136-8C25-ECAA64B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39DA2-ECBD-4B0A-86B3-CFEA83B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749332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6ECDA2-B2E2-4DB0-AA4D-3C801C51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6DB63-94F3-4EDC-BC28-744025BC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4F0DE-DB63-4E05-B70C-9E6D3CB1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087D-6ADB-44CA-8147-9BC25F4A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A1085-BD69-447D-A8E4-7BD3E216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6F7A9-6AC7-4CE1-87F4-E4760E6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5C1B0-2C8D-4E5D-B905-5996BEFD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35A1-4E30-4A4F-B994-2BC576D0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77753-8B55-4B1F-BE61-7667F9EB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IoT devices - Conc...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F6F5E-5046-439D-8A8C-17FA492E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FDF5C6-C6E7-42BC-AD44-672CFDBE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F3942-7D55-4A7C-A739-7716B4A8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IoT devices...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11C46-7C48-4676-96D6-EB16F5F2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706A4-B41F-4138-A69C-F6E81A3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8A58F-5524-4F09-A413-8F2543D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IoT devi...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D20EB-DD7C-45B8-BC62-0AFE2E9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DAE22-55E3-48A0-A41B-AA184BDA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E2D97-2DA7-435C-809F-0D6F908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IoT devices - Co...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EC07A1-4137-4FA2-9419-118DD495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CCEF0-2FC0-4D2A-B347-053BB4BE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EC4E9-C493-42F2-997B-4885FBA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IoT devices -...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BF682-1154-47B5-AFA7-E64E8A8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BE38B-2A34-45CC-BE6A-0ED7476B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8347769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1EA9E-C670-4916-9BD7-9357887B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4C773-EF34-484B-A892-046D766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86CB6-793B-41CF-A39B-D0E4B057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529EE-B525-48BF-A0F6-F2FFCAB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9BA1FE-9CA7-44C1-BAAE-09A5E59A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7BA6C-8982-4749-AA36-77F6D105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B8739-61FF-48E5-AE5F-DBAA091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54B05-A875-4028-AF81-27E38519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66FD16-6D5D-4664-95D7-5B2AFD8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E7300-37F3-4ECB-995A-2F6DFE63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E8FA4-F279-4603-A360-2E63917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4464F-2B80-4F95-BB7E-71D80014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1835F-8DFC-48F3-AACE-B5D703E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205FC-E9C0-4AAF-864B-0A9CCEE1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C2149-11F8-4AE5-B644-778563F6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30931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1FF58-0964-442D-A192-7962C233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77368-BD8E-4868-80C1-345C939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30393-DBF7-4F6D-A12A-50FC9E6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A83E0-4263-48AF-9702-7C690C4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11009-387C-42F7-A607-038CDFC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D3F0A-25C4-4B8D-A683-C834F4B1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IoT devices - Concept of converting to 3D printing format...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F7786-1AFA-43D9-901D-69EAD6BD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92AF7-507A-47C2-B14A-D4CCADB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E5338-9123-45BF-98B4-7CF01418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85BF1-754C-4844-A07E-0AC776C1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0BC96-7B88-48A0-8E8E-C97C22CD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106298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C4BC2-3625-41A6-91B3-1BF60BBD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3F65C-F64D-4853-B297-C7A90389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A7C16-5650-4839-BF4D-8D2886D1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798FA-4E9B-47CB-ADED-79BAA46F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C9CB8-F03D-4029-93E3-FFF11B1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305E7-E92E-41F6-948D-126794F6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313431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4FC65-BD39-447C-B988-5B87580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8D8D7-DC63-4950-BF5F-C80A39F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B9146-4FFD-4B90-92A4-91C8CAC9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0E3B5-EF0B-44FA-9814-DD90C11D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A1047-1878-4482-8FEC-3C662CE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Computer: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Network: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Only: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wired: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27FC-CAE4-48F4-8B0B-0979B9ED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806994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322C5-2D61-4DF7-B438-9196463D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E6574-D8CF-4188-B966-5CF68B21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EDF09-6178-49F5-8241-A3675C9F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A3C93-E922-4FAD-B7AA-0B9A5DA6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DCD82-517B-4B73-9A9E-CB174FB6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DFF44-328C-4606-8BE3-4771DB8A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120176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90098-BBB2-4AA7-9BC1-69FA9CE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80973-42F9-4EAE-9A75-2FDE9285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2197C-619B-462E-B2BC-E152CEC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00406-9AB0-4E0F-B3D9-7B729B29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24F7-2452-4609-98E1-3D865253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EA339-5D12-4626-B6C3-ADCF9822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483748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BA2CB-CD6A-413F-B297-A30E0DB1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AEB357-B85F-42A8-9CD4-CD52F9E4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A2E44-F6F7-465D-94FA-BFB7DA2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D461D-3E74-49B5-BDCC-B1C53F77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9696-A0D5-43F7-AAC1-43DC402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Computer Network Drawing (For CIE Only): 2D Network drawing with wired...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Network topology - wired and wireless. 3D Modeling: Raspberry Pi / Ardu...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Router &amp; switches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IoT devices - Concept of converting to 3D printing format (stl) Concept...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3B2AA-4A5C-45A7-8C1E-E15AE797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9CAE2-B7CA-4573-82FB-80DBD236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B6087-52E6-4981-A9E2-E536EA8B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645822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AA256-A93D-49AC-A105-D11C9D55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5F525-EC6C-4A84-8377-1A26F484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Network topology - wired and wireless.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B970A-1215-466D-9C40-AE78528B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3AD33-8069-46A8-BB8B-1FC19E4D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AE8C4-02BD-41B0-A167-A738440E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5669D-853B-485B-BB18-742D58C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77A64-D91A-44CE-8473-AC61154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69CD6-2297-468C-B2AE-D4B0528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A078D-C397-4488-8FD6-1F886959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DD596-EDAA-4AB0-B716-4D55FF47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A098A-85AE-47B6-80A3-26686137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F363F-6A90-4570-96F9-FE7F7D3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B2E18-7B0E-45F1-A24B-3E76662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2D166-9FA8-44B4-9E40-EAFFF35D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9EF93-AB16-4734-9E5B-D8BA53E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4D35A-0FB4-442D-9A89-7018A42D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A2307A-99AC-487C-A37B-A1113996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8A64D8-72C2-4256-99DD-ABD84E2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39A5F-8304-42F9-8861-4B62966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E90AF-18EB-4B85-996A-6448F129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226DD-94F6-40EF-9F1D-ED4A47DE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107DF-2718-45D5-A797-BA1B2031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9F0CB-014B-48FD-8715-9C6910FB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6B182-2F68-435C-934B-373AEE9E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BAB85-F754-4F61-823A-6F20E46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DD869-6FBC-4E38-BDB6-02E181A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892FA-BFE9-4ADD-A5B6-3C2C367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50202-A459-4960-8654-6636786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5B0496-2CCA-47B7-896F-2F77EBA2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A391A-06B0-49BF-A986-90E2265A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3179D-2D2B-4A5B-81C3-6792638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B6CCB-3291-421C-8F43-CADE5682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21529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D7D730-A07E-4046-85D3-9119BFA9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6D0A-BC37-48BC-9C47-31B645FB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Router &amp; switches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7A4F-49F5-40D7-95D4-743B30FB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D4639-0FA7-40A1-A715-93954169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DA10D-DD5F-4525-95DE-ED873007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5ED72-E0CC-4952-B2AA-776083B0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9E05B-4374-4CF0-B8E9-1E66EA33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28EA1-0DC6-462E-8CBC-44EB88C8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E9141-F33D-456A-A39E-AC6D0D1C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16153-1A5B-4225-8E33-0122DB44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2C8BA-AD6A-4C2D-8F11-6BC26E3A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400D3-51BD-4CE8-84BF-BCEBB683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08D9B-9F07-493F-B230-E564D79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1237E-8E7F-443A-82AE-ACE102B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ECAE-0BBA-49FB-A1CF-145CCF3E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2146-146A-4A93-8230-2534493F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3D8C4-4382-435C-A4F4-3FC156DE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335A0-547F-415C-8F17-BFF09384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451519-57FF-4910-836D-E5C7836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A10E8-268D-4706-89F8-782145E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221B8-4EAF-4B45-8E23-0816AF0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C7CDC-675E-4D2A-9803-97AD1856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FC206-6DF4-48E6-B11E-C5BDC397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896124-BA7F-4DB1-B8F1-F99503B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03C22-F61C-4665-A2CA-0E0EACD0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3C585-E48B-4B77-8B36-1696A5C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3A0C01-045B-4BE6-94C6-A96962C4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C2DDA9-9705-4305-8278-693A857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EDD4B-705D-4B9C-BEDC-C190BD9C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C6789D-EA99-41EA-8130-5130F55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31B22-D828-4BD2-BF0A-E8122ED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435BC7-973A-4614-8E20-07B836BC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701661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6879A-E910-4513-AD2B-A6618A18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56D70-26DE-4EA3-B0E7-997D51D8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IoT devices - Concept of converting to 3D 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84803-CD11-4486-AAC7-F8A7924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D31D9-472C-4CAC-B499-5815C066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0AD39-4910-4ADE-9873-EB3213F4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8E002-D83B-416A-9D13-0397BF0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44922-A592-4C89-85C5-3258A2F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EA062-1035-411A-B98A-7DB4367D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09D94-D3F8-4991-982A-348139A7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6344C-29FF-4EEF-B791-9A45560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6C7B8-0223-4CF1-9257-EAFAEC88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9D23D-1355-4F82-8658-01DA6929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7C6A6-01D6-476D-834B-C0C9E210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45AF8-E512-4DD1-A5BD-523FB4A2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C65F4-73CC-42D2-B7B9-1420DC32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6BD51-044E-4A43-99B6-7835B52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B8CF8-A3E3-432C-B7E6-053AB48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90512-BCDD-4485-A885-511FB058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FE67F-520B-4E75-877E-D2F0622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0594C-E74C-41FE-81B3-4B45B7C0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173E9-F87B-424F-A188-62CF8B55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D880A-EAC1-45A6-A366-499D4E7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6FB1A-7FE5-4198-8DC6-6E89AE82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28573-B0E2-43D5-A666-44C15F25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91A92-666A-4603-91B7-740BCD02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DE621-527B-49F5-98B1-FB10BC80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5278F-C4F8-498F-83D3-43A5F0FD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4CDCE-E69D-49CC-B84E-B31B1F4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DF0D-B645-48CE-945A-FDBB9074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9456CC-BEC1-43BF-B0C8-F1C993A5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AA629-0378-4AF0-A1D8-17B0807C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3E2532-0F34-4DFC-80C6-A961934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996985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DF9B5-E3A9-4ED8-9C04-D7E0CBAA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3BA61-67E3-4377-AE15-D9E8C8C7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Computer Network Drawing (For CIE Only): 2D...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8FA87-920D-467B-AF0B-03939F8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99E7B-7373-4DEA-A29C-8FAA1372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B9DDF-078C-4AD5-9308-B080FE0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709E7-EE03-4FED-B63A-ED4551E0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EC0F6-96AE-4A80-B89B-89588BC1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58481-91AB-4710-B2CD-96399FC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E14F2-C191-4DB4-8664-A2E87FE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8AD0C-CED6-4222-8A74-B3E369CA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F8723-CC8D-4B53-AE8D-4C2EE01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14FB5-FEDC-4EA1-84DE-333784E9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F94CC-EF0A-43EB-BB2E-1AF31513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8C69E-ECFE-497E-A493-797E9868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687DF-571C-4DC7-89BD-797CD88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A7A57-4AC8-4E10-AA87-97898A00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25AC-A51A-4190-8E80-52BE5E9F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46852-57B0-4CF9-AFF3-565CB630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97655-19BA-4657-B331-DAEE3751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19EB1-4562-4921-8E0B-577866A0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4FAD5-6421-4AFA-B649-1BED3AD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1FDC5-273B-47CD-A9A2-5EC453C2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1948B-F41F-4D1B-A9A7-8A01DD18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35D77-CFF7-457B-A3DE-61109E09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3A5DA-6637-4C52-B615-F6BC9FEC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8309D-8383-4B92-99C9-4F528172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A1CCB7-12D4-41D0-96C1-7EE4A032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89704-9B4F-4A61-B709-A25EFDE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E7DA3-7542-410E-9552-59645E20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2C3729-9992-47BB-8A3E-E155979C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C1538-2E5D-465C-B320-6652B71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B2708-03A8-4CCC-9A83-D2125293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989125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07B91A-8D5C-4867-BB78-D5E93073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F2EE2-E78F-461A-9415-7A80E2FE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Network topology - wired and wireless.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27BE8-30B0-46F9-B3B2-DE497AA0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706E7-1B89-422F-8C4D-B5C0B67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3071-FCEE-4A55-9DFC-3F8CE247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88C51-4D35-4B7C-B833-33A774D7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DC190-1116-4153-B40F-E6006056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7226C-2EDB-4E85-A6EC-2A23B6AA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1DA0-2B8F-470F-AE58-C1041170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7B0D7-3DAC-4A5B-80FE-B240EB8F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11763-4455-46EC-9A40-E14673C4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C2810-B42C-4F1A-9924-534CFC30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9221A-D6C8-4252-AC3E-00B0D041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A04E1-0BA9-45A8-9531-086EE08A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893D1-3A23-409D-B856-EAD521E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64B77-3797-48E6-80E0-C75890D9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80F8A6-A6F5-4292-A66E-756BD52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7FE19B-500D-4BEB-AA9A-2307FA5E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323C6-DCCE-4664-A8E3-384EF4C4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02C18-BC5E-412D-9BFD-739F6F6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A868E-FDD7-4023-B3B5-D1655E0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AD947-01D1-4571-AE8D-6DB8E8A5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2C0FD-C31C-4D4B-862C-7E557177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EFBDE-951D-4743-988E-A9BA022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AEC31-1BC8-482C-A540-1BE48E71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2F023-6E42-437E-B46D-FE67C537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B48BCE-1A1F-47A9-9EE5-72D9C8E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58B3CF-1992-4A23-8D4B-D998836D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E8137-46C5-4989-9E4B-EDA8CC4D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9D7C50-D4DB-40A5-8D0E-125A8485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B294A-936C-4E34-8F6E-2CE942B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99216-7C3F-4BB8-A6E4-4C94C391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19674796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084FDE-9259-4EB5-AFD4-D586420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47798-9851-4DFC-86AA-88A1227B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Router &amp; switches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FE460-2621-431D-9177-87D86B9F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328A6-72CF-4711-9888-B115A968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CF2C2-C1A1-41D6-B89F-98D2B2AB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B5E93-DC76-4837-97A3-59EC06CA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65295-C9D5-448C-B2F7-589C4249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68E3F-D77A-447B-81DE-363890F7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930EF-39F7-479F-9635-EF007E6F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063C4-B6A7-4FC0-9438-AD8AAFDC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D525F-9CF6-4E36-9AD5-F0D515AA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198A7-0F0D-408E-9819-BC30B149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2F121-6549-491E-B0B5-DE0DE07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D7234-2123-431A-8154-088D2442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2E36D-6586-4210-B2FD-E9E7FFC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12449-772E-462A-B103-A02ECB93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EDAFA-E3D7-4304-A3A3-13883619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A1968-4CA1-44C6-B53D-F849B71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3AF21-3641-438D-88C9-0FC5AA6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D66B4-4443-47FA-BC20-88FDA2C0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54CFD-4543-40A9-98BE-4D584C3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459C6-42AF-4198-B643-C088A72F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8D2E4-734F-42A9-8EBF-D69628C7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08581-5339-45DB-A735-B8C2E15E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FD01D1-0040-42D6-8076-E5107C9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826E4-8F7B-485C-BE6C-75FA513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EC286-4BEC-42F0-9524-96C4E6DC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0326D5-2B49-4955-8528-5125FB41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7D8240-8309-4931-B934-9D8D846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B2769-09CE-481C-B0EF-5659B253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4773F9-57A6-4D24-85B9-61573918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83A669-B152-4499-9920-C73A5065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879314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DB2646-341A-41C3-8957-42FCED9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5B48-26BC-4AE6-A5CD-D6E1A24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IoT devices - Concept of converting to 3D 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4607D-18C7-47AE-9FC1-0ABC4C6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50205-FDE9-48BE-B341-F8862C9A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5671D-E388-49C6-90AD-FD9E5166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D1C0C-6641-4986-A5EE-2485E320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5BD95-2E7E-47E8-9FB8-B38CFA0B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D158F-5E2B-42F7-822A-778D698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10F1-FF7E-405E-8F62-E7928A9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5F95A-F4DF-4F4F-9EB1-F17B154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07540-495C-4B2E-8EE5-8A522091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594AA-197D-4E87-B4A6-2A71F161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66978-F0FF-4869-940E-68C105E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10198-D60D-4725-B4FB-D2EC5D75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A5218-4A6D-4DB3-8738-8EAFF028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62E8FD-C05A-4919-92CC-269C0DE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1F2A6-A00D-45C6-9DDB-0CDDC1EE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CE0E8-EC7E-49EB-A3C1-656586F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16AC0-89E0-4FF0-BD77-181105AA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2AECB-DCEA-4D4C-AF57-B8C72B0D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49A4F0-B73E-47C1-8C45-29ADA654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13A57-D1DD-4737-904E-FA304385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2D33F-EC9C-410D-9F98-F749176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27F1ED-BA37-489B-A3B4-B8561BCE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F4BC7-04F9-45C0-A65E-862AD0E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A991B-9852-4A28-B8DD-EF59C22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73D09C-DD21-46C8-8A3E-AB8A86F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A673C-45B1-4872-A427-B6806CB5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EAC669-212D-4B08-B4F1-54F02ECC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A9424E-3CF7-4E2A-B7FD-A1A7738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4D3E8E-275A-4AA5-8D3B-D3B17B02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1FE09B-2B91-43D0-8660-2FB1B62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223890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05F56F-3241-488A-B0C4-5BE90305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3E87C-B455-4F02-9CDF-7B1BF6F9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Computer Network Drawing (For CIE Only): 2D...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FE91D-1FC5-47FD-A27D-A88F2A0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04DE8-96DC-4D51-9634-B258C9C4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6E9B3-A106-49DD-9D76-A085BAA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1D2D5-3AFF-44D7-A5D7-ACA1EE77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3FCEE-8667-4A29-809F-B0F3AF2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317AA-DC06-4165-B296-F47AA042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BEA8-DD2B-4630-B750-BADE364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F6563-3FD5-4BC2-98E6-CDA5D9C4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07ED1-BF58-4CA0-9897-1273A523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6594B-A337-43E8-B656-ACEA9DB9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5ADD9-A9EE-483A-92C0-015F7731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16EFB-7290-4827-932C-C26292A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83B86-7C41-4D9B-B6FA-A80BF03D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936A3-60F7-4381-9C03-0D1EB85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02D8E-58FF-4EB7-99E0-282890B0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8E00C-832A-48BF-A162-E956F2F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A3D054-0070-431D-8E1E-AE4BE658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E85D3-555F-4486-83E6-2EA4664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64EAD-BA97-4271-8A44-81C1746B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F7289-CE6B-4C7C-A35B-2DB7ADC2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453C59-2A46-4A13-A6DF-AD484A8C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B639C3-8E37-438F-B8CD-CF70C9B1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6C7AF-B1FB-4BD5-8EEF-6E773AB0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4DA13-C788-40F7-BD84-55080516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D3CC61-4077-4B8A-A512-92B87C6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01E18F-F189-4195-AF65-42E0769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A2E7F-3B13-431A-92AA-E1CDF0C8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84D141-F00E-4BE3-B42D-EC4941A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2B0A94-CD0C-4BC9-B617-50EB484A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B15B9-6870-4CE0-A090-ABDFDE10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9084171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9D86E-BCAD-44CF-8F1C-B763DEF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46A94-E8C0-4BEF-86B9-342AB62E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Network topology - wired and wireless.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2A080-3E77-49EB-8D1B-85D7FC28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08966-B93C-403D-B2B9-66FE9F7F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5A00C-C475-449E-A956-5FBE2592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CA97A-17EA-42A2-92FC-31B5CADA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F287-282A-4446-8806-494A666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D1163-2BBF-431A-AECF-9B62F1D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BAAB-DCF6-43E5-A8C8-A42664E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0997C-9038-4167-9671-BD1598E0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A96DF-B2CF-4CE6-BBCE-D158FCA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DC5E8-0859-45CF-8480-415AEA2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A23A6-7E35-4C9E-BF06-16103C4B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932DE-BF3D-40FA-A047-31C7CF0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51C27-A765-4254-8108-60373005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AD1A9-65E7-4FC9-B3D2-AED8403B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BF9DB-89EA-45B0-9C3D-FCFBF6F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1C53A-E726-429B-8D51-BD50B393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4E76E-2541-4AB9-A890-0A4A97C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410D5E-1926-4213-86E4-7E8B8B20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6B37B-5C0E-4CBD-9001-AD265B04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D2A9D-312E-4BB2-B8AF-2299506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9AE6F-325F-4A79-B24F-E9C82A11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E8C23-737C-433A-BE70-08C36E6E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CCD45-A5F8-428F-AA0F-4FF42338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FE736-2976-4CA8-BC07-D93B4D2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FDF01-6E3B-4AD2-9458-D5C507E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DF9D7-F8ED-4654-A2E8-83925BB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224BB-90D2-466A-940F-E5C5D8C1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F550D-C576-4F44-A032-358426AC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FDD8CC-02D0-4346-87EA-A7C5E578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133CC-B1E9-477A-B942-C0A05785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416720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A2A8C1-FCCB-4FF0-B387-BB8E7D18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CC421-3842-429E-9E22-0856A5E8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Router &amp; switches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B96EA-CDF8-4947-A505-1F3F9B27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2E52-A12C-4383-9125-542F657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A3C3-F95D-459B-8F06-88A4D73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59EE8-76C9-4903-A0F4-0512FCD5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703BB-80A8-48B7-BD3B-925F8040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66B6F-83D6-43E0-BCF0-6E2BA3CB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04CDC-448D-4A14-9E8C-1CA76E2E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0A037-6E46-4561-B635-0CA05FF4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7FD5E-F2D9-4E68-B4A3-6D7560B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8F37E-2ACE-4B6A-B6DF-5F5C6E34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31236-9109-4D72-A766-E093A1C6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377E8-E149-4CA2-94AF-2A3B6804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DD71A-89BF-4B70-8379-742E0041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11F3A-2B7F-4B8B-85B7-554066C0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8C170-A24F-4413-93C5-DCAD284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59095-1B8F-43F3-9732-D24D85AF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91095-DE36-49CF-9BB8-6787754E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06D73-A82C-4028-8C20-C47A30B4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4D9FC-32DB-4BB2-9AE8-5ED14CC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83B06B-2FAF-425A-860F-7349FDC5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0D57E-9BE2-454E-A27B-320A395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B24FE4-0D70-4144-8CFC-7E0C784B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43DA8-9499-46D1-BDEF-6B5AD143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295FE-A12A-45D1-89F1-CA894668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1990D-F070-46EA-A235-E57EFE78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67B7C-E3FB-43C1-B791-A7E8C8B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575EA1-9851-4B25-999A-F0C34E9B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15FAA-ED1B-4B3A-BF6C-098E4E1A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0B57B-7DD5-4F1B-B8FA-CD2F5C17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066D7D-9CDD-4322-AB1D-415CD30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487738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76B4CD-40A0-45D7-A9F1-A9DCF222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C9729-EF2E-416B-A1DC-990C932A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IoT devices - Concept of converting to 3D 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9BDB3-AAAA-4861-BE2F-44DE32C7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1E0E9-BEA8-4760-B771-C2F81E0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3EB6D-B28C-44AB-8217-DCFFC58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01ED2-8BB4-4F2C-8CF7-6E9A3D1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0A198-4AA7-4009-9998-E5328F54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FF2F5-47E6-4DE0-B036-3F5A867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777EA-7630-483D-9FEF-C1FDCA8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1FB94-2F54-4328-BAAA-8C141104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745D1-FDBB-436C-B2EA-230DEF08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278B5-DC73-42B5-AECC-3F203386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12320-A1C6-4A34-BE5E-200F1018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628F5-9963-41A7-B589-482872A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C2163-D285-46CB-9F7F-9FA0040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922BC-D67C-43FB-9EF4-D1F20A50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67859-440B-43DD-BAF6-0F12B2F2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0D4E7-DB1F-4784-B66F-FA829245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4DA8CB-7916-4070-A1D6-42075704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EE1BD-1B98-4A3A-B205-40A951CC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39B55-2C0C-4EF7-AAC2-3F695A92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7188E-B785-45EE-AC63-C95C3234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E4C6F-5E2B-4053-AC80-02FDFD2B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FCBF2-F477-4CCE-B67D-220542D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CF75F-72DF-4C66-A2D2-5C470B84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9E55A-AEE9-41CB-8123-DA6E771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6C651-9765-49C7-BF93-1D57F38A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1E754A-80C8-4605-B4CD-76216534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EEFD98-B6F7-4093-9A62-8298F1BA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3D70A-E7D4-4D24-B1E1-BC9A5ECB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86153-A4D6-4761-9DD5-05CCF343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B68C6-A8B1-4480-A1C4-4789090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235208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306028-2C26-4EB9-BC51-432906E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B8970-A6F1-4FC2-A151-8799A5F0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Computer Network Drawing (For CIE Only): 2D...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817B3-3B47-4B58-9899-2F7B621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B67D0-206F-4F62-8E1A-89E0FF64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7B1D9-735D-4E8A-B379-BA961C33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1889F-A1B3-42DB-8F42-996C6726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D3B15-8CA9-4935-839C-0EB34344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4EDB0-FD07-4BCA-9E85-0CBA405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3954E-F3E2-4C6D-AC4D-0CB30EF6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B3DBE-D698-4684-B465-9187F42A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79F97-296F-471B-B98B-6CA07FBF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94110-7FA7-4DF2-A8AA-3AC4CE0E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23DB9-EC56-4143-8843-FD600859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F7BE1-3531-479D-83BA-5BB21E8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6A540-D1BB-46EE-B2EE-67040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6A555-304D-4FF9-8C26-73A95087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C0A5B-FA7A-4F1C-AC43-C670BBC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2834D-B05B-472C-A6D4-E5D6574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8C460-CFC2-4FF2-AB36-5060887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BC2E4-0704-4E69-9A65-5DEA1B97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BB90F-44F6-434A-83F2-D1820F9D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4A20E-2F0F-4CAE-93A9-B53060B7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D4CE29-421F-4527-8BD9-DE5E74A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62E60-9D9F-412A-92FE-F375774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A572C-F438-45F0-9733-68D37BA6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7925E-3657-4858-9C7D-3C8A583F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8151A9-9BA0-4B36-9C80-719B91F2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B930DF-5A84-4B78-B9B5-6B298CFC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3DC6E-BEDA-4D1B-8E40-411A7DD8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C7CC15-C04F-4933-BD6E-892A9C3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144AA-4D15-4F7F-9DC1-8CB45ED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1EF92-2FF0-4603-A766-E81FF837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9329873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C9B4E-243A-452D-93CA-31C6D76D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B097F-E606-4767-9DC2-5E8C081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Network topology - wired and wireless.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A7350-12BB-4403-878F-19C72A5C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F8895-0990-412E-9CA8-1953FB5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1C5F0-1B2E-43D4-8AA9-E4CA704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C35FF-4848-40E8-9FED-61FC908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29C80-1B87-4C84-A97F-C95137C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CE82B-2237-4852-A11A-641934AF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9471C-CDD1-4866-B60F-90E5F43B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E2D32-3781-44AA-9CE4-5438A330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6A6EC-53D3-485F-9C7B-F88AAB0F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77333-CF38-47FC-82F4-068D07C9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47B89-035D-4209-9970-33B1D9A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1B8CA-659E-40AE-9807-2CBD3C15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6A2F4-8752-4A77-BC8D-1F874A2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6FDF9-B554-4CAF-802F-0D4C2EF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93222-4095-4B47-BB12-547F1C68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52732-9A48-41B0-9BE6-5EEA097F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898C0-7D3E-40A9-BF08-1076941C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4DA9B1-8430-4AD3-96AD-ED73FA5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0CF4E-D213-474E-B944-4D86D473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19FBB-F602-4614-9CCD-E9EECCEB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210CA-CA9C-4F31-B5E2-FD706D4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E305A-9095-419C-911B-3EC2F806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07941-9E90-4C1F-B985-82118A05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D9A64-B43C-4D8A-96FA-F0668ADD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1DCE6-387C-4746-B6D5-57D75743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BDB53-5B4A-4BB2-AB0F-A5585899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022BC-916B-4662-898A-0441869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791D0-A832-4A4B-A759-C29BF9DB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11C49-E676-49E5-BE8E-1B010DD1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6221F-CB1B-4D1E-9D4C-BBEA250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2321748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6D3C72-1D1E-490E-8330-82CA0291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935D2-0CC1-4FA5-9BC0-2E9EE42D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Router &amp; switches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370FE-0A63-459F-A22B-D489F52C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2A25C-49D3-4DAF-8F42-E59FA2E3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B16DB-8C5B-4669-B68A-FEBC6A2C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6AB30-4CA8-4E00-BFF3-135E294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52790-1558-42FB-A43B-8F2B72F5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C9B0E-0630-40B3-B018-BC93BC49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24DDB-BC0E-4F21-BB35-638321F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D9A26-81C6-4E60-9946-0AC811B0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71524-30E9-40CF-A9E9-85BC9304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9B84-A099-497A-BEF8-48FB0FF0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4CD52-42F9-413A-BAB9-EF5E6DE6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D41B8-9DE3-4BC0-A30C-1552A900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D0177-7FB4-42A4-A9F2-1CA4FD9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727E8-27BE-4C6E-98E1-4624743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D149B-02BC-42DC-85F0-5AFDE10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3D017-3799-4C19-AD7E-7D3481F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1DE2A9-34EF-4F9B-9EA0-A4C79DD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EF849-0801-4402-A3CC-3FE08175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0A49E-3723-4DA2-9B1B-99F33D00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9FB30-2754-4CC7-953B-85D6B8EA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EC983-33AD-4F89-B7AA-B208E4FA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91683-4FD3-4DA6-9645-8F2C7B7D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6461F-C8B0-4B16-B228-70E0D3B7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0BC69-23BE-4A12-8CBF-FD08D59A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D55F51-18F2-4EDB-9C61-9018F99D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11C22-9954-43B8-B346-F168259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8AC37-484E-4449-922B-429E8B4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3DAEFC-582E-4B67-B258-9091A4B3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C38E0-E693-4CED-A3DE-0A37886E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26E94-FA3E-4DD0-8B91-100D3D9A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51824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2026-08-24T16:02:30.5550000Z</dcterms:created>
  <dcterms:modified xsi:type="dcterms:W3CDTF">2026-08-24T16:02:30.5550000Z</dcterms:modified>
</coreProperties>
</file>