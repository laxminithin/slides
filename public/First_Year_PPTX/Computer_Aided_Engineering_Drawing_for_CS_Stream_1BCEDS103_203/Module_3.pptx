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27ad6f13374f64" /><Relationship Type="http://schemas.openxmlformats.org/officeDocument/2006/relationships/extended-properties" Target="/docProps/app.xml" Id="Rb2d09dd6be2d4018" /><Relationship Type="http://schemas.openxmlformats.org/officeDocument/2006/relationships/officeDocument" Target="/ppt/presentation.xml" Id="Rbd539eadbc75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7a814e6499453d"/>
  </p:sldMasterIdLst>
  <p:notesMasterIdLst>
    <p:notesMasterId xmlns:r="http://schemas.openxmlformats.org/officeDocument/2006/relationships" r:id="Rb3cbd40eec474d0e"/>
  </p:notesMasterIdLst>
  <p:sldIdLst>
    <p:sldId xmlns:r="http://schemas.openxmlformats.org/officeDocument/2006/relationships" id="256" r:id="Rd7203cae20ae4368"/>
    <p:sldId xmlns:r="http://schemas.openxmlformats.org/officeDocument/2006/relationships" id="257" r:id="R545f22b627b54791"/>
    <p:sldId xmlns:r="http://schemas.openxmlformats.org/officeDocument/2006/relationships" id="258" r:id="Rea28d63f3a304823"/>
    <p:sldId xmlns:r="http://schemas.openxmlformats.org/officeDocument/2006/relationships" id="259" r:id="Re1f832a5908047ac"/>
    <p:sldId xmlns:r="http://schemas.openxmlformats.org/officeDocument/2006/relationships" id="260" r:id="Rc23df9d3731d4793"/>
    <p:sldId xmlns:r="http://schemas.openxmlformats.org/officeDocument/2006/relationships" id="261" r:id="R4a49d8de7fda49d9"/>
    <p:sldId xmlns:r="http://schemas.openxmlformats.org/officeDocument/2006/relationships" id="262" r:id="R424ecf5539cd4d94"/>
    <p:sldId xmlns:r="http://schemas.openxmlformats.org/officeDocument/2006/relationships" id="263" r:id="Ra4068aaa4d2742ae"/>
    <p:sldId xmlns:r="http://schemas.openxmlformats.org/officeDocument/2006/relationships" id="264" r:id="Rdf2fce7a66a14097"/>
    <p:sldId xmlns:r="http://schemas.openxmlformats.org/officeDocument/2006/relationships" id="265" r:id="R15ec5acd148c41ff"/>
    <p:sldId xmlns:r="http://schemas.openxmlformats.org/officeDocument/2006/relationships" id="266" r:id="R4f604e95e2224569"/>
    <p:sldId xmlns:r="http://schemas.openxmlformats.org/officeDocument/2006/relationships" id="267" r:id="R0edb2b654d9249b5"/>
    <p:sldId xmlns:r="http://schemas.openxmlformats.org/officeDocument/2006/relationships" id="268" r:id="R8f91e4a7c647437d"/>
    <p:sldId xmlns:r="http://schemas.openxmlformats.org/officeDocument/2006/relationships" id="269" r:id="Ra8cc43742a8a45c0"/>
    <p:sldId xmlns:r="http://schemas.openxmlformats.org/officeDocument/2006/relationships" id="270" r:id="Red16a117a05641ce"/>
    <p:sldId xmlns:r="http://schemas.openxmlformats.org/officeDocument/2006/relationships" id="271" r:id="R9bfeb88515f84afa"/>
    <p:sldId xmlns:r="http://schemas.openxmlformats.org/officeDocument/2006/relationships" id="272" r:id="R718e33f2631248f0"/>
    <p:sldId xmlns:r="http://schemas.openxmlformats.org/officeDocument/2006/relationships" id="273" r:id="Rb7c3e69fab04404c"/>
    <p:sldId xmlns:r="http://schemas.openxmlformats.org/officeDocument/2006/relationships" id="274" r:id="Ree146d7938014ca4"/>
    <p:sldId xmlns:r="http://schemas.openxmlformats.org/officeDocument/2006/relationships" id="275" r:id="Rd4e8d8128d8b48fa"/>
    <p:sldId xmlns:r="http://schemas.openxmlformats.org/officeDocument/2006/relationships" id="276" r:id="Rf40abce99b8d4e28"/>
    <p:sldId xmlns:r="http://schemas.openxmlformats.org/officeDocument/2006/relationships" id="277" r:id="Rd7d0edde1e4b4223"/>
    <p:sldId xmlns:r="http://schemas.openxmlformats.org/officeDocument/2006/relationships" id="278" r:id="Re325e2bd2f5f468f"/>
    <p:sldId xmlns:r="http://schemas.openxmlformats.org/officeDocument/2006/relationships" id="279" r:id="Ra617c33c66cd4c0f"/>
    <p:sldId xmlns:r="http://schemas.openxmlformats.org/officeDocument/2006/relationships" id="280" r:id="R62459b801ae44ea2"/>
    <p:sldId xmlns:r="http://schemas.openxmlformats.org/officeDocument/2006/relationships" id="281" r:id="R44a9c5dd3cf54984"/>
    <p:sldId xmlns:r="http://schemas.openxmlformats.org/officeDocument/2006/relationships" id="282" r:id="Rfd1ff93fa79b4abc"/>
    <p:sldId xmlns:r="http://schemas.openxmlformats.org/officeDocument/2006/relationships" id="283" r:id="R4135c65d935340f9"/>
    <p:sldId xmlns:r="http://schemas.openxmlformats.org/officeDocument/2006/relationships" id="284" r:id="R9fb67ac4d4df4bd7"/>
    <p:sldId xmlns:r="http://schemas.openxmlformats.org/officeDocument/2006/relationships" id="285" r:id="R9b358aa01fac4da8"/>
    <p:sldId xmlns:r="http://schemas.openxmlformats.org/officeDocument/2006/relationships" id="286" r:id="R2279896885ae4224"/>
    <p:sldId xmlns:r="http://schemas.openxmlformats.org/officeDocument/2006/relationships" id="287" r:id="Rfcda2695c48e4494"/>
    <p:sldId xmlns:r="http://schemas.openxmlformats.org/officeDocument/2006/relationships" id="288" r:id="Ra13753e60f62466e"/>
    <p:sldId xmlns:r="http://schemas.openxmlformats.org/officeDocument/2006/relationships" id="289" r:id="R9c2bf72fe47e4901"/>
    <p:sldId xmlns:r="http://schemas.openxmlformats.org/officeDocument/2006/relationships" id="290" r:id="R7cc4c6df37f64785"/>
    <p:sldId xmlns:r="http://schemas.openxmlformats.org/officeDocument/2006/relationships" id="291" r:id="R1d4c57b79b4a4083"/>
    <p:sldId xmlns:r="http://schemas.openxmlformats.org/officeDocument/2006/relationships" id="292" r:id="R210837c336d84d3d"/>
    <p:sldId xmlns:r="http://schemas.openxmlformats.org/officeDocument/2006/relationships" id="293" r:id="R24fe19028b814dfd"/>
    <p:sldId xmlns:r="http://schemas.openxmlformats.org/officeDocument/2006/relationships" id="294" r:id="R45c2032bdf3c4561"/>
    <p:sldId xmlns:r="http://schemas.openxmlformats.org/officeDocument/2006/relationships" id="295" r:id="R738a8463450a46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87c24599ee4274" /><Relationship Type="http://schemas.openxmlformats.org/officeDocument/2006/relationships/slideMaster" Target="/ppt/slideMasters/slideMaster1.xml" Id="R937a814e6499453d" /><Relationship Type="http://schemas.openxmlformats.org/officeDocument/2006/relationships/notesMaster" Target="/ppt/notesMasters/notesMaster1.xml" Id="Rb3cbd40eec474d0e" /><Relationship Type="http://schemas.openxmlformats.org/officeDocument/2006/relationships/presProps" Target="/ppt/presProps.xml" Id="Rc9938f1a367e4029" /><Relationship Type="http://schemas.openxmlformats.org/officeDocument/2006/relationships/tableStyles" Target="/ppt/tableStyles.xml" Id="R98d66c6783ac46de" /><Relationship Type="http://schemas.openxmlformats.org/officeDocument/2006/relationships/slide" Target="/ppt/slides/slide1.xml" Id="Rd7203cae20ae4368" /><Relationship Type="http://schemas.openxmlformats.org/officeDocument/2006/relationships/slide" Target="/ppt/slides/slide2.xml" Id="R545f22b627b54791" /><Relationship Type="http://schemas.openxmlformats.org/officeDocument/2006/relationships/slide" Target="/ppt/slides/slide3.xml" Id="Rea28d63f3a304823" /><Relationship Type="http://schemas.openxmlformats.org/officeDocument/2006/relationships/slide" Target="/ppt/slides/slide4.xml" Id="Re1f832a5908047ac" /><Relationship Type="http://schemas.openxmlformats.org/officeDocument/2006/relationships/slide" Target="/ppt/slides/slide5.xml" Id="Rc23df9d3731d4793" /><Relationship Type="http://schemas.openxmlformats.org/officeDocument/2006/relationships/slide" Target="/ppt/slides/slide6.xml" Id="R4a49d8de7fda49d9" /><Relationship Type="http://schemas.openxmlformats.org/officeDocument/2006/relationships/slide" Target="/ppt/slides/slide7.xml" Id="R424ecf5539cd4d94" /><Relationship Type="http://schemas.openxmlformats.org/officeDocument/2006/relationships/slide" Target="/ppt/slides/slide8.xml" Id="Ra4068aaa4d2742ae" /><Relationship Type="http://schemas.openxmlformats.org/officeDocument/2006/relationships/slide" Target="/ppt/slides/slide9.xml" Id="Rdf2fce7a66a14097" /><Relationship Type="http://schemas.openxmlformats.org/officeDocument/2006/relationships/slide" Target="/ppt/slides/slide10.xml" Id="R15ec5acd148c41ff" /><Relationship Type="http://schemas.openxmlformats.org/officeDocument/2006/relationships/slide" Target="/ppt/slides/slide11.xml" Id="R4f604e95e2224569" /><Relationship Type="http://schemas.openxmlformats.org/officeDocument/2006/relationships/slide" Target="/ppt/slides/slide12.xml" Id="R0edb2b654d9249b5" /><Relationship Type="http://schemas.openxmlformats.org/officeDocument/2006/relationships/slide" Target="/ppt/slides/slide13.xml" Id="R8f91e4a7c647437d" /><Relationship Type="http://schemas.openxmlformats.org/officeDocument/2006/relationships/slide" Target="/ppt/slides/slide14.xml" Id="Ra8cc43742a8a45c0" /><Relationship Type="http://schemas.openxmlformats.org/officeDocument/2006/relationships/slide" Target="/ppt/slides/slide15.xml" Id="Red16a117a05641ce" /><Relationship Type="http://schemas.openxmlformats.org/officeDocument/2006/relationships/slide" Target="/ppt/slides/slide16.xml" Id="R9bfeb88515f84afa" /><Relationship Type="http://schemas.openxmlformats.org/officeDocument/2006/relationships/slide" Target="/ppt/slides/slide17.xml" Id="R718e33f2631248f0" /><Relationship Type="http://schemas.openxmlformats.org/officeDocument/2006/relationships/slide" Target="/ppt/slides/slide18.xml" Id="Rb7c3e69fab04404c" /><Relationship Type="http://schemas.openxmlformats.org/officeDocument/2006/relationships/slide" Target="/ppt/slides/slide19.xml" Id="Ree146d7938014ca4" /><Relationship Type="http://schemas.openxmlformats.org/officeDocument/2006/relationships/slide" Target="/ppt/slides/slide20.xml" Id="Rd4e8d8128d8b48fa" /><Relationship Type="http://schemas.openxmlformats.org/officeDocument/2006/relationships/slide" Target="/ppt/slides/slide21.xml" Id="Rf40abce99b8d4e28" /><Relationship Type="http://schemas.openxmlformats.org/officeDocument/2006/relationships/slide" Target="/ppt/slides/slide22.xml" Id="Rd7d0edde1e4b4223" /><Relationship Type="http://schemas.openxmlformats.org/officeDocument/2006/relationships/slide" Target="/ppt/slides/slide23.xml" Id="Re325e2bd2f5f468f" /><Relationship Type="http://schemas.openxmlformats.org/officeDocument/2006/relationships/slide" Target="/ppt/slides/slide24.xml" Id="Ra617c33c66cd4c0f" /><Relationship Type="http://schemas.openxmlformats.org/officeDocument/2006/relationships/slide" Target="/ppt/slides/slide25.xml" Id="R62459b801ae44ea2" /><Relationship Type="http://schemas.openxmlformats.org/officeDocument/2006/relationships/slide" Target="/ppt/slides/slide26.xml" Id="R44a9c5dd3cf54984" /><Relationship Type="http://schemas.openxmlformats.org/officeDocument/2006/relationships/slide" Target="/ppt/slides/slide27.xml" Id="Rfd1ff93fa79b4abc" /><Relationship Type="http://schemas.openxmlformats.org/officeDocument/2006/relationships/slide" Target="/ppt/slides/slide28.xml" Id="R4135c65d935340f9" /><Relationship Type="http://schemas.openxmlformats.org/officeDocument/2006/relationships/slide" Target="/ppt/slides/slide29.xml" Id="R9fb67ac4d4df4bd7" /><Relationship Type="http://schemas.openxmlformats.org/officeDocument/2006/relationships/slide" Target="/ppt/slides/slide30.xml" Id="R9b358aa01fac4da8" /><Relationship Type="http://schemas.openxmlformats.org/officeDocument/2006/relationships/slide" Target="/ppt/slides/slide31.xml" Id="R2279896885ae4224" /><Relationship Type="http://schemas.openxmlformats.org/officeDocument/2006/relationships/slide" Target="/ppt/slides/slide32.xml" Id="Rfcda2695c48e4494" /><Relationship Type="http://schemas.openxmlformats.org/officeDocument/2006/relationships/slide" Target="/ppt/slides/slide33.xml" Id="Ra13753e60f62466e" /><Relationship Type="http://schemas.openxmlformats.org/officeDocument/2006/relationships/slide" Target="/ppt/slides/slide34.xml" Id="R9c2bf72fe47e4901" /><Relationship Type="http://schemas.openxmlformats.org/officeDocument/2006/relationships/slide" Target="/ppt/slides/slide35.xml" Id="R7cc4c6df37f64785" /><Relationship Type="http://schemas.openxmlformats.org/officeDocument/2006/relationships/slide" Target="/ppt/slides/slide36.xml" Id="R1d4c57b79b4a4083" /><Relationship Type="http://schemas.openxmlformats.org/officeDocument/2006/relationships/slide" Target="/ppt/slides/slide37.xml" Id="R210837c336d84d3d" /><Relationship Type="http://schemas.openxmlformats.org/officeDocument/2006/relationships/slide" Target="/ppt/slides/slide38.xml" Id="R24fe19028b814dfd" /><Relationship Type="http://schemas.openxmlformats.org/officeDocument/2006/relationships/slide" Target="/ppt/slides/slide39.xml" Id="R45c2032bdf3c4561" /><Relationship Type="http://schemas.openxmlformats.org/officeDocument/2006/relationships/slide" Target="/ppt/slides/slide40.xml" Id="R738a8463450a46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d8058f0f2d43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17bea8318a4e7d" /><Relationship Type="http://schemas.openxmlformats.org/officeDocument/2006/relationships/notesMaster" Target="/ppt/notesMasters/notesMaster1.xml" Id="R6b5f3abd201347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41eac21294423" /><Relationship Type="http://schemas.openxmlformats.org/officeDocument/2006/relationships/notesMaster" Target="/ppt/notesMasters/notesMaster1.xml" Id="Rf3ba27d18a734d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b0f60b42f04ffa" /><Relationship Type="http://schemas.openxmlformats.org/officeDocument/2006/relationships/notesMaster" Target="/ppt/notesMasters/notesMaster1.xml" Id="Rf5f50421e76649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e7c9864e2e4aed" /><Relationship Type="http://schemas.openxmlformats.org/officeDocument/2006/relationships/notesMaster" Target="/ppt/notesMasters/notesMaster1.xml" Id="R1d81982dc9f4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00ebff1c8f4b34" /><Relationship Type="http://schemas.openxmlformats.org/officeDocument/2006/relationships/notesMaster" Target="/ppt/notesMasters/notesMaster1.xml" Id="R122be0f562de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f6eec745c242b7" /><Relationship Type="http://schemas.openxmlformats.org/officeDocument/2006/relationships/notesMaster" Target="/ppt/notesMasters/notesMaster1.xml" Id="Rdcc65054ba9a4d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a6c02d802e479d" /><Relationship Type="http://schemas.openxmlformats.org/officeDocument/2006/relationships/notesMaster" Target="/ppt/notesMasters/notesMaster1.xml" Id="Ra4f312e9adc64f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3c5312d7414566" /><Relationship Type="http://schemas.openxmlformats.org/officeDocument/2006/relationships/notesMaster" Target="/ppt/notesMasters/notesMaster1.xml" Id="R87cf2c0003db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89157c808f43a3" /><Relationship Type="http://schemas.openxmlformats.org/officeDocument/2006/relationships/notesMaster" Target="/ppt/notesMasters/notesMaster1.xml" Id="R3507bebf69734d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fca3e582f4498d" /><Relationship Type="http://schemas.openxmlformats.org/officeDocument/2006/relationships/notesMaster" Target="/ppt/notesMasters/notesMaster1.xml" Id="Ree4f6a04ce6141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198763bdf24a69" /><Relationship Type="http://schemas.openxmlformats.org/officeDocument/2006/relationships/notesMaster" Target="/ppt/notesMasters/notesMaster1.xml" Id="R49534f578e414e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b6c2a595864fef" /><Relationship Type="http://schemas.openxmlformats.org/officeDocument/2006/relationships/notesMaster" Target="/ppt/notesMasters/notesMaster1.xml" Id="R78a56f73ee92481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e4f1b9764e4e6e" /><Relationship Type="http://schemas.openxmlformats.org/officeDocument/2006/relationships/notesMaster" Target="/ppt/notesMasters/notesMaster1.xml" Id="R3a35bd6e0ce54d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0c9185f96243b6" /><Relationship Type="http://schemas.openxmlformats.org/officeDocument/2006/relationships/notesMaster" Target="/ppt/notesMasters/notesMaster1.xml" Id="Ra6750e8c0efb48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2dd962f7ee4dfc" /><Relationship Type="http://schemas.openxmlformats.org/officeDocument/2006/relationships/notesMaster" Target="/ppt/notesMasters/notesMaster1.xml" Id="R9d27b80e629c4b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c473071c5f04026" /><Relationship Type="http://schemas.openxmlformats.org/officeDocument/2006/relationships/notesMaster" Target="/ppt/notesMasters/notesMaster1.xml" Id="Ra96c4a12dcba46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95e883da424972" /><Relationship Type="http://schemas.openxmlformats.org/officeDocument/2006/relationships/notesMaster" Target="/ppt/notesMasters/notesMaster1.xml" Id="Rdae61e452cda43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5c2217e3ca4d77" /><Relationship Type="http://schemas.openxmlformats.org/officeDocument/2006/relationships/notesMaster" Target="/ppt/notesMasters/notesMaster1.xml" Id="R0b7fe804536d488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b5c71bb5464c16" /><Relationship Type="http://schemas.openxmlformats.org/officeDocument/2006/relationships/notesMaster" Target="/ppt/notesMasters/notesMaster1.xml" Id="Rd443bfba44ff41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b462284f614c4e" /><Relationship Type="http://schemas.openxmlformats.org/officeDocument/2006/relationships/notesMaster" Target="/ppt/notesMasters/notesMaster1.xml" Id="R519493c0abc342c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a743738984844ae" /><Relationship Type="http://schemas.openxmlformats.org/officeDocument/2006/relationships/notesMaster" Target="/ppt/notesMasters/notesMaster1.xml" Id="Rdfac3e2d5fc743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78d650009743ae" /><Relationship Type="http://schemas.openxmlformats.org/officeDocument/2006/relationships/notesMaster" Target="/ppt/notesMasters/notesMaster1.xml" Id="R7645f98aaa7a4f0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14c2f3dbc041ae" /><Relationship Type="http://schemas.openxmlformats.org/officeDocument/2006/relationships/notesMaster" Target="/ppt/notesMasters/notesMaster1.xml" Id="R4f796879131548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3a3120bd67401d" /><Relationship Type="http://schemas.openxmlformats.org/officeDocument/2006/relationships/notesMaster" Target="/ppt/notesMasters/notesMaster1.xml" Id="R419f973f1a85417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06efe9504684755" /><Relationship Type="http://schemas.openxmlformats.org/officeDocument/2006/relationships/notesMaster" Target="/ppt/notesMasters/notesMaster1.xml" Id="Rf791d01feba449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d2bc88ffbc4196" /><Relationship Type="http://schemas.openxmlformats.org/officeDocument/2006/relationships/notesMaster" Target="/ppt/notesMasters/notesMaster1.xml" Id="R7e15cc7061a04b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101de8b9a40476f" /><Relationship Type="http://schemas.openxmlformats.org/officeDocument/2006/relationships/notesMaster" Target="/ppt/notesMasters/notesMaster1.xml" Id="R8d05f1c270e043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817f68a66f6492a" /><Relationship Type="http://schemas.openxmlformats.org/officeDocument/2006/relationships/notesMaster" Target="/ppt/notesMasters/notesMaster1.xml" Id="Re682673e3e1f4f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9cbbd7c0231477f" /><Relationship Type="http://schemas.openxmlformats.org/officeDocument/2006/relationships/notesMaster" Target="/ppt/notesMasters/notesMaster1.xml" Id="R03b71da475384bb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9dd43975204c49" /><Relationship Type="http://schemas.openxmlformats.org/officeDocument/2006/relationships/notesMaster" Target="/ppt/notesMasters/notesMaster1.xml" Id="Rc1d9d2f1b248465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10e34f1064f4572" /><Relationship Type="http://schemas.openxmlformats.org/officeDocument/2006/relationships/notesMaster" Target="/ppt/notesMasters/notesMaster1.xml" Id="R9220ccb07ea941d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ac5ca9f8b404be3" /><Relationship Type="http://schemas.openxmlformats.org/officeDocument/2006/relationships/notesMaster" Target="/ppt/notesMasters/notesMaster1.xml" Id="R2ee40a240b20450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311f442fb7c4a35" /><Relationship Type="http://schemas.openxmlformats.org/officeDocument/2006/relationships/notesMaster" Target="/ppt/notesMasters/notesMaster1.xml" Id="R6236e9c1428543f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c28d31850544db7" /><Relationship Type="http://schemas.openxmlformats.org/officeDocument/2006/relationships/notesMaster" Target="/ppt/notesMasters/notesMaster1.xml" Id="R8e3495428e58447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8f9a3f22b044b1c" /><Relationship Type="http://schemas.openxmlformats.org/officeDocument/2006/relationships/notesMaster" Target="/ppt/notesMasters/notesMaster1.xml" Id="R8afd1aea30d54c3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500586e12974d19" /><Relationship Type="http://schemas.openxmlformats.org/officeDocument/2006/relationships/notesMaster" Target="/ppt/notesMasters/notesMaster1.xml" Id="Rd03beb1a0335456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e47170d4a304b81" /><Relationship Type="http://schemas.openxmlformats.org/officeDocument/2006/relationships/notesMaster" Target="/ppt/notesMasters/notesMaster1.xml" Id="Re6626482765142c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f3a5bf8bc3a4de9" /><Relationship Type="http://schemas.openxmlformats.org/officeDocument/2006/relationships/notesMaster" Target="/ppt/notesMasters/notesMaster1.xml" Id="Re56e5cba07474a3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a0633bd98384342" /><Relationship Type="http://schemas.openxmlformats.org/officeDocument/2006/relationships/notesMaster" Target="/ppt/notesMasters/notesMaster1.xml" Id="Rd2bc42b89ba04b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fac5c9a73fe4512" /><Relationship Type="http://schemas.openxmlformats.org/officeDocument/2006/relationships/notesMaster" Target="/ppt/notesMasters/notesMaster1.xml" Id="Rf623d978481c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40e8e207a43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85fdf86a44f44" /><Relationship Type="http://schemas.openxmlformats.org/officeDocument/2006/relationships/slideLayout" Target="/ppt/slideLayouts/slideLayout1.xml" Id="R62c6824c3f2049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c6824c3f2049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8389d5949416b" /><Relationship Type="http://schemas.openxmlformats.org/officeDocument/2006/relationships/notesSlide" Target="/ppt/notesSlides/notesSlide1.xml" Id="R6e8ae6bf79cd4e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57e80af1c4e37" /><Relationship Type="http://schemas.openxmlformats.org/officeDocument/2006/relationships/notesSlide" Target="/ppt/notesSlides/notesSlide2.xml" Id="Rd6fd6af49b7a41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e21af1d99456c" /><Relationship Type="http://schemas.openxmlformats.org/officeDocument/2006/relationships/notesSlide" Target="/ppt/notesSlides/notesSlide3.xml" Id="R5a0266c60442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93b7e9b04414" /><Relationship Type="http://schemas.openxmlformats.org/officeDocument/2006/relationships/notesSlide" Target="/ppt/notesSlides/notesSlide4.xml" Id="R70d1492d67664f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f40997ea0481c" /><Relationship Type="http://schemas.openxmlformats.org/officeDocument/2006/relationships/notesSlide" Target="/ppt/notesSlides/notesSlide5.xml" Id="Ree51747ae1a44f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39392b47e49d1" /><Relationship Type="http://schemas.openxmlformats.org/officeDocument/2006/relationships/notesSlide" Target="/ppt/notesSlides/notesSlide6.xml" Id="R04b30b35b90249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6f383b8a94dc1" /><Relationship Type="http://schemas.openxmlformats.org/officeDocument/2006/relationships/notesSlide" Target="/ppt/notesSlides/notesSlide7.xml" Id="R3403b9f05fdd46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6cbb117cc4443" /><Relationship Type="http://schemas.openxmlformats.org/officeDocument/2006/relationships/notesSlide" Target="/ppt/notesSlides/notesSlide8.xml" Id="Rceeb687776fe41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3acb467d7422a" /><Relationship Type="http://schemas.openxmlformats.org/officeDocument/2006/relationships/notesSlide" Target="/ppt/notesSlides/notesSlide9.xml" Id="Rf52394470e4647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cfa319ff54736" /><Relationship Type="http://schemas.openxmlformats.org/officeDocument/2006/relationships/notesSlide" Target="/ppt/notesSlides/notesSlide10.xml" Id="R901682a09a2741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72ec31b164fa2" /><Relationship Type="http://schemas.openxmlformats.org/officeDocument/2006/relationships/notesSlide" Target="/ppt/notesSlides/notesSlide11.xml" Id="R5a7f8f285020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74c7286147ec" /><Relationship Type="http://schemas.openxmlformats.org/officeDocument/2006/relationships/notesSlide" Target="/ppt/notesSlides/notesSlide12.xml" Id="R154779e311c744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dde5f76574a62" /><Relationship Type="http://schemas.openxmlformats.org/officeDocument/2006/relationships/notesSlide" Target="/ppt/notesSlides/notesSlide13.xml" Id="R95c1eb8a910448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b1436c91c4ff4" /><Relationship Type="http://schemas.openxmlformats.org/officeDocument/2006/relationships/notesSlide" Target="/ppt/notesSlides/notesSlide14.xml" Id="R45d5256e7c2f4b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29b9e0a0f4dc6" /><Relationship Type="http://schemas.openxmlformats.org/officeDocument/2006/relationships/notesSlide" Target="/ppt/notesSlides/notesSlide15.xml" Id="Rc85f1a3827af4f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bd3cbb5284f3a" /><Relationship Type="http://schemas.openxmlformats.org/officeDocument/2006/relationships/notesSlide" Target="/ppt/notesSlides/notesSlide16.xml" Id="R8435dfcad8434a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69ed244ab42bb" /><Relationship Type="http://schemas.openxmlformats.org/officeDocument/2006/relationships/notesSlide" Target="/ppt/notesSlides/notesSlide17.xml" Id="R18a6d32020b74bd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7a33f10a5446d" /><Relationship Type="http://schemas.openxmlformats.org/officeDocument/2006/relationships/notesSlide" Target="/ppt/notesSlides/notesSlide18.xml" Id="R4228934512b54ef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8691d93345db" /><Relationship Type="http://schemas.openxmlformats.org/officeDocument/2006/relationships/notesSlide" Target="/ppt/notesSlides/notesSlide19.xml" Id="R7fb9abcebf5646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948fe0dfc4f26" /><Relationship Type="http://schemas.openxmlformats.org/officeDocument/2006/relationships/notesSlide" Target="/ppt/notesSlides/notesSlide20.xml" Id="Reb459523e6cf468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0b2f417c84849" /><Relationship Type="http://schemas.openxmlformats.org/officeDocument/2006/relationships/notesSlide" Target="/ppt/notesSlides/notesSlide21.xml" Id="R91f617cf8587432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2effffea4597" /><Relationship Type="http://schemas.openxmlformats.org/officeDocument/2006/relationships/notesSlide" Target="/ppt/notesSlides/notesSlide22.xml" Id="R75ab14158433490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72e6266ad48b7" /><Relationship Type="http://schemas.openxmlformats.org/officeDocument/2006/relationships/notesSlide" Target="/ppt/notesSlides/notesSlide23.xml" Id="R10f23ead4de7447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7fddabfc0439a" /><Relationship Type="http://schemas.openxmlformats.org/officeDocument/2006/relationships/notesSlide" Target="/ppt/notesSlides/notesSlide24.xml" Id="R74c81d9126d149a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e7f57401e4bfd" /><Relationship Type="http://schemas.openxmlformats.org/officeDocument/2006/relationships/notesSlide" Target="/ppt/notesSlides/notesSlide25.xml" Id="R5969f022f2fc43b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3031e22af4a1c" /><Relationship Type="http://schemas.openxmlformats.org/officeDocument/2006/relationships/notesSlide" Target="/ppt/notesSlides/notesSlide26.xml" Id="R30322c7a7d7d4a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8773e65c4822" /><Relationship Type="http://schemas.openxmlformats.org/officeDocument/2006/relationships/notesSlide" Target="/ppt/notesSlides/notesSlide27.xml" Id="R0ca70fe4427447d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f249a9e904d30" /><Relationship Type="http://schemas.openxmlformats.org/officeDocument/2006/relationships/notesSlide" Target="/ppt/notesSlides/notesSlide28.xml" Id="R040d5bed262448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6643e946a4f02" /><Relationship Type="http://schemas.openxmlformats.org/officeDocument/2006/relationships/notesSlide" Target="/ppt/notesSlides/notesSlide29.xml" Id="R3b997dbb24134fa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78db88a484955" /><Relationship Type="http://schemas.openxmlformats.org/officeDocument/2006/relationships/notesSlide" Target="/ppt/notesSlides/notesSlide30.xml" Id="R8ca619ae7dcc467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f3d6fab94231" /><Relationship Type="http://schemas.openxmlformats.org/officeDocument/2006/relationships/notesSlide" Target="/ppt/notesSlides/notesSlide31.xml" Id="R9deb2c864b9444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319a64e4f4fc0" /><Relationship Type="http://schemas.openxmlformats.org/officeDocument/2006/relationships/notesSlide" Target="/ppt/notesSlides/notesSlide32.xml" Id="R030d366ab9704fd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f0790e8564739" /><Relationship Type="http://schemas.openxmlformats.org/officeDocument/2006/relationships/notesSlide" Target="/ppt/notesSlides/notesSlide33.xml" Id="R6257afe5d5c24e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9eb6f9d124fb0" /><Relationship Type="http://schemas.openxmlformats.org/officeDocument/2006/relationships/notesSlide" Target="/ppt/notesSlides/notesSlide34.xml" Id="R489ae69b107f423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166eb1c3e41d9" /><Relationship Type="http://schemas.openxmlformats.org/officeDocument/2006/relationships/notesSlide" Target="/ppt/notesSlides/notesSlide35.xml" Id="Red865e10498449e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05fd8163c4480" /><Relationship Type="http://schemas.openxmlformats.org/officeDocument/2006/relationships/notesSlide" Target="/ppt/notesSlides/notesSlide36.xml" Id="R20172f9629a343a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b4da4e8d1419d" /><Relationship Type="http://schemas.openxmlformats.org/officeDocument/2006/relationships/notesSlide" Target="/ppt/notesSlides/notesSlide37.xml" Id="R317a49525fe44a2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22f09c7af40b2" /><Relationship Type="http://schemas.openxmlformats.org/officeDocument/2006/relationships/notesSlide" Target="/ppt/notesSlides/notesSlide38.xml" Id="Rddc88092e6c64e8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838de812141bf" /><Relationship Type="http://schemas.openxmlformats.org/officeDocument/2006/relationships/notesSlide" Target="/ppt/notesSlides/notesSlide39.xml" Id="R47009845c25b45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d79f579e048b6" /><Relationship Type="http://schemas.openxmlformats.org/officeDocument/2006/relationships/notesSlide" Target="/ppt/notesSlides/notesSlide40.xml" Id="R98e6a0f122ce41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FAEB8-6A49-4A3F-8F73-3974CCA3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497E1-02FC-4C39-B063-ECCE16AD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52D22-6FF1-4096-A701-C5ED568F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7E181-3D0F-412F-9925-AB85A5F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080A0-B513-4F7A-A715-2C5D2E04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EEAA8-2F62-4C6A-B4AA-F8CEB3C8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A024-2C8C-483E-B284-B7CF768C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0441A-A98D-48C1-B474-578721AD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BF23B-5712-476B-AA46-04A6275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379BA-3E30-4AC3-AD27-F1D8754B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72824-91E8-4CF4-A02E-93CC963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4B2E0-AB2E-455E-A0DC-CFA95303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DDAB4-1D94-41E8-955B-EEB7288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32401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E6E06-BDAB-48A1-A90A-B4AB0818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5E03D-6D4C-4129-8CA4-44B7CB1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FA330-796E-4ECC-8EB6-EACB4A52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FA5C4-8497-4B94-B420-0726C57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05365-2493-4FA8-83DE-B74787B8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9EAC-220E-4B3A-A1F9-CCC3E8D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32F4D-EED2-4756-AC8A-694EC1AA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B3689-3728-4463-88CA-D7E0535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A0F8F-2B50-49B2-AF7D-7F2A752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0F07F-35F7-4B17-BB71-8EC454AA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2087B-339D-4BBD-9F0E-9AB3E4BB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E7DE2-7048-4450-8713-076795F1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6203F-C677-46B7-9018-427D2C2C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87636-C718-408A-8C74-8B0800BF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21023-84F6-473D-85E0-29A9B06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79101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60A09-7AFE-4C83-8E20-364C40E3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D92A6-4EF3-4DD9-A8DB-ACD790E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41517-CFD1-4E67-BAC1-1FE936CD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5334C-FA5D-4939-AF03-61921BDB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5AEDA-7D2B-472F-A56C-EE11E700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7EC8C-F0A5-4AE3-9ACA-BA3A9DC9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D36B8-ADFE-4B6D-A92A-BE723FF0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CACBE-3018-409F-B542-11675C4F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89654-A00B-4299-A5AD-5B701E4A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87421-35C5-49D0-9D45-2E173149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42B7F-E3AD-43C4-A756-A7130F0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4DC4E-AB8F-44EB-9CEB-FDC1B88A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642AAE-A951-4FF7-A24C-27BC0A9F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243A7-7652-4DAB-8CE4-870D2F6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C2303-E46A-4FB5-98DC-CD6113E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7BFFB2-19EB-48DB-9543-EA851BF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5E4DB-AC04-4ADB-938A-00BBE0BF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3B8C1-E347-4858-8606-49373E27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Development of lateral surfaces of right regular...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D4F663-918C-4F8F-B2E1-F6392185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14CE5-7EA7-420F-8675-89B2B336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A84193-1216-4CCA-A049-8F6FBD8E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E1A5E-1581-4CFB-896E-8988334D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BC5F4-C49E-4842-9233-81D02B43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20559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2F690-F2E5-4959-8486-11DC0F96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32DCC-1686-40FD-B401-7703A4CD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B470A-D98E-426D-89FA-883951B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8C1AD-18B1-4535-8F79-366EB334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3C562-6B9D-478A-8D69-2E0CC3F8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59B13-5BD1-4E81-9668-67B40711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36A8A-DB8E-48DA-A6D0-567DC41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F6A16-E641-490D-BA7C-82718C41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5906C-D6EE-489C-92FE-4F59DA3D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7A75C-C1E1-40D7-B4F1-43FF5A14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9EC35-F7A8-4D67-B5F2-5A9AA41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3A6D0-DD58-4506-866E-A5539457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23F06-E12F-41E8-AC84-955D1E26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6F183-94B3-4709-92A2-BC51AF4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BA093-8570-4C83-B763-09E423A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CDB1C7-4DD4-4FBF-966B-CC2D13A4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51E45-1CEA-416F-912E-9442C313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Development of lateral surfaces of right regular....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06780-90C6-4F39-A19C-0E8E1B6A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73DE52-E9D9-4C33-A619-128835B3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CC8CC-719C-4F84-8315-8FBC3628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84FECD-88B5-4254-B2A7-01F28CC9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6CD1A-D1D8-42A2-BB79-01AB9A0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76555-C1B3-405A-B915-8CF722FB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66930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E4B86-5CAF-42D7-8A03-A68549CB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B5EFC-70AE-4A44-BC9E-A8DA243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B9899-B554-489B-A464-65C69C1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ECDD9-3ABD-4B33-A9F1-F325D16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CD8A8-0995-433D-9079-6DBFE594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C0E3D-575E-403F-AD1B-D7E25D0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E9696-52D9-45F7-A583-CEF920F7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EE267-6F50-40A0-BA72-3994B53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91FD1-7F16-4BAC-B804-A735AA6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7CEE0-F3E3-4218-AF9A-78913E5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BEAB-A558-446A-AD95-E05759A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ECF71-68C5-44C9-A9F1-F3621708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2BC5C-D814-489F-AB61-B94FCE31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347BA-62C9-4950-BA6A-1D002842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F1852-244A-495B-9427-60910BB7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DD210-DF38-4630-B89F-C7201C0F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60356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DCF44B-F992-4978-86E0-FC6530BE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E54C8-489C-4520-ADF9-146E73BA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55153-8AE0-48E1-8C81-3B54505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11AF2-58DF-4C7D-92B2-3920B7CE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D9EF6-88BF-4CAF-85F5-5EC593E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6154B-59E2-4941-AA1D-847467F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Introduction, Section planes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16376-559F-4003-935B-C837BC13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4A30D-34D2-4124-AF93-6E7335C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301C9-3BAA-411C-AD48-334E8DD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71E5D-65F8-482E-867E-3FE861C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A334B-334F-4312-BC86-86C3D3DD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26949-8AA1-43B3-8AA9-C1516A3A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871F9-7565-4AA1-92E9-8EA021A9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96E72-FD29-4DEB-9CF8-CAF8B71F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37B09-5BB5-4152-8BCB-18A15B67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35327-E1D4-4C57-9CDE-4ED9A5D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57094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3F67B-8151-4779-A36C-EE090098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42AC2-90A8-44B9-A3ED-7A12E2A0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8F874-8E92-4858-8715-B08A65D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8E978-59D3-484E-B4F1-0C6D6DB7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9D1F3-9386-4BD4-85F8-DBCC86C3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A5567-1DDD-4161-AC0B-6A9E45CD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C54DD-6D34-4858-831B-46077D6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C485-9F07-471A-BAA7-FA517AEE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577BA4-037F-4881-BD63-CA7A49A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AB1B6-0742-4459-96EE-814D5731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8F4C5-2404-4C6B-BF9D-A1BFF65E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25126-1FC3-4558-AFAC-9FB24F2D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4BE57-4EF7-4E7C-A551-47C5B1EE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E2236-C2FA-4A68-B209-D6A86421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F3C45-6C75-4F28-8F93-B2483E17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AC67F-6270-457C-B680-4E9BED0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853FC3-3B02-41D1-9180-DAE39A0F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DC576-607C-49DD-A7F8-51457278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FECB1-0DB8-4080-9FA2-916DFF3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AD513-C3C8-4577-BD47-053B74EA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50BD6-51CB-4EBF-8D26-1CCC68F8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76A77-5F18-4C11-AA66-F130593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2BDA3-63BF-4D2F-9E8A-12054B3A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60978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89EDB-856C-424B-887C-18670F9F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7EA1A-8AD0-4BE0-A252-EBA2FF90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BBD73-EC1E-4E52-A8C3-E0C53234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F2AC3-9B99-42A6-AEC6-67FDC06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9A60F-09B6-4E83-A94E-F99D798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D1054-8899-4960-B67D-369C6107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2A9EC-ADF6-4CD9-9656-C3BA6374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56547-5363-4397-9A3D-F24A60EE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1B926-0F98-4DB6-A07E-B416D5A2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85764-9969-42F0-A5A7-D9E3DBD5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0AFB3-A5AE-4719-B32B-404B4DCD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B2839-9165-4A36-9051-DE80D7DE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825FC-9396-4C34-8540-B89CE41F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1BBD7-83F2-4C9B-8160-439DBA8F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8ADB7-FD88-4C02-B670-D666FA97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66090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3CA55-BF99-453A-9BF5-08226285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0E342-38C3-4900-AAA5-027642AD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CB906-AA2D-4031-A864-24B3868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29320-AF3B-4861-BE6F-B8B85772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12FF9-BD84-4C4A-BBDD-DBBF4095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34E0E9-23D4-43E5-B8CF-6521D40C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Introduction, Section planes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F3168-C12B-4832-ADBD-C9F29209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F7C30-4F9A-4ED2-845F-E6FF2C3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3432D-DF56-402D-94E6-5DA843A6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F2D97-1726-435F-8AE7-F375077F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E49EA-67D8-4BE3-9A73-07FE76F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3339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F7009-4129-443E-9A00-F61E3937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85E1E-7707-40A5-9428-1EB30208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13B6C-2607-4E2F-AD36-A63A3279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59E5B-EC04-4598-BB08-D7A67D78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DA1A6-E2BB-42E9-9287-1911A59C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Sectional views: apparent shapes and true shapes, Sections of right regular prisms, pyramids, cylinders and con...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4E857-6B15-44B8-AB79-8D08FB6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 views: apparent shapes and true...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5F7B2-8CF2-4D21-8C64-D20E248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5D088-6094-4323-99C4-CB9EAF61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D3081-677E-4A0E-9F72-E76793D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790B1-222E-4C16-956B-60F14A5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B08BB-53F6-4DA3-94E3-E5B83103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A3F05-A783-4C05-9D2F-4816A5CB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D750F-0669-4535-8959-88A50132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6604B-B8F8-432A-824A-D98D7DBF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A3E47-BA21-430C-B4B6-8E5B66FD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03258-4276-40FC-801C-E8F97A3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645297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0984E8-01C9-411E-A73D-AC571C36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73F7A-FB1F-4606-ACBB-A755330F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28B41-940B-4DCC-9C50-283B28DB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67AA1-0617-4560-A6E6-CAF606B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E53CA-0677-49F7-A5FB-6614192F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07FF8-A172-4D1D-9561-57F4E205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CE36C-DBE5-4BB7-8C2E-D377BEB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9151-207E-4178-AA81-23CA050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BF97A-B0DC-4AA4-9FCE-304FAD39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Sectional views: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54933-9EC8-4F4D-A57E-7616300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3D405-D542-4917-B45B-3FC74EC1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045E4-2A32-4DED-96FC-6EC81805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Sectional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16C76-5933-4B98-9394-F9C59B02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6634A-65F7-4E62-B7C8-841EEE6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8A8D7-28E2-4C94-B5E3-7EBD9A16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Sectiona...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5F773-0D09-496B-B049-E1185F3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2303A6-88BD-4A7F-AF7A-4B93748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DCC49-E9CB-44F3-8D10-F2D58620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Sectional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E98A6-04FB-4D11-BB45-13815AE4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99CDB-4866-4F9B-8DB2-5ADF11C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A1A2B-9093-4A5E-95D3-B3B2BF3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Sectional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C24E6-B6AA-444A-BD56-7196E8D1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CFC87-DEBE-45C2-80A6-F3535DED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58099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77EBB-09D3-4D57-A1C8-82D2AC24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0C3CD-7097-4BBA-851C-6D8B17F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7BEB7-979F-4C32-807A-AC2DEF30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14905-83B6-45E0-9060-F6877C6F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1AFDF-68F5-4711-852A-CE0952C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9C2C2-61B3-4508-B6C4-44083F26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CDF69-5E4E-4F49-9114-5B23874A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F6D4F-2710-48A5-B96F-5D691F3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20D62-6421-4628-9EE2-F6EE755B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EBF46-AC00-4A11-9B57-89EC0DB0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35F9D-EC64-42DC-B36B-56F17272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1F596-8EAC-45C1-ADE2-E32DFECA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29F76-4E3F-4786-A094-C212F4A9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7E386-0FB7-42DD-827B-5707946E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E6D79-9AE6-42E9-BC06-A9295F4F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60236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1D59A-1A71-401A-AB1C-B825F8AA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FF0DA-835D-4F5B-A33A-07E38E98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4048F-C960-49EE-9B4E-DD59F9C3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D9A3C-4A50-4FBF-BD4A-6147D27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1CCFA-14ED-427C-A241-F3979D26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D2CCF-F3DE-423E-8A90-197F185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Sectional views: apparent shapes and true shapes, Section...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55613-46C6-4C44-A395-247916D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4711-A2AC-431B-997C-FF22C60B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E804D-1BC2-4F27-97A5-1CDBD470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C9513-7B30-48B4-98B1-49A80145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CC493-2B17-4EBE-9B31-A25E0DF0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784224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C0726-D1DD-41D3-9F9F-93838421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E3360-B16E-4613-96F5-1EB097A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BAAB4-59EA-47CF-9E15-50F40E98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D5E1B-5ABF-43B3-92AA-49BCA2FA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2F55E-2363-4461-BF84-7729C72E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92BB7-1D7E-4A0E-AE8D-129EE16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(Concepts only and No Problems for practi...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7CB51-96D1-470E-AAE7-06EFCE16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84EE4-168F-454D-802C-60C3DB36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16C64-A45A-4565-AE89-AB5AB617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DA417-81F7-45C2-951E-509A4CC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DC806-258A-44F1-9D74-7CF10AE9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76ABD-A2EE-41D4-8C5D-36E8200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09537-0881-4877-818A-67E4747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A34363-2FC2-4439-8500-29B64BF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CD7B7-3AA0-4BC8-A05E-154D26B4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9D74E-CC11-4F9F-94EF-F60C0270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679968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7ED31-0683-4020-A789-4878D038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D40C5-9210-43F0-88BF-6ED2552A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7C5B3-83AD-4724-BDBC-4DC9A92E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83478-010F-4B4E-806E-1930282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9A250-0E90-439D-A319-3C2C41CD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7A88F-240D-4D6B-B547-455DFC1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9A773-E27B-47E7-B0D5-4460A0BB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9C0F5-F908-4DD3-B947-103C0D85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8D586-0348-47C0-B8EA-CFA6D738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(Concepts only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CD750-A658-492D-A1FC-C877E2D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7280D-1B6A-44CF-93B7-7EBCA7F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F1BDB-655A-476E-A1F7-BDEF45B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(Concepts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533EF-3A6A-400C-AACC-3301A58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1C81E-E387-444F-B7A6-23E56ED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EFE6D-3E94-4858-A568-5A3363BC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C0811-1A27-4569-B586-33896C0D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4AB82-1739-4E86-A3F1-CE1ED4A8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3666A-3A8B-4CE3-B473-FD9C860B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(Concepts only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64811-2F39-4EFF-B627-0A5187AD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D122B-CD94-4954-908F-06EFDAD3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47DED-6C3C-4E82-A25A-D347F7C1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(Concepts only...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DE6EF-AD16-4D92-9CD9-5C9EE54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B0387-64EB-4873-AA5F-FEB89DDF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979348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05D65-D233-4759-9973-71E2625C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2EF96-A2D8-4AC3-BD24-CAD7B58A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B73F-5255-4408-AB28-20C293A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28232-697C-4CB2-98CB-A474EF23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161A6-4CAB-4FDC-8F00-A5A7C29A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15FD7-1B53-42FA-87F6-F54DB1F5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1CC1A-AD43-4FE2-A9D0-D1930FE9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09506-DA48-4F73-9B68-F25C96C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B4F8C-B2C8-40F7-9CB3-CA35D1A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BE3ED-78D8-42C0-94E8-83A8079B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8C824-24A2-426A-BD6D-AE2F0B8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5FF6-6860-4414-A0E0-906750FB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4F786-88F4-431A-9BAF-EF99A510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5C2ACD-7A05-4396-903D-70E5EA1A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7C423-B41A-4A22-B15C-A0C5D839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033825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56ED1-48EF-43BC-9ABD-23C051E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BF7F7-AAF7-4E27-9517-73E8475D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B8F84-B107-43DC-A2BA-B9617012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E1794-C1F8-44CC-9CF2-C7902A38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3B348-1889-4663-BABE-F598A227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26E11-875B-4127-BA52-0EE41DAD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(Concepts only and No Problems for practice)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1AB36-92DF-4C2D-A9E2-1AE20822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176ED-E20F-4EA3-BC1E-88A3F75C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96A23-A7AB-4A48-AAD6-39345B4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EE39A-68EB-41CD-8BFB-1CC5EBE2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FFE9F-5FCB-4D72-B28D-7A64C4E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423812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87622-6563-4491-9118-D374910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BC664-705E-4A4A-AF0F-3E37B138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19B28-0E4D-4B87-9F4E-A600F642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9FB55-96B0-48F4-BAA1-68E1C459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0627A-7AEF-4AAC-9A6F-D2549E92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Development of lateral surfaces of right regular Prisms, Pyramids, Cylinders &amp; Cones and their frustums...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9923B-A4CC-4A48-ADDA-DEBF749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Development of lateral surfaces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48B63-7788-4907-ACF5-8D9D518C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8BCB-24E1-468D-B2BA-2BC2904D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97690-0032-49B3-89DC-3F33AE3D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4FE8A-B358-4954-B30E-CFA73461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A11A0-9F67-4FD0-988F-95F5F92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4B309-14B5-4174-A59A-D4C6FAF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94C44-4807-40ED-B49C-FA2C111E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77F7C-98EC-4190-B041-60ECC0A3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28BD2-C6E5-410C-A394-B79872BE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72DDC-03A5-4ABF-BD61-079C5F00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938853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363AD-E67F-4AA3-A279-212DD66D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00004-A4C1-4A8F-BD44-2405F049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E3B8E-A9F6-45A9-881C-48A3D28E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B4DA7-0553-4BBE-AEFB-03DC4C37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244DD-369E-4120-847F-9ED5EFD3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DCEE9-89B6-4C8D-AF40-1F0021AA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0EB49-30E3-4F02-9FEF-14D4C66B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EE62D-8233-4755-B2EF-59B5873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9CAC0-CA1C-4BDF-B9CE-74623107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Developmen...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82001-2B47-45AF-A46B-6531B5AF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9E41B-E449-40BD-AA06-F100183F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3A130-EA91-4E42-93CB-019E68D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Dev...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CA1FE-ADEE-49F4-B3E2-E73BA112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CFD2BD-0026-44A2-B8EF-94682F4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830E4-5161-4D0D-ACD2-CC3B6E0E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AA148-77FA-4379-8EA4-02695119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B555C-1F0D-4A11-ADB3-39EFDEF5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6D95B-267D-476D-B66C-8F9641B4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Developm...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94029-1C40-4F85-B122-802ABCF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17385-EA3A-4E2B-9AB0-F8F17F5D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2DC6E7-B79A-46E8-8698-D7F9888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Develo...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CEED8-CF5D-40DE-98FB-A84BF2B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8E812-D1E9-44D5-9F3C-35B1006C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01221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88B14-D739-4EC9-9AD1-DF461588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2D57DB-F402-4535-BD68-844506DF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78398-653B-4AD1-9CF5-40C9180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B7325-02A5-47EB-BEFE-C5CD18EE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CF917-1148-434B-90A1-8265E88E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6E8B5-23C3-4489-97B7-0CAA87AC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728C3-0B85-44AA-8767-1F7E092D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0ACDE-339C-4227-BA18-FD272A1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FBC25-A971-448C-A046-20BB9A67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05395-E8A9-4BF6-9FB6-0484787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4CE0E-D6D1-40D9-A741-001FB2C9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D6E17-1849-4763-AF90-5CF9B732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4AC66-CEDA-4CC5-9F76-A41C748C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EF7F1-5905-46D7-86F1-917BB454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651C0-9013-4963-9868-D20E3921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003019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0F522-59A0-432D-976F-24D5353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A65EE-A419-4998-BF9F-210C2273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DA67D-7698-48F2-A72B-7F62DE2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D3520-BC6E-4102-A584-00F6823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7E58A-58B0-4C40-9EFB-75D9C78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8283D-03AE-4677-8E15-7F327E3E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Development of lateral surfaces of right regular...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689B1-D869-4FF7-8F56-6C1B5E5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A833F-7991-4B4C-AD95-8F847091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ECAC5-9C41-4002-AB7F-3368A1C3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43504-459E-4998-BF00-24C95360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72949-1118-4684-946E-428197D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383241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CB73F-0C06-4592-9549-F6F21C65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875EC-DF53-4890-B542-1CAEDFB9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2DBD-ECAF-4579-9B60-E4373B6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1D71C-F5EB-4E8C-B18F-687C9C67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6B4FF-9881-4D69-8508-367FF42B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applications of development of lateral surfaces like funnels and trays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49DD0-A14D-4E51-831F-9CB5F868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applications of development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D3591-FB8F-424A-945B-E79A4E69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E91E2-2FB3-46F4-832D-6A8253B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E6C9C-E07B-4D63-81DC-502A655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D170D-2046-45B9-AC9E-A60547D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BD0CB-3EAC-422B-B428-EA12143D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B356E-DF16-4D93-897E-310F730A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428B4-961B-4D83-A3AF-8DA8AFF8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3744F-F300-4FAF-B0DA-8FD5157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FED35-51D3-4387-AF3E-7CAF8AF2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ABD2E-308C-41CC-88E3-5F234C0A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1582812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3FA722-BBDB-4B43-BC6C-79C1F7D4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C2035-1D7A-4CF2-BF0B-0B61C82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CA334-15E0-45B2-AB49-72CE6557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9FEEE-1E45-4399-9819-4A9C313C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E789F-F6BD-445B-B158-738D21C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13CF0-42A6-4815-8E3A-42DDEAB0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3FE29-EA11-41A9-B16E-7A568EE6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35040-D189-439E-A289-93AC82D2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2B060-BF16-45BD-B280-F62FAEC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Problems on applic...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0A519-3FA4-49EC-B23B-FBB86735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9254A-1931-4201-9BA3-402F7E95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75F2F-18C7-4654-9FD3-EF19207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34853-90B8-4D80-8B89-9DF1069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5E993-0088-4090-87C8-D392919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3CE5A7-2C57-4DF9-92A8-82737550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Problems...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5D3E6-744C-4D25-B931-82401F4C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EC0AF-79F2-4F41-97F0-833B83C6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3EEC3-BAFF-4AD9-9303-6F013A4B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Problems on appl...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7B301-220C-481C-8B1F-B546459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98D319-C8AE-400E-A32C-11237869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8D8C90-AD98-4DF5-9022-600F5035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0D08E-9CE4-4414-B26C-1D6E7154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D068E-68EE-456B-8F45-7A3096C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6979934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87E5B-F898-4235-9F6B-5D91CC9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D3FDE-BF9C-49CA-BCD8-B965A58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BB7E7-29F8-4FBA-902B-43453B47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C4437-D5D2-4AA5-9D5C-7539AF6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F013F-1D45-4752-9284-0F00F4A7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B4995-447C-43CF-9D6E-1BD31117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0F4E0-CF4C-4C6D-B250-EA30234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1BE1A-0A76-4558-B2DB-F5EE582B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7F88B-3296-4B81-A304-EB51CAA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BA075-DB32-4F80-A897-F8C41E6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5F650-1394-4869-B63C-34CA015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0AC27-34F2-4932-A12F-2AFBF1BD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40F90-C4CA-426F-9DFB-625A3271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69FFD-541B-4CE8-A901-BB13586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293F6-0581-4B24-898A-1B32B7F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584414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462DD-73E1-4977-B4B9-037E82D4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84ACB-C8B8-48E4-B36F-D1A881C3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A5E7A-1C89-4C78-9030-EFAD1BD0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9DAA0-9FB4-4796-84ED-65B342F2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21042-4224-460B-82BF-4FA3D373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FCD08-EA15-4524-A82C-E174CC98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applications of development of lateral surfac...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36360-91DE-4CBA-9441-997EA0D6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E3D13-0890-48F5-9DC7-2E38B575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9128C-D053-403C-ADF8-4DE6AEB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91A84-0B85-4827-82D3-7F07AD6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4BA6C-6291-4048-A3B9-40FC0A49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1346415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84259-7FBE-4EFB-A7CF-CA507E17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22160-4BC6-4B99-9219-A697898B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C8F88-39D5-47B1-9238-0D64BFE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B0303-7754-469A-914A-908698E6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A6717-5B26-4D48-99F2-6979AE15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F9915-E82E-4B0E-A64C-E0CEBC49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031226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5CBCA-D950-424B-8472-BC46C1C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AE2C6-4F17-4A86-9277-0A40CB66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F7123-EE2D-4F2A-8A06-D7F7C48D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E65EB-A6AB-4218-A727-D5970968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A25AB-AE98-4D34-9F24-FFD77488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B706-D607-4FA7-A40F-E0A520F9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1166549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67FFF-B768-468B-B2B8-C3BF3337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35F3C-22B6-4AEB-854F-460BFBBD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A1D69-190A-44E0-B8BD-F5339E3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D5C2F-5AB1-4282-BA1E-26797C28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A0984-2E77-43BB-A947-A9194FD6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7628F-3155-4D26-9934-F4935072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140636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6B0EC-BF24-4F11-AC10-080BC683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D75E6-2CFB-4C06-ADA2-842E1323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3BA79-F6CE-4CFB-A483-DE3FE98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03E26-BE11-4316-9839-47F2E956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BB6C4-1535-41B7-84FC-64DEE220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3982D-7E41-4CEA-AD19-31B629F8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352342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C125A-0263-42FA-A3D5-76BAAFA9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B5BCB-549C-4E1A-B9CB-7DC50308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C163E-7CA6-469A-8B76-06EEB98E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C7B08-858F-449A-8F66-02523C1F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6991C-8E45-45A8-93B1-E3949B4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Solids: Introduction, Section planes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Sectional views: apparent shapes and true shapes, Sections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(Concepts only and No Problems for practice)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Solids: Development of lateral surfaces of right regular Prisms, Pyrami...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Problems on applications of development of lateral surfaces like funnel...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05EB2-6D47-403C-A4F4-A57FD664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8FA86-48B4-4559-9FD0-1E33AFC3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9FDB1-ED42-4E92-A657-A7E98D4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133805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75514-E682-4BBA-9259-6DF7EC17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D132E-FE37-4438-878C-442F3209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D5C8D-76DB-4361-A821-ED944028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0008D-015C-4F62-8831-E96CEFC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92C83-CC12-44CF-B491-6B6964DE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5018-56F0-410A-B5F5-98FF8CF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3350A-F74E-4C10-8A1B-DD24135B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648AC-12B9-4D03-A56C-29155284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43A99-8EEC-47A5-88E2-4638A2A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2CD79-814F-4005-B315-8AA4C62F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CDADC-4376-4925-8246-418139D7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350E5-0442-4FE6-8FAA-8421705D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CB1BB-7BFE-457A-B2A6-53186DB9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0BC3A-8B87-474D-9482-89904454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AE1DB-FEFD-4D69-A636-AE53155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36F8-8AF8-44E3-AE66-0B7483BD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E7182-4391-4914-A1DD-FAC4240B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A57A7-EBB8-4B98-AD66-6077DC72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3313E5-EFBF-437E-84F0-CC5347E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50B35-5CCC-42A3-87A3-2D4EDBA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5D1ECE-A5F1-4CD8-A750-68EF3A2C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99D70-DAE0-4102-9F90-610645C6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EE35B-6D86-4515-B1BA-6CE8311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0FC847-003F-4E97-83F4-17E3ACEB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21B7E-3CA6-4B4D-BA67-C0117CF3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CA1D3-5043-4326-B955-45520224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D7475-3769-4FA5-9AF2-D7A498C6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7D3E0-F7E3-47D6-8C17-46057790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4568E-9C22-4E27-8668-1CCF2020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80064-C688-471B-9C42-1F08AF0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4F3C7C-2FA1-4779-AAD3-FA1E0F3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F3246-F13B-4D90-8125-A0840A25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789366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BF5628-CB56-4828-8699-A93F35C0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EDD9F-3C61-4500-B670-4C93CFD4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8616E-A646-411A-AACD-F3A2888E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42816-698E-4823-96FE-B91718A8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3ABF3-64D4-4CA8-BD7E-25F1576B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90D9-F375-4BBF-81A9-496C9D1D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FB7F2-584B-4BFB-9E2F-D78CCBC3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1B61F-9759-4CEA-8FDE-02054A1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4B846-822B-450C-A408-95C6E0D8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041B8-9C0D-4004-83CD-82D7C39A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4AB41-9090-4C2F-AA82-6177DE69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C6D68-227A-4D8F-8A25-7C17D7AE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63659-D928-4071-A5E8-60E15B37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46B15-111B-4846-8F45-8C34905F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2B36F-7695-4338-ACED-716A0C0B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25F57-760C-492E-A975-C2D80F3E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4338B-EC53-4D79-A3BD-0F7268A2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361B1-6BA5-451B-82CE-C5175C69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32AF97-6F64-45D0-81C9-D399835A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266C9-B368-4853-9C04-5E14622E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91E7E-2A57-46B8-80BB-BDDD964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9B1F7-5168-4BCC-81FF-CA948605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CBEB9A-9FE1-422A-A164-33A4646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69065-86A2-4A2C-BDA5-4EBC7AA3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89868-8E9D-4E02-B0DF-AD6B2EBE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E5086-9328-4FBB-8C2F-32248862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3DD7A-4A39-410A-8F1B-97C09C4C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DCB83E-732C-42ED-BFF8-ED8D273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DE654-BE3A-4E2A-AC29-95FE51BB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15ED9-3D24-46F3-9264-A3598A0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C5970-2F44-424C-9503-22106E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BC2A8-746E-4991-BEFA-50EF2D99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330209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E98606-8476-4959-BA5D-33D28B9B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1D25D-FC38-4514-BE37-2CC9325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D083B-94CD-4B01-A4FE-15156E2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6E3C5-A8F4-407E-A35F-7398622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6D602-32D5-481B-815C-15189FFB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51A08-63F1-462D-B402-18F850CF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61397-7E13-4728-9A87-DD984D8D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B3B23-06D8-4700-8CFF-D1BCE32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4F540-DBF5-4EB2-BF1E-85276DB5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30095-51B1-4ACF-9B26-DF51C55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4A80A-2080-48E1-AA94-65CB0A96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3DEE5-9F6A-4DB0-8C6A-9E9C98A2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F49BE-F5D5-4749-A1A8-9FBA9459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9402E-E1D0-44A2-B562-7F11E53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CB796-E109-40C8-BA53-6273BC3C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CFD16-2BEC-4830-BFB4-B9C8B019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F40E3-099A-4824-984E-028EBCAE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95E0C-66C2-413B-ADEF-D5D5C582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98A31-F8C9-4455-8F30-56A8F31C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C5A06-BC48-4FAA-BABC-E3B671CA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7D7C6-5DAD-4F8D-8EAE-4D30D8B5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E59AF-C603-418D-AB57-8AA6BFA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8BBAB-2D64-4181-A61F-C4BD7A19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8DC6B-4FE1-4A78-992B-20152776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D7566-0C76-41C3-BF95-082115A3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AE588-B6ED-4A2E-80E6-BD01AF0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AC1B9-54C1-49DA-9007-F0D6BDD2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E5FD3-76D2-42F3-967E-4846A150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70A89-D5A2-4320-94A1-757D539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7FE86C-275F-4C96-AD08-1D37107E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3317D-7EE4-4952-9963-DC111D24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97170-F637-43AA-B549-9E7C15E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319314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605B8-298D-463E-A1FD-F531440B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3921C-A218-4071-AB1D-7F4A8C8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A7774-64C8-4226-85D3-02F469FF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21E09-FFCE-49BA-97A2-61424E87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C0E60-409E-4DE8-90EB-A0ACA96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6F900D-83E0-4311-BABE-AA37C32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8D3C2-BF3F-4A25-99E3-9403EBA1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CDBA0-4120-412C-A594-9A4899B7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ED3FBA-C278-4DF0-9F86-42D8DAEA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F34E6-2359-4BCD-B813-BA7C32B3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F3847-B478-4ADE-A067-1FB7E3B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A78A4-7BEA-45EB-B312-3FCD0045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8D3ED-EAA7-469A-9D99-54627C29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EB528-C05D-400C-A898-12A9EC7A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EA8F7-AD12-474E-93D3-F929E8BC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82981-E488-4747-B2C1-0A48209B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9510D-6123-4EC8-87ED-0B80C4E1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FA154-32D4-4FB9-8830-B09D69E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6C98C-FF97-40F5-8673-5CF269B1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8EA40-FEEC-493F-B294-0D49006D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DF8B6-2A45-454C-9B51-8279B1AA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E3752-B4C9-42B4-BED0-516FD2D5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677D2-0B2B-4454-A1E8-E0ED5C4A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38D7B-6BCE-4F98-A628-1D08FFB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9C93E-2269-413B-8707-04EF69A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523450-37E5-42F6-B8B0-C302128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2C27F-3AB1-443F-A48C-D3DC9634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7D4F1-8180-45B7-95E4-1DFB448B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021242-6BB9-428F-B8BC-6C7E907A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733BB-9E08-46DC-89FB-CE6D9054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05F86-814D-4E7D-9335-6692F8B9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66CFF9-D0C4-4EE8-8F4D-677F6043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029265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DD848-C5F7-42E7-A7DD-7F8251DB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64427-D7C9-4ABB-AF46-CCB798A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F68E6-8B39-4FC4-9DCE-F8AED570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0CF38-6B91-4E69-A207-F2B7EC7B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41D11-5984-447F-9FE4-3D0DFC2E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59C39-EA5B-4468-A6DE-263889FB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A00B-6BF1-4247-9C56-7FF805E9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DF667-34E6-49FA-BBBA-ABFE6B06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B2A62-A13D-43C6-A237-0D5991CD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A0ADE-A737-49D6-82F1-3D54555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CC4DE-C418-427A-ADCF-480E355D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A7B26-C213-4F7F-9786-B1C0EE8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2EE89D-3077-4016-812F-58656C37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EF866-8BFD-4B73-A2DD-58E039E3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0B553-A99F-4D39-92A2-6C210AA4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6679B-1602-4D4C-9B86-B889217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D2E85B-81B1-4287-9992-F28C4E43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4338D-660D-4D0A-ACD1-494BDCE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F9FCC-2FD6-4885-AA79-7DCF2BE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1532B-9F64-4A45-9616-6112405F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5A17C6-9271-422A-AD78-FD0BDDF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E1283-97E8-4DEC-B389-514846D6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68085-3C30-4B0B-B52B-F034BC94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53448-11A5-4B76-A4DB-43EA5D18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CC89F-5985-43C4-BFD3-6A987214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26E5D-9F39-4D18-B453-7D8FECF6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F04DD9-FF32-4348-9257-9A4CD58F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CB200-15D8-4A85-B0D1-60B8F6E2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F36C-F914-455E-9A00-B0F8F9D2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B062EB-4E73-4F9E-8B67-D1539E19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3505D-D94D-4FAC-90D5-C464E24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E5A088-7C41-4618-96B5-EA01749D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847238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FE371-3AAC-4186-AFD2-56BB475C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8D820-D7E5-4790-BF9E-47C6C461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E4D68-4080-4D8E-AB8B-B1D9A36F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85231-ADEA-44BA-BD93-19B79A76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91716-F053-4197-978F-77608E2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CB56B-BF0A-4A3B-B487-6FE3FC92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03A03-CBA3-468A-B6FC-C7003650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24F69-36CD-4C5E-8726-C71C0FA9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4463C-95E9-409C-AD3A-502FB06C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34D59-187A-426F-9AD0-AFE9858E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3FA55-C092-4F1D-A242-728D6B5C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D754F-DA7B-44D8-905E-E8F1D96E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36B1D-753C-4B53-8847-5A718004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1CF5B-8282-4247-BA38-F7C8E2C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D59F1-47CA-45FB-A6C4-4ADFE0FE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583DF-D241-4E2E-9F1A-4BCBB27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53BBE-F378-45EF-A905-9CD4E50A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3F512-2E36-48A0-9422-747151FB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7E346-C57E-406B-8C00-FB4DE4E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63EAB-5DA3-4378-9820-34DB68A9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365F33-065B-45A1-9428-A2D57BD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CE99DA-9CB9-4B1D-9910-8BA7E310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3E2AB-0021-4CCB-AC5D-3DC55B80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78029-9E3A-4762-8298-C418576F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E4ED33-F4CC-449B-9032-2DE7A48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23397-12DA-4A67-9B62-AACD9859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5247A4-D96B-44F7-B34A-EEA33F1F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220BA-D40D-4265-BA4E-FCEAF42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823B6-0F7E-43C2-97D1-ABD0E847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8ECA2-5E06-4D01-90A7-6E35AA78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C8A0F-6558-4D94-8DF6-305E017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71F7D-EB90-4DF7-BB21-DBCAA5D8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568981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E196A3-E7BF-430A-AB5D-801C3482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CBE14-6916-48E8-AF20-6E4B9C9D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49228-717F-4640-B7D1-1CE54861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A3BBD-615D-4575-8691-7334BD61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214B5-9D77-4841-84A0-CB29132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26A31-B532-4F68-AE64-07275D14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4A294-E6FC-451C-BF32-1711B6AF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A810B-FE7A-45ED-9288-692F1FF1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6D8A8-23D4-4331-9126-753F06D4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E5C04-CE47-4468-89CF-8F73B79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0B626-B5CA-4DDB-BD45-ED6ED8B9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DC5C33-86C5-4575-B38D-261FE09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564E1-B826-4086-B29E-4B1C37BE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325E66-A4C5-4A2F-98AE-327DE70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7419F-59DA-49B0-864A-BF833969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4F22F-30A7-4D24-8651-36B76AA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47592-CA37-4754-B657-D2E7C667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74312-0B1E-4706-8B46-F924A399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62452-DD1D-4F46-91E8-6AB74CC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3DCD5-33FA-4350-9479-D1127B7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1B866B-E5C9-487E-8B09-BA5C1718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8ABAF-25FD-41DB-A0F7-1870ECF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65C06-67CD-4960-AE02-6F2707AC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AB913-F599-4BFA-A1B1-3107AE45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44B9C-AC1A-4333-B205-FCF8480D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E8689-DC3A-434D-9885-A6E4B8EE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A96CC-F6AC-4C0E-9FFC-7F257486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1D1E19-0B1E-43AB-B843-D402E6EA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A6A1C-2E94-4171-B6CD-37D928CF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C5E5E1-15A1-4F29-9991-98D10C7F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8A3F2-942C-4A81-8D83-B392FF03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857BA-636A-423E-B818-6B18050C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644293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589D7-025A-4D36-AACF-2694AB0C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DD599-1C2F-4EAD-BE36-8909855A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DDE90-F0E4-4203-8116-68125F97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18A5F-695B-414E-A43C-F3902B86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573DA-8D88-4AEE-A498-68DDCA96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EED41-1C2C-4C3E-8F03-450DF6B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F0A96-3662-42BB-A666-B6D6387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99257-080C-42A7-A24F-9D782EF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7685F-100D-4F5F-B234-B50DC6AC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30400-3784-4D0B-A373-70BDC93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F025A7-D92D-453E-94E9-D7795780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18387-6AD9-44B3-BD39-028F55E4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3325D-AFBB-4B33-A34C-91154BA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F6575-4122-4451-B215-CD96FD79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9AB4BD-7241-4902-9981-112FF06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F9CA5-49E1-4E98-AC13-599769A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7FAF1-1C4A-49A2-86B3-A098CDF9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7838C-02E9-4C1D-9F78-8CDE3BB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C8F84-E6F6-4150-B599-51891FC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7A9BA1-F1DF-4D86-BBEC-3F10D9C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022A07-383A-48EA-BC35-851DD18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E77FE-3152-4BC9-B790-D58E667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FC8D73-9E56-459F-A21D-E909550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37B9B4-CB6E-4B37-8F6E-38607E1C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92F1A-CC33-4F2C-AC95-8D58EAF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F0F16F-0EF2-464F-8E4C-E45FF781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13197-17DB-4EBA-92D0-5E3041F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6FE14-0E5B-498F-8BEF-DA49DE57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A2948-CFFD-4CCD-A698-ACC5967D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DEA266-3E30-448A-8961-AF05B098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A556BE-5E5D-45AA-BE0D-5316D2F6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43E3C-0B1E-463F-998D-2CCD277F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82623516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B33E56-5C1D-44DA-A72A-01AB0D0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53F66-7F6F-41CB-9824-B8D32D6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72CB9-A6B6-4552-BBC1-66C65A7F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114C8-0C02-41C7-9B55-83F5F77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4E5C-D128-4CAB-99F5-148FB85E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89EFC-E75F-4E7B-946A-6C8E74D8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C746D-D453-48A1-84C3-DFB115B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A3202C-C910-4916-8373-E3E9763D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453BE-C2C2-4317-9943-5CB00D7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5BC03-62C2-4017-BD60-598C7597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1949F-2233-499D-8A63-1E40E9B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891B7-1197-4AA4-8189-8905E8BB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78A8D-9DED-40AC-B57F-32CFA08F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28C8B-0D61-48F6-97B0-6F0D86FC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C9B96-1F20-4248-A702-F9E3677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B6ED12-6069-45ED-B33D-5AF193F3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A7C56-EA6F-494B-8150-D8F18270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D7089-E822-40B4-83E5-610415AC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B35CC-E002-4EED-8821-60439D18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79705-0364-4F58-9488-AEED874E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6861F-070F-4094-B93D-F7E7E1B2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81C1A-5C7F-4163-8C78-72246639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A54AD-9ADF-41CB-80DA-B774504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56461A-C253-451A-9D94-4877B88C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4BA5B-0C9A-4E16-9815-C41A4F19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E58C70-47EB-422F-93AA-6917DF68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4ECB5-2B28-4697-9538-3380A711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6CDCDA-117F-4884-B1AE-9061FCA8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3C385-08D9-4D54-BEF1-B9EA7C61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4B215F-B9AF-4B89-ACB1-7AA7E53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827CA-E217-4CF9-AF47-EEBF5E3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0A1067-A24E-413D-8C95-7363581E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5166816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EECBA-6358-4FEB-9486-91FC4535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9C744-1B34-4D25-AAAD-6764D9C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85AE8-344A-428A-82A3-1EE2B39F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2CB28-7AC8-48F5-A4E4-711964A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56697-ACD0-41B5-B15B-073A63E3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DDF0E-E903-475B-A42C-3A55BAA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EF2B2-8270-4BA7-8DCF-CD05CBB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953DE-FC3F-43D6-9FD2-F8ADDE6C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1A446-FF4F-437C-92E6-B2A37D9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08293-B2B4-49F3-BAB7-6B300906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52BB0-E88B-4ECD-A52F-AF73BDD2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52653-C710-4D6E-A92A-46E8316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911E3-2DC5-4A81-9198-B60EA1AD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2A65F-DF5A-45D1-BA60-CDBDE8DA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4D38C-CF89-4CD7-89EB-C6CF3EFB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A31A0-6A28-429D-A0D9-F6E33FC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5A186-A380-4E93-B2BC-C33A4A9B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16BBE2-99EA-4337-8360-17E5AF9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F3303-7917-4B6B-BCA9-6738384E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B6975-1AFA-44CF-88AC-A4B783D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65810-EEF5-49AF-A9D1-5C5D8E78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8A9A6-4E2F-4135-90A5-70BC8E24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AC051-77EE-4BD0-93C0-FE92DFF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FCA562-64AF-4960-BA59-3F3451D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EAD2E-971E-4C1C-9705-42C82A11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DB89D-5DDA-4899-BB8B-0BDEAA34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BE0C15-4505-44CB-97FA-8EAD44F7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963D1A-38B7-41A5-A860-3B6E17CC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FC1C5-2D15-49F3-8FD6-BD88B406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3A9D4-9665-4A21-8075-80B46CBC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687D5A-9921-4665-94D2-C80648D9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C8B196-5E55-44F5-92A5-7240502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847417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2026-08-24T16:02:30.0640000Z</dcterms:created>
  <dcterms:modified xsi:type="dcterms:W3CDTF">2026-08-24T16:02:30.0640000Z</dcterms:modified>
</coreProperties>
</file>