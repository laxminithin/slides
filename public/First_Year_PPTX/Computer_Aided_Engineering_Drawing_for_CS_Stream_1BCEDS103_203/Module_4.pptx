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7ad8c857b4300" /><Relationship Type="http://schemas.openxmlformats.org/officeDocument/2006/relationships/extended-properties" Target="/docProps/app.xml" Id="Rb068f1830b2b463e" /><Relationship Type="http://schemas.openxmlformats.org/officeDocument/2006/relationships/officeDocument" Target="/ppt/presentation.xml" Id="R02f9e6516941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48421064d48c2"/>
  </p:sldMasterIdLst>
  <p:notesMasterIdLst>
    <p:notesMasterId xmlns:r="http://schemas.openxmlformats.org/officeDocument/2006/relationships" r:id="Rd8b3ab41b11f4243"/>
  </p:notesMasterIdLst>
  <p:sldIdLst>
    <p:sldId xmlns:r="http://schemas.openxmlformats.org/officeDocument/2006/relationships" id="256" r:id="R11eb8cc179424a0c"/>
    <p:sldId xmlns:r="http://schemas.openxmlformats.org/officeDocument/2006/relationships" id="257" r:id="R61e902a034b54726"/>
    <p:sldId xmlns:r="http://schemas.openxmlformats.org/officeDocument/2006/relationships" id="258" r:id="R7df1db909481471d"/>
    <p:sldId xmlns:r="http://schemas.openxmlformats.org/officeDocument/2006/relationships" id="259" r:id="Rade4f9ee92ae400c"/>
    <p:sldId xmlns:r="http://schemas.openxmlformats.org/officeDocument/2006/relationships" id="260" r:id="R016cc1ac7ad34332"/>
    <p:sldId xmlns:r="http://schemas.openxmlformats.org/officeDocument/2006/relationships" id="261" r:id="R571dced383bf4951"/>
    <p:sldId xmlns:r="http://schemas.openxmlformats.org/officeDocument/2006/relationships" id="262" r:id="Rcb2faa585f2d43d9"/>
    <p:sldId xmlns:r="http://schemas.openxmlformats.org/officeDocument/2006/relationships" id="263" r:id="Rfe335fc01d3c4ed1"/>
    <p:sldId xmlns:r="http://schemas.openxmlformats.org/officeDocument/2006/relationships" id="264" r:id="Rb29cbb1425394fc0"/>
    <p:sldId xmlns:r="http://schemas.openxmlformats.org/officeDocument/2006/relationships" id="265" r:id="Rc3298c735bdc4150"/>
    <p:sldId xmlns:r="http://schemas.openxmlformats.org/officeDocument/2006/relationships" id="266" r:id="R0dcbe55fc73347ab"/>
    <p:sldId xmlns:r="http://schemas.openxmlformats.org/officeDocument/2006/relationships" id="267" r:id="R1da4672948b04e54"/>
    <p:sldId xmlns:r="http://schemas.openxmlformats.org/officeDocument/2006/relationships" id="268" r:id="R0ba352b5bb4f4ce7"/>
    <p:sldId xmlns:r="http://schemas.openxmlformats.org/officeDocument/2006/relationships" id="269" r:id="R8c7ed78efb644731"/>
    <p:sldId xmlns:r="http://schemas.openxmlformats.org/officeDocument/2006/relationships" id="270" r:id="R23f6e294bda54a36"/>
    <p:sldId xmlns:r="http://schemas.openxmlformats.org/officeDocument/2006/relationships" id="271" r:id="R9a69239530544398"/>
    <p:sldId xmlns:r="http://schemas.openxmlformats.org/officeDocument/2006/relationships" id="272" r:id="R427deeefa59d4861"/>
    <p:sldId xmlns:r="http://schemas.openxmlformats.org/officeDocument/2006/relationships" id="273" r:id="R3714a57fa4d14859"/>
    <p:sldId xmlns:r="http://schemas.openxmlformats.org/officeDocument/2006/relationships" id="274" r:id="R548427a9b4c24800"/>
    <p:sldId xmlns:r="http://schemas.openxmlformats.org/officeDocument/2006/relationships" id="275" r:id="R7e93b0c312544a5f"/>
    <p:sldId xmlns:r="http://schemas.openxmlformats.org/officeDocument/2006/relationships" id="276" r:id="Rf940cc57565744c2"/>
    <p:sldId xmlns:r="http://schemas.openxmlformats.org/officeDocument/2006/relationships" id="277" r:id="R298a9ca16c2d4692"/>
    <p:sldId xmlns:r="http://schemas.openxmlformats.org/officeDocument/2006/relationships" id="278" r:id="R08b155fbb8124a8d"/>
    <p:sldId xmlns:r="http://schemas.openxmlformats.org/officeDocument/2006/relationships" id="279" r:id="Rc27720de5a9247e0"/>
    <p:sldId xmlns:r="http://schemas.openxmlformats.org/officeDocument/2006/relationships" id="280" r:id="Re6b3191690234384"/>
    <p:sldId xmlns:r="http://schemas.openxmlformats.org/officeDocument/2006/relationships" id="281" r:id="R42a8d8c1ed4c42dd"/>
    <p:sldId xmlns:r="http://schemas.openxmlformats.org/officeDocument/2006/relationships" id="282" r:id="R7892cf2cafa5496f"/>
    <p:sldId xmlns:r="http://schemas.openxmlformats.org/officeDocument/2006/relationships" id="283" r:id="R54a50cf0915d44e8"/>
    <p:sldId xmlns:r="http://schemas.openxmlformats.org/officeDocument/2006/relationships" id="284" r:id="R8e3cb9a0103c4c6c"/>
    <p:sldId xmlns:r="http://schemas.openxmlformats.org/officeDocument/2006/relationships" id="285" r:id="R2296e70cd1a341c9"/>
    <p:sldId xmlns:r="http://schemas.openxmlformats.org/officeDocument/2006/relationships" id="286" r:id="Rdcf9bc8131c1434c"/>
    <p:sldId xmlns:r="http://schemas.openxmlformats.org/officeDocument/2006/relationships" id="287" r:id="Rf1fc4f4dec7b40b6"/>
    <p:sldId xmlns:r="http://schemas.openxmlformats.org/officeDocument/2006/relationships" id="288" r:id="R9fe454a6f2d04510"/>
    <p:sldId xmlns:r="http://schemas.openxmlformats.org/officeDocument/2006/relationships" id="289" r:id="R25c224fd3e4743c4"/>
    <p:sldId xmlns:r="http://schemas.openxmlformats.org/officeDocument/2006/relationships" id="290" r:id="R16300647505e4778"/>
    <p:sldId xmlns:r="http://schemas.openxmlformats.org/officeDocument/2006/relationships" id="291" r:id="Ra6e2649f29b145ad"/>
    <p:sldId xmlns:r="http://schemas.openxmlformats.org/officeDocument/2006/relationships" id="292" r:id="R74e5f4def5754888"/>
    <p:sldId xmlns:r="http://schemas.openxmlformats.org/officeDocument/2006/relationships" id="293" r:id="R826cbf1905db45f7"/>
    <p:sldId xmlns:r="http://schemas.openxmlformats.org/officeDocument/2006/relationships" id="294" r:id="Rf2f4842f92564673"/>
    <p:sldId xmlns:r="http://schemas.openxmlformats.org/officeDocument/2006/relationships" id="295" r:id="R423f1c68eb2a4868"/>
    <p:sldId xmlns:r="http://schemas.openxmlformats.org/officeDocument/2006/relationships" id="296" r:id="R803326a6ef044883"/>
    <p:sldId xmlns:r="http://schemas.openxmlformats.org/officeDocument/2006/relationships" id="297" r:id="Rc66b507407844d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3f261491b480e" /><Relationship Type="http://schemas.openxmlformats.org/officeDocument/2006/relationships/slideMaster" Target="/ppt/slideMasters/slideMaster1.xml" Id="R1a448421064d48c2" /><Relationship Type="http://schemas.openxmlformats.org/officeDocument/2006/relationships/notesMaster" Target="/ppt/notesMasters/notesMaster1.xml" Id="Rd8b3ab41b11f4243" /><Relationship Type="http://schemas.openxmlformats.org/officeDocument/2006/relationships/presProps" Target="/ppt/presProps.xml" Id="R282af026d7d94459" /><Relationship Type="http://schemas.openxmlformats.org/officeDocument/2006/relationships/tableStyles" Target="/ppt/tableStyles.xml" Id="R0bab1e1235f44814" /><Relationship Type="http://schemas.openxmlformats.org/officeDocument/2006/relationships/slide" Target="/ppt/slides/slide1.xml" Id="R11eb8cc179424a0c" /><Relationship Type="http://schemas.openxmlformats.org/officeDocument/2006/relationships/slide" Target="/ppt/slides/slide2.xml" Id="R61e902a034b54726" /><Relationship Type="http://schemas.openxmlformats.org/officeDocument/2006/relationships/slide" Target="/ppt/slides/slide3.xml" Id="R7df1db909481471d" /><Relationship Type="http://schemas.openxmlformats.org/officeDocument/2006/relationships/slide" Target="/ppt/slides/slide4.xml" Id="Rade4f9ee92ae400c" /><Relationship Type="http://schemas.openxmlformats.org/officeDocument/2006/relationships/slide" Target="/ppt/slides/slide5.xml" Id="R016cc1ac7ad34332" /><Relationship Type="http://schemas.openxmlformats.org/officeDocument/2006/relationships/slide" Target="/ppt/slides/slide6.xml" Id="R571dced383bf4951" /><Relationship Type="http://schemas.openxmlformats.org/officeDocument/2006/relationships/slide" Target="/ppt/slides/slide7.xml" Id="Rcb2faa585f2d43d9" /><Relationship Type="http://schemas.openxmlformats.org/officeDocument/2006/relationships/slide" Target="/ppt/slides/slide8.xml" Id="Rfe335fc01d3c4ed1" /><Relationship Type="http://schemas.openxmlformats.org/officeDocument/2006/relationships/slide" Target="/ppt/slides/slide9.xml" Id="Rb29cbb1425394fc0" /><Relationship Type="http://schemas.openxmlformats.org/officeDocument/2006/relationships/slide" Target="/ppt/slides/slide10.xml" Id="Rc3298c735bdc4150" /><Relationship Type="http://schemas.openxmlformats.org/officeDocument/2006/relationships/slide" Target="/ppt/slides/slide11.xml" Id="R0dcbe55fc73347ab" /><Relationship Type="http://schemas.openxmlformats.org/officeDocument/2006/relationships/slide" Target="/ppt/slides/slide12.xml" Id="R1da4672948b04e54" /><Relationship Type="http://schemas.openxmlformats.org/officeDocument/2006/relationships/slide" Target="/ppt/slides/slide13.xml" Id="R0ba352b5bb4f4ce7" /><Relationship Type="http://schemas.openxmlformats.org/officeDocument/2006/relationships/slide" Target="/ppt/slides/slide14.xml" Id="R8c7ed78efb644731" /><Relationship Type="http://schemas.openxmlformats.org/officeDocument/2006/relationships/slide" Target="/ppt/slides/slide15.xml" Id="R23f6e294bda54a36" /><Relationship Type="http://schemas.openxmlformats.org/officeDocument/2006/relationships/slide" Target="/ppt/slides/slide16.xml" Id="R9a69239530544398" /><Relationship Type="http://schemas.openxmlformats.org/officeDocument/2006/relationships/slide" Target="/ppt/slides/slide17.xml" Id="R427deeefa59d4861" /><Relationship Type="http://schemas.openxmlformats.org/officeDocument/2006/relationships/slide" Target="/ppt/slides/slide18.xml" Id="R3714a57fa4d14859" /><Relationship Type="http://schemas.openxmlformats.org/officeDocument/2006/relationships/slide" Target="/ppt/slides/slide19.xml" Id="R548427a9b4c24800" /><Relationship Type="http://schemas.openxmlformats.org/officeDocument/2006/relationships/slide" Target="/ppt/slides/slide20.xml" Id="R7e93b0c312544a5f" /><Relationship Type="http://schemas.openxmlformats.org/officeDocument/2006/relationships/slide" Target="/ppt/slides/slide21.xml" Id="Rf940cc57565744c2" /><Relationship Type="http://schemas.openxmlformats.org/officeDocument/2006/relationships/slide" Target="/ppt/slides/slide22.xml" Id="R298a9ca16c2d4692" /><Relationship Type="http://schemas.openxmlformats.org/officeDocument/2006/relationships/slide" Target="/ppt/slides/slide23.xml" Id="R08b155fbb8124a8d" /><Relationship Type="http://schemas.openxmlformats.org/officeDocument/2006/relationships/slide" Target="/ppt/slides/slide24.xml" Id="Rc27720de5a9247e0" /><Relationship Type="http://schemas.openxmlformats.org/officeDocument/2006/relationships/slide" Target="/ppt/slides/slide25.xml" Id="Re6b3191690234384" /><Relationship Type="http://schemas.openxmlformats.org/officeDocument/2006/relationships/slide" Target="/ppt/slides/slide26.xml" Id="R42a8d8c1ed4c42dd" /><Relationship Type="http://schemas.openxmlformats.org/officeDocument/2006/relationships/slide" Target="/ppt/slides/slide27.xml" Id="R7892cf2cafa5496f" /><Relationship Type="http://schemas.openxmlformats.org/officeDocument/2006/relationships/slide" Target="/ppt/slides/slide28.xml" Id="R54a50cf0915d44e8" /><Relationship Type="http://schemas.openxmlformats.org/officeDocument/2006/relationships/slide" Target="/ppt/slides/slide29.xml" Id="R8e3cb9a0103c4c6c" /><Relationship Type="http://schemas.openxmlformats.org/officeDocument/2006/relationships/slide" Target="/ppt/slides/slide30.xml" Id="R2296e70cd1a341c9" /><Relationship Type="http://schemas.openxmlformats.org/officeDocument/2006/relationships/slide" Target="/ppt/slides/slide31.xml" Id="Rdcf9bc8131c1434c" /><Relationship Type="http://schemas.openxmlformats.org/officeDocument/2006/relationships/slide" Target="/ppt/slides/slide32.xml" Id="Rf1fc4f4dec7b40b6" /><Relationship Type="http://schemas.openxmlformats.org/officeDocument/2006/relationships/slide" Target="/ppt/slides/slide33.xml" Id="R9fe454a6f2d04510" /><Relationship Type="http://schemas.openxmlformats.org/officeDocument/2006/relationships/slide" Target="/ppt/slides/slide34.xml" Id="R25c224fd3e4743c4" /><Relationship Type="http://schemas.openxmlformats.org/officeDocument/2006/relationships/slide" Target="/ppt/slides/slide35.xml" Id="R16300647505e4778" /><Relationship Type="http://schemas.openxmlformats.org/officeDocument/2006/relationships/slide" Target="/ppt/slides/slide36.xml" Id="Ra6e2649f29b145ad" /><Relationship Type="http://schemas.openxmlformats.org/officeDocument/2006/relationships/slide" Target="/ppt/slides/slide37.xml" Id="R74e5f4def5754888" /><Relationship Type="http://schemas.openxmlformats.org/officeDocument/2006/relationships/slide" Target="/ppt/slides/slide38.xml" Id="R826cbf1905db45f7" /><Relationship Type="http://schemas.openxmlformats.org/officeDocument/2006/relationships/slide" Target="/ppt/slides/slide39.xml" Id="Rf2f4842f92564673" /><Relationship Type="http://schemas.openxmlformats.org/officeDocument/2006/relationships/slide" Target="/ppt/slides/slide40.xml" Id="R423f1c68eb2a4868" /><Relationship Type="http://schemas.openxmlformats.org/officeDocument/2006/relationships/slide" Target="/ppt/slides/slide41.xml" Id="R803326a6ef044883" /><Relationship Type="http://schemas.openxmlformats.org/officeDocument/2006/relationships/slide" Target="/ppt/slides/slide42.xml" Id="Rc66b50740784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3a6d00af3f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c9fbc7f4f4aa8" /><Relationship Type="http://schemas.openxmlformats.org/officeDocument/2006/relationships/notesMaster" Target="/ppt/notesMasters/notesMaster1.xml" Id="R9b429ea42f23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5d31c9b994222" /><Relationship Type="http://schemas.openxmlformats.org/officeDocument/2006/relationships/notesMaster" Target="/ppt/notesMasters/notesMaster1.xml" Id="R58ba1a1d930c4e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180bc5127475d" /><Relationship Type="http://schemas.openxmlformats.org/officeDocument/2006/relationships/notesMaster" Target="/ppt/notesMasters/notesMaster1.xml" Id="R7b60b0246812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c14b029d174915" /><Relationship Type="http://schemas.openxmlformats.org/officeDocument/2006/relationships/notesMaster" Target="/ppt/notesMasters/notesMaster1.xml" Id="Ra77fa12342ea45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3d1779a1c245c4" /><Relationship Type="http://schemas.openxmlformats.org/officeDocument/2006/relationships/notesMaster" Target="/ppt/notesMasters/notesMaster1.xml" Id="R877a6c6c7e94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e14615948b4e61" /><Relationship Type="http://schemas.openxmlformats.org/officeDocument/2006/relationships/notesMaster" Target="/ppt/notesMasters/notesMaster1.xml" Id="R0176b80c963043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a342020fe49cd" /><Relationship Type="http://schemas.openxmlformats.org/officeDocument/2006/relationships/notesMaster" Target="/ppt/notesMasters/notesMaster1.xml" Id="R86333433413c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f5b252ab840af" /><Relationship Type="http://schemas.openxmlformats.org/officeDocument/2006/relationships/notesMaster" Target="/ppt/notesMasters/notesMaster1.xml" Id="Reb79de84628344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2ca606cc84b50" /><Relationship Type="http://schemas.openxmlformats.org/officeDocument/2006/relationships/notesMaster" Target="/ppt/notesMasters/notesMaster1.xml" Id="Rf8afbdca012f43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4470e10a984177" /><Relationship Type="http://schemas.openxmlformats.org/officeDocument/2006/relationships/notesMaster" Target="/ppt/notesMasters/notesMaster1.xml" Id="R8b73419b8a7548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084ba473a844ca" /><Relationship Type="http://schemas.openxmlformats.org/officeDocument/2006/relationships/notesMaster" Target="/ppt/notesMasters/notesMaster1.xml" Id="Rac6a0cce247e44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c9a4401fc443b" /><Relationship Type="http://schemas.openxmlformats.org/officeDocument/2006/relationships/notesMaster" Target="/ppt/notesMasters/notesMaster1.xml" Id="R99f4e3d504c840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eda81067254e2b" /><Relationship Type="http://schemas.openxmlformats.org/officeDocument/2006/relationships/notesMaster" Target="/ppt/notesMasters/notesMaster1.xml" Id="Re2e2727ebfd44d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822ef0015c446c" /><Relationship Type="http://schemas.openxmlformats.org/officeDocument/2006/relationships/notesMaster" Target="/ppt/notesMasters/notesMaster1.xml" Id="Rb075eab0f8ee41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96c45277ff42bc" /><Relationship Type="http://schemas.openxmlformats.org/officeDocument/2006/relationships/notesMaster" Target="/ppt/notesMasters/notesMaster1.xml" Id="R8eff9cb0f19243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ca9f7f61a84297" /><Relationship Type="http://schemas.openxmlformats.org/officeDocument/2006/relationships/notesMaster" Target="/ppt/notesMasters/notesMaster1.xml" Id="Ra03793edb47d41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7b75c5f17b47a1" /><Relationship Type="http://schemas.openxmlformats.org/officeDocument/2006/relationships/notesMaster" Target="/ppt/notesMasters/notesMaster1.xml" Id="R78fb0fbb7d7f41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9963617cc84a79" /><Relationship Type="http://schemas.openxmlformats.org/officeDocument/2006/relationships/notesMaster" Target="/ppt/notesMasters/notesMaster1.xml" Id="R3547722bab5149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ec1f2f97114f70" /><Relationship Type="http://schemas.openxmlformats.org/officeDocument/2006/relationships/notesMaster" Target="/ppt/notesMasters/notesMaster1.xml" Id="R1b1e648872e448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1074b2f89844cf" /><Relationship Type="http://schemas.openxmlformats.org/officeDocument/2006/relationships/notesMaster" Target="/ppt/notesMasters/notesMaster1.xml" Id="R8fdf085bff9647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c5190371234406" /><Relationship Type="http://schemas.openxmlformats.org/officeDocument/2006/relationships/notesMaster" Target="/ppt/notesMasters/notesMaster1.xml" Id="R4d32133b9abe4e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f203b1977643a6" /><Relationship Type="http://schemas.openxmlformats.org/officeDocument/2006/relationships/notesMaster" Target="/ppt/notesMasters/notesMaster1.xml" Id="R42c408d884e54c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b40eebce6943f7" /><Relationship Type="http://schemas.openxmlformats.org/officeDocument/2006/relationships/notesMaster" Target="/ppt/notesMasters/notesMaster1.xml" Id="Rf3d15768ee3f499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a1b7129fef4463" /><Relationship Type="http://schemas.openxmlformats.org/officeDocument/2006/relationships/notesMaster" Target="/ppt/notesMasters/notesMaster1.xml" Id="Rcbb26326c2464ca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c2254622334f61" /><Relationship Type="http://schemas.openxmlformats.org/officeDocument/2006/relationships/notesMaster" Target="/ppt/notesMasters/notesMaster1.xml" Id="R8119c8621ccf4c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d5d0a52c6945b4" /><Relationship Type="http://schemas.openxmlformats.org/officeDocument/2006/relationships/notesMaster" Target="/ppt/notesMasters/notesMaster1.xml" Id="R0e7a99ff3b50448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53959cb0494b95" /><Relationship Type="http://schemas.openxmlformats.org/officeDocument/2006/relationships/notesMaster" Target="/ppt/notesMasters/notesMaster1.xml" Id="R31451f259b6a43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ca0b2b79664887" /><Relationship Type="http://schemas.openxmlformats.org/officeDocument/2006/relationships/notesMaster" Target="/ppt/notesMasters/notesMaster1.xml" Id="Rbc3c91cd78f24c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6bb0dab11d4a85" /><Relationship Type="http://schemas.openxmlformats.org/officeDocument/2006/relationships/notesMaster" Target="/ppt/notesMasters/notesMaster1.xml" Id="R679353e5876445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ba35df41384c79" /><Relationship Type="http://schemas.openxmlformats.org/officeDocument/2006/relationships/notesMaster" Target="/ppt/notesMasters/notesMaster1.xml" Id="R17f2f31f73b941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2f8bc73fc474bae" /><Relationship Type="http://schemas.openxmlformats.org/officeDocument/2006/relationships/notesMaster" Target="/ppt/notesMasters/notesMaster1.xml" Id="Rb500d883fb3d4a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03694df1cac44c7" /><Relationship Type="http://schemas.openxmlformats.org/officeDocument/2006/relationships/notesMaster" Target="/ppt/notesMasters/notesMaster1.xml" Id="Rd2daf3e0f5df48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73c16475f174dca" /><Relationship Type="http://schemas.openxmlformats.org/officeDocument/2006/relationships/notesMaster" Target="/ppt/notesMasters/notesMaster1.xml" Id="Rd5a6d52193aa4d3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74efcdb1364c1d" /><Relationship Type="http://schemas.openxmlformats.org/officeDocument/2006/relationships/notesMaster" Target="/ppt/notesMasters/notesMaster1.xml" Id="Rb57b832798824c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4504d3ddb0541de" /><Relationship Type="http://schemas.openxmlformats.org/officeDocument/2006/relationships/notesMaster" Target="/ppt/notesMasters/notesMaster1.xml" Id="Reca57fc5fb8342a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9b84be778742f5" /><Relationship Type="http://schemas.openxmlformats.org/officeDocument/2006/relationships/notesMaster" Target="/ppt/notesMasters/notesMaster1.xml" Id="Rdb21905ae3c847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defc832132e4891" /><Relationship Type="http://schemas.openxmlformats.org/officeDocument/2006/relationships/notesMaster" Target="/ppt/notesMasters/notesMaster1.xml" Id="Rb9215760e00d450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bc0c9da17640c4" /><Relationship Type="http://schemas.openxmlformats.org/officeDocument/2006/relationships/notesMaster" Target="/ppt/notesMasters/notesMaster1.xml" Id="Rdfc8c8e92d3b4b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1f365432604e17" /><Relationship Type="http://schemas.openxmlformats.org/officeDocument/2006/relationships/notesMaster" Target="/ppt/notesMasters/notesMaster1.xml" Id="R43bf0b2f710442b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ae7b031a73d448a" /><Relationship Type="http://schemas.openxmlformats.org/officeDocument/2006/relationships/notesMaster" Target="/ppt/notesMasters/notesMaster1.xml" Id="Rf13d34b3734e445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e631898b46f42bc" /><Relationship Type="http://schemas.openxmlformats.org/officeDocument/2006/relationships/notesMaster" Target="/ppt/notesMasters/notesMaster1.xml" Id="R6b5da2962695477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e49af3454e4183" /><Relationship Type="http://schemas.openxmlformats.org/officeDocument/2006/relationships/notesMaster" Target="/ppt/notesMasters/notesMaster1.xml" Id="R3486f578af7a4d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207a16552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bf9e5dc1741b5" /><Relationship Type="http://schemas.openxmlformats.org/officeDocument/2006/relationships/slideLayout" Target="/ppt/slideLayouts/slideLayout1.xml" Id="Rf7199aa8c2ab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199aa8c2ab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1727cc6ef472a" /><Relationship Type="http://schemas.openxmlformats.org/officeDocument/2006/relationships/notesSlide" Target="/ppt/notesSlides/notesSlide1.xml" Id="Rc2a895703fd943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950fb96374a86" /><Relationship Type="http://schemas.openxmlformats.org/officeDocument/2006/relationships/notesSlide" Target="/ppt/notesSlides/notesSlide2.xml" Id="R6af2297c66cc46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66d527f4c4018" /><Relationship Type="http://schemas.openxmlformats.org/officeDocument/2006/relationships/notesSlide" Target="/ppt/notesSlides/notesSlide3.xml" Id="Ra9718976807f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b9827bd634a40" /><Relationship Type="http://schemas.openxmlformats.org/officeDocument/2006/relationships/notesSlide" Target="/ppt/notesSlides/notesSlide4.xml" Id="R8fb9c2ae5ea6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e4f371b814560" /><Relationship Type="http://schemas.openxmlformats.org/officeDocument/2006/relationships/notesSlide" Target="/ppt/notesSlides/notesSlide5.xml" Id="R6ebc58caff02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ee196b52b4bb1" /><Relationship Type="http://schemas.openxmlformats.org/officeDocument/2006/relationships/notesSlide" Target="/ppt/notesSlides/notesSlide6.xml" Id="R6cc4307bb3ea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20019c2f4109" /><Relationship Type="http://schemas.openxmlformats.org/officeDocument/2006/relationships/notesSlide" Target="/ppt/notesSlides/notesSlide7.xml" Id="R6f8a696194b74f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93ed3c6984131" /><Relationship Type="http://schemas.openxmlformats.org/officeDocument/2006/relationships/notesSlide" Target="/ppt/notesSlides/notesSlide8.xml" Id="R6b7735aea9a5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063935c8540d6" /><Relationship Type="http://schemas.openxmlformats.org/officeDocument/2006/relationships/notesSlide" Target="/ppt/notesSlides/notesSlide9.xml" Id="R59d5182b5fc14b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68fc3c0454f3d" /><Relationship Type="http://schemas.openxmlformats.org/officeDocument/2006/relationships/notesSlide" Target="/ppt/notesSlides/notesSlide10.xml" Id="R17c47e02aff14c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0bdea6204daa" /><Relationship Type="http://schemas.openxmlformats.org/officeDocument/2006/relationships/notesSlide" Target="/ppt/notesSlides/notesSlide11.xml" Id="Rb93e8ab04c7a43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08f834c9c421a" /><Relationship Type="http://schemas.openxmlformats.org/officeDocument/2006/relationships/notesSlide" Target="/ppt/notesSlides/notesSlide12.xml" Id="Rf32d3302226442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01eefb6b54d5c" /><Relationship Type="http://schemas.openxmlformats.org/officeDocument/2006/relationships/notesSlide" Target="/ppt/notesSlides/notesSlide13.xml" Id="Rcc44df0c4c9a4f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5bf069f0648bd" /><Relationship Type="http://schemas.openxmlformats.org/officeDocument/2006/relationships/notesSlide" Target="/ppt/notesSlides/notesSlide14.xml" Id="R81a0ba7de8d943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daf1b18c24563" /><Relationship Type="http://schemas.openxmlformats.org/officeDocument/2006/relationships/notesSlide" Target="/ppt/notesSlides/notesSlide15.xml" Id="Rb2624b8d43a042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883cd86214e09" /><Relationship Type="http://schemas.openxmlformats.org/officeDocument/2006/relationships/notesSlide" Target="/ppt/notesSlides/notesSlide16.xml" Id="Rd073d268bf1c42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daf79fa0e4e06" /><Relationship Type="http://schemas.openxmlformats.org/officeDocument/2006/relationships/notesSlide" Target="/ppt/notesSlides/notesSlide17.xml" Id="Rf88c39191c1f4a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dc671d10c41de" /><Relationship Type="http://schemas.openxmlformats.org/officeDocument/2006/relationships/notesSlide" Target="/ppt/notesSlides/notesSlide18.xml" Id="Re961f86faa9547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19b0847cd4165" /><Relationship Type="http://schemas.openxmlformats.org/officeDocument/2006/relationships/notesSlide" Target="/ppt/notesSlides/notesSlide19.xml" Id="R921baaca1b284b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66427fb147a6" /><Relationship Type="http://schemas.openxmlformats.org/officeDocument/2006/relationships/notesSlide" Target="/ppt/notesSlides/notesSlide20.xml" Id="R7c9ac9fae75847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f4d7852a46a2" /><Relationship Type="http://schemas.openxmlformats.org/officeDocument/2006/relationships/notesSlide" Target="/ppt/notesSlides/notesSlide21.xml" Id="R88226e5c0fdd4a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16f9fea54cd6" /><Relationship Type="http://schemas.openxmlformats.org/officeDocument/2006/relationships/notesSlide" Target="/ppt/notesSlides/notesSlide22.xml" Id="Rbf1ed4aaccf543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2659ad8a49ea" /><Relationship Type="http://schemas.openxmlformats.org/officeDocument/2006/relationships/notesSlide" Target="/ppt/notesSlides/notesSlide23.xml" Id="R0713aa64f93d4f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23a75123d42b3" /><Relationship Type="http://schemas.openxmlformats.org/officeDocument/2006/relationships/notesSlide" Target="/ppt/notesSlides/notesSlide24.xml" Id="R672ada7fd54d44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6c32ad31c4335" /><Relationship Type="http://schemas.openxmlformats.org/officeDocument/2006/relationships/notesSlide" Target="/ppt/notesSlides/notesSlide25.xml" Id="R6dc956b2071d4e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77fcea9304bb3" /><Relationship Type="http://schemas.openxmlformats.org/officeDocument/2006/relationships/notesSlide" Target="/ppt/notesSlides/notesSlide26.xml" Id="R80a8cb3d2c0442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5aaf04e7475d" /><Relationship Type="http://schemas.openxmlformats.org/officeDocument/2006/relationships/notesSlide" Target="/ppt/notesSlides/notesSlide27.xml" Id="R97bbd8c1b09e47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220a936c342aa" /><Relationship Type="http://schemas.openxmlformats.org/officeDocument/2006/relationships/notesSlide" Target="/ppt/notesSlides/notesSlide28.xml" Id="R2e770178729d4c0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00fcb8e6f49c2" /><Relationship Type="http://schemas.openxmlformats.org/officeDocument/2006/relationships/notesSlide" Target="/ppt/notesSlides/notesSlide29.xml" Id="Re152afc4732247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00499c6b4e15" /><Relationship Type="http://schemas.openxmlformats.org/officeDocument/2006/relationships/notesSlide" Target="/ppt/notesSlides/notesSlide30.xml" Id="R5c2960a418e640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8ad19327c40c0" /><Relationship Type="http://schemas.openxmlformats.org/officeDocument/2006/relationships/notesSlide" Target="/ppt/notesSlides/notesSlide31.xml" Id="R36289686c09c41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0d57cf221401a" /><Relationship Type="http://schemas.openxmlformats.org/officeDocument/2006/relationships/notesSlide" Target="/ppt/notesSlides/notesSlide32.xml" Id="R040031f97ac1432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db27bfba44798" /><Relationship Type="http://schemas.openxmlformats.org/officeDocument/2006/relationships/notesSlide" Target="/ppt/notesSlides/notesSlide33.xml" Id="R09088e6141804db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4cdf733a45de" /><Relationship Type="http://schemas.openxmlformats.org/officeDocument/2006/relationships/notesSlide" Target="/ppt/notesSlides/notesSlide34.xml" Id="Rba28c4ff638e49d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eb01774d74260" /><Relationship Type="http://schemas.openxmlformats.org/officeDocument/2006/relationships/notesSlide" Target="/ppt/notesSlides/notesSlide35.xml" Id="R08ca0c2280fe442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0e0a48804055" /><Relationship Type="http://schemas.openxmlformats.org/officeDocument/2006/relationships/notesSlide" Target="/ppt/notesSlides/notesSlide36.xml" Id="R46a1c79f99d944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493dfd94e4a73" /><Relationship Type="http://schemas.openxmlformats.org/officeDocument/2006/relationships/notesSlide" Target="/ppt/notesSlides/notesSlide37.xml" Id="Rca7524cb7c0646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aeeed26c4477c" /><Relationship Type="http://schemas.openxmlformats.org/officeDocument/2006/relationships/notesSlide" Target="/ppt/notesSlides/notesSlide38.xml" Id="R1473799e91494b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f0274cf5049fe" /><Relationship Type="http://schemas.openxmlformats.org/officeDocument/2006/relationships/notesSlide" Target="/ppt/notesSlides/notesSlide39.xml" Id="Rfaa5bcf7017a49e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8176763c4fa1" /><Relationship Type="http://schemas.openxmlformats.org/officeDocument/2006/relationships/notesSlide" Target="/ppt/notesSlides/notesSlide40.xml" Id="R36fc092026ca448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a44eca8c444a" /><Relationship Type="http://schemas.openxmlformats.org/officeDocument/2006/relationships/notesSlide" Target="/ppt/notesSlides/notesSlide41.xml" Id="Re474777dc9cb42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9a677972f4fa7" /><Relationship Type="http://schemas.openxmlformats.org/officeDocument/2006/relationships/notesSlide" Target="/ppt/notesSlides/notesSlide42.xml" Id="R6208dddf130448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57729-3D4A-4178-B0D2-00AC485A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75C5-4ADA-47D1-B204-B30932A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CDC74-8B15-4039-ADAF-5000F834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9A924-0173-40D7-A26B-7AB2FFA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1CB3B-7C28-4F8E-A81E-E53EB27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070AE-A977-4901-9F56-2154735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E200-71BD-4B6F-AC93-781A0F1B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32115-908E-4DBF-9248-93C95C21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B6766-2157-4714-8BF2-99C82F37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BF63-0DD1-43AE-9B2D-7E31C67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751E9-7F87-4CF8-9636-DC3496E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2B69F-E55C-4898-9866-042514C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69299-5477-4872-9BF3-28550F1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26561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0F3DE-1B0B-4E3F-910F-560491C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C329A-5D14-4FA8-9912-BF785F7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17BA-0255-49D5-B8EA-C1A10EF1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B6DF-00D4-45AD-85A3-9450470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FDBFC-37B9-4D42-93F6-7F154FAB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190C7-046B-43C2-8E8B-CACB528D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4CB05-AB59-4C86-B337-81BA641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0F83B-4AFB-4F28-A791-ABCBC9BB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D82BB-E2A2-47F1-9C2E-8502302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2BC45-2A48-470C-84C4-04CE89E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F79DE-7037-4877-BE4F-0D62B90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61E5A-75EE-490B-9C21-1ADD9643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9B398-69BA-4EF7-8057-248458F9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1E127-BCDC-4920-97BB-C0C0CB6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56E8D-9770-4956-8350-B9C44170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74587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20B51-2F29-4940-965D-171BBBFB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C55FD-01C2-4A3C-8829-9D93B50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E4322-F3F6-42A3-AD3D-91D068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4669-7D92-45C7-8706-DD7B01A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555D7-4F49-4DC9-851E-C4AD7A28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1BE8C-323F-40C8-AF1A-D10C14E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EB611-7B40-4DEC-9CB9-32B99908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10611-DE84-4EDD-A2C3-EF0DA1D9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989B1-2706-4FA3-A0FD-704FE26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287FB-2557-453C-8976-0C89F0FB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60700-EA5B-49C7-A5D4-6DCB715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D4ACD-72E9-4388-AD1A-6F2669DE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51A05-897B-4EFD-A473-FCE199E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9C62C-2747-4580-B3C8-18B8A68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61DD1-BC61-4116-B8F6-B3B2792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8A7AD-A384-4B1C-B931-03DDF29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62E9F-1EC6-4930-80AA-A585A6CE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F195A-2F91-4FB1-8F07-57103D06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E7B5B-58ED-4979-B9AC-499A605A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FD5BC-D31D-414C-9476-81D54F6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E2B11-C044-4624-8438-B5E0407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5AF5A-34A2-4263-8E9C-27B91B8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9A262-3CC6-419E-9C56-466E766B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B37F0-5EF3-4B7B-A0A7-C0D61C8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EA55C-972B-4B84-93B0-4562086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3BED5-0F72-453E-A4DE-030522B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FD345-100D-4ECC-B51D-4DC45473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6980E-BF87-4580-AF5A-0D81CD6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21334D-8E61-4538-9184-890AEC2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DBB76-85A1-41D7-A53B-15F954D0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step block. Conversion of simple isometric drawings into...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7DDD2-7895-4A91-A382-71E61D84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853F6-9358-41E5-9E66-0E5C5EB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45765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55CF6-A289-4B45-ACE7-DCE7213A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C9843-48C6-42B6-94CF-96F83B17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6521E-5344-41B5-80C9-F067C793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F3031-F54B-4CD4-B450-D6A0EB98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A98E6-4FE9-47B4-BBEF-D9DF12F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90D0D-0F4C-4029-A989-4B53ABC6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B2294-6B8A-47EA-89CD-5207AF7F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1E7E4-DD21-46F8-9E13-CB19E595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4AE11-F5DD-4921-A5DA-387059A1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E896D-CACC-46FA-8B34-7D77EF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E2694-A662-4B22-AF91-D5C3794F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C3833-C2F2-49C5-B70F-EBBCDBFD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DEE1F-2D8F-4443-8345-80FEFC4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DB9DF-97D1-4E7D-935F-8E30EAD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36E3C-502C-4EF2-B96E-766CDCB9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0104B-9E72-4078-9F0D-9899402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DCEEE-6C40-406D-981C-A3C46A95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A4ADC-469C-444F-9574-4054694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20DC0-DBA8-4EA3-9627-3CBF850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43F69-B7DD-4168-9E3B-462FA552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449B1-C769-475C-B520-8472FAD7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CD82E-7818-4E57-A0DB-BE125C8F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39BEC-A870-4A98-9F12-37AA158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9995E-3704-4686-897E-970F260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54FE2-ED7F-4DF8-BC8B-0370128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1EDAF-432E-4C53-A1A0-82A0B8FB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48248-9BCC-4C62-A66C-57CC2A49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E32C4-ED6A-45C0-A1A4-8971AF5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69600-391A-40F4-98FD-F4A3769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94200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33846-8540-4A0E-8FD0-BD9F6F5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E669C-7D78-4D97-9FFE-49CBE84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77535-0652-4B1B-95D8-02D71F02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A2544-315D-4AA9-BB1A-BE0C3679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6DB0D-966E-46CC-B246-7D0DBA93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Isometric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9AE2-C6C1-425A-A55D-353C0322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232AE-89D9-48F8-ACBF-20DE9BE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60C4-EB13-485A-93DD-0F7BD45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E1D4B-FAC6-4DD4-A7E1-41DA946E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7788E-95DE-4385-A687-FEE9C1C8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hexahedron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2550B-FB43-4FDA-91D4-886EE7D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4DD44-737D-4AB4-A364-F584D08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A0B2B-6241-46D1-9346-D6209E2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427F4-9984-4A09-A0DF-F31C33E6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FB1AE-B049-449C-865E-C5A40F3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B4861-A579-4B3D-A87E-09D357F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4292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C93FF-BA8A-402C-B47C-F40EAF0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1ED18-99A8-42AD-8E84-D202B5A6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CD12-C89E-4075-A8F6-6778C01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BDCF6-4EA2-47FE-AC92-BECF660D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CB510-A204-4E74-B4F4-1A03203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7501B-72E8-4D6A-AC73-5E796F6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Views: Introduction to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FDED3-0D0D-4EFC-88D7-427A34E2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BD8E-BD59-47B1-A846-633213D4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97818-2720-4438-96CC-39D2FAF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C474E-E542-430D-BA8D-ED930894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1BDEC-4070-4E25-B18A-3789259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36EFD-9B63-456A-8173-3779BE5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EDB40-C228-475E-ACB7-9807ED4D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3A6F1-2032-4F7C-9107-413914C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DBB4E-6393-4E17-A360-C55A410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04721-8E1C-44DD-B535-F37B523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44756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63C5D-311F-4CD3-9681-5F8B065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E068C-A2DA-4690-873E-603B5F6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DC73-E5D5-47DC-9DAD-71E316D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BD2E3-B98A-4D2E-8AE8-EE6C572E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F22F7-7CA2-445F-BBDA-017FC93D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8F90-1B75-4775-ACF7-F1120F2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FA6B3-429A-472A-82A9-E84817A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CA2FC-B66C-4B63-8BAA-B040ED5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B1CC8-1D81-4DCC-8E3B-B2980135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FD983-191B-408C-811C-38A51A02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79C2-68C6-4F11-8CC7-1CCFAFC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54579-AEBA-4DB9-979F-3E4E4020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27E68-6756-46DE-90BD-A9BE1C0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D2718-23EC-4B24-86CA-0B07CF21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4BBF7-57E0-42C5-8FCB-BCEAC27F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8A829-F960-488B-86B6-FD307852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4D82-B2B7-4303-8041-06D6BD0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E607D-5097-44B7-B26D-FE8B6CF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88417-63DA-4D50-8ECC-987714C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E1CCE-AF3C-4A7F-A603-9A1D303E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E4C38-7AFE-43C5-BB38-9092AD9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7C005-DF44-4B4C-8257-535A1E54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535D2-89DB-4593-A1E2-517C462F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24416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BB7C5-B65F-4C39-B487-EB1F5F9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6151F-0AB8-42F8-B743-0860FAB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1D516-890A-405A-B28F-BE1EC22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E80EB-8966-4281-B5FD-44E065E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7E71A-E5FE-4AB4-BACF-912EA24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9D3AA-42E8-4616-9D60-7A46133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76C0D-5436-4629-8ABD-5C625436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B9446-38A4-4827-B15E-2857CBD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4DF62-6039-4E6B-92AD-48389BA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CDDF4-F536-4C70-A94E-E4872C0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4243A-B474-43D7-9161-E716A3F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B6CC3-6A3C-4397-B21E-9ECE7025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298AF-AE0B-452B-BCF6-0FCCFE1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5B68A-4E68-445C-8DD0-8415063B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A408C-150C-4FA5-BC58-FA0A130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5078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3D20D-FFD5-495C-9520-9B2E8826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5A5B3-B44C-4602-8B21-3C083B2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7B796-84BF-40FA-80DC-0FF4EAD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F21E-4C22-4F2C-BADC-0C988A4D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DB976-CCD6-4612-8B6F-3AE8E82B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7B98C-C438-4A62-BCD5-8776F4A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Views: Introduction to Isometric 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BB5D-0202-4A91-BB95-139C1DB3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14A07-F7C1-47AB-9D57-A31750F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76B84-A364-4F20-8310-0E2BC70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CC0C1-8031-4B60-9252-24E7D40C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D9460-1FFB-4507-A87B-5B7DC1F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37658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183BF-7D1C-41BA-9430-39246D13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C156F-470E-4169-84C2-D6110EF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918F-4EC3-4B81-8EE2-C3D8639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14355-D16D-438E-96F1-22B9140C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741F-391B-409A-89B1-299AC54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BB142-1289-4829-80E8-968934C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projections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820B4-3E57-45BB-87C6-E509035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4D147-DBC6-4D08-B92A-6567259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8A3E6-A79A-4726-9B81-FBA0666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40525-21BE-4AEC-8D57-12264733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4651-F5B2-4B3D-B642-E804CD43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86CD7-2124-4613-872F-C2A5DF6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7B64B-9783-462F-B9B0-6D7C595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B9B1E-7701-4240-B916-5CCFD2E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82774-7F02-43BC-95BB-505E9C4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FD78E-D979-44DA-9AA2-FAD18FA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08201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D2689-00F0-4F05-AD5F-F1C3CEBE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D88D7-3C1A-477B-9E6D-F4477F33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B5FD1-D584-488F-819F-D503FB3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24C62-7705-4E03-A321-9D3C3E3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07319-71B4-4968-BFF5-F0AF125B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6CE52-97AD-4359-98AB-6189AA5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BBB9D-DC59-47E3-86F6-E580E8A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0C8BD-4684-427F-80EA-7EA09F6A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FE717-822B-43EB-BFAF-7A69D3E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projecti...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1DDD9-4544-4C5A-B66F-60C479FD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41942-1571-44B1-9A18-CF5F2AC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7B83B-8D58-42D6-9F23-5B2A848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14ADF-3825-4A49-B24D-E984A67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1D32F-62B3-4AFB-854D-AEFCB050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202B3-AEE7-47DA-89F6-99944B0A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CC2AC-BC53-46BB-95E5-8AB45C7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29453-11A3-49DB-BE3F-990B899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F4F0D-BA1C-4805-B838-468960C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projec...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CB97F-B923-4AE8-988D-B7E563D6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936A7-8D11-4438-99F9-37926BE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96431-BCF2-4C65-95CF-2D1F54F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proj...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7255B-D5A5-4CD4-BD7D-774C174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23E5B-5D99-4E67-ADCB-94D29C8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82171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6F4BF-2C84-484F-BEAA-2FEADDF5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80D07-B037-432F-9EC8-C2998137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D3B8-5B42-41DE-ACD3-8E15B26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9CBA3-8EE2-44E2-9B1A-862EE263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62D5E-1A6B-414F-B2EC-46FB4BA9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4EB2B-23F6-4903-9602-B9001D5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C4A82-80EC-4C0B-BA23-573D4BE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76219-AB59-4618-807F-04ACFA0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597B8-2EBF-4E41-9D4B-141DC5B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EC866-19A9-4033-8CE0-FDAD7C99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75B99-D308-41AF-877F-83ED1133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10C9B-6A4E-401F-952C-72405D7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3FBFE-0FF5-42CB-A7C4-D10452F0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9337A-DC94-4D92-B3D8-E29D769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938BE-C329-4052-857F-23B7D201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8658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82CD5-91E5-4A3D-9368-D10ADA9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19900-CB4A-4556-AE2B-6A57307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7E15B-AD58-4A30-95CA-7B8DB35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4C51A-7148-4A8B-9479-6E66903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20B6E-CBDA-4C5B-9F1A-1580D978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5C571-F1B8-4807-8AE6-C9CD6F3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projections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8FBD8-6619-4D83-A28F-4F37605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175E8-5904-4CC3-8471-E2F82227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52E17-5E51-47F4-9975-8F6CDB33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23032-5D58-481F-A723-04AAAD5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411B3-83FD-4A65-852B-700F756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691167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39A49-B0A9-4427-B33E-F8A5944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BC91C-EBB6-4A66-83C0-5812A089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9644D-4E34-4EA2-BE0F-5C21D129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B7D53-F3F6-46A5-BE10-923E977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5B545-FE10-4848-8343-B1E512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5CA2C-3FCF-4084-976E-4F0EFD0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scale. Isometric view of hexahe...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364E-F664-4CE3-845E-997F48F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45733-033C-4B03-9101-9909AFF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C1FE3-2655-4822-BC78-5CDBACF0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FE8D2-A841-4F30-96E4-2F6CE77F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8BC3B-518E-4AB8-A1D6-BB15E16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2CA89-EB0A-408E-80E4-5C3AA70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2B48A-664A-4292-B62F-BF4BA1D7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B967B-1529-417F-A19C-52B7F6E2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DF149-7233-4DCB-B295-45CD00C7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E082B-0B8C-4AFB-B440-3696E14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966461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28DC1-A3E0-45E1-9EC5-3510F149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0CFD9-3087-489D-8772-527EF4F4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78C6B-DFCA-49AB-A42A-638DC524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C81FC-3F6B-4108-A754-63D8A0E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6CC21-0DB3-4809-A314-FCDDD76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7915F-F457-415D-983D-79DC19D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3756-B6E9-4662-8CF5-4267A8C9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28AB7-F50E-471E-91F3-C169D54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C817A-4306-4638-BCAD-14CE081E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scale.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5FA40-507D-4F90-82E2-9A24CD5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52AA8-ACAA-4B0F-8F1E-6AB8AAD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C01C4-2F19-43AE-8C50-8DB56FF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9A3BD-0D00-41E0-B3DE-53F74423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75629-5DC5-4DF4-9FD0-B6C954F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D88FB-E193-42C1-A061-D2CBED1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8C7E5-4864-46DE-8159-AC8BF4F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F7FF5-A180-44B3-821B-63FCCCB3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82C0B-13F0-46E9-BF43-FAB64527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scale....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B575B-7E04-4561-BD92-93474D60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03431-4864-428E-9591-84DC0CB1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2DBFD-DE03-4F68-9502-1A04B932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scal...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60CCC-390F-4D11-AA94-60CE044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A5BB7-408F-45D9-A55F-BCBD912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307346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12398-C212-4999-82C0-4BCB7B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95847-C5B8-4DF5-91F4-E0CA6094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5BED2-2E35-4003-9D58-0C866558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1EDF1-BA81-4689-8FDD-0753EE3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33FA-3D11-48C2-B5CC-99753E9E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DE7CB-054C-45EB-818D-18E5C6B1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F003E-3C49-42CA-9E6F-297C540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35E0D-C4B5-478B-8423-9DFA74BE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EB041-422C-46AF-9808-BAA80334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E791F-2B32-4609-BF31-F31DCDC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F722C-5792-400D-BF75-AD24BDD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6C87F-AA07-4EFC-8C82-905670C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EC0AA-BC87-412A-9324-78EF464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9D59B-4F96-4990-8D8A-4B75905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BEC9-A6B2-4AD9-A9AD-F7B44A91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09004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86827-0607-420E-ADDA-F2ABC49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5EBA3-3EBD-43BF-A06B-2546900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DA725-C573-4A7A-B9CA-FCA3F18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336DF-1FDD-4AA8-96CD-CF9F88B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6BD15-92A3-4043-AC50-888745E9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F3B5D-AE18-48D5-89E6-6C3B86A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scale. Isometric view of hexahedron (cube)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2317A-0883-410C-9FBF-546CFA0E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F038D-640E-46B5-BF06-2B8DC99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1042A-944A-4074-B27D-AC54809E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EFE7-249A-42D4-B0DA-0767A52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338C6-A0EA-4256-9A40-89BD54C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710010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639F4-BDAF-4A5D-9DE9-B03CA1B5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81CC9-BA36-45EF-9B27-262CB571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93EFB-5EBF-4E64-B97B-CCD436F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6AAA5-F27A-4012-845E-C64B20CA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40301-22D4-4753-BEDE-02DA2DB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26EDC-F757-4838-AD04-2294EC8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 regular prisms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18D37-E34C-4B8C-B9AF-B7CBB67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DA9F3-C3E6-4196-862C-4B5907D5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3E981-EEF8-4B0C-ACB3-8BD5C84B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AD45D-7870-4C5E-815B-8E0D102E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AB02E-F4C9-4F54-92D9-0508E8D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D646B-75DE-44B1-B501-083A114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82BD7-5E98-4C48-A35D-5B6D36E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E6792-26A5-41D4-8175-D073263E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BBE1B-D6E9-4467-8DCA-99A6C73E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DF620-FED9-40D3-BC3C-9D8EE16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298380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F9BC3-4B17-4405-84B8-F9C3552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66FAB-E13D-4914-BF54-AD1CE2E3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F38DE-3F5C-4BAA-B9FB-20F36F2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060E-DD4F-42DF-8BDB-7C6EE34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81678-BBD1-46D5-ACEA-9EA264A1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ADA5A-E021-4432-89DA-EF629E8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AA0F6-ED9B-43F6-A167-6042B7BB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CF580-01C2-4F43-A0A5-63D46135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66895-CD6C-4F5B-A849-5FCFA03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right regular pris...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44C99-61BD-4740-B965-3C777A2D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8F1AA-CFF6-47BA-BA22-EA6548E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8C335-4A5E-49CB-A79F-5ED50A3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right regul...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3C37D-BEB1-4083-B85B-7A742B1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A4882-EF88-4EC2-A60A-17EA496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D9A19-71DB-4EB5-A6C2-E81B8627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right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AE1FB-2DB9-4E34-9689-9747D24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911A6-4DDE-41CC-B453-22F3DA8B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9B8EE-BA1E-4173-A24C-E53C08C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right regular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7983A-FB8A-4E02-B1F1-47F9CF78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D641C-D92E-47ED-9109-810831E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8C2CB-30CA-435C-8B41-8A2D1ED2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right regular...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FC781-89A3-4EEF-B0EC-58E696BA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63F5E-81BC-42FE-9C23-CABDD3C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25709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2BCB6-6F79-4182-A5E0-BCC8C4DC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8B4D7-6739-4EAB-89D2-A1E25A5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7D7FB-00EB-4942-9334-41FC69B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C46F4-49C0-4039-B43C-646A37BA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07B2F-C542-42B5-96A4-703C95D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68304-502C-452B-9745-3DDF4EF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A935-D40E-43DF-B163-2BB6C211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A84F9-8111-47CB-883C-61B3BBE7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C8CC6-D652-402A-8C3C-5D9AB2E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8D060-A94F-4F76-8A57-AA32DA0E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21B3C-4E20-4041-A62D-43B2E358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FBB1E-654A-40A4-9A90-77ECE787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FFFF7-8DA6-469C-99A7-84834114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DF3B5-071E-462F-A208-E4CF6C6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A6A48-01BB-4C8E-B0AA-2C50A27E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733460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3B9C5-01DA-4062-A60B-2993FB12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EE870-0BE9-46B7-AD67-C3F779DF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21A68-6701-4580-9B92-7E4DC11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38212-67B9-4B97-B667-4D822C7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FED3A-0DD5-4FF0-B293-EFB167B8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DF27C-858A-4D80-A91D-A55703A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right regular prisms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147F-84F8-40CE-A75D-AA4E6A0B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E01BA-AEE7-469E-B996-5FD04D5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A7E95-1CC6-46A9-89D5-1BA8A7F8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DC22E-719A-4F7E-ACDC-522DD63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1514-B57D-417E-B5D3-7270C99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217831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3E98A-53AA-4414-9FEC-B778A854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56A9A-2913-4BF5-BB77-2A15765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CAE45-0C19-4541-946C-81887905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8F522-29C7-4B3D-86AC-FDADDF2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7268B-1EBE-466B-97D4-A0269643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67C0C-49C6-49D1-9134-3A744B41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CC5D1-DD48-4DA8-A824-D64E452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75362-DE1F-4441-BAD7-F190CE6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DAB72-409B-4630-96BC-9E0C5A02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296F3-882A-4132-8D3F-0261B378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742B4-CEB7-412E-B2F1-6C4A1278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92BA0-893A-4760-BCCC-C010921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358F7-1F0C-4B75-8DBE-D76582D0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5D9EA-FA63-46CC-96DB-2BBBE55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1CE7D-5709-4DBE-A812-E8FC9635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F90C1-4885-4A54-B629-8AECF2E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73745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49F63-B6E6-4D15-BD85-C872DE1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09B39-70ED-4F4B-9855-096C2FB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7C793-7A74-47CD-83ED-F1DA4CB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920D4-68F7-4F8D-85C1-CCAA35A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A1AE1-BC54-4B4B-8A6C-C73B0FC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D9122-47BD-4A5B-BD7E-F01B0CB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7B0B7-D8FC-4DFD-9CC8-4FFA2AD9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39B59-5AB9-410C-9CE2-EC63870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F9CCE-5C8A-46AA-94A9-F4A35BC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4C78A-DE6D-42E2-A0B8-E977D2EE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52C0F-822C-4B65-913E-1124B008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90ECA-D8AE-443E-8604-39200E0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3FC4E-1E55-4BDC-BC85-AF880FC0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B1CC1-B642-4140-9760-95111E2C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9D2B0-B494-4585-920E-667B40D5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2B86F-FFB8-4E39-8FB5-A0D0910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34C66-4140-4D5F-B516-0D10FACB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CC292-64FE-456B-84E8-A9810BC9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8EFD5-6C8E-45C5-9D72-E1C324AB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119C8-4657-4918-B015-C8C370D6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35ACC-59A7-4B96-9D0C-40929449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D3593-FFB4-4EAC-AA2F-F087BA8B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3889E-2232-40FD-9509-8403B41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1219986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36BC1-E057-45D8-B8AD-0C9FF18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091B0-FA8C-49C3-9404-AFAE6E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FF15A-FAB9-41DA-8BFD-F0027DF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D3DB4-3872-40C1-8525-4F4C6839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762D4-82C7-480E-90D1-FAA5C55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3E9F0-E43B-4B8E-A4C6-829C6F0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1D77E-23D8-4A58-AF26-51E9133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BACC-5A77-4093-B451-DEEB87F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FAAE-0886-4BCE-8E1C-A07F1C1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94874-4076-4BAB-8285-F26B74AD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1DA3C-6070-40BE-89EA-6C6773CA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46670-E6D9-494F-B168-444F65D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F952E-4797-4A69-A1AB-24FC0B0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20EFF-A2E2-4633-A8F8-F847A32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5D761-E752-4FFE-8EAF-8975448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486365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5256B-EDE5-46C4-AAEA-02681749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BBCB-D3E8-4153-AB87-DEFCA380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970D3-43BC-4DA2-9A32-C8517DB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6CBBB-3FD7-4260-90F1-4C9EF72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7F05-7C97-4F7B-BA50-A3607C9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53AD4-79FF-4464-86C7-8074AE7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29D1B-F1DB-4BA9-9F93-609D12CE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2C0EA-0B78-4876-97CC-D7C07731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3A96B-BEF6-43C1-A92E-6E351CB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B7CB8-7023-4081-A710-404887E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E5D99-8B9B-4CCE-957F-80A8F831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8583075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9BE25-33D8-4F01-A53A-EC1ED580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E7761-06DC-44BC-B5EA-DEE8B6FB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70C70-0C03-4417-B882-72455EB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479A5-E3D9-4485-9438-BDC1E80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91A05-7BA9-45C8-AA4B-EA01AC3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BC32-7E63-4844-9A52-58EBDA0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cones and spheres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C059B-F693-4145-88BC-E085B033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C8E4B-1956-4E64-9ADF-B44EDFB8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D55A1-A751-4909-B2BD-E029E13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888F3-A1F5-4AC4-A346-7AA077B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B9D5B-DC6D-42D7-8A9B-45CCB48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34075-F816-4799-8632-0ED2EC7C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A3C48-FECD-4CC6-A692-E1158C1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92755-D138-4E97-BC9B-1B8DDFA6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5E9B0-9703-4B1A-BE75-D410DD0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ED674-FB48-4382-9618-BC76B96E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825315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42191-3A64-42D6-9B5A-260233BE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E847A-1D61-43AD-878C-2B967A6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D0296-EF7E-4910-BBDB-840ABBD1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449AE-D2EC-429B-931F-4E762EA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94FE5-1A82-462E-A4CC-502B6ED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5A440-5029-4E83-8042-FED9F0D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F6DE0-0866-482F-BDED-94370EC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2E074-1F50-4058-AB15-CDAD9962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3E6C9-C815-4D3D-BFE4-70E6ED2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cones and spheres.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E0923-7728-4AD0-9FBE-F1E042B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57E85-A8B9-40B8-B40E-064A2DD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8B149-32E8-46B2-A8F0-6F98B58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cones and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70FA1-61A2-41C6-B4EF-B3176BF7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851F4-12FB-407F-8DB8-962C0FC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CDDE-5498-4B95-8897-C1C73600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E45F-074D-42A9-A2DD-FC8BB1D4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4577C-5775-41FF-9A63-76DB8347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68A8F-6E6A-4480-894B-A2681CA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cones and sphere...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0C6AA-5FFA-4948-9A10-DDDE131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AB0B4-6CB8-474F-B4B8-25798C3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CFA7A-F68C-4909-84B7-BCDB22D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cones and sphe...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39452-A974-4443-ACEC-BCD80B8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F27E4-A1A2-4677-B309-25E523C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424047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40E69-A0A8-4B1A-A19C-0E34D9B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F4CC9-26AB-46FA-B859-68325237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EA049-D982-46A3-A764-556FAA66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2BC5E-8F1E-406E-85B4-0A6ADA9F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2BA78-F405-42AC-A226-57C607D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937E4-7D6C-4AE9-8CEA-51426BE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F535-4A9A-4447-92E7-29EBC92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24ABB-6F9D-41AB-966C-B83F77A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B12B9-5DAA-4557-9181-2B514A10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2BD9E-C28D-451B-8378-BA2E8C3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6574D-7770-4141-920E-E75B505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398DA-7B65-4CB3-9193-4BDC09E0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7AF72-27C9-4165-8605-C64FB34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4CF4D-A045-4E1A-AD41-CD4240D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D77FE-4072-4434-9287-82265DFB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673443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ED196-4F37-41B4-9EDC-2E4491AD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3BAC3-EFEB-4DC0-9D28-E86E411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952C5-6800-4FFE-82EF-CEEF4F8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0B20-EEBF-41A1-AF40-E486C1A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D2A5E-9514-4B2F-B72B-3941B31E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1BF88-5D78-497A-9855-237C08FC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cones and spheres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557D2-AE20-4B4A-93C0-D7EA0B59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3E3B2-B4F1-428B-B2F9-7F98902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A0EF1-FB11-4F8F-B2BD-216D0248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897EA-C666-4750-974A-D7D958B7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E17E3-E327-40AD-A4B7-6B2A8D7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14210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FDA39-D28D-4303-A2E6-D96097B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23282-A83C-41C7-BE31-8F040CDB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7D54A-E91C-4A88-AC72-1F341065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79485-FE20-4ED8-9927-B845CAE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998ED-0C01-44F4-A86E-D754D979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D3F48-3572-423C-812C-F683E4E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 of combination of two simp...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CC234-26EA-4643-B663-9C997C9E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E8BCE-2B17-42F6-8418-FCB6FCFF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4383C-9052-4511-980C-28A45842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E836-91CC-47CD-B443-47CB737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8E446-F7B7-4E40-9D9B-CCD8122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EBCFC-791D-4E4A-9384-881229FB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473D8-3DD5-4FCA-B956-3407F56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C0047-6D01-4AFE-8620-B135D0B1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7E58D-C32A-4A36-BC19-E156029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E6401-B99A-4E92-A081-FA9B246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643762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62271-A42B-4CDA-9698-352C71F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926F5-A3A4-4689-AC4A-B73D5B12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AA3E-0A8A-43A5-B994-FB84685A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22CDB-C150-4601-9A2A-2CE1D51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C846A-FB8A-48E5-9D85-04112249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7C899-842D-48FE-A668-7D261CE3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A4358-872C-4954-AFE5-4B136047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33F17-5CB2-451C-AA37-34F4593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93DF7-D425-4CD2-AAF8-406D469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0CB86-AAF1-43E0-ABE1-251060A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90E8-D5AD-47F3-B786-7B72AAA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AF4B8-FF8A-4C8C-B8C2-EF9C0B16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E2397-AAC9-4C23-8EC1-3ED0DCF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E7E22-1F71-48B9-ACDB-07A3A6C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E3137-D98D-4355-93D2-6B3E4DB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8FD4D-138D-4D46-81F8-9F4C2D1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2547E-450E-45F5-978C-70A84213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831F4-14B3-44F0-B6B4-10444527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0D7B9-4589-4C91-A4AB-4356ED1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9DD1F-04D4-4730-84F2-55BDCDE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D2F0A-41D0-4BB0-9F82-00C0B22C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77285-3BF8-4CCA-9F6E-77EA702A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8C94C-B6B2-413C-944E-A03DDB6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4490385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F4F13-FE90-49BB-952E-4C328163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92C9-DD6D-4C2B-9148-F602FF7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B49BD-65A9-4547-9A1E-4C7BB66A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8F390-824A-4FAE-8144-EDED0BF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18E83-07E3-46FF-A9F7-98342E0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F5D04-195C-44E9-8A63-5191E9B1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C7BED-F918-4513-8B83-1DBAB39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D4A75-3946-4FED-B5C7-135E30BC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C9C3C-AF91-4A65-89F7-A00DED64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FD15C-8988-4F37-95D9-CB39BFC4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285BE-456D-40AA-A23B-798286A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425A5-12F3-4465-9C33-6996F6D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D7B07-826E-460F-AFCC-EEABE8B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FA34C-DC71-44BA-915B-0CCD2E10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8E6C7-21AE-4E85-8C09-AD2DC10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23043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3F728-9E4D-4261-B6F1-6FE2B9AD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45AD6-5AE8-47CC-9B2E-7FF1606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E925F-1980-41CA-8A9B-B10CDBAD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839B6-2DB9-4EB7-A7D0-AAAF73F2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70F5F-FA05-4C23-BD84-E62C851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04BB0-CA64-46AB-B713-659B3911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 of combination of two simple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E6077-1A28-4464-AF83-6A93D2C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B3F10-6F33-4E69-A947-3F3890FC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49B5D-1FFD-432B-B794-8DE56FD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211BC-9426-4996-8F40-681F9462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EB78B-6311-4C8D-A889-F3B74DE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500814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9F5AD-0428-4CF3-98EC-107EC4CF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6085C-A5A6-43DD-BEDA-34063A9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DCBD2-3F82-4E5C-9FA7-9AE39015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5120E-7251-49AD-B40F-A5BE7AE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21841-D633-404F-AF11-50E36AB5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step block. Conversion of simple isometric drawings into orthographic views: Problems on conversion of Isometri...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E315C-CDF6-4C72-ACE2-8A6E8ED4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step block. Conversion of simple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7867F-5B3F-4F9D-8CD7-025D313D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C998-CE25-43C3-B3E3-DDECC86D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4FFD9-505C-4FCD-A862-07BC51C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06AF0-65A4-4BDC-A87F-09FD0EDF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B73B1-5D7A-495D-9681-C96F7C6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AD11-8282-48A8-B54D-1E930488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45C24-9963-4795-A11D-8DBB571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93FFE-4D24-4729-84DD-8A4CB67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D6169-94C0-40E4-B6E2-100F477E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6FD0E-6199-4891-AB25-B33CB37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755835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C44A4-21AE-461E-A786-1448B36F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E49AA-D32B-4AB2-AD86-E133F555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E8BE2-66FF-4B9E-A390-09824FC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F0AF-326C-4093-80D0-2721250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67E26-DD3C-4F6B-AB73-FC4CD79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AB2B-FA7F-4316-BD6E-9EBC200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EB1DD-48A0-4155-8327-BF23DC6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B39BD-C3E2-490A-AE3E-935392C6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6CC8A-8558-4F05-A791-71C844D5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step block. Conver...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6515E-007A-41E9-B3CC-AB40CBB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25F80-5208-46E4-B7B6-4C8D7779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90340-E130-4FB0-842E-97695E93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step block....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76A40-5C51-430D-B6C7-EAA9604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DBDB1-082A-4F96-9A5A-ECB1000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5A2DA-9B58-479B-A958-1DA5F3C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step blo...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10FBA-C6C6-4354-91CC-548BDBB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2D0E7-1901-40F1-A1DB-C361D3A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68712-A649-46AB-B799-60A817E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step block. Conv...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1389A-B91A-4D9A-8201-5FBE8C5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CEA25-1B6A-4C2A-ABB0-EAD8FE7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79F46-EF33-4430-AC06-21ED4D4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step block.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181CE-03B2-486E-9300-AC1899D8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B46A1-1210-4D10-8196-7F24D442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190907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6DE68-DCC2-400A-B12E-53C9C00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D2E3F-A8EE-46E7-A885-8BA78A0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E4C8B-4E73-45BA-9F18-CDECF2E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C631-2792-4D9B-9BF0-F5A46770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6B4DA-296E-4C38-BE30-D0918F1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96823-DC8A-4BD1-81A9-51139AC2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1BE64-3E07-4524-8CAA-39D0E99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A12B8-D614-444D-8147-C00DFD3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B0409-0FD9-402D-BFB3-582E74D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4F411-C962-4C34-976F-1164338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C9F33-C0BB-4A6D-9AFE-14586422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DAAC3-D9D2-410C-8403-8389B575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60576-D7A8-43FC-B231-C2A1289A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8E511-267D-4A4A-B775-19FF0C42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729C6-40D2-44EF-8BFD-C7ED0B4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738626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1B515-5084-449E-9366-7E299F8F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21189-7EC3-4EB8-A2F9-E845791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0A61-9A12-4B70-83E7-33AAE62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CD49B-306E-4120-821B-C5E949F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9DDD4-9D6C-46B2-B302-A2786C9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8F80-738D-47D5-AED1-FCD4BB3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step block. Conversion of simple isometric drawings into...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882FA-5F9A-46F1-8608-9B492CC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94792-0F30-4855-A39C-5191F09C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42108-2C01-47C6-806B-D250FD6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817C8-BEEF-4615-A70B-5F561242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AC272-2C02-4D48-B1AD-73D669D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195327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25CAF-F014-4148-89ED-08801B3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DA9E8-7380-4312-A86F-13888036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3588-CDAA-456C-96E4-0F72B02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36011-F45D-44AF-9366-355D487E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5E6A5-C974-4A06-AE42-60DF3E0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DF77-2843-407B-8982-66A13367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1000937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720A-B34D-4B61-BDEB-EA4F8CE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A4275-2D02-43E8-B579-3047BB8A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02FF1-471C-4ECC-BC70-2370C3D1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F7CFE-CE59-499E-A449-E9E046B7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B4331-79C8-485E-94B2-9461419D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4F487-43A8-40D8-8AE1-5C68B2F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5169809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15A5-D6EC-4A96-8FF2-F5AAC298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F16DA-F1BD-4FAD-B34A-1CF647E7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C4B9-56E8-4927-B5C1-031109E6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656F6-B73E-4082-B8FD-1EC978DF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AA55C-74E0-46DE-86BA-0604148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DC258-5075-42CA-81A4-6AC6DB47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728322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3584F-E226-431F-9A70-2AFCA65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49D4-C433-4F25-881F-15068BCD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647B1-44ED-4417-B380-EBDC8F9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51604-89F3-4F33-80D9-8EE6F892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8D356-DB9D-4D12-A26F-96994633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95A8-B75B-418A-BDEF-C72BC3C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375765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1D794-72FD-4EFA-A389-7699C3D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0DCE1-7EFC-486D-8D67-31F4C3D0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D2FF1-41F9-4DC0-A832-09A5C418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92951-3A08-409E-86B5-F10BC2E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AA6F6-7D75-452E-8155-7F8F0F0C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Isometric Views: Introduction to Isometric 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Isometric projections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Isometric scale. Isometric view of hexahedron (cube)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right regular prisms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cylinders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71BE4-F447-444A-BFBB-49383EE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ED72D-9BBE-49F6-A843-B9FCEF3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20B35-6F3A-4304-8D36-E6AA33AE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5326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2026-08-24T16:02:30.3200000Z</dcterms:created>
  <dcterms:modified xsi:type="dcterms:W3CDTF">2026-08-24T16:02:30.3200000Z</dcterms:modified>
</coreProperties>
</file>