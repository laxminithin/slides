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7e57b5fc2b4d37" /><Relationship Type="http://schemas.openxmlformats.org/officeDocument/2006/relationships/extended-properties" Target="/docProps/app.xml" Id="R2a0ddf123cbf4fe6" /><Relationship Type="http://schemas.openxmlformats.org/officeDocument/2006/relationships/officeDocument" Target="/ppt/presentation.xml" Id="R6acf324180c8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21a4f454fe4346"/>
  </p:sldMasterIdLst>
  <p:notesMasterIdLst>
    <p:notesMasterId xmlns:r="http://schemas.openxmlformats.org/officeDocument/2006/relationships" r:id="R0e22eda34e504465"/>
  </p:notesMasterIdLst>
  <p:sldIdLst>
    <p:sldId xmlns:r="http://schemas.openxmlformats.org/officeDocument/2006/relationships" id="256" r:id="Rba3e4507afbd44df"/>
    <p:sldId xmlns:r="http://schemas.openxmlformats.org/officeDocument/2006/relationships" id="257" r:id="R98f5e0b3f2464f48"/>
    <p:sldId xmlns:r="http://schemas.openxmlformats.org/officeDocument/2006/relationships" id="258" r:id="Rcaa491429fe24c90"/>
    <p:sldId xmlns:r="http://schemas.openxmlformats.org/officeDocument/2006/relationships" id="259" r:id="R886ccaa017784e11"/>
    <p:sldId xmlns:r="http://schemas.openxmlformats.org/officeDocument/2006/relationships" id="260" r:id="Ra41dccb4615040e2"/>
    <p:sldId xmlns:r="http://schemas.openxmlformats.org/officeDocument/2006/relationships" id="261" r:id="R4eb85594df7e4072"/>
    <p:sldId xmlns:r="http://schemas.openxmlformats.org/officeDocument/2006/relationships" id="262" r:id="Rad3fde3702b34ca1"/>
    <p:sldId xmlns:r="http://schemas.openxmlformats.org/officeDocument/2006/relationships" id="263" r:id="R3fa3bd6bd5344aaf"/>
    <p:sldId xmlns:r="http://schemas.openxmlformats.org/officeDocument/2006/relationships" id="264" r:id="R2e5285123dec4d7c"/>
    <p:sldId xmlns:r="http://schemas.openxmlformats.org/officeDocument/2006/relationships" id="265" r:id="Rdbc98e67c4ab4b8e"/>
    <p:sldId xmlns:r="http://schemas.openxmlformats.org/officeDocument/2006/relationships" id="266" r:id="R4a6c8162438a4ee4"/>
    <p:sldId xmlns:r="http://schemas.openxmlformats.org/officeDocument/2006/relationships" id="267" r:id="R1bfb50f0f8f94973"/>
    <p:sldId xmlns:r="http://schemas.openxmlformats.org/officeDocument/2006/relationships" id="268" r:id="Redecdc94efb343de"/>
    <p:sldId xmlns:r="http://schemas.openxmlformats.org/officeDocument/2006/relationships" id="269" r:id="R77a4c26cfeb042d9"/>
    <p:sldId xmlns:r="http://schemas.openxmlformats.org/officeDocument/2006/relationships" id="270" r:id="Rfcd1e69ec53246bf"/>
    <p:sldId xmlns:r="http://schemas.openxmlformats.org/officeDocument/2006/relationships" id="271" r:id="R5d46927c964645ba"/>
    <p:sldId xmlns:r="http://schemas.openxmlformats.org/officeDocument/2006/relationships" id="272" r:id="R75ea97c034174a87"/>
    <p:sldId xmlns:r="http://schemas.openxmlformats.org/officeDocument/2006/relationships" id="273" r:id="Rb5bc87901b354632"/>
    <p:sldId xmlns:r="http://schemas.openxmlformats.org/officeDocument/2006/relationships" id="274" r:id="R9fcda5d32ed24a44"/>
    <p:sldId xmlns:r="http://schemas.openxmlformats.org/officeDocument/2006/relationships" id="275" r:id="R5c74213419204e04"/>
    <p:sldId xmlns:r="http://schemas.openxmlformats.org/officeDocument/2006/relationships" id="276" r:id="Rec95493a3bb64d78"/>
    <p:sldId xmlns:r="http://schemas.openxmlformats.org/officeDocument/2006/relationships" id="277" r:id="R67a1b261f44f4daa"/>
    <p:sldId xmlns:r="http://schemas.openxmlformats.org/officeDocument/2006/relationships" id="278" r:id="R19c73e40769d4d4c"/>
    <p:sldId xmlns:r="http://schemas.openxmlformats.org/officeDocument/2006/relationships" id="279" r:id="R53c5d54d4d774f8f"/>
    <p:sldId xmlns:r="http://schemas.openxmlformats.org/officeDocument/2006/relationships" id="280" r:id="R9aa06c60fa044c19"/>
    <p:sldId xmlns:r="http://schemas.openxmlformats.org/officeDocument/2006/relationships" id="281" r:id="Rf9c7974a211a41c0"/>
    <p:sldId xmlns:r="http://schemas.openxmlformats.org/officeDocument/2006/relationships" id="282" r:id="R8fddea3d5d4548b9"/>
    <p:sldId xmlns:r="http://schemas.openxmlformats.org/officeDocument/2006/relationships" id="283" r:id="R431092977f5f4def"/>
    <p:sldId xmlns:r="http://schemas.openxmlformats.org/officeDocument/2006/relationships" id="284" r:id="Rdf8193aa42894481"/>
    <p:sldId xmlns:r="http://schemas.openxmlformats.org/officeDocument/2006/relationships" id="285" r:id="Rb79ba9ef4a7d4d9b"/>
    <p:sldId xmlns:r="http://schemas.openxmlformats.org/officeDocument/2006/relationships" id="286" r:id="Rbe35791f95764913"/>
    <p:sldId xmlns:r="http://schemas.openxmlformats.org/officeDocument/2006/relationships" id="287" r:id="Rf036ac70f3bd4e76"/>
    <p:sldId xmlns:r="http://schemas.openxmlformats.org/officeDocument/2006/relationships" id="288" r:id="R2a7b08e4e0a14205"/>
    <p:sldId xmlns:r="http://schemas.openxmlformats.org/officeDocument/2006/relationships" id="289" r:id="R85cb2e261700436b"/>
    <p:sldId xmlns:r="http://schemas.openxmlformats.org/officeDocument/2006/relationships" id="290" r:id="R839a33339ad64506"/>
    <p:sldId xmlns:r="http://schemas.openxmlformats.org/officeDocument/2006/relationships" id="291" r:id="R8782554d10d44456"/>
    <p:sldId xmlns:r="http://schemas.openxmlformats.org/officeDocument/2006/relationships" id="292" r:id="Re9ca73f51864463e"/>
    <p:sldId xmlns:r="http://schemas.openxmlformats.org/officeDocument/2006/relationships" id="293" r:id="R1ddb3d54848e4900"/>
    <p:sldId xmlns:r="http://schemas.openxmlformats.org/officeDocument/2006/relationships" id="294" r:id="R55bd7be4a51f4f4c"/>
    <p:sldId xmlns:r="http://schemas.openxmlformats.org/officeDocument/2006/relationships" id="295" r:id="R1821d49af2b34ff5"/>
    <p:sldId xmlns:r="http://schemas.openxmlformats.org/officeDocument/2006/relationships" id="296" r:id="Rf72e1292bb064eb5"/>
    <p:sldId xmlns:r="http://schemas.openxmlformats.org/officeDocument/2006/relationships" id="297" r:id="R9f87a3e0ff9f48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9a133eb6a4d01" /><Relationship Type="http://schemas.openxmlformats.org/officeDocument/2006/relationships/slideMaster" Target="/ppt/slideMasters/slideMaster1.xml" Id="Rc521a4f454fe4346" /><Relationship Type="http://schemas.openxmlformats.org/officeDocument/2006/relationships/notesMaster" Target="/ppt/notesMasters/notesMaster1.xml" Id="R0e22eda34e504465" /><Relationship Type="http://schemas.openxmlformats.org/officeDocument/2006/relationships/presProps" Target="/ppt/presProps.xml" Id="R4e447225dc164d1c" /><Relationship Type="http://schemas.openxmlformats.org/officeDocument/2006/relationships/tableStyles" Target="/ppt/tableStyles.xml" Id="Rb3b2c0153ae44b83" /><Relationship Type="http://schemas.openxmlformats.org/officeDocument/2006/relationships/slide" Target="/ppt/slides/slide1.xml" Id="Rba3e4507afbd44df" /><Relationship Type="http://schemas.openxmlformats.org/officeDocument/2006/relationships/slide" Target="/ppt/slides/slide2.xml" Id="R98f5e0b3f2464f48" /><Relationship Type="http://schemas.openxmlformats.org/officeDocument/2006/relationships/slide" Target="/ppt/slides/slide3.xml" Id="Rcaa491429fe24c90" /><Relationship Type="http://schemas.openxmlformats.org/officeDocument/2006/relationships/slide" Target="/ppt/slides/slide4.xml" Id="R886ccaa017784e11" /><Relationship Type="http://schemas.openxmlformats.org/officeDocument/2006/relationships/slide" Target="/ppt/slides/slide5.xml" Id="Ra41dccb4615040e2" /><Relationship Type="http://schemas.openxmlformats.org/officeDocument/2006/relationships/slide" Target="/ppt/slides/slide6.xml" Id="R4eb85594df7e4072" /><Relationship Type="http://schemas.openxmlformats.org/officeDocument/2006/relationships/slide" Target="/ppt/slides/slide7.xml" Id="Rad3fde3702b34ca1" /><Relationship Type="http://schemas.openxmlformats.org/officeDocument/2006/relationships/slide" Target="/ppt/slides/slide8.xml" Id="R3fa3bd6bd5344aaf" /><Relationship Type="http://schemas.openxmlformats.org/officeDocument/2006/relationships/slide" Target="/ppt/slides/slide9.xml" Id="R2e5285123dec4d7c" /><Relationship Type="http://schemas.openxmlformats.org/officeDocument/2006/relationships/slide" Target="/ppt/slides/slide10.xml" Id="Rdbc98e67c4ab4b8e" /><Relationship Type="http://schemas.openxmlformats.org/officeDocument/2006/relationships/slide" Target="/ppt/slides/slide11.xml" Id="R4a6c8162438a4ee4" /><Relationship Type="http://schemas.openxmlformats.org/officeDocument/2006/relationships/slide" Target="/ppt/slides/slide12.xml" Id="R1bfb50f0f8f94973" /><Relationship Type="http://schemas.openxmlformats.org/officeDocument/2006/relationships/slide" Target="/ppt/slides/slide13.xml" Id="Redecdc94efb343de" /><Relationship Type="http://schemas.openxmlformats.org/officeDocument/2006/relationships/slide" Target="/ppt/slides/slide14.xml" Id="R77a4c26cfeb042d9" /><Relationship Type="http://schemas.openxmlformats.org/officeDocument/2006/relationships/slide" Target="/ppt/slides/slide15.xml" Id="Rfcd1e69ec53246bf" /><Relationship Type="http://schemas.openxmlformats.org/officeDocument/2006/relationships/slide" Target="/ppt/slides/slide16.xml" Id="R5d46927c964645ba" /><Relationship Type="http://schemas.openxmlformats.org/officeDocument/2006/relationships/slide" Target="/ppt/slides/slide17.xml" Id="R75ea97c034174a87" /><Relationship Type="http://schemas.openxmlformats.org/officeDocument/2006/relationships/slide" Target="/ppt/slides/slide18.xml" Id="Rb5bc87901b354632" /><Relationship Type="http://schemas.openxmlformats.org/officeDocument/2006/relationships/slide" Target="/ppt/slides/slide19.xml" Id="R9fcda5d32ed24a44" /><Relationship Type="http://schemas.openxmlformats.org/officeDocument/2006/relationships/slide" Target="/ppt/slides/slide20.xml" Id="R5c74213419204e04" /><Relationship Type="http://schemas.openxmlformats.org/officeDocument/2006/relationships/slide" Target="/ppt/slides/slide21.xml" Id="Rec95493a3bb64d78" /><Relationship Type="http://schemas.openxmlformats.org/officeDocument/2006/relationships/slide" Target="/ppt/slides/slide22.xml" Id="R67a1b261f44f4daa" /><Relationship Type="http://schemas.openxmlformats.org/officeDocument/2006/relationships/slide" Target="/ppt/slides/slide23.xml" Id="R19c73e40769d4d4c" /><Relationship Type="http://schemas.openxmlformats.org/officeDocument/2006/relationships/slide" Target="/ppt/slides/slide24.xml" Id="R53c5d54d4d774f8f" /><Relationship Type="http://schemas.openxmlformats.org/officeDocument/2006/relationships/slide" Target="/ppt/slides/slide25.xml" Id="R9aa06c60fa044c19" /><Relationship Type="http://schemas.openxmlformats.org/officeDocument/2006/relationships/slide" Target="/ppt/slides/slide26.xml" Id="Rf9c7974a211a41c0" /><Relationship Type="http://schemas.openxmlformats.org/officeDocument/2006/relationships/slide" Target="/ppt/slides/slide27.xml" Id="R8fddea3d5d4548b9" /><Relationship Type="http://schemas.openxmlformats.org/officeDocument/2006/relationships/slide" Target="/ppt/slides/slide28.xml" Id="R431092977f5f4def" /><Relationship Type="http://schemas.openxmlformats.org/officeDocument/2006/relationships/slide" Target="/ppt/slides/slide29.xml" Id="Rdf8193aa42894481" /><Relationship Type="http://schemas.openxmlformats.org/officeDocument/2006/relationships/slide" Target="/ppt/slides/slide30.xml" Id="Rb79ba9ef4a7d4d9b" /><Relationship Type="http://schemas.openxmlformats.org/officeDocument/2006/relationships/slide" Target="/ppt/slides/slide31.xml" Id="Rbe35791f95764913" /><Relationship Type="http://schemas.openxmlformats.org/officeDocument/2006/relationships/slide" Target="/ppt/slides/slide32.xml" Id="Rf036ac70f3bd4e76" /><Relationship Type="http://schemas.openxmlformats.org/officeDocument/2006/relationships/slide" Target="/ppt/slides/slide33.xml" Id="R2a7b08e4e0a14205" /><Relationship Type="http://schemas.openxmlformats.org/officeDocument/2006/relationships/slide" Target="/ppt/slides/slide34.xml" Id="R85cb2e261700436b" /><Relationship Type="http://schemas.openxmlformats.org/officeDocument/2006/relationships/slide" Target="/ppt/slides/slide35.xml" Id="R839a33339ad64506" /><Relationship Type="http://schemas.openxmlformats.org/officeDocument/2006/relationships/slide" Target="/ppt/slides/slide36.xml" Id="R8782554d10d44456" /><Relationship Type="http://schemas.openxmlformats.org/officeDocument/2006/relationships/slide" Target="/ppt/slides/slide37.xml" Id="Re9ca73f51864463e" /><Relationship Type="http://schemas.openxmlformats.org/officeDocument/2006/relationships/slide" Target="/ppt/slides/slide38.xml" Id="R1ddb3d54848e4900" /><Relationship Type="http://schemas.openxmlformats.org/officeDocument/2006/relationships/slide" Target="/ppt/slides/slide39.xml" Id="R55bd7be4a51f4f4c" /><Relationship Type="http://schemas.openxmlformats.org/officeDocument/2006/relationships/slide" Target="/ppt/slides/slide40.xml" Id="R1821d49af2b34ff5" /><Relationship Type="http://schemas.openxmlformats.org/officeDocument/2006/relationships/slide" Target="/ppt/slides/slide41.xml" Id="Rf72e1292bb064eb5" /><Relationship Type="http://schemas.openxmlformats.org/officeDocument/2006/relationships/slide" Target="/ppt/slides/slide42.xml" Id="R9f87a3e0ff9f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adf5635c7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4309d918b34fa4" /><Relationship Type="http://schemas.openxmlformats.org/officeDocument/2006/relationships/notesMaster" Target="/ppt/notesMasters/notesMaster1.xml" Id="R39128db4faf042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0662678a3c4898" /><Relationship Type="http://schemas.openxmlformats.org/officeDocument/2006/relationships/notesMaster" Target="/ppt/notesMasters/notesMaster1.xml" Id="R16a44cc805b343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e236c34b3e4402" /><Relationship Type="http://schemas.openxmlformats.org/officeDocument/2006/relationships/notesMaster" Target="/ppt/notesMasters/notesMaster1.xml" Id="Rc6a01d92c4a54e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c27646b9994483" /><Relationship Type="http://schemas.openxmlformats.org/officeDocument/2006/relationships/notesMaster" Target="/ppt/notesMasters/notesMaster1.xml" Id="R64fb1c7c39dc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3d6bf418d64eff" /><Relationship Type="http://schemas.openxmlformats.org/officeDocument/2006/relationships/notesMaster" Target="/ppt/notesMasters/notesMaster1.xml" Id="Ree4e20baf3f143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73afa0bee145f4" /><Relationship Type="http://schemas.openxmlformats.org/officeDocument/2006/relationships/notesMaster" Target="/ppt/notesMasters/notesMaster1.xml" Id="Rc49c86846a7349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bb6d2d73d94b10" /><Relationship Type="http://schemas.openxmlformats.org/officeDocument/2006/relationships/notesMaster" Target="/ppt/notesMasters/notesMaster1.xml" Id="R24596f175501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4e6e09dc2d4e23" /><Relationship Type="http://schemas.openxmlformats.org/officeDocument/2006/relationships/notesMaster" Target="/ppt/notesMasters/notesMaster1.xml" Id="R7ae7ab8a594a44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9de9b2e1eb45b0" /><Relationship Type="http://schemas.openxmlformats.org/officeDocument/2006/relationships/notesMaster" Target="/ppt/notesMasters/notesMaster1.xml" Id="Ra3b1704ad96843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538e895def4e7f" /><Relationship Type="http://schemas.openxmlformats.org/officeDocument/2006/relationships/notesMaster" Target="/ppt/notesMasters/notesMaster1.xml" Id="R127608c3606d47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a2e1cc072449be" /><Relationship Type="http://schemas.openxmlformats.org/officeDocument/2006/relationships/notesMaster" Target="/ppt/notesMasters/notesMaster1.xml" Id="Rdac888a9287740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83c06a26a147b7" /><Relationship Type="http://schemas.openxmlformats.org/officeDocument/2006/relationships/notesMaster" Target="/ppt/notesMasters/notesMaster1.xml" Id="R920f90605ac54a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24d2c184034654" /><Relationship Type="http://schemas.openxmlformats.org/officeDocument/2006/relationships/notesMaster" Target="/ppt/notesMasters/notesMaster1.xml" Id="R678a0c5e63c340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d3f05c3a5c4b3a" /><Relationship Type="http://schemas.openxmlformats.org/officeDocument/2006/relationships/notesMaster" Target="/ppt/notesMasters/notesMaster1.xml" Id="Ra9de837efc2047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7ad3c37093448b" /><Relationship Type="http://schemas.openxmlformats.org/officeDocument/2006/relationships/notesMaster" Target="/ppt/notesMasters/notesMaster1.xml" Id="R3864bc151ecf4b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08904105ea4fef" /><Relationship Type="http://schemas.openxmlformats.org/officeDocument/2006/relationships/notesMaster" Target="/ppt/notesMasters/notesMaster1.xml" Id="Rac739caf82c34f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77f67f6cf44b6f" /><Relationship Type="http://schemas.openxmlformats.org/officeDocument/2006/relationships/notesMaster" Target="/ppt/notesMasters/notesMaster1.xml" Id="R99bd18aff68b4e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fe9f321d7c4b93" /><Relationship Type="http://schemas.openxmlformats.org/officeDocument/2006/relationships/notesMaster" Target="/ppt/notesMasters/notesMaster1.xml" Id="Rdaabb706d6394c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13aae7db1a4767" /><Relationship Type="http://schemas.openxmlformats.org/officeDocument/2006/relationships/notesMaster" Target="/ppt/notesMasters/notesMaster1.xml" Id="R30e1ace7098e41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1edeceb4624d1a" /><Relationship Type="http://schemas.openxmlformats.org/officeDocument/2006/relationships/notesMaster" Target="/ppt/notesMasters/notesMaster1.xml" Id="Rf008c8cc129a41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8041afe20542db" /><Relationship Type="http://schemas.openxmlformats.org/officeDocument/2006/relationships/notesMaster" Target="/ppt/notesMasters/notesMaster1.xml" Id="R68b2a38355404e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0470273a744bd7" /><Relationship Type="http://schemas.openxmlformats.org/officeDocument/2006/relationships/notesMaster" Target="/ppt/notesMasters/notesMaster1.xml" Id="R4167764d51ec4d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c479cd2cd44765" /><Relationship Type="http://schemas.openxmlformats.org/officeDocument/2006/relationships/notesMaster" Target="/ppt/notesMasters/notesMaster1.xml" Id="Rcb48848e2c484c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f78799a808840d4" /><Relationship Type="http://schemas.openxmlformats.org/officeDocument/2006/relationships/notesMaster" Target="/ppt/notesMasters/notesMaster1.xml" Id="Rece15e2c422d4e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eafed00bda4e7d" /><Relationship Type="http://schemas.openxmlformats.org/officeDocument/2006/relationships/notesMaster" Target="/ppt/notesMasters/notesMaster1.xml" Id="R473dc41f931146d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3a8970a2864bc8" /><Relationship Type="http://schemas.openxmlformats.org/officeDocument/2006/relationships/notesMaster" Target="/ppt/notesMasters/notesMaster1.xml" Id="Rec927d135dd94f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93aa97eba2d40e3" /><Relationship Type="http://schemas.openxmlformats.org/officeDocument/2006/relationships/notesMaster" Target="/ppt/notesMasters/notesMaster1.xml" Id="Rc3424975b693409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6dcd57382146d4" /><Relationship Type="http://schemas.openxmlformats.org/officeDocument/2006/relationships/notesMaster" Target="/ppt/notesMasters/notesMaster1.xml" Id="Rf37098cbddbe4d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a237b231fa4413" /><Relationship Type="http://schemas.openxmlformats.org/officeDocument/2006/relationships/notesMaster" Target="/ppt/notesMasters/notesMaster1.xml" Id="R30eda4d14ca647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d954e5ade6435f" /><Relationship Type="http://schemas.openxmlformats.org/officeDocument/2006/relationships/notesMaster" Target="/ppt/notesMasters/notesMaster1.xml" Id="Recf0eec6115448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700b186cd334baa" /><Relationship Type="http://schemas.openxmlformats.org/officeDocument/2006/relationships/notesMaster" Target="/ppt/notesMasters/notesMaster1.xml" Id="Rb4b1113f0c8f44e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50e6f36ee74691" /><Relationship Type="http://schemas.openxmlformats.org/officeDocument/2006/relationships/notesMaster" Target="/ppt/notesMasters/notesMaster1.xml" Id="R3eb67d4461e4404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7f50ba1c89f4158" /><Relationship Type="http://schemas.openxmlformats.org/officeDocument/2006/relationships/notesMaster" Target="/ppt/notesMasters/notesMaster1.xml" Id="Rfa68bed9c385444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a70a2c27bf4ce5" /><Relationship Type="http://schemas.openxmlformats.org/officeDocument/2006/relationships/notesMaster" Target="/ppt/notesMasters/notesMaster1.xml" Id="Ra5e7de5dbc4d4bb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bb77e5cc300471d" /><Relationship Type="http://schemas.openxmlformats.org/officeDocument/2006/relationships/notesMaster" Target="/ppt/notesMasters/notesMaster1.xml" Id="Rb124020bf5bb4bd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565a1e280d4da1" /><Relationship Type="http://schemas.openxmlformats.org/officeDocument/2006/relationships/notesMaster" Target="/ppt/notesMasters/notesMaster1.xml" Id="R0f17eb9e4b95477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34379b1a92405c" /><Relationship Type="http://schemas.openxmlformats.org/officeDocument/2006/relationships/notesMaster" Target="/ppt/notesMasters/notesMaster1.xml" Id="Rf028a404d6a9482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a6c7514aa34200" /><Relationship Type="http://schemas.openxmlformats.org/officeDocument/2006/relationships/notesMaster" Target="/ppt/notesMasters/notesMaster1.xml" Id="R240e72f02b7a4a5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060a4aac6314d33" /><Relationship Type="http://schemas.openxmlformats.org/officeDocument/2006/relationships/notesMaster" Target="/ppt/notesMasters/notesMaster1.xml" Id="R6df93943c60c477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8c5d9feab63437f" /><Relationship Type="http://schemas.openxmlformats.org/officeDocument/2006/relationships/notesMaster" Target="/ppt/notesMasters/notesMaster1.xml" Id="R1fa5008866254b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aa74a04cca941e3" /><Relationship Type="http://schemas.openxmlformats.org/officeDocument/2006/relationships/notesMaster" Target="/ppt/notesMasters/notesMaster1.xml" Id="Rde51d835eacd45b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803b21ca6a34847" /><Relationship Type="http://schemas.openxmlformats.org/officeDocument/2006/relationships/notesMaster" Target="/ppt/notesMasters/notesMaster1.xml" Id="R0cae7ffdb0b141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a0d2c8968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91ffd3d6cb40c3" /><Relationship Type="http://schemas.openxmlformats.org/officeDocument/2006/relationships/slideLayout" Target="/ppt/slideLayouts/slideLayout1.xml" Id="R080bed48ecaf49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0bed48ecaf49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a89a6bace458f" /><Relationship Type="http://schemas.openxmlformats.org/officeDocument/2006/relationships/notesSlide" Target="/ppt/notesSlides/notesSlide1.xml" Id="R5e84db91957f47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f9c16e0494291" /><Relationship Type="http://schemas.openxmlformats.org/officeDocument/2006/relationships/notesSlide" Target="/ppt/notesSlides/notesSlide2.xml" Id="R098a04b729ac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58c237b69480e" /><Relationship Type="http://schemas.openxmlformats.org/officeDocument/2006/relationships/notesSlide" Target="/ppt/notesSlides/notesSlide3.xml" Id="R5daa409837a54d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34ef3cef64d3a" /><Relationship Type="http://schemas.openxmlformats.org/officeDocument/2006/relationships/notesSlide" Target="/ppt/notesSlides/notesSlide4.xml" Id="Rf67bedd50c8f4c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0affef8654214" /><Relationship Type="http://schemas.openxmlformats.org/officeDocument/2006/relationships/notesSlide" Target="/ppt/notesSlides/notesSlide5.xml" Id="R1c73156f6ef84d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23e707c174701" /><Relationship Type="http://schemas.openxmlformats.org/officeDocument/2006/relationships/notesSlide" Target="/ppt/notesSlides/notesSlide6.xml" Id="R9101cb168fd94f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6fa36ef794aef" /><Relationship Type="http://schemas.openxmlformats.org/officeDocument/2006/relationships/notesSlide" Target="/ppt/notesSlides/notesSlide7.xml" Id="R0b8a49f20b884c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1bdcf198e413e" /><Relationship Type="http://schemas.openxmlformats.org/officeDocument/2006/relationships/notesSlide" Target="/ppt/notesSlides/notesSlide8.xml" Id="Rd8454700516f42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dc184906341a3" /><Relationship Type="http://schemas.openxmlformats.org/officeDocument/2006/relationships/notesSlide" Target="/ppt/notesSlides/notesSlide9.xml" Id="R4aa0df8e9a0044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db53ee75b4aae" /><Relationship Type="http://schemas.openxmlformats.org/officeDocument/2006/relationships/notesSlide" Target="/ppt/notesSlides/notesSlide10.xml" Id="R62cfeab7eefc45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47189a10140c7" /><Relationship Type="http://schemas.openxmlformats.org/officeDocument/2006/relationships/notesSlide" Target="/ppt/notesSlides/notesSlide11.xml" Id="R8de7b4dc0b5b4c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dcbd223f74bc5" /><Relationship Type="http://schemas.openxmlformats.org/officeDocument/2006/relationships/notesSlide" Target="/ppt/notesSlides/notesSlide12.xml" Id="Rafddddfa102f4a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7f938d1fb4baf" /><Relationship Type="http://schemas.openxmlformats.org/officeDocument/2006/relationships/notesSlide" Target="/ppt/notesSlides/notesSlide13.xml" Id="Rb2f1dddf473545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09aa9be5949dd" /><Relationship Type="http://schemas.openxmlformats.org/officeDocument/2006/relationships/notesSlide" Target="/ppt/notesSlides/notesSlide14.xml" Id="R3441493e373844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14d16737b43ce" /><Relationship Type="http://schemas.openxmlformats.org/officeDocument/2006/relationships/notesSlide" Target="/ppt/notesSlides/notesSlide15.xml" Id="R04d5c24e58154d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c80525d214e4c" /><Relationship Type="http://schemas.openxmlformats.org/officeDocument/2006/relationships/notesSlide" Target="/ppt/notesSlides/notesSlide16.xml" Id="Rcb7ec9f353304a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f94df0b794b3c" /><Relationship Type="http://schemas.openxmlformats.org/officeDocument/2006/relationships/notesSlide" Target="/ppt/notesSlides/notesSlide17.xml" Id="R7563434fddfa46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ceba389246cd" /><Relationship Type="http://schemas.openxmlformats.org/officeDocument/2006/relationships/notesSlide" Target="/ppt/notesSlides/notesSlide18.xml" Id="R927f0b77886b4c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30b09a902428a" /><Relationship Type="http://schemas.openxmlformats.org/officeDocument/2006/relationships/notesSlide" Target="/ppt/notesSlides/notesSlide19.xml" Id="Rc78df78b311140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8535fa5ed4930" /><Relationship Type="http://schemas.openxmlformats.org/officeDocument/2006/relationships/notesSlide" Target="/ppt/notesSlides/notesSlide20.xml" Id="R91145eae315740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d4e395373493d" /><Relationship Type="http://schemas.openxmlformats.org/officeDocument/2006/relationships/notesSlide" Target="/ppt/notesSlides/notesSlide21.xml" Id="Ra562e942835e40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6b08be57e49d0" /><Relationship Type="http://schemas.openxmlformats.org/officeDocument/2006/relationships/notesSlide" Target="/ppt/notesSlides/notesSlide22.xml" Id="R49346737f4a04f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97cbfe2434f41" /><Relationship Type="http://schemas.openxmlformats.org/officeDocument/2006/relationships/notesSlide" Target="/ppt/notesSlides/notesSlide23.xml" Id="R7b031deb3c4841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5c11f14184276" /><Relationship Type="http://schemas.openxmlformats.org/officeDocument/2006/relationships/notesSlide" Target="/ppt/notesSlides/notesSlide24.xml" Id="Rcce454d3a492421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65de61d2f487a" /><Relationship Type="http://schemas.openxmlformats.org/officeDocument/2006/relationships/notesSlide" Target="/ppt/notesSlides/notesSlide25.xml" Id="R52cd690d41f840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fbac420274dbb" /><Relationship Type="http://schemas.openxmlformats.org/officeDocument/2006/relationships/notesSlide" Target="/ppt/notesSlides/notesSlide26.xml" Id="Rfa2d3c1c851146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4ec7288db4a08" /><Relationship Type="http://schemas.openxmlformats.org/officeDocument/2006/relationships/notesSlide" Target="/ppt/notesSlides/notesSlide27.xml" Id="R02df18ce3f6e476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4ffc58c3c4755" /><Relationship Type="http://schemas.openxmlformats.org/officeDocument/2006/relationships/notesSlide" Target="/ppt/notesSlides/notesSlide28.xml" Id="R1df4ef7330744c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159e9c7294cc9" /><Relationship Type="http://schemas.openxmlformats.org/officeDocument/2006/relationships/notesSlide" Target="/ppt/notesSlides/notesSlide29.xml" Id="R13109a649b4f44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74d3d3d1b4f25" /><Relationship Type="http://schemas.openxmlformats.org/officeDocument/2006/relationships/notesSlide" Target="/ppt/notesSlides/notesSlide30.xml" Id="R6cca0c6f376844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c0dd5032f4ff7" /><Relationship Type="http://schemas.openxmlformats.org/officeDocument/2006/relationships/notesSlide" Target="/ppt/notesSlides/notesSlide31.xml" Id="R2f4ddbd697264b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918bb2e954e6c" /><Relationship Type="http://schemas.openxmlformats.org/officeDocument/2006/relationships/notesSlide" Target="/ppt/notesSlides/notesSlide32.xml" Id="Rfe37c14624fd41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8474c50ac47af" /><Relationship Type="http://schemas.openxmlformats.org/officeDocument/2006/relationships/notesSlide" Target="/ppt/notesSlides/notesSlide33.xml" Id="R2ea288421a25487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995a27aec48c6" /><Relationship Type="http://schemas.openxmlformats.org/officeDocument/2006/relationships/notesSlide" Target="/ppt/notesSlides/notesSlide34.xml" Id="Rdfc0420c36324e2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af9ed06f74919" /><Relationship Type="http://schemas.openxmlformats.org/officeDocument/2006/relationships/notesSlide" Target="/ppt/notesSlides/notesSlide35.xml" Id="Rda36fcc0e5ca45e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965b17d0c4465" /><Relationship Type="http://schemas.openxmlformats.org/officeDocument/2006/relationships/notesSlide" Target="/ppt/notesSlides/notesSlide36.xml" Id="R85e9605ec052487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e8d943ac54d37" /><Relationship Type="http://schemas.openxmlformats.org/officeDocument/2006/relationships/notesSlide" Target="/ppt/notesSlides/notesSlide37.xml" Id="R92bfc04001c0466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35deb26474779" /><Relationship Type="http://schemas.openxmlformats.org/officeDocument/2006/relationships/notesSlide" Target="/ppt/notesSlides/notesSlide38.xml" Id="R453443c98581402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cd7f8a3134530" /><Relationship Type="http://schemas.openxmlformats.org/officeDocument/2006/relationships/notesSlide" Target="/ppt/notesSlides/notesSlide39.xml" Id="R5c4e254d4838456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6a8f30c8549c1" /><Relationship Type="http://schemas.openxmlformats.org/officeDocument/2006/relationships/notesSlide" Target="/ppt/notesSlides/notesSlide40.xml" Id="R78ca06fc25dd4ea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27b0133e5486f" /><Relationship Type="http://schemas.openxmlformats.org/officeDocument/2006/relationships/notesSlide" Target="/ppt/notesSlides/notesSlide41.xml" Id="R83aaefd87a5245e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fa2f9f42f4827" /><Relationship Type="http://schemas.openxmlformats.org/officeDocument/2006/relationships/notesSlide" Target="/ppt/notesSlides/notesSlide42.xml" Id="R9dab918c087f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F6175-EA46-4290-966A-41F767FD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7384B-F237-40E1-A03D-8BA0BEAD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Diodes and their Application: Introduction, Characteristics and Parameters, Diode Approximation, DC Load Line Analysis,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9FC78-5CE6-4C06-984B-E5DF5880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C37CA-57EE-46F3-AF77-3C7AF4D5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DF58C-FA95-4034-AA54-C91764CA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CF947-8C6B-4590-A58D-20A9486C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A88EA-9A1C-4BE6-A6F9-950352E4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6ABE5-5005-4CAA-88B8-C032120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F0458-80E2-48EF-8CBF-2069DB43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993D3-B6A2-4239-9220-F3BAAA6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425CB-64F3-4B82-B776-F5A7F03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68B9-E5C7-4C1C-8773-17A16528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533C3-34A2-4DFC-A027-6D5F477F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42707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BCA0-0EBC-4753-A22C-B08E9ED5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90D08-72B5-4B89-888F-CC3F5338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113B9-949A-4DA5-A242-9AAB43C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0AFF4-AC35-450F-B573-04719608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95225-F6E4-4CEB-B9CD-3E65B1D6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8C1D7-151A-4976-9899-43656CA1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184A9-BD9D-483D-9578-C5A24B36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085B4-AEC7-418F-83A4-47A56FA6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13ED3-3E46-4A09-AEB2-697A7A0D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05C3E-7D84-4FF1-83D4-0540C7BC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010A1-002D-4A79-B349-B31F05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E052D-BE27-4831-A017-6853D995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317F0-6AD1-469E-8480-252364A4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201CB-415C-40F7-AD37-5D061483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E1B84-8474-4885-9B68-3D349E8B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1472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C5F60A-4614-4EF7-ACD9-0786372D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1712F-A6D8-44AC-A1CB-5D440782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C47EB-86CB-4076-9312-B04C687E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13719-11AC-4E76-8A3C-53A1CE2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FD854-AAA7-4BC2-86BF-E769E36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BCBCC-9C2E-444E-9544-AFC62269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04735-5140-4E03-AFBC-C4274222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22756-7DA6-41D3-A492-D95F5ED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88D58-7AB2-47C9-A5B5-F8C50ED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Diodes and their Application: 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69809-0364-4F55-B978-BB36E5DD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0F650-7173-4C43-A990-6D4D29D6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3C8A1-D3E5-4BDA-AAE4-58F0A9BD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Characteristics and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347D9-54F7-429C-8090-6DB4398C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E92EC-9325-4E82-8952-4A4BBCE7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8DBEA-E9E1-4E76-A1CB-EB8D828A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Diode Approximation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01000-6DC2-474F-9B15-9D9DA2AB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B7D4B-C09E-402E-9CC2-C1C5877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DD8A7-A0CB-4A31-9E14-F4E3FFA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DC Load Line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9B6F9-2DA7-4084-AA6E-FFBF3AFA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5BD09-B3AE-4BB9-8B2B-3F440C2E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379DB-6B0F-4123-881F-3B23A350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Half Wave Rectifier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193A2-82DA-4FAE-9DFE-F884D69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F1CDD-C419-4313-967D-94FB909F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DD753-77D8-4275-9275-5DAB485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Full Wave Bridge Rectifier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D6973-5145-411A-ABF6-77B33FF6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76E81-58CB-4CA8-A953-E9DAB021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9BF5B-E3AD-449A-B4DC-C6E8D0B3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Capacitor Filter Circuit ( Only Qualitative Approach). Ze...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1FBE84-6EF4-4BC0-AF88-9E98683A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D414EA-C2EF-45C7-A294-BAB2817D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2E86FA-2D2E-4A1F-AE43-ECCF39AD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Diode Logic Circuits. Text 1: 2.1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A3A1B-B851-4A88-9EA8-A0146D20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ADC42-AD3D-4C60-81B2-E6994280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41032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EC55A-64C0-4795-AFA6-AFC59A25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D5F44-5DFE-416C-A801-BE35AEF6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BAB86-D861-40E3-8EC8-6ADE384B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2C22C-91EF-46CF-9B9D-991F0A0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23A3C-D3B5-496F-A23C-DC57C0D6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95FF1-FE10-4ACE-88AF-26ED380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7411F-A35F-4AA4-9E40-58D6813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BC2CE-5711-4DCB-8DDE-A89F0967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Diodes and their Application: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E299F-9DC7-4AFE-A44A-4E32343C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7999A-03F1-4508-8BDE-2B739C8B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87F4A-2A1B-4FF5-8F17-BA3656DF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Characteristics and Parameters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438D7-6456-46C6-9C4D-C4802C87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1B1AD-5642-4588-8661-05F9C7CD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86F6E-7AE2-439C-BFBE-103D2582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Diode Approximation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33576-AA4D-41B7-9CB0-A39C6DB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4439A-3F09-4FF6-9B6F-B8D5303A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3CDB6-8F35-44BB-A878-782009EB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DC Load Line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F243D-1190-45BF-86F6-A7E958F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D9FB9-C8FB-4B1D-943A-648B66E2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67E5B-2D80-4661-B608-4E38A406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Half Wave Rectifier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A0801-CFD1-421D-845A-7300CECB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AB46D-29A4-439B-AD1E-C5B07CE4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78166-2BBC-45FF-9804-A1DE0F7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Full Wave Bridge Rectifier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5DDD5-2A0C-4EAA-BDBE-72C9D8C2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641DB-30E1-4E8C-B5D3-AF601BB2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9B7F6-5379-4020-A10D-278C0269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Capacitor Filter Circuit ( Only Qualitative Approach). Ze...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4808B-716F-42B6-85E7-5ACFB127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F436D-C40B-4DB4-82B3-E03C574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1E5A3-C861-4AC9-81B5-1FE94101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2977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C0D53-E8DA-4057-876E-997DC393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0544E-F5F0-452F-8E84-103FD30B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65892-BA74-4521-9BDD-63D82DF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12A68-02D8-4BDF-8741-CC8200F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4A16A-F598-4341-A2D1-FE3EF03A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CF8A7-313E-4AB1-8A1C-900894C7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86471-A0E2-4BAE-8968-A4804D6A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Characteristics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72796-74C2-42B9-904B-6B4B1BAE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E62CF-3D73-4B06-B45A-9ADEAD0A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10837-06DC-4A72-8FDA-7626ADE4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Approximation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8D902-714D-4CEF-ACB9-A10CD73C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0EE2D-349B-4E14-8732-28E6F25F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2005C-47A1-467D-8AEA-999736CE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Half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73188-4660-43D7-936A-B4837582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7B4A1-9CC4-48DE-AA52-F65E5726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E7FCE-5F6F-4550-986B-A34D9DC9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0012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AAE16-818D-4A36-A712-202EF8DA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C9E22-FC6B-4165-BC64-048EA659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C0DE0-E3B9-4670-B633-66B020E0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096EE-70B8-416F-B525-9E8608FE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092A6-AD2A-4D26-97DF-9140296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Diodes and their Application: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DE4DC-F3D2-478A-85CD-A37DE2C6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Diodes and their Application: Introduction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9A5D3-8282-4A13-9A6C-D8684C51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65700-2A41-4195-992A-84950542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7EA4-3EF5-42E5-A08A-0209F1F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A3C5D-57E5-4852-B2A4-6DB2951A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5F18D-0649-4B67-AAA8-68CEC0A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81024-E838-403F-B466-1145ADDB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76479-CA02-4E59-81D7-FADCFA69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6DAFF-019C-4FB8-A350-A24CA24B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0E562-F94A-4C64-B888-74B72586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10293-3BB9-4CCE-A3F5-376A75AB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7579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6CCA4-0629-4544-9FEA-8B0CA3FE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89DCA-E96A-484F-A241-A6D22362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D846E-A37D-41CC-BF15-FCF9C7CE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40B83-918C-4FFE-8F01-260FA95D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0ECA7-6B90-49A5-B611-D2A1B9AA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1CC3E-D342-4FBF-B808-BC0BF006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06E29-DC8B-428F-8A5F-24B2CE79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BF57D-615D-4807-B981-611992BD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245EC-3FE2-48FD-9ECD-D05F4058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Diodes and th...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F0B03-4B4C-4C2E-9FB6-23CAF763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D0913-D85E-4188-A57C-A27BE35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67C60-2357-4E27-87C4-711D3A22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Diodes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AA702-6FA8-45E7-8BC0-11EC493F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2FD44-CA5D-4C92-899F-1AFBA195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36EE0-B7B6-44AC-9B41-84BA795F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Diodes...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305D6-01CF-4407-ADE4-37ED44BD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0E799-8B33-4669-AE5E-AD6FAFF7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E3788-83E8-4D8C-BA42-B696DAD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Diodes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994C3-76E2-4DB9-8C62-691A346A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B68C9-323D-4E15-B1FC-9C5879DA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CC880-7FF4-47B2-8F28-DA1F1C7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Diodes and the...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4E1BF-E7AE-4330-8C35-DA8D506F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5CC35-C54C-4FB2-930C-132B58D0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6458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ED600-73F6-4365-98B1-43D20022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756F7-5287-4098-A038-92B7D9D5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81879-CE24-4BC6-9572-ABC26CFA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73BC1-DDF3-490B-943B-EC37AECA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D5222-2C68-492F-835D-FED39F5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293EF-0C4A-4CE1-8E1A-355D368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24B10-C031-4498-B557-210621B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E5C0A-9BA9-42B5-8620-9FE94446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4B52A-638E-46F6-9725-B21BA9A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0A878-D2C7-4D39-92C2-D860602B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FC206-CC2B-4B59-A6FD-CFF393E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6021B-7CD1-46BE-AAE7-96A21967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B4C98-8F9F-4AF3-9BE4-48306FBC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99901-FD3E-44B3-94FF-CB4A5A6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BBCEA-872C-41E3-8FB7-A7B31219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3806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19B0D-4D16-447E-9900-C05BC8B9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00CF9-BB01-4F7F-9210-8B9CFE1E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5E63A-3017-44AA-9909-1F5A0BC1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3D8EA-480A-494B-98C7-5F7E587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38B1D-15A4-49F7-B310-268E55D7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99101-3121-4B5E-B787-1F4993F3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Diodes and their Application: Introduction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556F1-0962-415B-A8F6-06E94D0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AD2BD-1ACF-4C35-98DE-58A2CA82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5479D-ADBF-4872-BF9D-85C54E56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7F070-5590-47B3-A620-29FB0090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F4492-3230-4CB0-BDCF-BCD09BCE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555920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115EF-1F2F-44B2-8C61-ECABB96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4FDA1-C7FF-4700-811C-76A25A2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342F5-5367-4C6A-B9F8-7479BF0E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12200-4795-45FB-BD6F-0DB32DA7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578D2-FB6B-4EA7-B1B5-0AA45120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Characteristics and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A1172-3391-4B03-A8E4-CA36F970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Characteristics and Parameters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27210-AD37-4678-9F12-F80514AE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C6A29-D749-4508-96D3-FBB4C99D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4022B-B86F-4EA9-A846-F0072D5C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855DF-2E2D-40E4-9567-92020BA2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5DAB0-759F-421D-8385-CE23458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8FB3-78C6-4485-AD16-E08DA80C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00739-3587-4D15-BE4F-34D5FA34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AD1E1-CC36-4A1D-9B18-880307A4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4B83B-0CD3-4F4D-9F52-9BE1650D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B0AA8-5999-4281-A67B-04AD52CC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42760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D9117-85FB-4ED4-8345-D18F4065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70DB5-EA2D-4E4A-AC75-6BDE2936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02820-9C8D-4708-AD5C-DEAC452B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3BF4D-4254-45BC-BCB9-318AA12D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97641-0BBD-4744-97F2-84A96657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D6E2B-5B31-4527-AE40-EDFB74A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61708-CE2D-4C65-B7D0-5A1A32AC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6CF98-4287-4D08-B2C2-90D1779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57CF9-CCA2-4562-8984-AA386CE9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Characteristi...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2A6C7-FAC6-4928-B0CA-279B69F7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3C547-FA95-40BB-B77A-7E61D78F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06345-1BCA-4ACF-8F24-4D020CC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Characteris...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26E24-5FB2-4CC4-8647-5C715846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EAB37-2800-4105-BFA5-F13B6465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C9FA7-291B-40EA-BAAE-3B12D89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Charact...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DA94A-7370-4714-80CB-D800CC2C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02116-D4EE-409F-863F-B2AB1E94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AF599-C874-4E72-96B7-73BFD0A1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Characteri...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24EDF-512C-40F7-B40F-E06CF55B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EE0F7-F10F-449F-A5AC-2F2EB0B3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41767-7223-4AED-B01E-08E68F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Characteristic...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D0AE0-7E4F-45E2-BD76-3552DCD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CBB0D-D78D-4A8D-9A74-A5E35575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67220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5463C-B30C-41FE-B3B1-E78066EA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2F8F3-5680-47F6-A855-AC4E679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4CD83-9F90-4355-9879-0674448F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6C55C-2B6A-453B-A27E-459845C2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B7993-4B7E-435A-BA30-08A43B47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FA0BC-BD65-432B-8941-07C7FF8F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CDC1D-0BF8-47C3-8F51-3DCD81FE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AADCD-BE9C-4368-B33F-1BEEA661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73411-131C-4975-ABF1-D49AC6B6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5DBCC-D1D3-4FAA-86F5-41B532AE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20E04-0311-4F46-B868-BCD7AD6D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7AFCF-B586-4CBE-BB30-8DCD298B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185D5-0C86-4795-BE75-EEB3EF2F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75472-A05D-4ECA-8B3E-50E93C25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5D8CB-8A22-481E-B4CC-EB7F769D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96222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8046D-617C-47E5-8AFF-09908EAC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F01D3-74B6-415A-8D92-7C7DFB4A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AB791-E79D-4C3C-A94B-D15A8A5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3B033-2F00-45C5-A9B8-C0D471D5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B4F3E-4DA3-4DE9-825F-6414F22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CA8F3-D880-43A7-BE8F-3303F5A1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Characteristics and Parameters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3974D-0306-40E0-A493-274B04B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2272F-EEDE-4DA0-9F62-C42BFD29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FF8E3-5012-47AA-BB89-4876361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8A5CB-8770-40BD-8AC0-053C0D07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97F48-327E-4302-A5F5-AA10692E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12406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95693-CA2B-4C67-B4DC-4930086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6100F-5656-4CD4-9DB5-ADFC923C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4414F-EDBC-449F-8BFC-F360A005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8F9CF-8A9C-4C02-933B-6FFF8073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8AB11-21EB-450F-B2C6-B4953A9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Diode Approximation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6F3F-EFE6-4921-8E19-12A04C2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Diode Approximation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309A0-E015-4593-A14D-D27CFC1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9770A-D800-43F3-BB30-A2033C9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CC0EB-80DE-4195-9D2B-0BEC5C29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1FE12-4E2D-4F1A-9206-D005FD78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7FB04-7E46-46C4-A7AA-C7897EAC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8141E-2474-47EF-87DB-A84B38C0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39601-8A39-4EE1-818A-C905BE8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C2875-8E2E-4BA4-AF6D-37FC03DF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E3712-739F-44E7-8F83-5669B1C5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25BC4-5907-4660-9B71-32DE0D65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478759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634F4-8D8E-4750-B8D6-E7378971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70FB3-18BE-4425-A416-B9D521A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A957D-0183-49DC-B9B2-7F5C8C1C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5C27C-3EBE-427D-B279-403BA1CF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05D52-A70B-4E7F-9C94-A7B6315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ADC74-6EFB-4FFE-AC1A-F07840DE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577C-B41F-4CDB-BB0B-813AF153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104EB-EAF3-44BB-A1EA-72554A27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FFC26-1FCD-4155-8932-3236E318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Diode Approxi...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82C67-467C-45CD-8C0F-80EEB810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4827D-C4F4-4D16-822C-1593F2EA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F236E-04FC-41FF-B722-1D3C67F6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Diode Appro...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00A7D-1AC0-4DF7-8D4C-287CF7E7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4AC06-181A-480F-B634-06DB7A5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58D97-D29F-4D04-9F26-BC14FBAB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Diode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06260-25FA-4329-A913-21A068EF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A07A2-8525-4714-966D-8116E18D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F9C7D-15E4-445B-9575-5EE5CFDB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Diode Appr...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1771D-FE41-4935-8C8E-77984CB7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71693-65C6-4C1A-B38B-E16B0D45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48DC4-43FE-4232-BC08-08F4F88A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Diode Approxim...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8CE334-9A3D-4812-80C6-779D05D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267F6-4A87-43C5-8611-7AEBADD3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38757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A069A-80D0-4F0B-8FC7-5897A6B3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6E912-25E2-4BE3-9637-A3F81948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EF91B-57EE-4398-BEF4-94CFD3ED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CFE07-C025-4455-99CF-DAB0B04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97DB7-E6B8-47AC-8244-1B175EB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D58B2-DE1A-4A4F-86C5-1E05E8F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EEC8B-30B0-49D6-AC5E-348F75D8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EA14E-1FFE-4B2C-AE13-A4C8276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5A7DD-5539-4931-9AEF-E5A6E8D9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4823C-2AFB-4AE4-A1A1-BED2137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54AB5-AF97-4DA9-ACFA-248746C5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19B25-2721-48EC-9F57-B068C4C0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CEDB7-F912-4D30-B358-95390C41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9735B-F518-4293-96DF-AFA189C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24E95-5016-431F-9612-4CBFA4BA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77847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DD37E-89CD-4AC0-A235-4E0E777B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3513E-FD8E-4F52-A23D-01A71F71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B90C9-81B1-432F-AEC9-EB5280B6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6DB37-E8F1-4C03-B914-6223491C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41E58-3F2E-4FA5-8B3C-EB98D89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1282E-2E9C-45A8-B39F-A35DF097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Diode Approximation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447A7-F204-448B-B6B6-513D423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0D850-DF08-4711-BFED-52B73F4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C70EA-4B21-4BEC-A04C-96CA1B3F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FD65A-D5CF-424B-92AC-4EC5FD27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3C3DC-A905-4C40-BC65-4DBEA39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044694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B564E-650F-47CF-B5D7-E58B5D6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E76EE-E605-4A0B-8D0D-D0590972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70E25-EC4C-482F-95F6-6EB92577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23791-902A-4A82-BB5A-08B1E10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38EE8-7529-44F9-9188-50DB55C5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DC Load Line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20C84-8F3F-427B-9CFB-0B529D4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DC Load Line Analysis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AF26A-E97A-4187-98FA-0B658772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B0A8A-6A69-4DEE-B4FA-A26244F9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193B8-2C55-42A9-8516-937E95EC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50107-3F04-4195-ABAE-4B95CD1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FC2E1-8F09-4C8E-91ED-930B1253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97486-7E65-4FD4-9399-53C86127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B2F47-88A5-4830-BA8A-044E4B7C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82BD0-6ECB-42AC-B93F-71C125CA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E9422-1085-4C70-A364-B7039725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9616E-CA2B-4B9E-963E-ECA95403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032057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6363C-EDF9-4E8D-B856-43DC7E24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6B5A7-3A48-4B53-85CC-5F5A86C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03099-5C5B-4924-84AD-6A39D57F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DA039-6942-406E-AF9F-3C4DFAEF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0A82A-15B3-4E3A-B296-6C02B869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1284C-487A-4DA1-94E9-CCBCB85F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07197-803A-45E2-86BD-49F4F16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EBE6B-2F79-4BBE-99AA-D405C59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09F3F-06AC-4C97-BC2A-4400FA8F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DC Load Line...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DE3FE-5C21-441F-8D95-F66ABD57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E08FD-5418-438D-8EBA-2E910D8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9304E-BA22-49BA-805F-97DD5262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DC Load Lin...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C94AC-EC4C-4CD1-87C2-49FB8B81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1772B-9EF9-480A-8619-83075FA7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38740-EA35-411D-A137-AF0B9873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DC Load...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724D7-6418-43B0-B6C9-4E63DFF6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90A49-66C4-4A87-999F-86784B80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4D983-D9D3-45BA-A251-A8DADB84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DC Load Li...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F2131-3248-4FBA-AAEA-3B1A9D81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BD928-5DEB-42D2-826B-2FAEFDE2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FE42C-3AC7-417A-88F4-9AFAF25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DC Load Line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A10BE-821D-4FE5-B8D4-1524720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30067-87EB-405E-B07A-C22E6F63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10968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1DAFE-3B7A-4237-BB7F-53E179DE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142BE-B650-413B-81E9-1E9B6F30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4F413-38A9-4574-AC0C-52A457B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8EFD2-912E-4AA1-81BC-79D7437B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8E747-77BC-49AD-8C4F-8BB111E6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FFF-5E39-4FD5-AF5E-A5FE825C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68033-7AB8-4218-9AF0-245FE5D1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66849-72E9-44C4-AFC5-7203E7A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EC76B-D2E0-448C-8BFA-1C24D440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63273-327D-4856-B50C-A44A9CC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274D3-5318-4060-AAB4-EA14765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C9A49-9B66-495E-B7A6-EB443743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41C63-8B96-4692-9A28-469AEFD7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9A46F-8F13-4518-B333-35DE266A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DD825-FBAE-42B0-AA1B-F12B339C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727609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FDACB-948A-4F7D-9FAF-1CD0E912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6974D-459D-4E69-A00A-2E8ADB56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E9B2D-C4D5-4C95-8C32-FBD4130B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502E4-F80C-4F79-80B4-0534758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FAAF0-6546-44DE-8257-5191767A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653F7-81BA-4519-B897-A158C3D0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DC Load Line Analysis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A7F45-DDDD-4293-A33F-446A8935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AD032-63FA-4957-A856-77E5439A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3F45B-5E8A-4DC1-9C80-3113069E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5669B-4D55-4A49-8AE9-36FBA256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AB7A6-01C4-4A83-B7F6-07CCAA3C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222731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58ADD-CCD6-4B50-A4D8-BC01B0DE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8E991-E815-4818-BA61-8B3393AE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5A7E3-F319-40A6-BE85-8E4E3A5D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91D53-1391-4A71-B688-2246D004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D088C-63CD-4656-A68A-4A955DE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Half Wave Rectifier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342EB-9207-449A-83B3-28A913EB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Half Wave Rectifier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E2A11-8766-4B6E-ADA0-9980F1D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80948-B103-4DD4-BB29-564FAFF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69632-985E-46D2-A296-ACDE97CE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1623A-9F87-4238-BFA8-BAAFED9E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EEAEA-C5FF-4095-8E0E-E6FBDBB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7679A-5F11-48D0-AFEE-114305EF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847EB-5DA3-401F-ACEC-5B903FD5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23743-AAF1-4D97-AD3D-7A20A18A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0DD69-5932-45D3-806F-11E6B65F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97786-E661-4F5F-AF34-EC5E6973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73257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26DA2-C3CA-4462-AD3E-0BC3F5FF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BA772-7159-4292-8C18-3E094C6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605FD-BB5F-4316-BC86-4E419B8C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01F7F-06B0-4A6A-8A3E-8EA0808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394FB-7BDE-4AA0-8483-4BE6AB83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365AE-39CD-4C62-A7F6-FF1BE5ED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DB680-8822-4950-8D9C-C0DC9514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A359D-07A3-4820-8378-593CC87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74C83-1E92-447F-B85B-79DC0F30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Half Wave Rec...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586F9-8CAA-4D53-AA7B-BF2020F9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01675-6F54-4EAE-9273-C4AF6C6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A2D1E-7030-4D87-A59E-F12BF3C0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Half Wave 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961F7-2C54-4A3E-AFC8-8C9745E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ACAD8-4BC7-4613-98AF-AF8B3DCB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BCD69-D78C-4236-AE76-3DABFCFA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Half Wa...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92C66-280C-488D-A683-D0AD11E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3F9BE-C65D-40BF-949C-F710E28D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6B62C-DACE-4592-B58E-7A1B24B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Half Wave...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EB571-A484-440C-8549-FA1D401D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931AF-6D71-4ED2-9092-F7B13BB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3AB1F-CC90-4AAC-A1B6-7E72792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Half Wave Rect...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D3D87-0CA7-4C93-B0D3-7A62A146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EFAF6-DD98-4A4B-94C6-AB6A450D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353051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833C2-FB6D-47A3-8A70-430B73E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0F7DF-66A7-4CFF-AD54-D362B389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48496-6AC1-4672-AC41-548FF8D5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6E90E-DF66-43F9-B9FD-B573AA0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1AA26-2ADE-4665-BE0C-38BE4878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537C5-F49F-4F97-9300-240AE413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1A3BF-68E1-4505-AFFD-39A557D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3C228-1D3E-467E-BB77-95D8E3BB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C7A2A-443F-4B19-82C2-6D9B7D82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6B289-0C18-4F7B-B09F-8B5187B4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768B4-C886-426C-9B33-240456DF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9C796-EB1E-43EE-802D-67997340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4D6EA-FC65-4858-A6A0-FC7B04D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4A898-8AB5-412C-96C8-81CAF0C7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886B9-4F9F-4E57-9EFF-A22B486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47472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CEB5D-1077-428A-8D6A-4EC05C92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4BF82-DB57-4118-A16D-F6A63A5E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35317-3580-4E0F-9A8B-BAA5B762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B7393-C1AD-4CA0-95B5-AF64CD4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DFA6F-B906-4CFD-8C41-7AA5F4B0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89185-4024-4623-803B-FBB2691B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Half Wave Rectifier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56181-B4CE-43B6-977F-16F8B733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CE26B-8740-48F9-9CBF-DE9AF615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4CFC7-AC23-4D6A-A9B4-C96CFA35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00221-6213-4D19-BEA4-EC9A32E5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62A34-5131-4B90-8812-8F9DAEC2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71625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40F94-74BE-4E24-917C-9C96763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E8E2F-58AD-4906-BD7F-40185433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EA798-EE81-4139-B733-9B6A7E6D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5F847-D20A-4965-8D88-D04487C5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95FC-465A-4484-B456-28838B51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Full Wave Bridge Rectifier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6F139-E790-4077-9878-72FB5C7D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Full Wave Bridge Rectifier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56FF1-C4CD-424A-A21B-D880D409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BD0FC-9A6A-4B35-B4F7-5DDBD05F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B5159-0798-4548-9AB4-ED313FE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73540-671A-4280-9C48-11167C0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72ED0-84B9-4A63-94FB-3CB0840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3400A-73D0-45B6-B017-AEB5AA5B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8D7BF-FC56-41CA-AFEA-A4D2E7C3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5EB3F-F2D6-4F01-8F8A-D890D76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C13CD-B9B9-45D7-8BD3-7007D99E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8AC1C-F72F-4B87-95BF-BF118BD6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774036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B500D-B406-45A3-A5E4-EFE2DA27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876E8-3B3A-4FAD-9CAD-63AB0D0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291A3-B93B-4990-B864-63E1D55D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BE7B8-E3E7-40BB-8DA7-3C82E690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4D3A3-B1E4-4CB1-9606-5ABD1889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D1289-AC77-41B3-B273-9A0AA02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5A06F-F9AE-469F-B605-B88567E8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17137-C45F-44A0-A517-E905121A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E8BCA-822F-42A9-8421-AEF1DBDB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Full Wave Bri...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12EA9-3033-4BB1-A255-C189B8D1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6587A-6580-4728-B15C-7AEC291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EA9AA-2985-464B-8C88-E8325FF1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Full Wave 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89C0F-1167-4B86-889A-1D1F3F82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E2D97-0B94-4598-95A6-E2EBC1C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5AC08-6038-4FE2-A22E-A559847A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Full Wa...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5ADEC-0785-4C0B-BA06-A966D040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34D4C-CE33-4F6A-BFA9-EF6BFB12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A2EC0-687C-416C-B514-752D3A76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Full Wave...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B8423-5E96-4DDA-A5F5-29DF897D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69087-869C-437D-9F48-CFB2752D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EBFF1-8119-40F1-9087-E11B3C4E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Full Wave Brid...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B7CFD-049A-4333-8A65-E96CD3E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AF1E0-40C8-4141-97BB-4E040BC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822102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22A68-549A-4925-BE60-19A7FCF6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CA060-BE54-41C3-BA31-24A862E9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964C2-402C-44A4-8460-F8B4A168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52352-57EC-4807-99C2-11A10654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28B87-15E2-4D26-AA98-7DDAAAFF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01A1E-9AD8-42D4-81DC-DEA80DD9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2134A-0DD0-458D-9C89-3C9EEFDF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57518-507B-4C3E-9732-6BE5F6A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D0372-8544-4567-B84A-B9780F7A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B3148-2D45-410A-879D-726AD9F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C8DCC-A78A-4D7D-BEB1-ECC2F075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D3683-DA97-459D-B4C4-95E3A2A9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5A541-869C-46DF-B28C-13538888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B857C-702D-41F6-BB61-F37FFE6E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391C6-EF96-4E5F-B860-6EA9E1A2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436819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39241-7AFF-4555-B353-E85941D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A821A-0B52-480A-9F74-2392F40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761F7-3859-4372-B53C-B8537C77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1E0F9-2AC8-4780-8FD4-CC6B452C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28475-542A-4779-B92D-558393CC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38CCC-56BD-466C-B126-4BF82EBF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Full Wave Bridge Rectifier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4592B-5CAC-4234-8176-31F2AC58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AFB3D-AF0E-4315-AF45-DF58CD9C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33A0A-71AD-48D6-9410-8EDDFA15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A47EA-0007-485A-9DF0-B5979D9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D4AFD-AE0A-461C-95D4-A3665CD0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27262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8487E-E7C9-41EF-9BA2-84F18930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88BBB-ADF1-497B-B86F-C86D5374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3716F-E85F-4F5B-80F7-9FD64868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D89EB-7BF0-49D0-9236-7439E27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A2439-2164-47B0-8E18-B8B3BE96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Capacitor Filter Circuit ( Only Qualitative Approach). Zener Diode and its Use in Voltage Regulation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8D987-9912-4D27-A9A6-06677834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Capacitor Filter Circuit ( Only Qualitati...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4245F-A05C-4BDC-909B-C0B13C4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F47A3-0D7F-4625-A906-74C6A17B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6A2F9-9FED-43B1-9196-DDE49C7A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1983A-D286-4058-A69A-16283F64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B7665-4745-433D-B3F3-5A87F837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088DB-4093-4C05-9B23-C141D6D2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F78CD-B62A-4723-A404-D9041F2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48EC1-1CA1-4D3A-81EA-37555372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5BC4D-BD2B-4A9B-A107-4CFF479F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D43FD-5C7B-4F10-824B-96A4082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7015375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D1B03-A340-46EC-A1F1-FEDD92D4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A2F71-2FD1-4902-8BC5-53D22810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F173B-1D7E-4187-B55D-C6733CC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27E9E-2A5A-4083-8582-B1500FE2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3C781-0700-400E-8C8C-53FD3DF1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6C0F1-5064-4E98-ABD8-62BA1E4D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19A59-3C05-4BDE-A291-6B4F2631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47EE3-CC6E-4623-A2CD-11F36D75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736D4-A07F-4487-84A9-B592136C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Capacitor Fil...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8B3A5-BC1D-4B5E-8029-92ED00D6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7D6E6-B091-4CA1-AA8C-86327FE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A9521-04BB-4AA3-A6A5-EC721FC0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Capacitor 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60EFA-B291-4C4B-B6B4-217C72B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9A960-43A4-4465-AEDC-DFA53F4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705D3-157E-46F7-A4ED-971C25CB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Capacit...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56CE6-57B8-4975-9FE8-AC8E4FE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1D4A9-F509-4E1E-B873-0CA2F4CA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74201-8126-439B-A440-E69DACC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Capacitor...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BD39C-BA6A-458A-BD65-A9E9EDD5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FF83B-4879-48C4-A6B1-D969A10E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8C29D-4666-4356-8493-17420B6B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Capacitor Filt...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B1B6B-47B9-4F44-94B9-DAD0EC9A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7A032-3B8E-4D9F-9FEA-63A5C1F2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78540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3ABC9-1666-4BB4-B989-205A3205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C0EA3-6A86-413E-BFAB-1B5E5F65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8D2EC-C609-4FB7-9BA1-3FF485A2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793D5-F42E-4F1C-87DA-62DD97B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9BF90-3E42-4F76-9815-E13C9034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9D5A7-911A-45EC-846B-2CD1254F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E495-1771-4CAD-9510-BCCD1402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A5A3C-B4EA-46C7-BA42-C2DBB579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FD435-9E5E-48A0-8FCD-26904D42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B8FB9-9FCF-4A0B-85BA-8E5ED34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1FBD3-A115-442F-A8FB-C3F77AC6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39CB4-CD08-4E92-95B2-F5BC3F5E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085EA-BDDD-4798-99EE-9701011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EAE83-F810-4477-B777-229ADE3E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C1C71-667A-4108-BACA-0D4024F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75166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F467B-77BA-4BF8-88C2-2B3B4129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C313B-1335-4FEF-868B-92BE997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C9FC8-73D1-4B2A-A058-3AD1254D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F0EE4-623A-4E2B-AE67-F6D6E5E7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A60C9-25B1-4BA2-8260-EB8E30D6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D5D91-0C61-4FC6-9BE4-6981DD1E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Capacitor Filter Circuit ( Only Qualitative Approach). Ze...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CFAB1-6AA6-4BE8-AD70-9C8AFA58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709CA-3013-40CE-84DA-53C8688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177B1-6AB2-482B-955E-194E06C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20066-1905-496D-B86D-699DC77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46BFA-D362-4390-8981-0D626783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709054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EBEB5-6ABB-40B1-B6AE-BBDBCC6D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67F65-E586-4157-95DE-7F6904A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31F60-4512-428F-A008-A6631A4A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CFCC3-72E9-44BC-AD9E-8CBE0969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D3CFA-3DD6-49F3-AE33-13CFAE7C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Diode Logic Circuits. Text 1: 2.1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C908D-DD81-438B-9411-97FF1B0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Diode Logic Circuits. Text 1: 2.1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C2569-E562-45EB-B729-C82A311F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5C7B9-8A44-400B-B502-3B1C2F03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7E6EF-0F3C-4B43-972A-B1C58A09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9FD01-8D83-4184-9BDD-E637BCB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DDB60-5FC5-4605-BB1C-5D556E7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C194B-450D-4C5B-9760-4F194771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80164-C89C-4A4F-B6DA-65376721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BED70-9867-4024-A6B5-4BFEBBAE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BC251-7D1E-4D8D-8ACF-2C7D0C2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5FFD7-E450-49AA-97DA-38935E03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767897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C7844-281A-42A7-997F-7CDB08F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AE227-E99C-4873-AFD2-873685BA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7EECC-C85A-46FD-A847-613D05E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6DE08-1E5D-4DC6-BCEA-2D251D97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6B4C-2849-4293-ACD1-6763F608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A7A7F-C66C-400F-B836-329F571F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EA54B-3CAB-475A-B667-E309E1D8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222B9-81DA-42CE-A306-9B7560AC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2A04F-9F7A-434C-8DB6-1D1975A5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Diode Logic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0FBCF-D899-4D17-BA97-1A763829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F2EB0-C091-4260-AD93-784BE1D2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FED7F-0C3D-48CA-BAC8-BC4C9832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Diode Logic...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BB7DA-EDB7-45DD-8C8E-F70CD355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CE8AF-9971-42AF-98B8-DA21ACA2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3858D-DF71-4EA4-986B-FD12FEDB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Diode 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678A0-E6A7-46DD-BFC8-659791C9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9F41D-437B-4B76-9C39-0F44197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89267-8709-45FE-B60F-4FACA278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Diode Logi...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BF6DB-17DF-44AE-AAA5-271F3FE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BEEE3-7953-4E40-9DAE-FAA68E25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8CE5E-7C7E-4385-BC03-7D12D2E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Diode Logic Ci...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3F27F-CAB3-4BC1-AC14-12A07AB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14E-1AF6-4566-9690-27243929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44336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43FEF-6208-4AF2-BA33-2CCFD906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12F47-F6EA-4598-97D4-5FF45BFE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C2A65-7EFA-48F6-8FFD-3C01EBFA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A2F60-F8A5-410B-ACA8-EE04A201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3E158-E6FD-4793-99C6-BC5550B8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487A8-2160-4CC8-B115-2F27B55C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963D3-AFAC-42D2-A07B-F91B3B0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4F796-DB29-4DFF-A9AB-A144835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7D05B-BDBB-46B8-814B-9801D97C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D7996-2718-4F70-81A2-7F2C1607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FDA28-7467-4043-A30A-52D688F6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BC441-C22F-48E8-97F5-B4C84FD5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9E590-78CE-4137-AEDD-E5EC00CD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5B1C4-30EC-4CED-9DF3-4D8DBFBD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4BAC9-EA48-4BD0-B56C-CA67611E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226423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3438B-5E12-4323-964E-270EC66E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850E4-F61E-4CB1-BAB0-87E53211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18240-EB54-46EF-A65B-A1EF14CB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D60E9-8E06-4F33-A873-52043BFF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7533C-6838-4707-AFAE-AE6D553E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AFC8C-1A29-40B3-98EA-945C035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Diode Logic Circuits. Text 1: 2.1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D61FE-8E47-4A0A-A7FE-51D14209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BC78-D6C8-4670-9410-7DF40AB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5263A-E561-47B0-B606-DC6134CA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A9035-9653-4A1B-9FCE-96C773DD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C4336-FA3E-4AC2-9798-0CE35BBA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734250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CD6F1-A4E7-426E-BAF6-9AF441E6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0C3E3-D161-4885-9EC6-6C454785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1185F-6AD9-4409-BA53-519A822F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4E0C0-E31E-48C3-A183-DB9207A5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21039-D18A-44B5-BEC1-2CE0DB4A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F45E9-7264-44BC-848C-9BDFD7DE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13986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B9D89-51E7-4F45-BF49-182293F1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D470F-5462-4F87-9F76-29EEC89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DD794-F63F-48BA-A341-FEBF9A3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8A779-CDC7-4552-87B0-6463DFFA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08F4C-13C0-44CD-AAB3-5E99C42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Diodes: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their: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Characteristics: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Parameters: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Diode: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44837-D4D5-4EAC-932B-F5FB0E76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989814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9300-9FEF-439B-A242-D46224EB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D771D-6421-4900-BA1D-426D7DC0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8A725-D1F0-4128-B6EE-1341D9C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4980A-0E7E-4BEB-89EF-7A630540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F413D-D260-49D5-9EF1-A2CE2569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FF2A9-E270-4D0F-A9AE-7D40F049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797603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D750D-7B7F-4EDA-938D-9163FF44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0040A-6948-4B8B-B6EF-92312CC8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296F3-0408-47CE-8A0D-AAD94F1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71919-B390-4D44-A103-B2D6F3BC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D9256-28B1-4F15-8FAD-4099CE0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8F31F-4530-41B2-8C1E-ABCFEF61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9706482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DBE1F-8C6A-4C60-8E40-EC2FE81B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EC422-9D79-41E8-BE54-3A9C51DC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940EA-147C-4B83-8B03-56E1B0F1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AC826-6510-4A2D-B10F-CEFDE798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362D0-0EAB-4EE9-83BC-C0FF387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Diodes and their Application: Introduction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Characteristics and Parameters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Diode Approximation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DC Load Line Analysis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Half Wave Rectifier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49EA0-9AB5-4BED-878D-A6FB73DD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41CB3-1874-4E21-A905-64E479E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C2B54-133A-425E-97F0-7541C13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65798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2026-08-24T16:02:38.1200000Z</dcterms:created>
  <dcterms:modified xsi:type="dcterms:W3CDTF">2026-08-24T16:02:38.1200000Z</dcterms:modified>
</coreProperties>
</file>