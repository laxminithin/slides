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5d947bc204f5a" /><Relationship Type="http://schemas.openxmlformats.org/officeDocument/2006/relationships/extended-properties" Target="/docProps/app.xml" Id="R183b65ee4a204f49" /><Relationship Type="http://schemas.openxmlformats.org/officeDocument/2006/relationships/officeDocument" Target="/ppt/presentation.xml" Id="R3ef494347cde48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45fffa123344b4"/>
  </p:sldMasterIdLst>
  <p:notesMasterIdLst>
    <p:notesMasterId xmlns:r="http://schemas.openxmlformats.org/officeDocument/2006/relationships" r:id="R7705820493664674"/>
  </p:notesMasterIdLst>
  <p:sldIdLst>
    <p:sldId xmlns:r="http://schemas.openxmlformats.org/officeDocument/2006/relationships" id="256" r:id="R3139861656b64965"/>
    <p:sldId xmlns:r="http://schemas.openxmlformats.org/officeDocument/2006/relationships" id="257" r:id="Rc461efa8231b46bf"/>
    <p:sldId xmlns:r="http://schemas.openxmlformats.org/officeDocument/2006/relationships" id="258" r:id="Re76ad64c93fb422f"/>
    <p:sldId xmlns:r="http://schemas.openxmlformats.org/officeDocument/2006/relationships" id="259" r:id="R5a71ac3fad6240a4"/>
    <p:sldId xmlns:r="http://schemas.openxmlformats.org/officeDocument/2006/relationships" id="260" r:id="R92cef569a2954a59"/>
    <p:sldId xmlns:r="http://schemas.openxmlformats.org/officeDocument/2006/relationships" id="261" r:id="Rb2318a0dc781422b"/>
    <p:sldId xmlns:r="http://schemas.openxmlformats.org/officeDocument/2006/relationships" id="262" r:id="R2efc44eeca6b45e9"/>
    <p:sldId xmlns:r="http://schemas.openxmlformats.org/officeDocument/2006/relationships" id="263" r:id="Rd78caab2a4ab4be8"/>
    <p:sldId xmlns:r="http://schemas.openxmlformats.org/officeDocument/2006/relationships" id="264" r:id="Rb6d8ef1c38a0468c"/>
    <p:sldId xmlns:r="http://schemas.openxmlformats.org/officeDocument/2006/relationships" id="265" r:id="R6d1b26e23999444d"/>
    <p:sldId xmlns:r="http://schemas.openxmlformats.org/officeDocument/2006/relationships" id="266" r:id="Rff9d93f049924a01"/>
    <p:sldId xmlns:r="http://schemas.openxmlformats.org/officeDocument/2006/relationships" id="267" r:id="R2d44c20844ee41dd"/>
    <p:sldId xmlns:r="http://schemas.openxmlformats.org/officeDocument/2006/relationships" id="268" r:id="R2926f6364a294283"/>
    <p:sldId xmlns:r="http://schemas.openxmlformats.org/officeDocument/2006/relationships" id="269" r:id="R41e4a5e190474a7b"/>
    <p:sldId xmlns:r="http://schemas.openxmlformats.org/officeDocument/2006/relationships" id="270" r:id="R1435693177f7462b"/>
    <p:sldId xmlns:r="http://schemas.openxmlformats.org/officeDocument/2006/relationships" id="271" r:id="R5f6f23db345341d4"/>
    <p:sldId xmlns:r="http://schemas.openxmlformats.org/officeDocument/2006/relationships" id="272" r:id="R1975de4ee4354685"/>
    <p:sldId xmlns:r="http://schemas.openxmlformats.org/officeDocument/2006/relationships" id="273" r:id="Rfb16b6d284ca4332"/>
    <p:sldId xmlns:r="http://schemas.openxmlformats.org/officeDocument/2006/relationships" id="274" r:id="Rbf2465f8cc7d419a"/>
    <p:sldId xmlns:r="http://schemas.openxmlformats.org/officeDocument/2006/relationships" id="275" r:id="R5965206ef4a941dd"/>
    <p:sldId xmlns:r="http://schemas.openxmlformats.org/officeDocument/2006/relationships" id="276" r:id="Rc7ef26ef1e2149d6"/>
    <p:sldId xmlns:r="http://schemas.openxmlformats.org/officeDocument/2006/relationships" id="277" r:id="Rb1bd0e78a9ec4889"/>
    <p:sldId xmlns:r="http://schemas.openxmlformats.org/officeDocument/2006/relationships" id="278" r:id="Ra4a60b7bc8fe44ae"/>
    <p:sldId xmlns:r="http://schemas.openxmlformats.org/officeDocument/2006/relationships" id="279" r:id="R67b9d3ba23fd4e92"/>
    <p:sldId xmlns:r="http://schemas.openxmlformats.org/officeDocument/2006/relationships" id="280" r:id="Ra273c3c75a6549af"/>
    <p:sldId xmlns:r="http://schemas.openxmlformats.org/officeDocument/2006/relationships" id="281" r:id="R871734ed6f8d4292"/>
    <p:sldId xmlns:r="http://schemas.openxmlformats.org/officeDocument/2006/relationships" id="282" r:id="R36bdd1e06f9c4b9f"/>
    <p:sldId xmlns:r="http://schemas.openxmlformats.org/officeDocument/2006/relationships" id="283" r:id="R9c456515d0994e5e"/>
    <p:sldId xmlns:r="http://schemas.openxmlformats.org/officeDocument/2006/relationships" id="284" r:id="R34f28dc97beb46ca"/>
    <p:sldId xmlns:r="http://schemas.openxmlformats.org/officeDocument/2006/relationships" id="285" r:id="R37d3524d09f74662"/>
    <p:sldId xmlns:r="http://schemas.openxmlformats.org/officeDocument/2006/relationships" id="286" r:id="R01a6aba748e349ee"/>
    <p:sldId xmlns:r="http://schemas.openxmlformats.org/officeDocument/2006/relationships" id="287" r:id="Rb1004b156df6409f"/>
    <p:sldId xmlns:r="http://schemas.openxmlformats.org/officeDocument/2006/relationships" id="288" r:id="R93563bd8a700432c"/>
    <p:sldId xmlns:r="http://schemas.openxmlformats.org/officeDocument/2006/relationships" id="289" r:id="R1f624bc81c4b445b"/>
    <p:sldId xmlns:r="http://schemas.openxmlformats.org/officeDocument/2006/relationships" id="290" r:id="Rd4ddd1c642fb4dd2"/>
    <p:sldId xmlns:r="http://schemas.openxmlformats.org/officeDocument/2006/relationships" id="291" r:id="R4424b13efe85407e"/>
    <p:sldId xmlns:r="http://schemas.openxmlformats.org/officeDocument/2006/relationships" id="292" r:id="Ra6fae0671fd94a7f"/>
    <p:sldId xmlns:r="http://schemas.openxmlformats.org/officeDocument/2006/relationships" id="293" r:id="R702a4bc558274edf"/>
    <p:sldId xmlns:r="http://schemas.openxmlformats.org/officeDocument/2006/relationships" id="294" r:id="R91473a19c6864107"/>
    <p:sldId xmlns:r="http://schemas.openxmlformats.org/officeDocument/2006/relationships" id="295" r:id="Ra082acc7eb6d4e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6e6cc2ac2349d8" /><Relationship Type="http://schemas.openxmlformats.org/officeDocument/2006/relationships/slideMaster" Target="/ppt/slideMasters/slideMaster1.xml" Id="R5345fffa123344b4" /><Relationship Type="http://schemas.openxmlformats.org/officeDocument/2006/relationships/notesMaster" Target="/ppt/notesMasters/notesMaster1.xml" Id="R7705820493664674" /><Relationship Type="http://schemas.openxmlformats.org/officeDocument/2006/relationships/presProps" Target="/ppt/presProps.xml" Id="R6c9c89d646a946b1" /><Relationship Type="http://schemas.openxmlformats.org/officeDocument/2006/relationships/tableStyles" Target="/ppt/tableStyles.xml" Id="R0612140040484b10" /><Relationship Type="http://schemas.openxmlformats.org/officeDocument/2006/relationships/slide" Target="/ppt/slides/slide1.xml" Id="R3139861656b64965" /><Relationship Type="http://schemas.openxmlformats.org/officeDocument/2006/relationships/slide" Target="/ppt/slides/slide2.xml" Id="Rc461efa8231b46bf" /><Relationship Type="http://schemas.openxmlformats.org/officeDocument/2006/relationships/slide" Target="/ppt/slides/slide3.xml" Id="Re76ad64c93fb422f" /><Relationship Type="http://schemas.openxmlformats.org/officeDocument/2006/relationships/slide" Target="/ppt/slides/slide4.xml" Id="R5a71ac3fad6240a4" /><Relationship Type="http://schemas.openxmlformats.org/officeDocument/2006/relationships/slide" Target="/ppt/slides/slide5.xml" Id="R92cef569a2954a59" /><Relationship Type="http://schemas.openxmlformats.org/officeDocument/2006/relationships/slide" Target="/ppt/slides/slide6.xml" Id="Rb2318a0dc781422b" /><Relationship Type="http://schemas.openxmlformats.org/officeDocument/2006/relationships/slide" Target="/ppt/slides/slide7.xml" Id="R2efc44eeca6b45e9" /><Relationship Type="http://schemas.openxmlformats.org/officeDocument/2006/relationships/slide" Target="/ppt/slides/slide8.xml" Id="Rd78caab2a4ab4be8" /><Relationship Type="http://schemas.openxmlformats.org/officeDocument/2006/relationships/slide" Target="/ppt/slides/slide9.xml" Id="Rb6d8ef1c38a0468c" /><Relationship Type="http://schemas.openxmlformats.org/officeDocument/2006/relationships/slide" Target="/ppt/slides/slide10.xml" Id="R6d1b26e23999444d" /><Relationship Type="http://schemas.openxmlformats.org/officeDocument/2006/relationships/slide" Target="/ppt/slides/slide11.xml" Id="Rff9d93f049924a01" /><Relationship Type="http://schemas.openxmlformats.org/officeDocument/2006/relationships/slide" Target="/ppt/slides/slide12.xml" Id="R2d44c20844ee41dd" /><Relationship Type="http://schemas.openxmlformats.org/officeDocument/2006/relationships/slide" Target="/ppt/slides/slide13.xml" Id="R2926f6364a294283" /><Relationship Type="http://schemas.openxmlformats.org/officeDocument/2006/relationships/slide" Target="/ppt/slides/slide14.xml" Id="R41e4a5e190474a7b" /><Relationship Type="http://schemas.openxmlformats.org/officeDocument/2006/relationships/slide" Target="/ppt/slides/slide15.xml" Id="R1435693177f7462b" /><Relationship Type="http://schemas.openxmlformats.org/officeDocument/2006/relationships/slide" Target="/ppt/slides/slide16.xml" Id="R5f6f23db345341d4" /><Relationship Type="http://schemas.openxmlformats.org/officeDocument/2006/relationships/slide" Target="/ppt/slides/slide17.xml" Id="R1975de4ee4354685" /><Relationship Type="http://schemas.openxmlformats.org/officeDocument/2006/relationships/slide" Target="/ppt/slides/slide18.xml" Id="Rfb16b6d284ca4332" /><Relationship Type="http://schemas.openxmlformats.org/officeDocument/2006/relationships/slide" Target="/ppt/slides/slide19.xml" Id="Rbf2465f8cc7d419a" /><Relationship Type="http://schemas.openxmlformats.org/officeDocument/2006/relationships/slide" Target="/ppt/slides/slide20.xml" Id="R5965206ef4a941dd" /><Relationship Type="http://schemas.openxmlformats.org/officeDocument/2006/relationships/slide" Target="/ppt/slides/slide21.xml" Id="Rc7ef26ef1e2149d6" /><Relationship Type="http://schemas.openxmlformats.org/officeDocument/2006/relationships/slide" Target="/ppt/slides/slide22.xml" Id="Rb1bd0e78a9ec4889" /><Relationship Type="http://schemas.openxmlformats.org/officeDocument/2006/relationships/slide" Target="/ppt/slides/slide23.xml" Id="Ra4a60b7bc8fe44ae" /><Relationship Type="http://schemas.openxmlformats.org/officeDocument/2006/relationships/slide" Target="/ppt/slides/slide24.xml" Id="R67b9d3ba23fd4e92" /><Relationship Type="http://schemas.openxmlformats.org/officeDocument/2006/relationships/slide" Target="/ppt/slides/slide25.xml" Id="Ra273c3c75a6549af" /><Relationship Type="http://schemas.openxmlformats.org/officeDocument/2006/relationships/slide" Target="/ppt/slides/slide26.xml" Id="R871734ed6f8d4292" /><Relationship Type="http://schemas.openxmlformats.org/officeDocument/2006/relationships/slide" Target="/ppt/slides/slide27.xml" Id="R36bdd1e06f9c4b9f" /><Relationship Type="http://schemas.openxmlformats.org/officeDocument/2006/relationships/slide" Target="/ppt/slides/slide28.xml" Id="R9c456515d0994e5e" /><Relationship Type="http://schemas.openxmlformats.org/officeDocument/2006/relationships/slide" Target="/ppt/slides/slide29.xml" Id="R34f28dc97beb46ca" /><Relationship Type="http://schemas.openxmlformats.org/officeDocument/2006/relationships/slide" Target="/ppt/slides/slide30.xml" Id="R37d3524d09f74662" /><Relationship Type="http://schemas.openxmlformats.org/officeDocument/2006/relationships/slide" Target="/ppt/slides/slide31.xml" Id="R01a6aba748e349ee" /><Relationship Type="http://schemas.openxmlformats.org/officeDocument/2006/relationships/slide" Target="/ppt/slides/slide32.xml" Id="Rb1004b156df6409f" /><Relationship Type="http://schemas.openxmlformats.org/officeDocument/2006/relationships/slide" Target="/ppt/slides/slide33.xml" Id="R93563bd8a700432c" /><Relationship Type="http://schemas.openxmlformats.org/officeDocument/2006/relationships/slide" Target="/ppt/slides/slide34.xml" Id="R1f624bc81c4b445b" /><Relationship Type="http://schemas.openxmlformats.org/officeDocument/2006/relationships/slide" Target="/ppt/slides/slide35.xml" Id="Rd4ddd1c642fb4dd2" /><Relationship Type="http://schemas.openxmlformats.org/officeDocument/2006/relationships/slide" Target="/ppt/slides/slide36.xml" Id="R4424b13efe85407e" /><Relationship Type="http://schemas.openxmlformats.org/officeDocument/2006/relationships/slide" Target="/ppt/slides/slide37.xml" Id="Ra6fae0671fd94a7f" /><Relationship Type="http://schemas.openxmlformats.org/officeDocument/2006/relationships/slide" Target="/ppt/slides/slide38.xml" Id="R702a4bc558274edf" /><Relationship Type="http://schemas.openxmlformats.org/officeDocument/2006/relationships/slide" Target="/ppt/slides/slide39.xml" Id="R91473a19c6864107" /><Relationship Type="http://schemas.openxmlformats.org/officeDocument/2006/relationships/slide" Target="/ppt/slides/slide40.xml" Id="Ra082acc7eb6d4e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f0c4c57c38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db02660e8499f" /><Relationship Type="http://schemas.openxmlformats.org/officeDocument/2006/relationships/notesMaster" Target="/ppt/notesMasters/notesMaster1.xml" Id="R586bc49b91e448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7a20e18ffb49f6" /><Relationship Type="http://schemas.openxmlformats.org/officeDocument/2006/relationships/notesMaster" Target="/ppt/notesMasters/notesMaster1.xml" Id="Reda1b42ef9e645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787b3fe4b04c17" /><Relationship Type="http://schemas.openxmlformats.org/officeDocument/2006/relationships/notesMaster" Target="/ppt/notesMasters/notesMaster1.xml" Id="R2c4eb357d35742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80cf99ecea4036" /><Relationship Type="http://schemas.openxmlformats.org/officeDocument/2006/relationships/notesMaster" Target="/ppt/notesMasters/notesMaster1.xml" Id="Rf5157d9b92e648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caceeb1e646a5" /><Relationship Type="http://schemas.openxmlformats.org/officeDocument/2006/relationships/notesMaster" Target="/ppt/notesMasters/notesMaster1.xml" Id="R47a8b5d85fa84e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7be4b64478430e" /><Relationship Type="http://schemas.openxmlformats.org/officeDocument/2006/relationships/notesMaster" Target="/ppt/notesMasters/notesMaster1.xml" Id="Rd681abbfc2f9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487150251447d" /><Relationship Type="http://schemas.openxmlformats.org/officeDocument/2006/relationships/notesMaster" Target="/ppt/notesMasters/notesMaster1.xml" Id="Rf46de483ccbd4d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fa6bc324de4d64" /><Relationship Type="http://schemas.openxmlformats.org/officeDocument/2006/relationships/notesMaster" Target="/ppt/notesMasters/notesMaster1.xml" Id="R78a8c777f87e49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9a376136b04f68" /><Relationship Type="http://schemas.openxmlformats.org/officeDocument/2006/relationships/notesMaster" Target="/ppt/notesMasters/notesMaster1.xml" Id="Raed7c2b5282445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d33c7855614f3d" /><Relationship Type="http://schemas.openxmlformats.org/officeDocument/2006/relationships/notesMaster" Target="/ppt/notesMasters/notesMaster1.xml" Id="R99690f593b0347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2d6ed9e47f4d6f" /><Relationship Type="http://schemas.openxmlformats.org/officeDocument/2006/relationships/notesMaster" Target="/ppt/notesMasters/notesMaster1.xml" Id="R4f248875fc9f4b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39501cddc64acf" /><Relationship Type="http://schemas.openxmlformats.org/officeDocument/2006/relationships/notesMaster" Target="/ppt/notesMasters/notesMaster1.xml" Id="Rf671737f907247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299b3544a243dd" /><Relationship Type="http://schemas.openxmlformats.org/officeDocument/2006/relationships/notesMaster" Target="/ppt/notesMasters/notesMaster1.xml" Id="R263e268f002d44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ec5fc93cdf474d" /><Relationship Type="http://schemas.openxmlformats.org/officeDocument/2006/relationships/notesMaster" Target="/ppt/notesMasters/notesMaster1.xml" Id="R1db353f8a63f4d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9865a7ae84474b" /><Relationship Type="http://schemas.openxmlformats.org/officeDocument/2006/relationships/notesMaster" Target="/ppt/notesMasters/notesMaster1.xml" Id="R61d597e85c224f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c0e2820d7c4ee7" /><Relationship Type="http://schemas.openxmlformats.org/officeDocument/2006/relationships/notesMaster" Target="/ppt/notesMasters/notesMaster1.xml" Id="R6fa08843f37f4b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6001b836754b7c" /><Relationship Type="http://schemas.openxmlformats.org/officeDocument/2006/relationships/notesMaster" Target="/ppt/notesMasters/notesMaster1.xml" Id="R91759c36d42d4b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b6e2d46ad34578" /><Relationship Type="http://schemas.openxmlformats.org/officeDocument/2006/relationships/notesMaster" Target="/ppt/notesMasters/notesMaster1.xml" Id="Rd9442a860f514e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fd5120fa4a4db0" /><Relationship Type="http://schemas.openxmlformats.org/officeDocument/2006/relationships/notesMaster" Target="/ppt/notesMasters/notesMaster1.xml" Id="Rd841d67586f441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3eaa93bac54bba" /><Relationship Type="http://schemas.openxmlformats.org/officeDocument/2006/relationships/notesMaster" Target="/ppt/notesMasters/notesMaster1.xml" Id="R6c06cd5366c642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a6547310cf4228" /><Relationship Type="http://schemas.openxmlformats.org/officeDocument/2006/relationships/notesMaster" Target="/ppt/notesMasters/notesMaster1.xml" Id="R291cc83eae0a4e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07ded520ee416f" /><Relationship Type="http://schemas.openxmlformats.org/officeDocument/2006/relationships/notesMaster" Target="/ppt/notesMasters/notesMaster1.xml" Id="Rb9697edb8b734f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568fd567dc45fa" /><Relationship Type="http://schemas.openxmlformats.org/officeDocument/2006/relationships/notesMaster" Target="/ppt/notesMasters/notesMaster1.xml" Id="R3136dd81b70341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6e76fcff1e742c3" /><Relationship Type="http://schemas.openxmlformats.org/officeDocument/2006/relationships/notesMaster" Target="/ppt/notesMasters/notesMaster1.xml" Id="R6a585efc28cb48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cccf8f291147d1" /><Relationship Type="http://schemas.openxmlformats.org/officeDocument/2006/relationships/notesMaster" Target="/ppt/notesMasters/notesMaster1.xml" Id="R782d5354e00543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ddd7899a844a8c" /><Relationship Type="http://schemas.openxmlformats.org/officeDocument/2006/relationships/notesMaster" Target="/ppt/notesMasters/notesMaster1.xml" Id="Rcedfb9eec79d45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1795aa90054bdc" /><Relationship Type="http://schemas.openxmlformats.org/officeDocument/2006/relationships/notesMaster" Target="/ppt/notesMasters/notesMaster1.xml" Id="R3fd732e0dc3646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8029884534e4251" /><Relationship Type="http://schemas.openxmlformats.org/officeDocument/2006/relationships/notesMaster" Target="/ppt/notesMasters/notesMaster1.xml" Id="Rdda126ac827e4e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6337a6d3e140b3" /><Relationship Type="http://schemas.openxmlformats.org/officeDocument/2006/relationships/notesMaster" Target="/ppt/notesMasters/notesMaster1.xml" Id="R60828776bb9d45a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f71578b13424185" /><Relationship Type="http://schemas.openxmlformats.org/officeDocument/2006/relationships/notesMaster" Target="/ppt/notesMasters/notesMaster1.xml" Id="Reb7c52f4c70143d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a44793712a14160" /><Relationship Type="http://schemas.openxmlformats.org/officeDocument/2006/relationships/notesMaster" Target="/ppt/notesMasters/notesMaster1.xml" Id="Rb155558a6e6840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d2da17591714232" /><Relationship Type="http://schemas.openxmlformats.org/officeDocument/2006/relationships/notesMaster" Target="/ppt/notesMasters/notesMaster1.xml" Id="R05044cbf7b4347b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81cbbe3c9f940eb" /><Relationship Type="http://schemas.openxmlformats.org/officeDocument/2006/relationships/notesMaster" Target="/ppt/notesMasters/notesMaster1.xml" Id="R0cefd5b18c0e4e4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29b899ed5343ab" /><Relationship Type="http://schemas.openxmlformats.org/officeDocument/2006/relationships/notesMaster" Target="/ppt/notesMasters/notesMaster1.xml" Id="Rf97a3f5992f54b1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f15400d7eb44063" /><Relationship Type="http://schemas.openxmlformats.org/officeDocument/2006/relationships/notesMaster" Target="/ppt/notesMasters/notesMaster1.xml" Id="R920ab58a981248c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eb66d00dfe49be" /><Relationship Type="http://schemas.openxmlformats.org/officeDocument/2006/relationships/notesMaster" Target="/ppt/notesMasters/notesMaster1.xml" Id="Rcb79fe20c96440d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e591efa8169461a" /><Relationship Type="http://schemas.openxmlformats.org/officeDocument/2006/relationships/notesMaster" Target="/ppt/notesMasters/notesMaster1.xml" Id="R7e4331a0a4d34c5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9c00da687b64f52" /><Relationship Type="http://schemas.openxmlformats.org/officeDocument/2006/relationships/notesMaster" Target="/ppt/notesMasters/notesMaster1.xml" Id="Rf3c82dceb4e649a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a586a9751e4432" /><Relationship Type="http://schemas.openxmlformats.org/officeDocument/2006/relationships/notesMaster" Target="/ppt/notesMasters/notesMaster1.xml" Id="R2b92fd43e40f411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26af6a389f74d85" /><Relationship Type="http://schemas.openxmlformats.org/officeDocument/2006/relationships/notesMaster" Target="/ppt/notesMasters/notesMaster1.xml" Id="Rdef7e585c4f1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f85c2d08744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b03a3e6c0b433e" /><Relationship Type="http://schemas.openxmlformats.org/officeDocument/2006/relationships/slideLayout" Target="/ppt/slideLayouts/slideLayout1.xml" Id="Rb829172182a143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9172182a143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582738707431c" /><Relationship Type="http://schemas.openxmlformats.org/officeDocument/2006/relationships/notesSlide" Target="/ppt/notesSlides/notesSlide1.xml" Id="Ra7738f05b61449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b490901454f4f" /><Relationship Type="http://schemas.openxmlformats.org/officeDocument/2006/relationships/notesSlide" Target="/ppt/notesSlides/notesSlide2.xml" Id="Rb0778b8f7c3c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a0950869746bb" /><Relationship Type="http://schemas.openxmlformats.org/officeDocument/2006/relationships/notesSlide" Target="/ppt/notesSlides/notesSlide3.xml" Id="R5b8c1636e29a46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6d43c8cdb484e" /><Relationship Type="http://schemas.openxmlformats.org/officeDocument/2006/relationships/notesSlide" Target="/ppt/notesSlides/notesSlide4.xml" Id="R5f9c84232824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856031fd4b96" /><Relationship Type="http://schemas.openxmlformats.org/officeDocument/2006/relationships/notesSlide" Target="/ppt/notesSlides/notesSlide5.xml" Id="Re1473b118019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4e145e8764cb0" /><Relationship Type="http://schemas.openxmlformats.org/officeDocument/2006/relationships/notesSlide" Target="/ppt/notesSlides/notesSlide6.xml" Id="R9329a6a894ca41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588a84b224307" /><Relationship Type="http://schemas.openxmlformats.org/officeDocument/2006/relationships/notesSlide" Target="/ppt/notesSlides/notesSlide7.xml" Id="R5e8d9cfba4c8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f778e125946a2" /><Relationship Type="http://schemas.openxmlformats.org/officeDocument/2006/relationships/notesSlide" Target="/ppt/notesSlides/notesSlide8.xml" Id="R578827c272c64b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fd590461843a1" /><Relationship Type="http://schemas.openxmlformats.org/officeDocument/2006/relationships/notesSlide" Target="/ppt/notesSlides/notesSlide9.xml" Id="R2d63bc83043b44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d6b72c3904112" /><Relationship Type="http://schemas.openxmlformats.org/officeDocument/2006/relationships/notesSlide" Target="/ppt/notesSlides/notesSlide10.xml" Id="R66c1ac7d911c46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357cb81224a34" /><Relationship Type="http://schemas.openxmlformats.org/officeDocument/2006/relationships/notesSlide" Target="/ppt/notesSlides/notesSlide11.xml" Id="Rfa2a635c576245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ee22b5b024967" /><Relationship Type="http://schemas.openxmlformats.org/officeDocument/2006/relationships/notesSlide" Target="/ppt/notesSlides/notesSlide12.xml" Id="R1aa4a99e833948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55b151de340a3" /><Relationship Type="http://schemas.openxmlformats.org/officeDocument/2006/relationships/notesSlide" Target="/ppt/notesSlides/notesSlide13.xml" Id="Ra4e0dba8608a48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69fac08d4671" /><Relationship Type="http://schemas.openxmlformats.org/officeDocument/2006/relationships/notesSlide" Target="/ppt/notesSlides/notesSlide14.xml" Id="R1e6dff53a84c44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402c8b1314b13" /><Relationship Type="http://schemas.openxmlformats.org/officeDocument/2006/relationships/notesSlide" Target="/ppt/notesSlides/notesSlide15.xml" Id="R4054ae1759ab47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d8302bdb04e45" /><Relationship Type="http://schemas.openxmlformats.org/officeDocument/2006/relationships/notesSlide" Target="/ppt/notesSlides/notesSlide16.xml" Id="Reddc81bdf1214b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80923c3bd4558" /><Relationship Type="http://schemas.openxmlformats.org/officeDocument/2006/relationships/notesSlide" Target="/ppt/notesSlides/notesSlide17.xml" Id="R28262909143b47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33908002945af" /><Relationship Type="http://schemas.openxmlformats.org/officeDocument/2006/relationships/notesSlide" Target="/ppt/notesSlides/notesSlide18.xml" Id="R39ce6e7bb89744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e80387fe2483b" /><Relationship Type="http://schemas.openxmlformats.org/officeDocument/2006/relationships/notesSlide" Target="/ppt/notesSlides/notesSlide19.xml" Id="R56da561db47b4f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f90bb567f481d" /><Relationship Type="http://schemas.openxmlformats.org/officeDocument/2006/relationships/notesSlide" Target="/ppt/notesSlides/notesSlide20.xml" Id="R9488b226934748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4de37455c4aa0" /><Relationship Type="http://schemas.openxmlformats.org/officeDocument/2006/relationships/notesSlide" Target="/ppt/notesSlides/notesSlide21.xml" Id="Rdaeadf2d1c2643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10d0cc985437c" /><Relationship Type="http://schemas.openxmlformats.org/officeDocument/2006/relationships/notesSlide" Target="/ppt/notesSlides/notesSlide22.xml" Id="R9e7de2ca3efe42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41d486a6d49ae" /><Relationship Type="http://schemas.openxmlformats.org/officeDocument/2006/relationships/notesSlide" Target="/ppt/notesSlides/notesSlide23.xml" Id="Ra7f639f6462741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88a82e93f42c9" /><Relationship Type="http://schemas.openxmlformats.org/officeDocument/2006/relationships/notesSlide" Target="/ppt/notesSlides/notesSlide24.xml" Id="R071c517c717a4a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3ca0235043c9" /><Relationship Type="http://schemas.openxmlformats.org/officeDocument/2006/relationships/notesSlide" Target="/ppt/notesSlides/notesSlide25.xml" Id="R297a9c99b9a844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7b80f062e4a3e" /><Relationship Type="http://schemas.openxmlformats.org/officeDocument/2006/relationships/notesSlide" Target="/ppt/notesSlides/notesSlide26.xml" Id="Rb08707d96b384c9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f292b38e241b9" /><Relationship Type="http://schemas.openxmlformats.org/officeDocument/2006/relationships/notesSlide" Target="/ppt/notesSlides/notesSlide27.xml" Id="R9d3973c7475e46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10849b56b48d2" /><Relationship Type="http://schemas.openxmlformats.org/officeDocument/2006/relationships/notesSlide" Target="/ppt/notesSlides/notesSlide28.xml" Id="Re9b59a8ff6bc4ec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c18b86b5c4fb6" /><Relationship Type="http://schemas.openxmlformats.org/officeDocument/2006/relationships/notesSlide" Target="/ppt/notesSlides/notesSlide29.xml" Id="R59d192a56b4540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3e403e84c49b1" /><Relationship Type="http://schemas.openxmlformats.org/officeDocument/2006/relationships/notesSlide" Target="/ppt/notesSlides/notesSlide30.xml" Id="R8220f99ccb40409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ec4bfed634a2d" /><Relationship Type="http://schemas.openxmlformats.org/officeDocument/2006/relationships/notesSlide" Target="/ppt/notesSlides/notesSlide31.xml" Id="R951fa7e1df9f44d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7fb0dc3574cca" /><Relationship Type="http://schemas.openxmlformats.org/officeDocument/2006/relationships/notesSlide" Target="/ppt/notesSlides/notesSlide32.xml" Id="R96b059740373435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a57c5492b46ed" /><Relationship Type="http://schemas.openxmlformats.org/officeDocument/2006/relationships/notesSlide" Target="/ppt/notesSlides/notesSlide33.xml" Id="Re840f5fff106459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3e93bdf774343" /><Relationship Type="http://schemas.openxmlformats.org/officeDocument/2006/relationships/notesSlide" Target="/ppt/notesSlides/notesSlide34.xml" Id="R6dd635c6060a41c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6697f14364d41" /><Relationship Type="http://schemas.openxmlformats.org/officeDocument/2006/relationships/notesSlide" Target="/ppt/notesSlides/notesSlide35.xml" Id="R11f31402c145491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50ecd55cc4788" /><Relationship Type="http://schemas.openxmlformats.org/officeDocument/2006/relationships/notesSlide" Target="/ppt/notesSlides/notesSlide36.xml" Id="R895c04efaf1e45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729200f8942c5" /><Relationship Type="http://schemas.openxmlformats.org/officeDocument/2006/relationships/notesSlide" Target="/ppt/notesSlides/notesSlide37.xml" Id="Rffa29f0b04124f7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18cf11ed9414a" /><Relationship Type="http://schemas.openxmlformats.org/officeDocument/2006/relationships/notesSlide" Target="/ppt/notesSlides/notesSlide38.xml" Id="Rafd70221891744f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fc5c59bd94444" /><Relationship Type="http://schemas.openxmlformats.org/officeDocument/2006/relationships/notesSlide" Target="/ppt/notesSlides/notesSlide39.xml" Id="R0208f109241e4ec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b187d8fd54acc" /><Relationship Type="http://schemas.openxmlformats.org/officeDocument/2006/relationships/notesSlide" Target="/ppt/notesSlides/notesSlide40.xml" Id="R5946cbb0e8d144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57C66-D272-4F77-9760-8F2F6EA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6AEED-171A-4DCE-8FE4-565CC1F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Bipolar Junction Transistors: Introduction, BJT Voltages &amp; Currents, BJT Amplification, BJT Switching, Common Base Chara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8AFB9-C997-4B61-8477-FE8A5296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46DFD-BB3F-4131-90F9-76B62226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3E4CA-1A9A-4494-A115-694A6162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C34A5-FB97-4648-BFCD-95486783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A8AD6-E562-41D5-B0B6-96DCD885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6525-E969-491B-8C4E-8BACFF32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45A05-B294-44F6-B041-B9545949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D7436-5B83-4673-85C5-EF9FA7B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9C47D-3E23-4FBB-9B09-F62A71F2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C0D33-AB14-49A8-B03B-B3B19C6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BC089-2D7A-4323-BAC3-5F12727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6716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37524-1833-4F34-B59A-0DEB9108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1B4F-B4F8-42A6-A179-F9AEAF60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012FE-D42D-4863-89CA-5597ABE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04514-5BD9-43D1-B19A-F909906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3B1F1-5ACE-4DA8-A2F5-499273B6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54CA-E2E6-4450-B28C-260BD3EE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55B52-77C6-449D-8BC2-A2DCEF8D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382EB-E6C5-4261-90CC-1834A6E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7213B-8616-495F-B94F-F438663C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F50FB-D421-4CD9-AA36-71D0BBC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C04FC-211C-457D-B2F2-BE48807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20947-6B87-4678-AEB1-6561C03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F9949-47F3-49FB-9D37-AD1F01C9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69FAF-5D55-4E48-9BD0-8099102E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F40B8-0D0E-4E34-893D-FC39BC6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31700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6163B-7A8A-4FF4-8325-69F9AB0E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0BB9A-DF93-48E7-9561-C3A8B362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83788-E56E-4F8E-A321-B1A69F81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04D03-1664-437A-97AC-D5816B0A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B47B8-F32A-4C4A-9EB4-459FCC3D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9DCED-BBBC-4FD4-8DC6-CEB17181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90E6E-14B7-45DB-BE3C-AFF73074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14271-4CFB-448D-858E-6C97B8FB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FB146-01DB-462C-9B92-72856DCB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Transistors: Introduction, BJT Voltages &amp; Currents, BJT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D5D62-82FB-4BCA-887B-68B81E0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8096F-4B66-4220-9169-6AE1A6B0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A0C1E-A420-435A-846F-7DD1533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Transistor: Junction Field Effect Transistor (N- Channel)...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B34FD-BC7F-4455-B845-7FA900F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8279C-E08B-484D-A245-80101A9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FEEA4-7E1F-46FB-9403-842DE9A1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ETs: Enhancement MOSFETs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955DB-AF44-4816-9B46-2D2F954B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B458C-1C1A-4EC0-8235-5B9E595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5DB5A-9F20-403B-B4D6-233600B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Case Study of MOSFET as a Switch Text 1: 4.1, 4.2, 4.3, 4...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C1AB0-A2CE-49FE-ADC7-D64A6C6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DBDBD-2B2D-46B0-B076-6DDE162E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255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DE035-2B1A-47A7-B93C-328A3DE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CEBD1-88F7-46E3-A544-35E1360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5DDC8-E077-49BD-92A4-BDC9BCE8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0ACB4-E575-4A13-AB35-0699EAB2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F6605-3441-4DF6-81FB-A93C38C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68C73-3783-4F0D-A970-7675237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7898E-3A2E-4B39-992C-538F7324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FDD22-BAD0-4DC5-9592-B82CBFE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Transistors: Introduction, BJT Voltages &amp; Currents, BJT A...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9F579-5CEA-4907-A54D-F02B4FD2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C658A-830A-435E-98FE-4C08030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3F711-A01F-4BD7-9B58-CC3B658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Transistor: Junction Field Effect Transistor (N- Channel)...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E75CB-67CB-4180-914B-FF96AAF3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5CE5F-5814-47C3-98E1-3CAE7195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A9E3B-F78B-45B9-9128-7354C62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ETs: Enhancement MOSFETs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B7DD1-7D6F-4729-9A09-01D42DC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67F78-9B01-477F-B2DE-8F73E5AD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B0E95-CD4B-41A3-A5A7-E24144D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Case Study of MOSFET as a Switch Text 1: 4.1, 4.2, 4.3, 4...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C4364-A93C-40AB-AD8D-863303FC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8402E-FD49-4913-8CD1-74E0ADE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82DFE-FF0D-4DE2-8892-4CC6AC38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18634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71649-AE26-4D55-BAE6-E11E180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F5DB-0274-499E-A776-BCD514E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68D48-3131-469F-8E32-B4198F7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FCFB-7740-4598-A031-E71C1761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651C-4942-4B11-9EF1-0325D224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Bipolar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9A128-0695-44DC-BE8A-2145F0CC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Junction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9090F-31E2-4AC0-A9DE-F79D0507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Transistors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F1CDD-C748-4204-BDFD-4486287B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Voltages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70AD0-98D7-40F8-80B6-250EC43E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EF37A-5A12-40A1-B338-ECE28190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Amplification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BC267-C1F4-4E1B-806E-BBCB5BC5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Switching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0C2E3-47D1-410D-BBED-45A1132C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0CAE2-FE47-4408-A7E8-F2777A8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3CBC4-3DB5-479E-BBB8-6FFA0CC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D4957-29EA-4224-90F8-BB54B8F5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2297C-3C7E-4427-8817-A2B3E753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76140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3BC4D-4843-4D22-8AC9-0E042AFE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1D0CC-1D29-406E-A516-E9732EB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B95C9-080B-44FB-8BF9-068E111E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74214-0E0B-4097-B477-043E853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FF0FF-97EE-4AE9-905D-631B33D3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Transistors: Introduction, BJT Voltages &amp; Currents, BJT Amplification, BJT Switching, Common Base Characteristi...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DF2B6-C5BA-4A0D-ACE6-EC59A190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Transistors: Introduction, BJT Voltages &amp;...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A4239-A62C-4018-A2D8-66310CC0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5769E-2A02-49FD-8166-F212486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85AC6-EEA8-44BA-8F81-52FEA66D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0BA56-D47E-4D52-BB9D-4FF292EA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7D3E2-65CC-4CA3-8C93-A0AC49E8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8F9FC-7781-40EE-8087-B756E11D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604A7-B7BB-4722-B2E3-A7682D7E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C51C8-1BA6-4491-809A-7E2294A6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A9B0A-A052-40F1-8127-B182E61B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DB810-0013-4892-874F-D5A8E44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4143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BE01D-F63D-43C7-8AF1-FBF75722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E7166-2C0D-4097-A642-7019EF6F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83F46-7FB3-4A61-B201-0C1B8103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D953E-B5BC-4DDA-BD51-8D2B225B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89E15-5163-4394-9070-91191F9F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6FECC-7027-40A4-90CD-6FD804ED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7F4CC-034A-4EC6-9063-6AE6099F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03FE1-6D1F-473B-9309-61D804F9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C1E81-75B3-4DD4-9A6D-D1D64AE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Transistors:...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8CF5B-2695-40DB-A515-78F3CC49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0A665-4DBC-4848-A260-6326D87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639C0-7728-473B-9AB0-A2ED7218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Transistors...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AA24B-1FC8-42B1-B65A-8DA1E056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A9E7-DAEB-48A7-B8F0-BF2E483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3F327-D923-48A9-9B9A-A140C949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Transis...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657AB-8364-4CC1-AA31-D8916C2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BA6D1-2F00-41A5-A63E-523FD10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ACFF9-FF61-40C4-B7DD-1561F90F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Transistor...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95523-B29C-4B6A-A2EF-D8076E66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71D7B-150A-43B4-A9B8-35A2B22B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32F04-B3FA-4C63-91A7-648F230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Transistors: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0A415-9C05-48D0-BEE8-162EE64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A91E2-0EF4-45C6-A6AD-4C9412E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778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46417-86D7-44A0-BC90-B6EC1376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6D2F-6DCE-47EF-BB12-90405F2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EE3B0-3312-4F9E-B40A-F156B67C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06567-A0DE-4E1A-A376-5D3B98E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A9C65-5DC2-4281-AA71-D4C970F0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C3040-22CC-4767-A343-CC60B261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8D05C-6D3F-4AFF-B863-82B99175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3C5C-E03E-417A-BAF9-E6D5D909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5E26E-0AD5-46B3-AAE7-C9BA069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5CA82-DE02-406F-A240-A25F481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D111B-05B9-4B32-8F1C-B5367398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A3CB8-519A-42E1-B9F5-83F4F7D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B55F5-C5E0-427B-84BD-B435370B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0FB33-365D-4E28-AB52-07DC68FA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1DB14-670B-4CB2-A8F3-272A229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17183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DFCFE-559B-4037-AA01-C23736DC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F6BA9-A96C-493D-AD2A-8664447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87CB-9F19-453C-AD74-31FC519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95BC3-1E9A-4097-B6EA-4F31064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973FD-5FDF-4815-A7AE-6A96911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DDDB-D999-4AB8-B772-E2C23F3E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Transistors: Introduction, BJT Voltages &amp; Currents, BJT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C104F-617B-426B-9F08-70C4C2DC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3F9DA-776E-4A9A-9C3B-4C4ACDED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BA569-33DA-476D-B4CB-E48A043D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1DA7D-21DA-4ADF-8D1F-1F1E307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51808-D538-4C25-9618-4863221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34844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77C8E-1E9C-49AA-BACB-065837E7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9200A-2F70-4EF6-971A-5EFB064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2B270-7C8C-4333-895C-A0C49F4A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13672-5A65-4D5C-9221-4C75B85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6C392-BC5B-4CCA-BAE9-8B88D1D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Transistor: Junction Field Effect Transistor (N- Channel), JFET Characteristics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41BD9-9D8A-44D9-A3CC-E80F74DF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Transistor: Junction Field Effect Transis...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72D2C-1470-4DB3-9017-F39844E0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CDD90-E4C0-4687-B804-64C5A9A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0B72F-F635-4F0C-869F-1692E996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AEB78-9698-4FE0-856D-17FDEC35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6F74F-1075-4AE5-9564-EC686D3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FA889-FF0D-431E-99DB-607A59C4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7A7CB-8EAD-4369-B5B0-5890A747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2E990-4BF6-496C-AEF9-7C3ED30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88A5B-0A24-4B82-8AE5-128623AD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4BD7A-11DE-43F8-9DD6-07159D2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70815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C815A-8722-4170-AF83-7F5AEC5F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57B86-C59C-48F6-BF94-270A77E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819A7-0EC2-4CB2-BB9A-1C996BF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86F9F-7EC3-44F9-8C8E-97D010D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F5B31-33F6-4867-B02A-183E7118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A573-7E57-44E4-AD40-7B674628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E35BC-AADC-46B1-B4E2-3E8AFBF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7E1C7-FD9E-42A9-8C2F-7C018EE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45759-584F-4D52-B77C-70BD51E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Transistor: J...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32C5D-BA84-4D6F-A6FA-9E34885B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34A3E-52C6-4CA0-9D91-EECBE3A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7E3DA-471D-4F74-945D-4E3631E6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Transistor:...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FA394-A1A8-4AF7-86EB-06EC4ED3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2F767-8D17-499A-9FE0-21D211A7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7B718-D3DB-474A-9D25-C7DEA0C0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Transis...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D8408-F945-4DE6-9719-C293E07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6670D-C0A7-48AE-90B4-013836E9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DCC41-D955-4A94-B10E-E743F88A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Transistor...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4F918-6304-487E-A927-4B5CA6F0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F220E-5E53-4E83-9D4F-D475149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726FB-2E5A-4339-97A0-6448E01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Transistor: Ju...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1ABAF-A1C8-40AD-B161-9C2125B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8F83D-E59A-41E3-8240-810CD261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8880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CB3A4-BAFE-4DCC-9DFF-B467720A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A60CD-1272-4C04-B738-2395A7C0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0595A-967A-4E5E-A194-A2645648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65294-6BE5-491D-B42F-EE49D772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677FF-5091-49D8-AA8E-086BDC52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F9B2B-C91B-4F94-9ECC-95F277D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CA87A-79CE-4C31-AF0C-AEA4B128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6E5BD-2876-4D21-BBD4-70838733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B1AB9-FDD0-4B87-B5C6-5F6902F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B5355-BC19-4337-B68D-9D203B2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B58C1-B710-4784-B733-57EE084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29BE3-60C1-476E-B3CA-9ABD7091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87A40-D93C-4782-9C0C-DE378341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7067E-BDB2-4019-A877-213E6BA8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2FA54-5F78-4597-ACBE-E2AEA34E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8991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969F4-7E88-4CF8-90F0-E44B9995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59DF-6C36-4AFD-A9E0-E433466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84104-F549-481D-B0C8-AA5450AF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FE3BA-7655-4D74-BE0A-B731FC5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E650-4C0E-47A6-93A8-3850C2DC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C233-36F4-46D2-93AF-81E4CA2E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Transistor: Junction Field Effect Transistor (N- Channel)...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83C22-C94D-4281-9EF7-3A8E0956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8C3E3-AEA1-4024-8CE1-4FFBC21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780A-60E6-45F7-ADDC-423E122A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EACC4-5FDB-4E54-9FEB-5036F33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C8CB1-8ACD-4D58-8FAE-0018377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9853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4D541-1326-47E5-9023-A1B694B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4F512-9A9E-4544-8098-CB63960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3F2B-2CB2-4B32-A707-A05B8B99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CD9E3-5176-4A84-8B87-271638D7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37BA1-DC27-4A91-A027-32CA102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ETs: Enhancement MOSFETs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F84A5-567C-42CC-86BD-CD69DDD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ETs: Enhancement MOSFETs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CCE3E-DA96-4D4B-B756-7D464DE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6F98B-E7BD-4EAF-B57A-BCA869FA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CA553-BA49-47C7-A268-3CFC0524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7E97-E94E-4562-BF02-2B4D5FAE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80767-1248-4E87-8BA6-C8F0CC77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D2905-C326-48CC-8FCE-8C717CB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F07AA-94FD-4F48-929F-7602FB36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015A2-56D5-4A60-B50E-384D836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80B1A-16ED-443C-82F9-105AD98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5B065-A97F-4ECE-8909-9965EB9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65159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F1D9B-ED7A-4E03-BB68-E7092BF7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5E1D2-05A0-46FB-91DD-5B9E864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6C8FE-85CA-4E10-854C-C537FC73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B31FF-9CF7-4F2E-B579-DD24479B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B1198-5618-4C14-9F04-91F513E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92BDD-16D9-4C29-9498-8610114B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65616-3513-44F3-B5F5-BB12FECC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10117-259B-4455-B07E-77044EB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ACFF1-73AA-4FDE-8E1E-D987F26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ETs: Enhancem...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F0897-D288-4B39-A81D-598AE161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47A8F-DAC7-4328-8E89-B44B34DA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9F281-D1E4-479C-A433-48CE1972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ETs: Enhanc...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B686C-1D00-4ED0-8566-FA25A0D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9E225-B3EE-437F-B44C-57F81AB0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17FBC-29B8-4873-B7C0-6F4DCB18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ETs: 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541FC-DA3B-43E1-BFD3-017B748E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13413-B221-494C-832B-C1BDDE3A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D80BF-E3A0-46AE-AA68-3EF2A17D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ETs: Enhan...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24BF9-AF1B-47D5-8DEC-863B694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4B401-9179-4E3F-9959-31AD9F7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077A4-B65D-495F-8920-BE96047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ETs: Enhanceme...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24ECE-E5ED-42EF-9062-94D2BFA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C5F1C-151A-4072-9406-E2EB502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2731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901CF-6F56-4D54-B363-77CC0613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A5922-6D7A-4A2C-9A0D-ECC22D5C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82F10-279E-45EC-9D0A-CC9CCD0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25915-9FE5-4386-B48D-053419DF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9A597-469E-454E-B5E9-81517A16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7BCE5-92AD-4FF3-96EF-0FF3362E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D3D1-2205-4C7E-BEEB-DA1527A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86EC8-E581-4CBC-BD3F-6F303E53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CFD80-CBA5-4EBB-8B06-A4CB8CEA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46424-CC34-4A50-9F1F-0E91F477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2994C-B8D3-42AF-99C2-32FF9931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406EB-4B9D-4AC9-A8FF-3229CA58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02863-C13D-43E9-BA46-E6A4F3C7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24578-3075-4359-9F26-1EAF7A19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51FAB-29DE-414A-AA7E-28C3CACD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089394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489EC-B0BB-46EB-9267-C8182403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FDEBC-56B2-4C3C-8F60-B55285B1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F93A0-C878-4112-9594-DA43998E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BB06D-E083-4E68-80B1-17BB803D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AD4F6-9E44-418F-9749-8C06DA43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DA02B-0767-45FC-8E04-5BCDD6C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ETs: Enhancement MOSFETs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F80F4-CBE4-45CF-A52D-301FE17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FCC1F-7D72-4F92-9580-E69D452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456CB-0000-4748-8E2A-6A2F042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2CD8F-FFAE-4D1E-855C-3B3F4721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73383-CC83-447B-B2AA-AA4CE166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1524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CAE20-4EE5-4CB7-ACA7-F53A28A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50CA2-B922-45E6-8515-60678629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D3B05-E9C8-47EE-A3A3-82B9F61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C9D05-61A5-4775-9C01-E5799CF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82014-6B06-4F7A-B1E4-5AC5B712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Case Study of MOSFET as a Switch Text 1: 4.1, 4.2, 4.3, 4.4, 4.5, 4.6, 5.1, 5.2,5.4, 9.1, 9.2, 9.5.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4E044-DF24-4F08-B0F2-11EBF65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Case Study of MOSFET as a Switch Text 1:...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BBECE-62A3-4DFE-8C00-846C949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4F65C-7C17-4D10-822E-9F8ABF42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CD295-6CDC-4088-8D1F-A71385BA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CA14D-7ED8-4A48-90A9-0858149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55DA6-F8D0-49FC-82FC-A2DCFB3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C5B68-9CDA-4D32-BA68-C9C479ED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D26C7-4F4D-42F5-8BE0-AD22DACE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1E8DA-787E-4F75-A447-44C71770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0102F-FCD2-4203-8FC0-E485D73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0C207-FD76-4F20-B458-8AB32503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677599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45DF7-6E8C-4688-B0BB-02D3736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87545-3B8B-4D29-BDE5-D9965A5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434DA-47DD-415B-B89D-8130FFE9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712E6-812D-418D-AEE6-529CEE9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E11C8-99AC-43A4-84B4-83D96DBB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109AA-B2DF-44F9-ABE6-D2D88D92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31FF4-F92F-4BEF-A547-4BB397F7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341AE-0301-4C35-8209-7DDBE33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89263-2135-4242-80D4-E341D86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Case Study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50AF5-4EDD-407B-8731-967834E3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0AB21-DF91-4C71-80DA-A7D312C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31813-0B5D-4FA5-8A84-603F79B0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Case Study...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0A756-3B01-45B7-8F42-C56939E7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BBB63-B5A1-4712-BFC0-E525962D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FAE3E-1D49-4352-A481-DF9C0325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Case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5DC31-71A1-47D6-82F8-80EBD8D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3569C-F85B-4BD6-AAD8-298C5BFE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14986-2799-4183-A8F4-E30EF50A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Case Study...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78236-5F43-490A-89C8-082B71E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27B2C-BC10-419A-B524-6FEBE3F0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88FD3-E328-4A44-8A31-13555995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Case Study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4FCAD-2BC6-47AE-BC52-CE41BEE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A3C22-DC78-4201-9000-0376DCE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168157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40F6E-6959-492D-8C1E-8D37689B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519C6-1689-49D8-A68E-8C2F73E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8274D-83A0-4B1E-8EAA-0EDDE2FB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53AFB-A077-4887-8E6C-2D22016F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D5E7-7721-4C55-86AD-03E5D3D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0FFCE-B47F-4029-B33C-C0118F27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9C80F-D604-4570-B7ED-9C8BAD2B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ABB15-D37B-458F-A771-79C6821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5ED9F-C21D-40AF-89FD-845F452D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DC93D-D699-4FF2-99B5-EC98BDB5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97BAD-08AF-4EEA-8E91-5F70D56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DF124-5C93-4BA6-8554-2FA1D62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59DDD-2E66-43F6-BFE1-4E32795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2C12-771A-4A6B-A267-4C89471F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8F708-0598-4562-B3CD-15281D5B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175789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14381-CED5-4068-9508-DAC791A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C7546-29BE-42D5-9C25-65676E54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0B46D-1D59-4E66-AAF4-989FB11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8E810-3E42-49B1-8CE6-A99BFA3B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FCB7-C7C0-4B7F-826A-FF9A2A82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508A8-4E29-41F4-AA09-0054198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Case Study of MOSFET as a Switch Text 1: 4.1, 4.2, 4.3, 4...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4D6AB-498F-481D-9FEA-BFD23337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C41BD-BE6A-487B-971F-BD9BAAD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E400D-AF56-4B5F-9812-D84DF1DD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404DD-AF02-4E82-9A0C-52602EF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094F4-87FD-4980-9171-954386F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86452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5E655-4648-4CF7-967E-5AA210AB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37F48-7B69-41DF-94E7-87B4508C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E8119-7C60-486A-BC10-95C3DDB9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94E85-2241-4420-B1D6-3CA1C72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0BF16-037A-437C-AB71-946221B4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7F1ED-5294-46CF-BAD1-FAAE9F3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662352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3DFA-8746-43A0-80A7-D5FDB22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FE8E4-9E7B-49AD-B4BD-2BF5B217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2D836-F2FA-437F-800B-8E190E9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AE82-D9EB-407A-81F5-653A8A56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2F03D-0DBD-4364-BFA0-F185B2A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Bipolar: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Junction: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Transistors: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Voltages: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Currents: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C8F34-07E9-44A8-B588-0A215EAB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04729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450EC-BE58-4FEA-9FF0-94EDC88C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0A078-9F50-4221-B5FC-85FB5DC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58EE5-FFA5-4071-A542-D5713CC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A1B0B-9ACC-46F9-91A1-36EA255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EF757-B66B-4DAF-94B4-0D9CEFD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3F623-55DA-4890-8694-6D27AA1C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270388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CA9BC-AF0C-40A9-AAAA-6E1E46A5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E0F03-9DA3-46C9-A6B1-1F8F690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59AC6-2AA2-4890-95F8-F2B49CEA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E3D58-DBAF-4D41-BAAC-66690953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72AC7-51CF-4DA5-B374-A0E1D488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051E3-3C55-48C0-AE14-EAAA1C29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62091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45028-1945-449F-9D9C-24AE3B54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3F6B0-25FC-4138-B4FC-00EA869A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3EB99-FFFC-4FE1-BBEC-CA54F149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354C5-92A4-4828-998E-AF1699A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36814-2F10-407C-BA5F-23BCE89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Transistors: Introduction, BJT Voltages &amp; Currents, BJT Amplification,...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Transistor: Junction Field Effect Transistor (N- Channel), JFET Charact...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ETs: Enhancement MOSFETs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Case Study of MOSFET as a Switch Text 1: 4.1, 4.2, 4.3, 4.4, 4.5, 4.6,...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B1D47-785A-4620-B6C1-DAE759A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0283A-B465-4867-AB72-01141295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E9666-6AD5-4DDE-AFE3-A64085B0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13924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55CEE-B436-4669-B14B-728B3E2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11D8C-8E35-44CE-AEF9-B788E5D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Transistor: Junction Field Effect Transisto...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2E4D7-90A7-44E3-BB40-2A93F0B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F807D-0B34-4601-9D77-B5408B1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0652F-2B39-4132-A1C2-C008058B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7C2EE-5413-46F9-AA54-C87C4839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7052B-43E2-423B-9993-14473E03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71B09-591A-4B34-9461-5FAE4AD8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4B913-1EA9-4B4E-9D9E-981E99E6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56A2E-F08A-47F2-9DDB-2140CAE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64D64-A615-4A25-A9BD-1D14134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7F9E6-C4C5-4F29-BE79-328C886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15922-7F51-49B7-8CF9-3DE9FC59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CAC7B-5869-4DF2-BAA4-DD9B4B4A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8987E-D431-42CF-AA65-9221AD5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29336-3D2D-4159-B794-B0A5C793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9A179-ABB6-47F9-B22B-8E59C601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7F5D-0058-42A6-9059-1DFC5160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0F400-AF1C-480F-AE2C-3B12A0D6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C4CB2-2061-43D4-8B0B-4CE96DD8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1988E-E513-4C0B-80E8-C62BAFBD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7241D-EC90-44EE-AFDE-CCD8681D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FB6C1-5AFF-4A1F-A542-23A945F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AF9F8-486E-42DB-BD77-7B4F15D7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FF1F2-0D64-4BE8-B294-3091A3AC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AFB69-11C5-4A8A-8422-9ED0341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0F95C-9616-4D80-B78F-FD565CE7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3BF67-330A-400E-9B4B-D975D226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3856AE-7A37-4E50-9605-89434EB3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45535-2472-499C-95BA-3ED0772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D4F9B-57A1-4174-B398-D14885C1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7B72DA-8019-47C6-AC75-FCF1E963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742786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ED8D23-248C-4E01-993C-74D0E403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E5A5E-E54C-4BBD-A1D7-C93B8D85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ETs: Enhancement MOSFETs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989C5-4662-4674-8406-0172B2E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665C5-5820-4C60-A18E-7A4267DA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F1AEC-86B2-4730-8798-E8FFCCB2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0BB8F-AB92-4202-B70B-F91EF15B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C1D44-DFAB-4218-BB44-90471EBC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DA44A-E8A2-4756-9AA9-03412FB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C28B2-3879-4536-A030-6FF977DA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9A53F-38BF-4133-BA67-C56614D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4D932-0150-4E65-BED0-F0A8D21A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CF6DE-F046-4192-829D-DB519B02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96B5-2A41-4FC7-9D2D-EEAA99A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C8B41-9E95-41D4-B114-2C9C09CD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6D434-F58E-44FA-B3DD-FA6925D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7A25A-9B81-4593-8D65-E7E590E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ACBB5-AE12-4878-B94A-469CCF2F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221DE-BD7A-42B5-A93E-0CF1E31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A14D6-39A2-4FEA-8784-013901E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E31C8-CE06-4CEC-8456-01E53078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1CFA6-793C-459B-A8D8-D3D27301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52E82-9B2C-4335-824B-D4633420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DE938-6F9A-4933-B595-5BAA58D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FBEF7-CF38-4CE2-8C90-95FAED4A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598C01-6BC9-45BE-9B48-0DBDFF25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879C50-E216-4701-8FE8-D86BA0D5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2C49B-63A6-4E45-BB2E-F670E5C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7BBFC-AA10-424A-9C9D-756876F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6EC32-A72F-4903-B829-A190EB78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56A3D-729D-4DF0-A4A6-5F6B9C4E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5A0F47-D12C-46F8-9779-741C15DC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A4811-D422-4296-A88E-92442357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250875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F3163E-1922-499C-B05E-6624E71F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B8BCF-BC7B-4E56-A75B-AEF5FE7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of MOSFET as a Switch Text 1: 4....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D68D3-1849-4E8A-B013-6483057F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A7DED-DB23-4647-827D-9C113B7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5A4B2-FA1A-4286-8C8F-108D3FF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AC0C-92AB-46B8-B099-8B35B44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722FF-15B4-4BB1-9073-EB61B853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E58DE-1168-4283-BE09-2ACBF20B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19C54-ED0A-4A40-89A0-1848B2B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73B13-EC54-4BF9-9635-AE05E595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F24BD-6AA7-4539-BEE8-62D6C7CC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10B41-3558-433D-AD88-65512BE6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8245A-1DF3-4C16-8AA9-D998508F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A0DF3-1CE5-48E1-B1EB-0BD8F19C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360E7-99BA-4CD0-807A-A4E56E76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12AF9-336E-4652-886B-A9E9BE5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35CF-A0ED-4B8B-81A1-CCA163F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8B7B7-5044-4574-A7EA-00156BAC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FEAB8-E6D6-48CB-AA03-7802403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42D32-C539-47B2-A834-7AD8F04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2BC03-2569-4966-A245-D2D7EE7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829E0-AFD9-4359-B068-CD2EE384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6103E-8ECF-4106-8367-2221C3A2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58212-73A1-4942-8ED7-13BB250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3F95F-9305-45C6-B668-40D588D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E5224-1502-498A-8B91-E736CC9E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CE9D1-06D1-4A5C-A883-EB6712E3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7D860-4AC9-4DFB-895F-C65F938D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1F076F-A4B3-47AC-98C9-C0E9F7A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11F662-0DC5-46B3-A1C3-320D1C92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044F11-A55B-465E-9BB9-8E5D4E1B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38F04-B005-4F2A-84B4-AD1AB536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979958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86F4F-B232-431D-BC79-82FE4CB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465E8-E7B2-40D7-9081-556B41C6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Transistors: Introduction, BJT Voltages &amp;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8EAE2-BB5D-48B4-A4D2-EAC80DAF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24C15-E45C-433C-9965-38B6F86E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C008F-EEA9-4D8F-9D02-A0B939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B4906-7827-4778-A32A-54EBE0C6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8DAB4-B8D7-4D31-BDA5-0156026D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0D2F5-C28B-49DB-8266-2E408BBD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7F43D-CCBD-4AEC-A8FC-27A099AB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568B8-4E92-47E5-85C3-5F66869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87632-2592-4B99-A4B7-1AF9EA54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BAFAB-F359-40B6-A73D-AE6FFDE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06682-3CEF-4C33-B659-679FD6BB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8CF5-62CC-424C-98B6-947D9622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17F26-F503-4569-A001-13578C8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48685-B1F6-4BD3-8D5F-75EF567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CA2D8-3D9B-4714-980E-F81CA6FF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93958-2EAE-4ED3-9B1B-B1B7C5A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DFE46-F876-4EAB-9AD5-A92BEA35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B5510-6BF0-4E71-B248-F2EAA018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76D14-E94B-4266-B3EF-1B7A552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A12F4-409B-4D33-A9D7-345DDB05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C7936-A0BE-4BDD-AF95-AF1C549D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3B93C-412D-4B35-BA04-49A5488E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50676-C91A-4FB3-ACF7-8A37194C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4DA11-07DF-44B8-AE16-7D9E108E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7C75B-94EB-4245-9D87-0BAD0DFD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AF0D7-AD93-4857-90C9-D5D8474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D20D9-5CA7-42B8-9466-BAB9C648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F84ECF-A31B-452E-A66E-3E7FD51B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08436-1EC1-47E1-9657-029BD43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20A487-6E08-4B0C-A779-AB566E9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20135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B488E7-0928-4BA2-97B3-87EF5B11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E08F5-519F-4B98-B11C-714C40AB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Transistor: Junction Field Effect Transisto...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E4079-DA38-4FA5-B11E-4B69C30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ECD0A-D0FA-490D-9F34-238AE3F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B5BDD-753E-473C-A636-A39A697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829A3-42CA-4007-AE46-00D925E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0D7AF-A49F-4229-BEE8-FEA4278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C4F98-9C70-4408-B650-96ED979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D8AF3-DD30-4A68-ABA5-EE6991C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5A2EC-F38F-4AD7-8C7A-F9B98F4F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DE8A5-64CB-4AB9-9ED8-CA243AD2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829EF-F2B2-4212-8EBB-8591934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7BF81-693B-4FD8-92BE-1461045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203B5-E1D0-4078-9297-91EE854F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4B23B-0933-4284-B2CB-AF8F9D9F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A97D6-5C9D-43A1-B2EE-6348AE2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72980-7FB3-4699-9580-16DB492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02A64-5AEA-453D-8A46-5357E608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B6172-FEA0-44BD-99C3-ED8ADB0C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916A7-8E05-4F19-8EBF-4662E8A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EE8F5-BB0B-4E06-BB7D-042D553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B741A-0ACE-4AB6-AD7E-BDCE35C5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6A8D3-EF70-435E-8313-C52ADFD2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CEE5A-626A-420C-9FC2-E899D2C6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17998-98CB-468A-9DBE-475661E8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C9105-BEAB-4888-BE8B-D73C3E4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AEEF5-E4B6-4866-BA26-3A02875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54136-8964-46A2-A2E3-790C50C6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04E07-75EE-4BDE-A9DB-E620C03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F6120-239D-4793-AC31-58CD9C7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F224F-4E4D-4DE4-B4BA-EB048C41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FE12C9-5981-46C3-B6FA-48CB2FD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57932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2D340-0377-4C06-A8DF-70A08A5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944B1-C03B-4AD3-9659-F34E0984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ETs: Enhancement MOSFETs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8C2B3-B630-4254-959E-1688838D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6A1B9-1D8E-4052-8E45-F6A373CA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124CC-DF95-4594-97E4-ACF4720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7422E-862D-4857-83DF-4A604026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80E0A-3392-47AE-BC62-E1756FA5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6AA6C-DCA2-45C7-B133-B2960319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D41DF-4B2D-4E7B-9ACA-9E87A6A1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32406-918D-4FD6-940C-03F8FCD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A9214-5C47-4E6F-A646-1D70E6AC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E199F-45EE-431E-A64A-AD634EB2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00C92-3295-49A7-8497-E657E143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1F367-D066-446A-B672-A6B5CA03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523B9-4046-48F8-8551-45E47BE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8F2CF-E509-44C7-9ED8-16CC1F4C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04E31-9A9E-49F8-A53F-6E5DFE70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31A50-D68E-466B-927A-FC5ADDE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00EC1-72B9-4172-B289-F1EECC8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CD68A-D0AA-4732-AC38-D9EB7F87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6E34B-575C-4DEF-BB78-86F20C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06A45-86BA-4378-B5A3-680ADF4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CE969-41C4-4D3A-932E-082CAB08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EEBD4-8E93-4054-89E7-CA844C55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F2D82-188A-4714-92BD-426AF5B9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2690E-5E12-49CC-95F1-B8A7B18E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293D3-C245-4731-B61A-34F2C82C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DD451-240E-4C2A-ACF4-EBB644F5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B6AA0-78BD-4EA9-950F-944D0802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0566F-BBCD-481F-B763-2D5C9A4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961E7C-C206-4214-8470-2A416629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F20521-D066-4A09-891F-3FA1CD1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46926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B8C12-4EB7-4C32-AFDB-CD859C7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EB459-9416-4268-A342-D44A1C7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of MOSFET as a Switch Text 1: 4....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F8A69-CC4C-4D5B-8A30-AF7B85A4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D098D-29EC-48DA-BFCA-FEB85FBD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DC3D8-A0E2-4055-A081-A779D8A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A8E3E-6806-4E34-9F9B-91112E95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22352-F7FE-4F37-A9E0-7A7D2C5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8FEE7-A3B5-4DB5-8746-EBE9991C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D6E74-B368-475D-A26E-88BE91C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9CF25-EFD0-4F87-B80B-52961126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1F5F5-AFF6-4B32-946E-8816DDF4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0143A-F1B5-4278-9885-343B2A1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325F7-2CE3-4087-9CB4-027D8FF8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BD477-50C0-4506-838E-BAB5799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3C320-FDBB-41E0-B9D4-EC9458B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02606-56A8-469D-83C4-017BBDB4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4BE00-7F4A-4B29-AC04-82735024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33DD6-6CA5-4AAD-BCA2-5AE8F65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59158-6BE5-459C-A5F7-F079488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45A36-30F9-4E7B-AA26-4535D236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BA1E0-DC32-4C6E-ABB7-B89688B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7FD3E-CD06-42AC-9E37-668B9229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1E8C4-D3AF-46DD-9A61-96047D4E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F7872-9A2B-4D0D-BC70-39B9CD2E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5D3F4-0237-4ACA-915A-74F920D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DDEB5-8055-41E1-99C7-F5655671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36AB0-5005-4DE3-9733-80F288A3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FF74E-23FD-48D4-ABC2-2BBEDF37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CF41D-A9A9-48AA-81AB-24A7A9E1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F4776-06D7-4B84-9786-4F63AD0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F3DB7-1646-4441-AAB8-F28A1057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ED83C-B192-4DD2-96F7-78603CA0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7185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4068F-B5A8-47FC-B34F-46A98DE8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94EA1-1520-4A30-89D3-B0A7B50F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Transistors: Introduction, BJT Voltages &amp;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B0A75-E8CF-44EB-AEA8-D4EDF274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D1FEB-FE52-4A6B-B6A1-937CC85E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D74C1-D7DE-4E05-BA94-73805476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4FF55-60DE-495F-8277-0C612E5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659F7-4BE8-4FAA-81A8-98DF2F2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64C6E-5B27-4BCE-A7D4-BE9AC3F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BE845-A95C-4442-80E8-C484768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E5233-2F60-4580-AF09-A5FAE5D4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0E9EC-F734-4550-9BFC-015E61C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716AD-F024-48EF-B06D-C22E0EF4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9B994-DF4F-4D25-92C6-F13CA2C6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B13C9-D1F9-44E2-A896-009E0D67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7D6F6-B822-4CED-819E-4257CA1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F56BC-A3CA-4C55-8AA5-DAD4FA02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62550-C290-44C0-8779-477416D5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E485A-4E57-4C7B-BDEB-EB6E5C7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2B288-A4F6-44CA-AB2B-2E06FFE8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8C203-7DF4-42B3-BE9A-7AC9660D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9B2ED-749D-4A40-9F77-C3BE5697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7E80C-570E-4DF2-9983-10230ECC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ACD1B-3A0A-406F-BE94-CEDE716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43F5D-5611-4904-BC96-403DB4BE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7257E-8177-40C9-9AA7-654FEFA5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5D2C6-B43C-42C5-878D-9AFD76A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6EA2A-D3D1-470B-92F6-10A169B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A8415-269D-4B4D-AF70-2B1D6B00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0DBCA4-6F43-42F4-84D0-5285C89C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6625D-2F27-4D38-9D1A-2594E9C5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23DE2-3B74-43A8-9E6C-E8CE332A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4A5DE-EAC1-4528-A820-633D82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4746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3AC16-2402-4C87-86A2-E6E0DFF3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87299-610C-448F-BC78-25C841FE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Transistor: Junction Field Effect Transisto...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7C1B4-C0BC-4D9F-9238-C45BBD8F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1BB60-FFCA-4B7D-9F35-5655CD59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D5C0D-7A20-4074-9723-CEC9C06B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83332-8EA5-4BFC-B79D-D53697C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78B2-4888-42FD-9B4F-87729EF6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E7C3D-A9C2-44E5-BBCE-33C93EE3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B46E9-4CC0-485E-B688-593C86C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261E9-697A-4839-BDA4-85198A8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0BC57-A517-4B3D-A932-CC2E9298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1EDFD-413F-47DF-B135-964CBDA1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FFEEC-C00C-4DA3-A0DB-A626B5DB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0ECDF-4975-4026-91F9-9CDD560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94025-2710-41ED-8D1E-DE8BD69C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E2C56-62B3-49FA-A097-8A33E01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131CE-1193-4B63-8653-AFD3C21B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D4518-8966-437B-94DD-7B0C1B8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AC6B0-73EE-49BD-A047-A523737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FD756-34F9-4ED6-ABFC-46FAB38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E4AA2-8073-4A5F-890C-94DA2D7E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7B7B9-4112-44BF-9BCD-D705B0C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F8E74-31EE-4000-A6D1-37C728FA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360E8-C63F-4791-96DF-4E94BD0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6CD44-48ED-4197-BB7C-106C42C7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FB09F-B3F2-410C-946A-8CE4DECB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94135-77EF-4493-BAA0-6F870628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657D7-38BA-453A-AB01-13DDD057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B07A9-D71C-44D8-AF00-C8F4DF84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6C2BC-994D-4742-881F-E194C57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16BCA5-657C-404A-9A32-40CDA2F9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C6C2B-190E-4628-AFE6-1304D667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76868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50E5EC-C56C-4BCA-A914-B1B09FBF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66172-42FC-4AC1-A95B-E5D2BF9D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ETs: Enhancement MOSFETs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39508-4F72-42D4-AC2A-6CCC76F1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77490-F1C5-4076-93C2-F2990C7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BF91E-A8E0-4E3E-98E0-9D1E474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9BA4A-D5C1-4178-81A3-BA9C4A03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62858-8062-46B7-9942-6DB01AE8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95304-5E6B-4693-921C-C9EFE90C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BB42C-113A-436A-AA04-8F274065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A7E86-580F-4EF7-B3E7-E1F1DDAD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59A86-E71A-40DB-A4A9-A361AC7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71EF9-9CB5-4428-A026-0C5EE581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3F4EA-668F-47C5-A072-96FDA2A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BE5B0-E66D-44D7-B214-8C3B974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F3870-6209-491C-8F1D-3DEF4205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EC746-D302-4893-A38C-DFC4C79D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14677-BD9F-4F02-AE5A-D0CDA1C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68C38-B064-43D7-8F51-9BA404C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3FE0A-F3BC-4A78-A4DD-98D7B43D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79D65-D30C-4FF7-9F4B-2545B373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A1A86-45F2-46DA-A05C-39F933C9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8D75F-26D8-45C2-B2B5-F1AB4EA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BFDF4-8563-4C5A-8A57-51AC9B01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32892-E170-41EF-90E2-4EFE809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41464-FC73-4606-B979-31E125D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DB6C0-1549-43B0-B59B-F62EDBA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ABFDA-B288-48F7-81FE-1EB3FE21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E83F0-08E8-445B-A78A-0BFEF22B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DCCC1-F679-4E61-BBA5-7F5FF044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D3FE4-A70F-4537-9A33-136AC35F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564E7-9D07-4B06-AD12-C63294B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19CC5-69A7-4078-B7CA-64178765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1183121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F46B5-4B3D-41BB-823F-976650AE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C0FBE-28AD-4F90-B0DB-D0EC5E90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of MOSFET as a Switch Text 1: 4....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34646-EFA9-4585-AE0C-D2E4F41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2CCD6-C5B5-4E39-B1E4-2633839D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B0EB8-77C1-4B66-B52E-B36E9871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248E8-667D-44D2-AAC6-C7753F4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6D914-1961-4055-979C-B4722822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AB81C-E6EC-426A-A2DB-AF2536C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82A72-7977-4B08-992C-C6502BB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4AAB5-2E40-4F61-B6AA-52BD368C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45262-4265-4B34-8D2B-5F67FBE1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4F64D-86E3-4F22-ADB8-F7373BE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358A8-75D0-42D8-9DC0-779A179F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094ED-419F-4822-8F4A-3854E783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DD321-673E-4E8C-8170-68D55257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6E52-BFAC-4FE6-8D66-30A4D0C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7561C-EB0A-4139-B6FC-00DE017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9357E-1CD4-445C-BEF6-454553A4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A65F7-3E4A-414D-BC6F-064222B1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C39C8-F676-456D-B2C0-02F58D39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57129-E8F6-4929-8698-8EB83FD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44BC9-40AD-464F-A385-4D8D046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0500A-2AC8-469D-A8A2-84A38F3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D6FF9-7CFC-46A8-97AA-060325C1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E3B640-742C-4B71-9F06-9B9399F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30361-D2DF-4B86-9746-A9EF427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79742-4906-42DD-97DA-4B01817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49596-F357-48DA-A74B-ECADA24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5CB38-EE63-4621-B42F-17FDD1D5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FB08D-0FCF-4356-AA2F-4A4B8DE9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A74F48-BB4F-4F9B-B845-8641B3F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3D01E-8DB1-427F-B2FD-2428C43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62692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8C499-6112-4461-9083-C413662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6266A-896F-4439-932A-DA48882D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Transistors: Introduction, BJT Voltages &amp;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F27C3-82E3-4312-BDF4-459F4A6E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A06E8-4D2A-433B-8BC5-8A9C4837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B7987-6749-47B5-83B8-B38E0A8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1C875-278D-418A-ABB6-3DDF1BE5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AB854-980B-4EDC-8119-7BF78D5B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A55BB-3DF4-4939-80F0-72F7155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A8FA7-A80E-46CF-BF7B-91F10590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BD74D-CD05-4D22-A1EA-0C26357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28A2B-37AE-4C8D-AE76-357FB01E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34527-B6C5-4D01-8EBC-E90A93D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69833-268B-41D3-AFCE-C6B5A82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73A4E-1A2F-4FD8-94C1-62088DF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12A0F-BD6B-4950-BFD2-5BF275B4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50D92-19CF-4B66-B489-C8DDB5AC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DD58B-CE7A-44BD-8139-EB0480A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7F016-58B8-4395-A27A-E2767D0C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EBF62-E193-4F75-B6CF-5E6A338F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DD53C-56F9-4FE0-BC6C-AA02B339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DD7DD-68BE-47F0-9D3C-99BA3095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66AFB-7297-4142-A7E0-52912FAB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2F2F9-7002-4041-AF8C-FD77E04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5362D-5227-4497-8A5C-AADC7EEF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31521-76D5-4E63-8A86-73400EC4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10271-D534-4B31-94D0-15CCD4E1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B2CF5-E584-430D-A42F-CC62B9D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34151-8A05-42C6-8AA0-4CC3171D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72AB2-33AA-4CEF-9F4A-86B3EC65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9A95B-5938-4CDF-BC63-A1B1118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EE2AB-B41D-4E29-9C0B-F3A8876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5E6B9-C040-43C6-AC39-E1BA2F00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66621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F628C9-2148-418A-ABBC-ED791E9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4EC63-9135-413A-AAF7-A6C5699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Transistor: Junction Field Effect Transisto...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0DB6D-3FFB-4FAE-AA04-D715629A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8BA83-F817-4C83-9D2C-F62DD04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C381D-3090-4624-9C33-02227AE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974BB-E1E0-40CE-BEFF-656E863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F81CB-DBE8-4301-8A49-0BACC97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E38C3-18BD-42B9-AC46-332D60F6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64371-9290-46BD-8455-FDC14FB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5DFA4-AA86-4110-8F46-97FE0062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8D3E9-48FB-4B6C-B65A-AD801B3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9113E-098D-4EF1-BDD6-82B6934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F6A5E-838B-4D2A-B352-3FC54A24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DD24E-4E69-45DC-9150-E2F0BC19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37DC-D51B-4B7D-9EBE-085558C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C0C62-B71A-45C6-A71A-9607B0C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E5AC9-C213-4B83-8EE4-203BA765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4E59A-8EFA-4C06-9062-2D759C1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72384-197B-4D79-9A4B-6F68A92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A66B6-1EEA-4E28-8DF0-DC0683F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46833-2DDE-4CC2-99DB-D56677B4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CF2B7-905F-4759-8C9F-4825BF1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FEACC-C7EA-4280-8EC3-F51C3199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C567E-9CEB-48DB-A970-CF4675D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DA44C-74F2-4F94-9151-8297107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82E2C-81C2-43AE-882D-8CA3989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F986C-0A8F-4539-B673-C17C426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CADEA-C4D7-4C48-8555-2B9891C3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1515C-18B0-4F74-B7CA-F5EBADCE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9BDD3-26BD-419B-97C5-AF1663D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F94E3A-2C6D-4C6D-AB72-E4197A9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36A74-B17F-41B8-B3D1-AEDB254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206172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C3F95-FDF2-4F19-B99E-99D7682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0D39D-D5D0-4F0A-929E-53122BA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ETs: Enhancement MOSFETs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96E3C-CE83-4E1A-BBD8-FCFFFC6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64C92-CFD9-441F-944F-2051CD87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7019D-B233-438D-B6D4-A81045DF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C13B6-60A9-4D97-9F9F-77049F10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E9B84-3F64-475F-8EBF-9E167639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10D0B-48BF-4A56-9CC1-5F93499F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D5AF7-B422-4D0C-A77F-6529CCE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72CD5-CE2F-4226-8E7F-A21E440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637DB-0C63-4926-A0A2-05256FF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28059-AC23-47DA-A325-744D83A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6B78-E670-41BD-B31B-B60CA397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0B7F4-4DE7-408F-BD03-4106A6E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DB782-64B0-414B-9E7A-6A54FB6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51891-2ADC-4548-88CF-C319A59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18389-C5FD-4D02-A40F-A9CC6FF3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7D9FF-F00D-42A2-A622-375385F8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87106-79EB-4E21-AA33-B578D367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55B00-9CB2-4AEA-BAE5-6C6FD5CE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680FD-762D-4E54-8279-2F7646C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FEB04-1EED-49ED-BD73-86437FA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E6442-7C43-4519-9473-B8BC8F50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99AD2-EE23-413B-AF17-6D6B1E4D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35827-AF7F-42EF-8E8B-1CBB408D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A1429-61BF-4886-AF57-05421066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F4B3C-3020-40B3-BFC3-6AC6122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5A7A98-8FFA-4F0F-8D77-626E753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5A3F23-D7C6-459D-9DA6-11E94FD5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33B49-7D50-445F-9D90-599C2FDA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5037B-D9F4-4C97-8F3D-459F2290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23471-AEC6-4904-850A-DFE2F82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972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2026-08-24T16:02:38.3560000Z</dcterms:created>
  <dcterms:modified xsi:type="dcterms:W3CDTF">2026-08-24T16:02:38.3560000Z</dcterms:modified>
</coreProperties>
</file>