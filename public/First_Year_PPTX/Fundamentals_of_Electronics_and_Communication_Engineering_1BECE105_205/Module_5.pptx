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ac7d797327496a" /><Relationship Type="http://schemas.openxmlformats.org/officeDocument/2006/relationships/extended-properties" Target="/docProps/app.xml" Id="R5935451a6a4e4d3e" /><Relationship Type="http://schemas.openxmlformats.org/officeDocument/2006/relationships/officeDocument" Target="/ppt/presentation.xml" Id="R634fb66ce2d746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e8be3342f64329"/>
  </p:sldMasterIdLst>
  <p:notesMasterIdLst>
    <p:notesMasterId xmlns:r="http://schemas.openxmlformats.org/officeDocument/2006/relationships" r:id="Rc4577b948cad4521"/>
  </p:notesMasterIdLst>
  <p:sldIdLst>
    <p:sldId xmlns:r="http://schemas.openxmlformats.org/officeDocument/2006/relationships" id="256" r:id="Rf9e2ee6996c348f3"/>
    <p:sldId xmlns:r="http://schemas.openxmlformats.org/officeDocument/2006/relationships" id="257" r:id="R32f0dde688364e4a"/>
    <p:sldId xmlns:r="http://schemas.openxmlformats.org/officeDocument/2006/relationships" id="258" r:id="R5bfc3f6f6a234910"/>
    <p:sldId xmlns:r="http://schemas.openxmlformats.org/officeDocument/2006/relationships" id="259" r:id="Rbbcb298b54274cfe"/>
    <p:sldId xmlns:r="http://schemas.openxmlformats.org/officeDocument/2006/relationships" id="260" r:id="R6d10201498f445da"/>
    <p:sldId xmlns:r="http://schemas.openxmlformats.org/officeDocument/2006/relationships" id="261" r:id="Rf510ecfcb10e4e28"/>
    <p:sldId xmlns:r="http://schemas.openxmlformats.org/officeDocument/2006/relationships" id="262" r:id="Rbb09305d00734234"/>
    <p:sldId xmlns:r="http://schemas.openxmlformats.org/officeDocument/2006/relationships" id="263" r:id="Rc4a74c0957a14b7d"/>
    <p:sldId xmlns:r="http://schemas.openxmlformats.org/officeDocument/2006/relationships" id="264" r:id="R59edfff3311940f9"/>
    <p:sldId xmlns:r="http://schemas.openxmlformats.org/officeDocument/2006/relationships" id="265" r:id="Ra21e160f1b34418f"/>
    <p:sldId xmlns:r="http://schemas.openxmlformats.org/officeDocument/2006/relationships" id="266" r:id="Ref4f921aa591405a"/>
    <p:sldId xmlns:r="http://schemas.openxmlformats.org/officeDocument/2006/relationships" id="267" r:id="R07c03df074fa4d63"/>
    <p:sldId xmlns:r="http://schemas.openxmlformats.org/officeDocument/2006/relationships" id="268" r:id="R9fb79c9b560b4e18"/>
    <p:sldId xmlns:r="http://schemas.openxmlformats.org/officeDocument/2006/relationships" id="269" r:id="Rc231d9c6dd9f4275"/>
    <p:sldId xmlns:r="http://schemas.openxmlformats.org/officeDocument/2006/relationships" id="270" r:id="Rcb50ff9a9dda4df7"/>
    <p:sldId xmlns:r="http://schemas.openxmlformats.org/officeDocument/2006/relationships" id="271" r:id="R0a80b3b3a21941ae"/>
    <p:sldId xmlns:r="http://schemas.openxmlformats.org/officeDocument/2006/relationships" id="272" r:id="Ra4690fae3371426b"/>
    <p:sldId xmlns:r="http://schemas.openxmlformats.org/officeDocument/2006/relationships" id="273" r:id="Rbd4572f3a6ba4fe4"/>
    <p:sldId xmlns:r="http://schemas.openxmlformats.org/officeDocument/2006/relationships" id="274" r:id="R92aec3bd114b45ea"/>
    <p:sldId xmlns:r="http://schemas.openxmlformats.org/officeDocument/2006/relationships" id="275" r:id="R9ef01fcbf5f04ce0"/>
    <p:sldId xmlns:r="http://schemas.openxmlformats.org/officeDocument/2006/relationships" id="276" r:id="Rf3f4e33ac1c845c1"/>
    <p:sldId xmlns:r="http://schemas.openxmlformats.org/officeDocument/2006/relationships" id="277" r:id="R34024e958d4d4760"/>
    <p:sldId xmlns:r="http://schemas.openxmlformats.org/officeDocument/2006/relationships" id="278" r:id="R56b5f9d3852a40b5"/>
    <p:sldId xmlns:r="http://schemas.openxmlformats.org/officeDocument/2006/relationships" id="279" r:id="R20e6259c1e694b62"/>
    <p:sldId xmlns:r="http://schemas.openxmlformats.org/officeDocument/2006/relationships" id="280" r:id="R2d80a7b7fa9b497f"/>
    <p:sldId xmlns:r="http://schemas.openxmlformats.org/officeDocument/2006/relationships" id="281" r:id="R529511bbacc74ba3"/>
    <p:sldId xmlns:r="http://schemas.openxmlformats.org/officeDocument/2006/relationships" id="282" r:id="Rbc54285666504411"/>
    <p:sldId xmlns:r="http://schemas.openxmlformats.org/officeDocument/2006/relationships" id="283" r:id="Rb3ba7a6321eb443f"/>
    <p:sldId xmlns:r="http://schemas.openxmlformats.org/officeDocument/2006/relationships" id="284" r:id="Rd08eb8cb04d94138"/>
    <p:sldId xmlns:r="http://schemas.openxmlformats.org/officeDocument/2006/relationships" id="285" r:id="R1082a0b370c24d2a"/>
    <p:sldId xmlns:r="http://schemas.openxmlformats.org/officeDocument/2006/relationships" id="286" r:id="R894a8d32bda24759"/>
    <p:sldId xmlns:r="http://schemas.openxmlformats.org/officeDocument/2006/relationships" id="287" r:id="Rcbb974bae8614af8"/>
    <p:sldId xmlns:r="http://schemas.openxmlformats.org/officeDocument/2006/relationships" id="288" r:id="Rb4549dfcd81d4d04"/>
    <p:sldId xmlns:r="http://schemas.openxmlformats.org/officeDocument/2006/relationships" id="289" r:id="Reda47fa213cd4d3c"/>
    <p:sldId xmlns:r="http://schemas.openxmlformats.org/officeDocument/2006/relationships" id="290" r:id="Re3ffb8ef807d4bce"/>
    <p:sldId xmlns:r="http://schemas.openxmlformats.org/officeDocument/2006/relationships" id="291" r:id="R459dd59463a54615"/>
    <p:sldId xmlns:r="http://schemas.openxmlformats.org/officeDocument/2006/relationships" id="292" r:id="R4a35c7c6fbca4ce6"/>
    <p:sldId xmlns:r="http://schemas.openxmlformats.org/officeDocument/2006/relationships" id="293" r:id="Rdff8de101d6c4fc0"/>
    <p:sldId xmlns:r="http://schemas.openxmlformats.org/officeDocument/2006/relationships" id="294" r:id="Rf47f08669dab400b"/>
    <p:sldId xmlns:r="http://schemas.openxmlformats.org/officeDocument/2006/relationships" id="295" r:id="R4a4f8a9db0d7434d"/>
    <p:sldId xmlns:r="http://schemas.openxmlformats.org/officeDocument/2006/relationships" id="296" r:id="R6c4981022ae54b97"/>
    <p:sldId xmlns:r="http://schemas.openxmlformats.org/officeDocument/2006/relationships" id="297" r:id="Rd077252da30945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3efeed1aef48da" /><Relationship Type="http://schemas.openxmlformats.org/officeDocument/2006/relationships/slideMaster" Target="/ppt/slideMasters/slideMaster1.xml" Id="R14e8be3342f64329" /><Relationship Type="http://schemas.openxmlformats.org/officeDocument/2006/relationships/notesMaster" Target="/ppt/notesMasters/notesMaster1.xml" Id="Rc4577b948cad4521" /><Relationship Type="http://schemas.openxmlformats.org/officeDocument/2006/relationships/presProps" Target="/ppt/presProps.xml" Id="R6547f7a4e4b240a4" /><Relationship Type="http://schemas.openxmlformats.org/officeDocument/2006/relationships/tableStyles" Target="/ppt/tableStyles.xml" Id="R131c254c40a84e29" /><Relationship Type="http://schemas.openxmlformats.org/officeDocument/2006/relationships/slide" Target="/ppt/slides/slide1.xml" Id="Rf9e2ee6996c348f3" /><Relationship Type="http://schemas.openxmlformats.org/officeDocument/2006/relationships/slide" Target="/ppt/slides/slide2.xml" Id="R32f0dde688364e4a" /><Relationship Type="http://schemas.openxmlformats.org/officeDocument/2006/relationships/slide" Target="/ppt/slides/slide3.xml" Id="R5bfc3f6f6a234910" /><Relationship Type="http://schemas.openxmlformats.org/officeDocument/2006/relationships/slide" Target="/ppt/slides/slide4.xml" Id="Rbbcb298b54274cfe" /><Relationship Type="http://schemas.openxmlformats.org/officeDocument/2006/relationships/slide" Target="/ppt/slides/slide5.xml" Id="R6d10201498f445da" /><Relationship Type="http://schemas.openxmlformats.org/officeDocument/2006/relationships/slide" Target="/ppt/slides/slide6.xml" Id="Rf510ecfcb10e4e28" /><Relationship Type="http://schemas.openxmlformats.org/officeDocument/2006/relationships/slide" Target="/ppt/slides/slide7.xml" Id="Rbb09305d00734234" /><Relationship Type="http://schemas.openxmlformats.org/officeDocument/2006/relationships/slide" Target="/ppt/slides/slide8.xml" Id="Rc4a74c0957a14b7d" /><Relationship Type="http://schemas.openxmlformats.org/officeDocument/2006/relationships/slide" Target="/ppt/slides/slide9.xml" Id="R59edfff3311940f9" /><Relationship Type="http://schemas.openxmlformats.org/officeDocument/2006/relationships/slide" Target="/ppt/slides/slide10.xml" Id="Ra21e160f1b34418f" /><Relationship Type="http://schemas.openxmlformats.org/officeDocument/2006/relationships/slide" Target="/ppt/slides/slide11.xml" Id="Ref4f921aa591405a" /><Relationship Type="http://schemas.openxmlformats.org/officeDocument/2006/relationships/slide" Target="/ppt/slides/slide12.xml" Id="R07c03df074fa4d63" /><Relationship Type="http://schemas.openxmlformats.org/officeDocument/2006/relationships/slide" Target="/ppt/slides/slide13.xml" Id="R9fb79c9b560b4e18" /><Relationship Type="http://schemas.openxmlformats.org/officeDocument/2006/relationships/slide" Target="/ppt/slides/slide14.xml" Id="Rc231d9c6dd9f4275" /><Relationship Type="http://schemas.openxmlformats.org/officeDocument/2006/relationships/slide" Target="/ppt/slides/slide15.xml" Id="Rcb50ff9a9dda4df7" /><Relationship Type="http://schemas.openxmlformats.org/officeDocument/2006/relationships/slide" Target="/ppt/slides/slide16.xml" Id="R0a80b3b3a21941ae" /><Relationship Type="http://schemas.openxmlformats.org/officeDocument/2006/relationships/slide" Target="/ppt/slides/slide17.xml" Id="Ra4690fae3371426b" /><Relationship Type="http://schemas.openxmlformats.org/officeDocument/2006/relationships/slide" Target="/ppt/slides/slide18.xml" Id="Rbd4572f3a6ba4fe4" /><Relationship Type="http://schemas.openxmlformats.org/officeDocument/2006/relationships/slide" Target="/ppt/slides/slide19.xml" Id="R92aec3bd114b45ea" /><Relationship Type="http://schemas.openxmlformats.org/officeDocument/2006/relationships/slide" Target="/ppt/slides/slide20.xml" Id="R9ef01fcbf5f04ce0" /><Relationship Type="http://schemas.openxmlformats.org/officeDocument/2006/relationships/slide" Target="/ppt/slides/slide21.xml" Id="Rf3f4e33ac1c845c1" /><Relationship Type="http://schemas.openxmlformats.org/officeDocument/2006/relationships/slide" Target="/ppt/slides/slide22.xml" Id="R34024e958d4d4760" /><Relationship Type="http://schemas.openxmlformats.org/officeDocument/2006/relationships/slide" Target="/ppt/slides/slide23.xml" Id="R56b5f9d3852a40b5" /><Relationship Type="http://schemas.openxmlformats.org/officeDocument/2006/relationships/slide" Target="/ppt/slides/slide24.xml" Id="R20e6259c1e694b62" /><Relationship Type="http://schemas.openxmlformats.org/officeDocument/2006/relationships/slide" Target="/ppt/slides/slide25.xml" Id="R2d80a7b7fa9b497f" /><Relationship Type="http://schemas.openxmlformats.org/officeDocument/2006/relationships/slide" Target="/ppt/slides/slide26.xml" Id="R529511bbacc74ba3" /><Relationship Type="http://schemas.openxmlformats.org/officeDocument/2006/relationships/slide" Target="/ppt/slides/slide27.xml" Id="Rbc54285666504411" /><Relationship Type="http://schemas.openxmlformats.org/officeDocument/2006/relationships/slide" Target="/ppt/slides/slide28.xml" Id="Rb3ba7a6321eb443f" /><Relationship Type="http://schemas.openxmlformats.org/officeDocument/2006/relationships/slide" Target="/ppt/slides/slide29.xml" Id="Rd08eb8cb04d94138" /><Relationship Type="http://schemas.openxmlformats.org/officeDocument/2006/relationships/slide" Target="/ppt/slides/slide30.xml" Id="R1082a0b370c24d2a" /><Relationship Type="http://schemas.openxmlformats.org/officeDocument/2006/relationships/slide" Target="/ppt/slides/slide31.xml" Id="R894a8d32bda24759" /><Relationship Type="http://schemas.openxmlformats.org/officeDocument/2006/relationships/slide" Target="/ppt/slides/slide32.xml" Id="Rcbb974bae8614af8" /><Relationship Type="http://schemas.openxmlformats.org/officeDocument/2006/relationships/slide" Target="/ppt/slides/slide33.xml" Id="Rb4549dfcd81d4d04" /><Relationship Type="http://schemas.openxmlformats.org/officeDocument/2006/relationships/slide" Target="/ppt/slides/slide34.xml" Id="Reda47fa213cd4d3c" /><Relationship Type="http://schemas.openxmlformats.org/officeDocument/2006/relationships/slide" Target="/ppt/slides/slide35.xml" Id="Re3ffb8ef807d4bce" /><Relationship Type="http://schemas.openxmlformats.org/officeDocument/2006/relationships/slide" Target="/ppt/slides/slide36.xml" Id="R459dd59463a54615" /><Relationship Type="http://schemas.openxmlformats.org/officeDocument/2006/relationships/slide" Target="/ppt/slides/slide37.xml" Id="R4a35c7c6fbca4ce6" /><Relationship Type="http://schemas.openxmlformats.org/officeDocument/2006/relationships/slide" Target="/ppt/slides/slide38.xml" Id="Rdff8de101d6c4fc0" /><Relationship Type="http://schemas.openxmlformats.org/officeDocument/2006/relationships/slide" Target="/ppt/slides/slide39.xml" Id="Rf47f08669dab400b" /><Relationship Type="http://schemas.openxmlformats.org/officeDocument/2006/relationships/slide" Target="/ppt/slides/slide40.xml" Id="R4a4f8a9db0d7434d" /><Relationship Type="http://schemas.openxmlformats.org/officeDocument/2006/relationships/slide" Target="/ppt/slides/slide41.xml" Id="R6c4981022ae54b97" /><Relationship Type="http://schemas.openxmlformats.org/officeDocument/2006/relationships/slide" Target="/ppt/slides/slide42.xml" Id="Rd077252da30945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03cf5a67f34f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3d08e88e994bc6" /><Relationship Type="http://schemas.openxmlformats.org/officeDocument/2006/relationships/notesMaster" Target="/ppt/notesMasters/notesMaster1.xml" Id="R3387b1cb589e4e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07f38dad94429c" /><Relationship Type="http://schemas.openxmlformats.org/officeDocument/2006/relationships/notesMaster" Target="/ppt/notesMasters/notesMaster1.xml" Id="Rb560bf68f9b64e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3232df14d84da2" /><Relationship Type="http://schemas.openxmlformats.org/officeDocument/2006/relationships/notesMaster" Target="/ppt/notesMasters/notesMaster1.xml" Id="R8b45301a01fb48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4d383520134823" /><Relationship Type="http://schemas.openxmlformats.org/officeDocument/2006/relationships/notesMaster" Target="/ppt/notesMasters/notesMaster1.xml" Id="Ra050af24dd8d41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298b5a09f14009" /><Relationship Type="http://schemas.openxmlformats.org/officeDocument/2006/relationships/notesMaster" Target="/ppt/notesMasters/notesMaster1.xml" Id="R442b10f8a62c4f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9c4dca29eb4f72" /><Relationship Type="http://schemas.openxmlformats.org/officeDocument/2006/relationships/notesMaster" Target="/ppt/notesMasters/notesMaster1.xml" Id="R07f76eac40f045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2b630f3d264509" /><Relationship Type="http://schemas.openxmlformats.org/officeDocument/2006/relationships/notesMaster" Target="/ppt/notesMasters/notesMaster1.xml" Id="R63bc6bef16cc49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85d47e07c44f60" /><Relationship Type="http://schemas.openxmlformats.org/officeDocument/2006/relationships/notesMaster" Target="/ppt/notesMasters/notesMaster1.xml" Id="R5ef4c5e7d93640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b395ea61af45c0" /><Relationship Type="http://schemas.openxmlformats.org/officeDocument/2006/relationships/notesMaster" Target="/ppt/notesMasters/notesMaster1.xml" Id="R5ba07786844940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42ac4df59e441f" /><Relationship Type="http://schemas.openxmlformats.org/officeDocument/2006/relationships/notesMaster" Target="/ppt/notesMasters/notesMaster1.xml" Id="R4ef090e84b4b41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86b376a9464901" /><Relationship Type="http://schemas.openxmlformats.org/officeDocument/2006/relationships/notesMaster" Target="/ppt/notesMasters/notesMaster1.xml" Id="Rc7d7103c87f04e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9af3cab613448b" /><Relationship Type="http://schemas.openxmlformats.org/officeDocument/2006/relationships/notesMaster" Target="/ppt/notesMasters/notesMaster1.xml" Id="R77e2682aa4b34e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30f75022ec47fe" /><Relationship Type="http://schemas.openxmlformats.org/officeDocument/2006/relationships/notesMaster" Target="/ppt/notesMasters/notesMaster1.xml" Id="R53f1dd8d249f44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bfd588b8f84a79" /><Relationship Type="http://schemas.openxmlformats.org/officeDocument/2006/relationships/notesMaster" Target="/ppt/notesMasters/notesMaster1.xml" Id="Rc011791fda4548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3be86dc3e3499d" /><Relationship Type="http://schemas.openxmlformats.org/officeDocument/2006/relationships/notesMaster" Target="/ppt/notesMasters/notesMaster1.xml" Id="Refce44f70ec242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fb7f477d6b450d" /><Relationship Type="http://schemas.openxmlformats.org/officeDocument/2006/relationships/notesMaster" Target="/ppt/notesMasters/notesMaster1.xml" Id="Ref9f57d05bb343f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193fba323b54bd8" /><Relationship Type="http://schemas.openxmlformats.org/officeDocument/2006/relationships/notesMaster" Target="/ppt/notesMasters/notesMaster1.xml" Id="R3f8bb1a4069f4d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553856bf13411d" /><Relationship Type="http://schemas.openxmlformats.org/officeDocument/2006/relationships/notesMaster" Target="/ppt/notesMasters/notesMaster1.xml" Id="R6f4c2d9a679d4b8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29953408e804baf" /><Relationship Type="http://schemas.openxmlformats.org/officeDocument/2006/relationships/notesMaster" Target="/ppt/notesMasters/notesMaster1.xml" Id="Rf8f0c552237d42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07d7fa7905d4f08" /><Relationship Type="http://schemas.openxmlformats.org/officeDocument/2006/relationships/notesMaster" Target="/ppt/notesMasters/notesMaster1.xml" Id="R8c7ade42d942449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d4b39bcd13c445b" /><Relationship Type="http://schemas.openxmlformats.org/officeDocument/2006/relationships/notesMaster" Target="/ppt/notesMasters/notesMaster1.xml" Id="R8f71ddb4eac449d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e89ffeca9b14634" /><Relationship Type="http://schemas.openxmlformats.org/officeDocument/2006/relationships/notesMaster" Target="/ppt/notesMasters/notesMaster1.xml" Id="Rf02baffa72d749b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759b8f1ba5b4a46" /><Relationship Type="http://schemas.openxmlformats.org/officeDocument/2006/relationships/notesMaster" Target="/ppt/notesMasters/notesMaster1.xml" Id="R29aaa6f4d34d4f5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4f4d378940041c5" /><Relationship Type="http://schemas.openxmlformats.org/officeDocument/2006/relationships/notesMaster" Target="/ppt/notesMasters/notesMaster1.xml" Id="R5a9f08764e5a4af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0539eceeb614819" /><Relationship Type="http://schemas.openxmlformats.org/officeDocument/2006/relationships/notesMaster" Target="/ppt/notesMasters/notesMaster1.xml" Id="R241185456b5d405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341effad5f2443a" /><Relationship Type="http://schemas.openxmlformats.org/officeDocument/2006/relationships/notesMaster" Target="/ppt/notesMasters/notesMaster1.xml" Id="R44fad12c1e78486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6454c18272d40f5" /><Relationship Type="http://schemas.openxmlformats.org/officeDocument/2006/relationships/notesMaster" Target="/ppt/notesMasters/notesMaster1.xml" Id="R6b5297b8dbda4fd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9896c99e7b34a9d" /><Relationship Type="http://schemas.openxmlformats.org/officeDocument/2006/relationships/notesMaster" Target="/ppt/notesMasters/notesMaster1.xml" Id="R453077f6922e488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1ae7639ba614ef2" /><Relationship Type="http://schemas.openxmlformats.org/officeDocument/2006/relationships/notesMaster" Target="/ppt/notesMasters/notesMaster1.xml" Id="R916035c694fc4d3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55ceea58bc54cd5" /><Relationship Type="http://schemas.openxmlformats.org/officeDocument/2006/relationships/notesMaster" Target="/ppt/notesMasters/notesMaster1.xml" Id="R5528f1dec78f4d3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505a3d83504411b" /><Relationship Type="http://schemas.openxmlformats.org/officeDocument/2006/relationships/notesMaster" Target="/ppt/notesMasters/notesMaster1.xml" Id="R20168caed86d457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4056f466bf14f9d" /><Relationship Type="http://schemas.openxmlformats.org/officeDocument/2006/relationships/notesMaster" Target="/ppt/notesMasters/notesMaster1.xml" Id="Rc6ba94ef192645c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395ec77504d4fee" /><Relationship Type="http://schemas.openxmlformats.org/officeDocument/2006/relationships/notesMaster" Target="/ppt/notesMasters/notesMaster1.xml" Id="R5002dc58b01e422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3aa741a7dc14fe4" /><Relationship Type="http://schemas.openxmlformats.org/officeDocument/2006/relationships/notesMaster" Target="/ppt/notesMasters/notesMaster1.xml" Id="R178388059c0f449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ccf63eb2c634bfd" /><Relationship Type="http://schemas.openxmlformats.org/officeDocument/2006/relationships/notesMaster" Target="/ppt/notesMasters/notesMaster1.xml" Id="Rc39ae37b20ca469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b8ced4646754fd9" /><Relationship Type="http://schemas.openxmlformats.org/officeDocument/2006/relationships/notesMaster" Target="/ppt/notesMasters/notesMaster1.xml" Id="Ra4427fc6ea4d42c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9036f14be7740f2" /><Relationship Type="http://schemas.openxmlformats.org/officeDocument/2006/relationships/notesMaster" Target="/ppt/notesMasters/notesMaster1.xml" Id="R80fe0ca8b8224e5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6f48c4f8dbd414e" /><Relationship Type="http://schemas.openxmlformats.org/officeDocument/2006/relationships/notesMaster" Target="/ppt/notesMasters/notesMaster1.xml" Id="R4155e2d454b749e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69c7fbc4964456c" /><Relationship Type="http://schemas.openxmlformats.org/officeDocument/2006/relationships/notesMaster" Target="/ppt/notesMasters/notesMaster1.xml" Id="R4b286888d1fb483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163381ebe2b4049" /><Relationship Type="http://schemas.openxmlformats.org/officeDocument/2006/relationships/notesMaster" Target="/ppt/notesMasters/notesMaster1.xml" Id="Rc69971900343498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54b69e991444dfb" /><Relationship Type="http://schemas.openxmlformats.org/officeDocument/2006/relationships/notesMaster" Target="/ppt/notesMasters/notesMaster1.xml" Id="R80a59425b2b74d8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a236895efcb4869" /><Relationship Type="http://schemas.openxmlformats.org/officeDocument/2006/relationships/notesMaster" Target="/ppt/notesMasters/notesMaster1.xml" Id="Rc02ed45f44c849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7141a348a047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0b94eaa3004751" /><Relationship Type="http://schemas.openxmlformats.org/officeDocument/2006/relationships/slideLayout" Target="/ppt/slideLayouts/slideLayout1.xml" Id="Rdc34798f948d4c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34798f948d4c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69f3fe06d4bfd" /><Relationship Type="http://schemas.openxmlformats.org/officeDocument/2006/relationships/notesSlide" Target="/ppt/notesSlides/notesSlide1.xml" Id="R9add26d3c0274e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4c1a1abdb4ee6" /><Relationship Type="http://schemas.openxmlformats.org/officeDocument/2006/relationships/notesSlide" Target="/ppt/notesSlides/notesSlide2.xml" Id="Rdfb5aa9c8e4546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5378f5a8a401e" /><Relationship Type="http://schemas.openxmlformats.org/officeDocument/2006/relationships/notesSlide" Target="/ppt/notesSlides/notesSlide3.xml" Id="R5f9ec33acff141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e021484cc402a" /><Relationship Type="http://schemas.openxmlformats.org/officeDocument/2006/relationships/notesSlide" Target="/ppt/notesSlides/notesSlide4.xml" Id="Rdf03d3e965b44a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e970dac934970" /><Relationship Type="http://schemas.openxmlformats.org/officeDocument/2006/relationships/notesSlide" Target="/ppt/notesSlides/notesSlide5.xml" Id="R11179ede75e14a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210c02abe49d8" /><Relationship Type="http://schemas.openxmlformats.org/officeDocument/2006/relationships/notesSlide" Target="/ppt/notesSlides/notesSlide6.xml" Id="Rb176ace7f3784f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c653fc26342c2" /><Relationship Type="http://schemas.openxmlformats.org/officeDocument/2006/relationships/notesSlide" Target="/ppt/notesSlides/notesSlide7.xml" Id="R1184562d94fd45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a1f3bdb8847d2" /><Relationship Type="http://schemas.openxmlformats.org/officeDocument/2006/relationships/notesSlide" Target="/ppt/notesSlides/notesSlide8.xml" Id="R1965a24d32af42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09fb5a50c436a" /><Relationship Type="http://schemas.openxmlformats.org/officeDocument/2006/relationships/notesSlide" Target="/ppt/notesSlides/notesSlide9.xml" Id="R4f10c277b6db40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a3ca58cdb4b4c" /><Relationship Type="http://schemas.openxmlformats.org/officeDocument/2006/relationships/notesSlide" Target="/ppt/notesSlides/notesSlide10.xml" Id="R830bf9ef668c4e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043f77a2b4f33" /><Relationship Type="http://schemas.openxmlformats.org/officeDocument/2006/relationships/notesSlide" Target="/ppt/notesSlides/notesSlide11.xml" Id="R029a9b6aa2514f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6591d63a94f78" /><Relationship Type="http://schemas.openxmlformats.org/officeDocument/2006/relationships/notesSlide" Target="/ppt/notesSlides/notesSlide12.xml" Id="R8bb5867b7fe743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79dc384864a0a" /><Relationship Type="http://schemas.openxmlformats.org/officeDocument/2006/relationships/notesSlide" Target="/ppt/notesSlides/notesSlide13.xml" Id="Rcc2cf043154e46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250b2b57b4600" /><Relationship Type="http://schemas.openxmlformats.org/officeDocument/2006/relationships/notesSlide" Target="/ppt/notesSlides/notesSlide14.xml" Id="Rdf78e65b8ead4d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edb1870e24f85" /><Relationship Type="http://schemas.openxmlformats.org/officeDocument/2006/relationships/notesSlide" Target="/ppt/notesSlides/notesSlide15.xml" Id="R4c60ad72bbb549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bf87561984ea2" /><Relationship Type="http://schemas.openxmlformats.org/officeDocument/2006/relationships/notesSlide" Target="/ppt/notesSlides/notesSlide16.xml" Id="R8a6b6dbc24df43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3ce4bd7354f1b" /><Relationship Type="http://schemas.openxmlformats.org/officeDocument/2006/relationships/notesSlide" Target="/ppt/notesSlides/notesSlide17.xml" Id="R59fb71b59ade47e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f48f53edc4964" /><Relationship Type="http://schemas.openxmlformats.org/officeDocument/2006/relationships/notesSlide" Target="/ppt/notesSlides/notesSlide18.xml" Id="R1108328f95da480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0176c621649fa" /><Relationship Type="http://schemas.openxmlformats.org/officeDocument/2006/relationships/notesSlide" Target="/ppt/notesSlides/notesSlide19.xml" Id="R8736d2596fac4bb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79c84f3bc4e9e" /><Relationship Type="http://schemas.openxmlformats.org/officeDocument/2006/relationships/notesSlide" Target="/ppt/notesSlides/notesSlide20.xml" Id="R2e8f87523f8e4a8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c35774f9348e3" /><Relationship Type="http://schemas.openxmlformats.org/officeDocument/2006/relationships/notesSlide" Target="/ppt/notesSlides/notesSlide21.xml" Id="R129b5108fe354ee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d9b1dad9d4654" /><Relationship Type="http://schemas.openxmlformats.org/officeDocument/2006/relationships/notesSlide" Target="/ppt/notesSlides/notesSlide22.xml" Id="R17c5c953116c4a2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4c2bf05714864" /><Relationship Type="http://schemas.openxmlformats.org/officeDocument/2006/relationships/notesSlide" Target="/ppt/notesSlides/notesSlide23.xml" Id="R644a6aeb61e9445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66938eeeb4239" /><Relationship Type="http://schemas.openxmlformats.org/officeDocument/2006/relationships/notesSlide" Target="/ppt/notesSlides/notesSlide24.xml" Id="R21a7ac310ef8484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0c42cc9d4424e" /><Relationship Type="http://schemas.openxmlformats.org/officeDocument/2006/relationships/notesSlide" Target="/ppt/notesSlides/notesSlide25.xml" Id="Rf2db0ce1e185406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95f9f591442f4" /><Relationship Type="http://schemas.openxmlformats.org/officeDocument/2006/relationships/notesSlide" Target="/ppt/notesSlides/notesSlide26.xml" Id="R3601bbb2dcb54e0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873453b5148fe" /><Relationship Type="http://schemas.openxmlformats.org/officeDocument/2006/relationships/notesSlide" Target="/ppt/notesSlides/notesSlide27.xml" Id="R17917a0ec1c94d2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0be23810e4d13" /><Relationship Type="http://schemas.openxmlformats.org/officeDocument/2006/relationships/notesSlide" Target="/ppt/notesSlides/notesSlide28.xml" Id="Rc0b911eba7484cd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9a4287ca64c5d" /><Relationship Type="http://schemas.openxmlformats.org/officeDocument/2006/relationships/notesSlide" Target="/ppt/notesSlides/notesSlide29.xml" Id="Re428dad42d96434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eef174aeb40e4" /><Relationship Type="http://schemas.openxmlformats.org/officeDocument/2006/relationships/notesSlide" Target="/ppt/notesSlides/notesSlide30.xml" Id="Re1c56d5058084b4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bf2cfaedf40cc" /><Relationship Type="http://schemas.openxmlformats.org/officeDocument/2006/relationships/notesSlide" Target="/ppt/notesSlides/notesSlide31.xml" Id="R842cff6db07c4d2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c8c11065a49f7" /><Relationship Type="http://schemas.openxmlformats.org/officeDocument/2006/relationships/notesSlide" Target="/ppt/notesSlides/notesSlide32.xml" Id="Raf65cd8a5a5640b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9dd95335f4de8" /><Relationship Type="http://schemas.openxmlformats.org/officeDocument/2006/relationships/notesSlide" Target="/ppt/notesSlides/notesSlide33.xml" Id="Rba8c93f02d42445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c555e3b9a416f" /><Relationship Type="http://schemas.openxmlformats.org/officeDocument/2006/relationships/notesSlide" Target="/ppt/notesSlides/notesSlide34.xml" Id="Rc5d0db60c65443c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22e976b074884" /><Relationship Type="http://schemas.openxmlformats.org/officeDocument/2006/relationships/notesSlide" Target="/ppt/notesSlides/notesSlide35.xml" Id="R9e568c92b5eb4fc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d4745f7524a6a" /><Relationship Type="http://schemas.openxmlformats.org/officeDocument/2006/relationships/notesSlide" Target="/ppt/notesSlides/notesSlide36.xml" Id="R0ca7371d530c4e2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430d94efb4b1d" /><Relationship Type="http://schemas.openxmlformats.org/officeDocument/2006/relationships/notesSlide" Target="/ppt/notesSlides/notesSlide37.xml" Id="R4673e45abeb2436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39470983b4ead" /><Relationship Type="http://schemas.openxmlformats.org/officeDocument/2006/relationships/notesSlide" Target="/ppt/notesSlides/notesSlide38.xml" Id="Rfe9783d71c2a410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f177c74614347" /><Relationship Type="http://schemas.openxmlformats.org/officeDocument/2006/relationships/notesSlide" Target="/ppt/notesSlides/notesSlide39.xml" Id="R1733ada9f67f4a7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8e43b28814f14" /><Relationship Type="http://schemas.openxmlformats.org/officeDocument/2006/relationships/notesSlide" Target="/ppt/notesSlides/notesSlide40.xml" Id="R31e2fcd8dff5458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043197b70463d" /><Relationship Type="http://schemas.openxmlformats.org/officeDocument/2006/relationships/notesSlide" Target="/ppt/notesSlides/notesSlide41.xml" Id="R2a428649ec15472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4c6286b704979" /><Relationship Type="http://schemas.openxmlformats.org/officeDocument/2006/relationships/notesSlide" Target="/ppt/notesSlides/notesSlide42.xml" Id="R6ad913b6f8fc46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83447-4FE6-4EFB-9A2A-4D12BC22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9973C-B1AD-4FD3-9B7F-7043E888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Digital Systems and Binary Numbers: Digital Systems, Numbering System (Binary, Octal, Decimal and, Hexadecimal), Number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F19ED-20CF-4BD8-A5C2-EF071D87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Fundamentals of Electronics and Communication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1BECE105/205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9BAD5-5173-4479-A8C5-F98985F3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DFB43-AFFD-46C2-A44E-9D812B0B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1B9A8-CF0C-45C4-B7E8-738F2061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4D54D-859B-4BA4-85DC-0A01249B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47ED7-0B69-4001-B02E-AC6C54DC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C9859-888A-44FC-B0E5-4B2DF54A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326AA-B523-4E14-B0C2-3E1C1ACD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96886-8F42-4D0A-ABC8-4C9201F8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7E632-D6D7-4E43-A1E2-7BD8C8CE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D4AD96-DAAA-408F-8C1D-0A6F0A07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135618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7F284-0A17-4E9C-81FA-B50F70BD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1A569-CB5D-4F12-B5D3-AA1A1248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D0A86-BCA0-433A-B359-D0E81DD1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8C257-6E1F-46DB-9B10-14F2616D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B7905-BC9C-4E81-840D-FD454E3D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B6669-D8BA-470F-854C-12F266B8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98870-C08C-4769-B416-D10629C9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92A7C-E09F-4218-AAB5-526FF67D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6E8E6-C937-4A4F-B856-A2DA5BD3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55C7A-6427-4A9B-BC3B-FF695BE3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FA5BA-6D4A-423D-B8B8-D94D4A9E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E10C1-1A05-4191-BB33-D2FE7FD8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400EA-30BC-40A0-9991-A1F252A0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64E21-0F0F-4C02-9A07-E49BBB07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3C8E7-1301-48E2-97A8-9FB7403F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829364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5B5726-AD67-44F2-8DF0-4AEBA414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12686-C8B0-4DFC-92C2-4F32BE9F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091E8-954D-468F-AF04-F45C1D9C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E9B2F-EBA8-4F1C-8747-6B79C40D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92111-3414-468C-9A7E-3C91E5A3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E5047-BF45-4ECF-A411-B2CCEC36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7B900-BB63-445E-9EE5-5B8599EB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E6A37-8017-46AD-B99D-EA5E562E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ACEFB-0945-4EE6-9A20-9E390D7F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Digital Systems and Binary Numbers: Digital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3EEF8-AE79-4667-B619-C866C241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A7C37-7BF8-4BEC-91D2-4164D68C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E6C83-3419-4EAC-8B73-72C6B96B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Numbering System (Binary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A7ADA-6F64-436B-84B2-9A4459EF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105F0-B0D1-4260-88DA-D331E4E9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E0704-F21C-4B95-90B9-0BDEFD6C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Decimal 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EB278-FAB0-4BC6-B4AC-1540E750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43AC8-348A-40F9-909E-428002E5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63EE7-67A6-4DBD-947A-58435002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Hexadecimal)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CB3B6-2CC6-4C61-93E0-5863A718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F8E5D7-028F-4EDB-B9E5-9C987044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B9B10-1F26-4E77-AD46-67C2CC7D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Number Base Conversion -(Binary to Decimal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2F2AED-EEA9-4D42-AC06-1240EAFB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5B8DED-B00E-4712-98F9-29A7C5E6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E59848-28B3-4FF8-88DF-E6D3D145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Hexadecimal and Vice Versa)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5484A5-B74C-4203-828E-1A9B3353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528968-2FB6-4F2F-9653-BD3EFD58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B8DD8F-2C96-4B30-AF90-7A505090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1's and 2's complement operation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69392B-EA1F-4D2D-BBBF-B579AADF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8BC5A7-9887-48D1-881D-BD0097B9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207A2B-2277-42A7-A185-561086BE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Signed Binary Numbers-Arithmetic Addition and Subtraction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0F80DA-A118-451A-A707-EE8D2084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75495F-BCC6-4109-A073-89CE66FB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7787405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54785B-C7EA-44BE-9BB3-CF00F96B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0B55E-133B-45B2-B633-F41069BE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D72FF-BEF9-42F3-92AD-F6D02D55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8440A-7C93-4FA3-B088-32C3A11E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B2DB1-5EAE-4BD8-964F-C5B9C578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722D9-2165-4BE3-A21F-7E22434B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0C9A3-C114-4CDA-A528-B3314485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AE80F-DDCD-45A2-8F7F-0A2BD465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Digital Systems and Binary Numbers: Digital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AC755-559F-4A47-8AD1-8C4787A1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D6C42-DF3E-49D2-8017-D44C6F00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75753-5908-4E5D-8909-8D9C2C7A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Numbering System (Binary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8FFB5-0532-4112-AEF7-646136DE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ED540-0757-46A3-8256-A6565009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E1BC8-CCCE-4BCB-B494-6ECF091C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Decimal 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8D7A2-570B-49C4-8DFA-D7E88519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09AC8-40DC-454E-BBB1-C52BEDB2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CF1F7-990C-45D2-8A97-805E3D93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Hexadecimal)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F3754-0FE8-46A8-A6AD-ADB6A971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6A3737-6A83-45AC-9C24-851E4209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BCF31D-0646-4E30-B63B-3E4A8755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Number Base Conversion -(Binary to Decimal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CCF91A-3A0A-4E0F-A358-101F5CD4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30173-F9DD-4A8A-92CE-EDF980BA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481833-5253-42A5-B745-6D725EBB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Hexadecimal and Vice Versa)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9A6423-9342-41D5-8781-4796ACA0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9D9D08-C048-4F4F-A7CE-5C58B51C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3A2645-26EF-4092-A203-9EDB758B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1's and 2's complement operation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FD8D88-0EC6-4668-BB3B-893AD96A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D2C685-24F8-4F1B-A4BC-9EC71045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D1FC3C-04C1-4889-AD50-3CC037CB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761130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EEFDC-308D-4E78-91FE-2DCE3154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184E7-E907-487F-964D-9EEC3F9F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99D76-C4E3-46C9-A1C4-4822A061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2C310-AD43-40F9-8955-CB0D4539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6CEB7-82BF-4747-B003-33B1AE0C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Digital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93ED5-A81E-4EA5-8771-7F24DFBF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Systems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B582B-9099-45FA-B41E-81789F93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Binary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80983-04FC-41C8-BBF8-58216182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Numbers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F79ED-90B9-4BCE-AD89-7E3228D9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Numbering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811FA-D6D1-43FB-B152-6EA4965C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Octal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51B28-CE14-494E-81F0-66A2795C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Decimal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27E52-5D18-4356-A527-1156A21D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Hexadecimal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550C7-7145-478D-A4CE-DC0A94A4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ABDE1-10AC-48C8-BDFF-BEEED245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06AA5-3476-4E30-B216-CFB11AD3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08E5A-B28F-44F8-B965-8F475B41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7031296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D49A3-75C8-4A5B-95B2-CF58C986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1AF34-9CE6-4E49-BE3A-132ADD42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A72C5-6650-4C18-9EB1-F0AC9918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A620B-E767-4D20-AEBE-2396AFA3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872A4-36EB-477C-9C42-737CB998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Digital Systems and Binary Numbers: Digital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9FA56-A8C0-4072-B8D6-C05A0132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Digital Systems and Binary Numbers: Digit...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2DEAF-92F5-46AF-9EFB-34090D4E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21BAB-BCBD-49DE-938F-35D2CC4D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5AB06-ACFD-48BA-86A8-2F85B48A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07F8B-EF0C-4D9B-9B1F-12FA1835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706E7-CC1E-44C0-8960-A47ADC8F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00B40-5839-4947-AC2B-11D49A7A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8E8FE-C5AD-481F-A805-A6050078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AA8C0-93F8-41B9-8558-7A478DF8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005AE-11E8-4D7E-82D1-847E0495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4B7E2-DBCC-4625-A631-8618AF6F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22839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E4E01D-B6B6-407D-9959-612D1F7C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F745B-C615-488B-9FB2-B2A0C724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4E698-3BBC-442B-B3F7-CF248460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2F64E-B4F5-41B3-B214-71846A70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CEB40-EF36-43A0-B56B-DFE53A85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7C92D-661E-4D1E-B082-7EADF095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B783C-7BF7-4601-8A68-02D25667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7BE76-3E84-45A0-A68A-80494201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D98ED-0030-4F9B-9E6E-5F40262B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Digital Syste...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FD16F-6F9D-42DE-B159-065BA63A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2A9CD-9043-4EB7-B045-09321FE8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56F04-8467-423D-BCE4-797ADC57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Digital Sys...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B3606-2DBD-46CD-B922-5C1A34D3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A7147-ED6E-4B9B-A72B-D4EAE7D7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DE0BCC-648D-4DE4-8958-1F54EBF3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Digital...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C449A-E072-4ED3-B677-20CD8231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6FB57-CCC4-4D6F-8D66-ABEF8252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A29CDB-FF61-4ABE-B395-B588B3B6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Digital Sy...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BCA54-3EE9-4189-9315-00D5E5C4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0A189-B26F-4D20-BC35-F04D0D4D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82EAB6-43AC-43A4-8799-30D835AE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Digital System...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4C6100-AB6E-44BD-91E3-376CF6D2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4CA2AF-4E47-42E6-A2C8-6F65F522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092549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F9D43-F07F-4C21-AD70-3E2C8F88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89D6D-9AE7-4025-87A8-4992FDB7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BF399-9982-4E7E-8A1E-575DA10B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2016B-B13B-42C4-BA2E-F5DFA07C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D4C38-F9A6-4F00-81E9-C4E158AD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48C1D-16DE-4A5F-87DA-4A4463BC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36A1C-82F8-413C-BB73-7F460E02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42B49-D2BF-43D2-8655-36A13229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75D3E-A9DA-4CD5-BD1E-537A2011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5114C-2C0B-4F43-9CA9-5264BF25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49885-7D6A-4675-93DE-12887B39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0302D-D2E1-4A8D-9ED8-29341AAC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457FF-33A4-47F8-82C8-A412EDCB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FD679-F024-41D5-A58B-43C8B847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0B7D9-DC9A-4C96-A39D-605EB629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9982713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9797E-34AC-4AD1-95E9-466F86E0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F1364-7F70-4035-B6EE-3B925D79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3D311-DC23-486E-987A-75211577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F4227-0962-4486-8F91-54786966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B8DCA-270A-46F6-92C0-70234436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30211-FF0D-4D09-8A46-393554FD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Digital Systems and Binary Numbers: Digital Systems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C4322-0E40-4749-A54B-94BB6F1B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78E27-1A33-4CA7-A190-B31F85C9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32F39-93CF-4538-92D1-0DC5F78F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D06A3-13C7-48DA-98AF-C0680F3D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79563-D80B-4255-B5EA-BFA516C6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766938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3C7DB-ACFC-4967-987F-F3ECBCB0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8C1C3-D70E-4E02-A957-CF317B46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4DB2E-89FF-4CF0-96D1-15171D6A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153A0-C033-429B-9A29-74B0871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EDC3D-5489-42CE-BCD4-3C183D56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Numbering System (Binary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9F5E8-7083-482C-B7F8-4D898349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Numbering System (Binary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B2571-D2CF-4429-98F3-B86F2BE9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1EC91-824E-4193-B4AE-2E537ECA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7393F-DF38-4389-8B3F-64F5F1C5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94866-490F-4025-B943-FA7B3AED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68F00-3608-4E0C-9028-A8E5127E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D7D32-FEB6-4CC7-92B8-E0897D6C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A40B9-A899-4D1E-9353-0CE0E8A0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4A127-CBE4-4098-84ED-B72DA468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A4E69-312A-4705-93F5-9ED45110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F660A-AFA8-4935-A720-51855142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897107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407E5B-DC08-450E-9A7C-53EAFBE2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4E851-8E61-4A8F-BC63-CCD5F510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AE965-8303-48CA-BCAD-48203E07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20420-C45B-4E80-9A76-63588898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72C2C-3AB0-45F7-8666-4FCD3BDF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44926-C94D-4E08-BFC3-A8ADDBE8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E7934-209B-4914-905F-D6FA62B1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12CD7-4AF7-4778-A0E0-A529D840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C9497-B913-4665-A75B-F661A82A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Numbering Sys...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9FF15-2814-40BA-AB2B-9E62FB02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7FEF0-8A7F-4A54-8356-E940120B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92651-5C03-4630-A41B-57C22916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Numbering 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F0F76-1D09-45E7-A9BA-01A1108C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C2092-3D79-4A91-82A2-AAB54F82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ED7CF-32DD-4D8B-BE48-8F669396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Numberi...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C39EA-9755-44AA-9C3C-BB44A416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2FECA0-3B14-4F70-94F9-29F5DC03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2379D-2042-4C27-8E80-37555A1C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Numbering...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01EA1A-6390-400C-BCD6-A9B78E0E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19B1F7-B449-4577-9F8F-AECA30D5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6B17EF-4E7A-4141-86EA-892B5352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Numbering Syst...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66CF34-FD4B-4052-8D88-705E0ED8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5894CB-31A0-4A7D-904F-C830EE77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955346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20CFCB-E716-41A8-95A7-825577B2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73029-5C91-4705-992E-1AD7013F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35D27-EB8D-485E-BD52-9B464D98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D5559-CA47-40F3-BFAB-E5B05AD7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B8D39-B789-4C01-BD0C-E7B7FDE3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A759B-E72D-4A96-BB91-F70AE68D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DF98A-8B5A-40BA-BDDC-5D5016E8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1BF0E-AF9C-42E0-9B16-F38E0309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A25B4-C314-44C7-B686-76FBD095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27F43-DFFD-4365-BB40-65715D77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21AC0-9E18-4377-B6BF-036BE1EF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7DDA6-E5E4-4744-9880-F8BB9D34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6227A-3E76-4B80-B1C8-D292B522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913B4-88DD-44F2-A7C5-7167CE34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4987E4-751C-4ED1-A0FB-DAC2773B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449192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DCA89-4D1E-4BA2-8C75-331736ED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C8532-9BCC-4403-90EF-A118CE17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04A38-3E49-41D6-9A57-455D6E14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674C8-011A-4490-944F-925C63CF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CB253-7346-4350-A959-541EEAB1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713CE-7E5D-4311-BB33-F12A63F4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Numbering System (Binary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41DF4-6FBE-41B1-BAC6-20F4C6DE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4148C-340C-42E5-ABBD-644B11F8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ED6C6-E54B-4272-9E9A-D1B1D45E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4DA4A-608C-4DBA-BEDB-C6E3466D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335B6-F52D-43EF-96B8-FCDB46B1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728550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B1078-3898-4F31-A5AB-FFCF3371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29C6D-F301-40B3-A824-E2F32598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1FE8B-EF36-4E6B-A02F-D24C7CAD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9F0CA-0E5C-4AFA-ADF3-174FCD08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8F226-4340-48A7-AE3E-1826E28E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Decimal 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CE433-86FD-4064-8A2B-2460FD97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Decimal and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C3110-3073-4ADA-8236-ED3A903B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ABDCB-E8A7-47FC-8959-FD2F6BC8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197EE-AED7-45F9-8846-6C5C597B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9986C-B54F-4208-9E3D-92D735D2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D8499-A4A5-44F0-8138-2FD9EA0C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C1A1F-083C-456F-9365-D5DA5FCB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3EDF2-F8E9-4279-8AD3-5A43A5B4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C7230-7790-4E09-9A7A-05974072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2CEDA-908B-4E9E-A068-EFA9C23E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C7E59-B16C-4852-B29A-3ACF870D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411226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F76ACA-C39A-4C2A-983F-9123647C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9ADBA-8DCF-41AC-A9C0-72DC0EAF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8BC3A-D00A-48B2-8574-875B175D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51AE2-9208-4314-B8E1-6ADC2153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33FE7-2792-4193-8F22-765E765C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9244C-EDEE-423A-86BD-931BB9AD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28810-B075-4A94-8F18-DF822B96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7AC77-6188-4C7E-98D8-59A4BC88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8DB41-7B88-407C-B2B4-6F0F68A5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Decimal and.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CB5DB-4B34-45C4-B952-E040FF44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84CF5-0604-4AA8-8477-8C651EB3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2C50B-E324-4638-88EB-EF51B0EB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Decimal and.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B39A2-1CB2-4F42-9805-26FD6173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CBD11-2F03-4741-91C6-51FBFBB4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C641A-CF87-4CC4-8160-3986C926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Decimal...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A39558-4817-43E5-9F01-4E38C1C9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413B9A-52D2-4AF0-B453-88C677FF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96B3B-A7F3-4700-BC7C-7D33633B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Decimal an...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1BD0C-3EF5-4623-A65C-7AB14C8F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54085-238C-46CA-A861-F8D4CB0E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FE36F-8143-4BA9-8FEE-34062129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Decimal and.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C35FB-4956-4751-923C-1836BC07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186A77-0DC1-4FE4-AB74-73575F40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752023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73EE8-2DD0-46E2-85F5-F1349C4B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AE381-4268-432F-AD73-AA236F46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F65B5-A9F2-4EE0-BF22-B990A5AB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7A2C7-E434-4EAA-9CF3-3B524F40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90ABD-67E0-42B0-AFA4-B8468564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DCB20-77D0-4521-824A-58869FA9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26E08-4964-41F1-92A6-97831ACD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F0D2D-217A-4D47-B325-41959C95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6698A-D3EE-4401-8D82-AF756FF3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1ECDE-2538-47C0-9A25-E32C2E48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3CC5B-66F2-4CD6-B201-BCC11C08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69F23-AEA1-4F88-B8E7-E84293D4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C9DF9-506A-4A25-A289-3EC07042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4C461-352B-4A97-AD2E-746D1447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78CE1-9AA8-4631-A0B0-E77B7CA3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230114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3502F-0676-41C4-AC60-E7267885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34925-37D5-4B6B-B4F5-B319D7FB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B6E76-D2E3-4EB4-B838-D9D6C9AB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0D02F-8EBF-4323-A38F-478B0EFD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AF6B9-9A09-4EF9-838C-EF470F0D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9DA81-E64E-4534-B9E0-EA36D9DA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Decimal and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92CF8-E061-4B9D-9BDD-2B2B7B8E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CD5C0-ECB1-47E5-BCE8-5F9B2192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48F40-946F-416C-8B69-5C8BE2BC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0BD8D-7CFB-421D-950E-255E11FB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18A2B-8EC0-4BB3-B402-4697472D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2222144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6E2F0A-B3E1-45BC-838B-DA7FC68E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FD59B-221E-4015-A15D-542D5BB3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D5D0C-3BF2-4E38-897E-14EA8852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9CFF1-8C10-4DED-A18E-9C4ED129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204D8-365B-4C38-8A7C-8330912A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Hexadecimal)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F3934-BC45-4324-AFCF-A47B58BE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Hexadecimal)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6B8F1-80D0-4643-9572-717D601E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92648-D8C0-406F-83AB-DCB100A5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6A2B4-BAF7-4E88-BAA6-E56C0441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BC166-ECE6-4807-B6C0-BC75AD7A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8C446-B7C9-47C2-9FB3-90099893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7CA0D-798E-487B-8358-EC1B1764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304E9-FCD1-44C6-84D1-6E1A8A2F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D6DC3-C8EA-42C9-B36B-1CFFBEE9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01A90-B1DE-4CCC-B633-1B2AFCE6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627E6-1CBB-40DA-929D-5E8C9C10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94538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3C2D74-5FB7-4298-87FF-062BA238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FDD2F-0512-4718-AF45-88742013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5A85B-3453-4EB8-9DCF-EE1F4D34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05237-0F45-4BCD-AC01-A5D03CDD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05AF4-144B-4F79-8CEC-D4ED8035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AFC51-1211-45E7-A91A-B7953546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0AAE7-EE5B-4901-9C58-BC73DE88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2CBD6-7A16-480C-97E2-17EBE824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2D2A1-5B24-4F68-AE70-5003292C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Hexadecimal).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2D154-C3FD-4BBC-B192-CDC81CF4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D503B-E3AE-4383-B902-E0E50FC0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EFB1B-A451-4DD5-8A4D-8FD22840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Hexadecimal...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E74FB-9E43-4A0E-A5D1-349E45B7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9C743-A1CA-4BA4-BF62-E4837E53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80F73A-1EB9-473C-BE41-1C71FE66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Hexadec...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624DB-AB85-429E-98A2-52F67EB8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6B47E-4804-4A53-8B7C-C00BEB94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87850-BF6B-4F8A-A9E1-7085A3BD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Hexadecima...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54ABE-3AEC-4AAD-9B99-77F57C6A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A5A95B-DE4C-49D5-AC63-1F1E626F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0FA5B6-6909-4D47-B0DA-2FA34DDB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Hexadecimal).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257A14-FDE9-4D0A-8747-BD2E5ADF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622EF2-E968-46F6-AE6B-EB8B88B6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9883298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EBE2A-26E8-48F4-B63F-EB258ABE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74DEA-0128-49F4-B9C8-23F8062B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252C5-7494-483B-A607-3E415AA4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543F4-6AF3-4DED-970A-F662F57A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868F6-83FA-4A1E-AC8C-8AA0FA2E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D7576-BEFE-46FB-916D-FE83A305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82B89-26E0-488E-AB7E-416A9299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3F6F7-C38A-491A-B7BD-C5E26D71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F8320-8BDD-4D7F-89EA-0A2FF13C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14B7D-2333-4E72-9AFE-83E76056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25C25-CC55-4A7F-9995-DF65B974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047DD-046C-4000-8526-A2E197BE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041F5-1FD6-48FA-94D4-92EF68D1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F5E14-4F1E-4D15-81A3-15C6AF06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FED48-2FDC-46B3-A5C9-ED0484C0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059157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0389A-C340-4DBA-A8B0-5A02CCE5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CF291-9DE5-409B-8A37-A763872B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A6821-1CB1-4095-A0EB-173B1D86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3A518-0307-4DA3-A8D3-81861741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8C2A1-8E16-4327-8299-4840E9E3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2338A-0DF3-4E0D-AD61-461C9658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Hexadecimal)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9339E-369A-42C5-9117-6CF56C41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0E996-38D9-4962-9D53-65F9C4E7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0437F-A41D-4A2E-960B-9A5AB4A5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4CB89-2D2A-4987-8CF3-899B5481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A20B5-89B4-49F4-86B2-B3CCC8F0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4835356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9AA92-E960-4B9C-A156-DED08F9F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67A92-FD9B-4E82-B197-C0E72EFD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10C0E-F568-40DA-89FD-516F7E54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732D3-C85D-4FBE-99FC-1F468344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DAFE3-A57C-4FC9-A7E9-547BEF9B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Number Base Conversion -(Binary to Decimal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2CEF4-7AB1-424F-92C4-20098170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Number Base Conversion -(Binary to Decimal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765C7-F631-4481-B672-BBBE7DBD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F3F35-D1C0-4E9E-84B9-DF8DFFA8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5EBF4-2CAC-4D1C-8A17-049E0635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05396-56CA-4C5F-9129-4469E951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2C010-D650-4CFF-80C4-1130175B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E4190-3327-4191-9123-33A52D2E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54900-439B-4D3C-98F1-9D4C5613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BF664-B644-415D-8396-7E6CDDCC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963B3-1655-4F3C-AD86-B116D7F4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C4A6C-60A8-4906-9914-8297C4D5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4619764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D9C1E-818F-445C-9293-A7B248C2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6541D-127F-4197-8889-19019B47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77D32-9985-4F6A-BFED-F9525C50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2B0B3-5B88-499C-8AA7-1D746D00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F62D2-1220-4B86-8A4E-E4A62186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0D0C2-2F52-4F13-9BC2-A3649BA9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AE904-4D45-4EE6-95D8-431030BF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F095D-5749-4FDE-AA25-FFDEDE9A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00FA2-5367-4885-A850-C2FBDE93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Number Base 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0C0B3-77AD-4B12-BEFD-1771380E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30B1C-6AC9-4966-BB92-31D89971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70AA3-7BD3-4457-B98D-014A37DA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Number Base...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DA020-F89B-48BE-B60C-0930C29F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6836B-DEC8-4699-9C71-5827B24D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FCE6C-72CC-4991-9F45-937735AE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Number...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F3406-D439-4CD7-BD20-6F4F3A51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BF581-786A-43BB-A72E-EA82061E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6695C-2D53-4B94-866E-7AB995E7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Number Bas...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8DBF08-AF12-423D-B98F-2F1F39B6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6023C-798F-4563-B9BA-1799FBE0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D47E32-E0F0-40A1-984F-E16B14A9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Number Base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909C8F-B262-470E-A932-7A176D29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6DC29B-C868-45CE-BC0A-C8CD59CE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72426785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237C2-FAC9-47B5-AB71-CBA8D2EC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839E7-43A7-46B1-A41B-7E38DB68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2802-5825-469D-90B7-BD6A4347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4C4CE-F78C-48A1-807A-59AB44BF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789A4-8D37-4F59-8B33-72730508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1508A-8F7C-4087-81B7-42D0EE5C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CDAB2-959F-42FF-8EEF-8DDCD7F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68BCE-30DF-4F68-BE46-A5A4ADDE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4D15F-A2A3-4544-8FF1-AF9D4622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42EF1-2ACB-472D-B339-D01B607C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DAFCC-D4BB-4D3A-A1F7-AAF3849D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F1AEB-D635-4B7E-8C51-77A6E3A7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98718-64F0-4CBE-90A5-0DF6089E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701F5-E7C0-4C81-8063-3DC6DFB2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80572-2F79-438A-B5F0-F075E021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001287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31142-FF7B-4F54-BE96-E548C21D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526D1-A85D-4B3D-AFEA-CF790680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91194-C7BD-4D94-95AB-86647B1C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EC4E6-D12F-4AAC-8CED-5EDFAEC1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1BDF1-401F-40C3-BDA3-DFFC5AA2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9DD67-8323-43FB-A7E2-91802FA8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Number Base Conversion -(Binary to Decimal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6B91C-F9FE-40E4-A64C-34F8030F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BCD14-5F50-410E-B626-3B831786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1BC61-1EB2-454A-ABBC-D9D5CA14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E4362-8C31-4702-B5FD-7F418C02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22AEC-D564-4A76-84B7-9C1A4A0F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133525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E46B05-B3F0-4C20-9DC5-7BDEB1AE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A061E-3A6B-429D-A6D2-A848C9A3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DC350-FA94-440D-AE6A-D3D42368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7272E-5F39-4323-8171-85685496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45FFC-D5F6-4566-A641-ECD5538A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Hexadecimal and Vice Versa)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A43E3-AAD3-47E2-B5DC-433DB2E8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Hexadecimal and Vice Versa)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9ACFC-D2A6-4705-BDA6-A07D7264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1DB46-ED53-4390-A1F0-CC31102A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2489D-A1AA-4DDE-8A26-8BACADA6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27DE0-82B8-4D5A-A5A3-B55FCD1A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6FFF8-4CE3-4118-A5D9-6D6350E3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4C8A4-5DE7-40BC-BB3D-DE8F63A9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B526C-8241-4D56-80B6-B5B0EEFB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B7072-DE2E-4A02-AC28-344BE8CF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630F8-1DF7-4735-985B-EFC2D104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7C6B0-E98E-4044-BAE9-3AA7027F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9736762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487DF7-30A8-49B3-A2E6-1E8001BF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9A24B-9137-4989-996F-930D03ED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08388-4E41-4617-851B-1D1CD81C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63C59-89DF-43B2-8D13-71C60F7B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F2FF4-BC12-4201-96C0-5F89FE5C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60B23-243E-402B-A2BE-3D303618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7BF55-D3F6-4880-8DC7-D3CC35A3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E1B17-9AF9-4890-BC69-17A3B008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D2D21-9D22-46C2-8A0B-97C1BBBB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Hexadecimal 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C415D-2D5F-432C-AA6A-91FB72A6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43FFF-2ED1-4F7D-AE4A-0C6E7A0A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50C76-D853-457B-9F3E-661EFC37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Hexadecimal...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19428-077C-45AF-8C0F-71B79730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2C2FF-A4C6-4B05-8659-4D642D09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CEF65-63B6-420A-8EC4-E80BA3FA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Hexadec...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959B0-5B0F-4391-93F5-041E35F1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06D4D-F989-4568-914C-05D3F37E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3B301-098E-43A7-A24D-9D9FDFBB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Hexadecima...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63DA86-29FD-45F7-B460-514CD9BD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EDF4B-4D49-4545-BA4B-031593A1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291A6E-A56A-497C-8AB4-3CB0317A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Hexadecimal an...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6E6ABE-E33C-4017-93A7-6691E1BA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AB54DE-116E-4474-95EF-ECDA0116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77229528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ED403-E5C9-4A8F-89E0-A03CA371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8A5DF-D5D7-4814-9149-F8EFE0FD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CEF3B-C474-4739-9BB5-248337D2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75988-26B8-45B0-9931-2B4888D7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92C59-6715-4D4B-B7D9-32B6626F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7F91E-1E01-4D84-91CC-0E515474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A2AC3-5F7D-4BB0-9F13-8FCDE9D1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736D9-C16E-418A-80B0-20D61C36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486E8-0319-4585-9818-FAB1249A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FD515-91EF-4D3F-88AB-DF05FE2B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358C9-B040-4CD7-9A30-E7746300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A73E2-EA09-4E4C-B2FD-B141E40B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4A95C-1C15-467E-9021-E4B2869A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E26DC-9838-4BEB-B1B7-0558E305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72709-B560-4F32-A7E7-5B0849B4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9593032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D07F9-008D-420B-9E1A-7F0DC4D7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A921F-483D-4584-9C0E-650F8A83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A4DF4-308F-4857-9D3E-094DFC39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8BB44-8539-4C50-8E80-5788EA1D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FE588-25F8-4907-AB40-056CD19F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1643D-75A1-403E-8132-AD0F59CA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Hexadecimal and Vice Versa)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C2B41-FC10-42F8-98C7-31C3F9B4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699B2-299D-48E4-B101-46BAEA39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2D87B-F0A8-4F89-B6B6-94ADC6CE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3CF12-8732-428E-9E49-B4562018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D79EC-5485-4923-9DE3-F2A0D045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61119217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88EC2-8653-43E2-9EA1-09E6FE4F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4190B-5638-4032-BA02-187F26BB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2287E-DECC-431E-81FB-C39BD58A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CA4AF-A728-44B3-94B6-D8D5923D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47038-5019-46AE-8453-8422F9EE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1's and 2's complement operation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A0CF5-B032-4070-8EA5-7EE2D114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1's and 2's complement operation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C4A56-2982-45E6-B4F3-FFCC2269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A1BE2-9D8E-49A1-94B5-DBE7A3A7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E843E-75D2-46A4-A31B-D67BEFE0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65014-124A-4972-8AAB-F1033E1B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E61B0-A254-435F-BFAF-AD5E59AC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56DE2-D0C8-4A04-A876-05AA8BE1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274F3-C05D-415E-B6F2-EAA71710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0DAF2-6136-4A3A-B423-4F529874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4480C8-B32E-4CE9-9EFE-F53210A4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CA7359-66DA-4772-BABE-D828B7A8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873277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183E03-0789-4951-AF12-BD5020B3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604C4-36CB-4A33-8E60-CC34F2A1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8C34C-0D79-42CB-8055-210C001B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13401-AEFF-4F4B-BF8E-37BD70E1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A4125-8CA7-42C9-AF62-BE5BC527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419F0-D9B8-47B4-8787-2AB8E04B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E9C1A-DA13-4C6B-B68C-50D5468E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F190A-AC0E-40DE-87E0-CCABF76F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9E341-7808-4F9E-9CC3-EA649FDE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1's and 2's 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CB785-7E2D-4B53-BAB2-51EA52BC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93EC0-223B-439E-BBAF-B2EFCF07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E7558-358B-466E-B9A1-69C520D5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1's and 2's...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B64CC-05AF-4BC3-8F82-D353D641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AC934-61AC-4309-9D53-851D9212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748DE-9251-4F1D-829B-2B8BCDE7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1's and...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53A6F-2BCB-422B-901A-7D0D497C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E49D3-E107-4532-9FDE-05BF50CA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8B2B7-E58E-4505-AB0A-5A74844D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1's and 2'...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1E20BD-2E3A-4436-ADA6-A062D400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31D30C-5516-428A-87FF-54CDCBE4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E964CD-45EF-49CA-B801-89B717F8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1's and 2's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BCFB57-06DD-4421-B71F-3622D87F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A934A3-D40A-4B70-8C66-91EE0C1E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287650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E2E12-E4C9-461B-AC77-6CD86F66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E6C18-02B7-4851-98D5-84E183A8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CF79E-75C0-4770-AAED-659B3382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BC375-C720-48A6-9F35-F8326616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D0A7A-E898-4D77-A2C4-94E97C19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6325F-0338-49FD-BA72-50EDB905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93A4A-6BCD-4C43-8C25-167912D2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6DB64-7B98-4321-B228-B2F77E68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C3F5C-EB8D-4A8F-B028-2D458742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C0F83-0A78-4ED3-BE14-1B21FB78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2E97B-74B1-4979-A394-60A9CE3E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EAEC5-39B0-4018-9BE8-F4BB3B48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A8013-09A2-4C14-9BB5-8C5CFC76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A1CFA-0502-44F1-B7AB-8561879C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3A5FD-B3FA-4958-B0BD-30A7AEB1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4018550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34DA9-5036-490F-8E1F-B526B514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7F008-E0E8-4A13-8965-4D58E036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256C5-1E17-4BBD-AFC6-88BCEFD8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B33A6-BB85-4BEF-AFAD-53ED7148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E213A-D272-4476-B251-D6AAC469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4AA83-32C8-4FD8-B432-E0286A36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1's and 2's complement operation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B5CA5-30B8-43B6-81B7-97A1E3B7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543D1-2190-44FD-B553-10A81287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5AE36-1EDD-4211-9715-C78F8A3F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478DB-9836-4D35-AC23-66270CB0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A4500-A9E1-49C7-8743-6BD49FF7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6734213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8296CA-531C-4AD1-8A8C-74A744C6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91B6E-64E0-446F-85D7-03F7B845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9A667-08AF-42DF-9DE0-A4F73140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DA8FE-2E07-44BC-82E4-B288103B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B0B61-9F2B-46BA-987A-6FFE99C0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Signed Binary Numbers-Arithmetic Addition and Subtraction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3ED30-90A2-4E01-B3E6-FA1E28A9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Signed Binary Numbers-Arithmetic Addition...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0BA86-B787-442F-B1B1-47B9183C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A69E3-8139-4E17-8FD2-9750B9F5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C60F9-BC16-48D8-93FE-1C7C26C7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3593E-C46C-48F6-B412-472E7DE0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126FD-FDB4-4BC8-829E-14C67EF9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0AA1A-4102-4960-ADEA-A1EF3EF8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DE15C-D85C-4590-9F75-6B7BBAF9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F7B08-90E1-427A-A90A-4C5087AD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61C9B-E6C0-4A5E-B0E7-6452378F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F030F-2C3C-4BC7-AD1D-8C34D51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3192938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03FDC2-7695-423D-BEF8-23BCEEC2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809FA-05AB-4C63-8295-BE74C441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37677-3174-4AFB-BD51-A515AC69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2CD5B-2333-433D-81B1-0E5714DE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7A5E1-9C14-4E7D-9AD1-4148A3A7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BB594-3905-4FAB-AFD3-EAF2A6FF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7F353-E66A-4481-B955-F2FDE06E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508ED-857E-41E3-A8F6-116CD182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4E3ED-567B-4BA5-9BD3-871EC6CB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Signed Binary...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B5BAE-7206-4F15-BACD-0B66ADC5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3649C-A241-428F-9C90-9D004069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F52A9-2374-4960-B57D-37036F38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Signed Bina...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982F6-880F-4F3C-A16F-D5A26BB1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6DB4C-2F7D-4CC0-8723-DCDEBBE0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00120F-A2DB-42A8-A398-F168DAD6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Signed...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0884C-0D3C-46D7-BC91-4DFC44E8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45404-20A0-4E89-9E89-D8472FE5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30A170-A238-4F7F-B7FE-5855BEE4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Signed Bin...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F497F-D48C-4E5F-A2E5-9DE705E1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55A4E2-0B89-4335-A5F2-8BE9C23C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DF616-B07F-4984-8327-05268A42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Signed Binary...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8C130-2814-4E7F-AB65-7C5E85F8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21A70D-AC64-41C7-A72C-6DAE5BDF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11221245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89042-B5C8-41A7-877A-B632388E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7F739-1959-480C-A32C-921DA6C3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79893-47B3-4A84-A74F-A15D9605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08E6B-96E6-4EF9-8D03-05428BCA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D434A-83BE-491D-A707-7C5E8FB7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859FE-F57B-4D68-8298-8BE03EFB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8EF88-F86E-427B-93D4-95B0F818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5AE2A-40F4-4192-9562-597366CE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70772-5488-4406-A054-EF762A2F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6B916-0837-4F15-B4CF-84671CA0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9AFFA-009B-4500-AB62-5F1ADA27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9F68F-CD8E-4D4E-B15A-D437B534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A0A61-AC02-4A4E-BBBE-21F9FD76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1DE51-146B-4E9D-9985-7D1BACD8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599C5-DDE2-4DF5-B25C-264CC183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66434263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4BB95-7528-4EBC-B1D1-EA43AA69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12F10-E6D3-4252-B6DB-5A24BCA5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806FA-5FAC-4BC6-BC17-8A9342B2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2E887-965B-4B70-9B49-667E0CAA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40DD9-EE9A-4139-9BEC-CBAB1326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EA434-0FEC-4253-B72C-A8F5D946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Signed Binary Numbers-Arithmetic Addition and Subtraction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E722D-EE59-466A-AFF1-9AE333A4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10A49-D044-42F6-A7D1-0812BC9A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0974B-AF8C-4E5C-AA19-5D007ECA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A0C95-2E50-4B89-A0FC-77885BC1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F0693-1E39-4AF1-8BE2-5A008419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20348601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E3968-BC91-4DBB-B71A-5347DD9D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EFA65-8678-45CB-BE14-60D0D5B7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BCE59-6AF2-4800-884B-D7154506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A17DC-8796-423F-9498-013246EC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E3EE1-1B2F-43A1-A17D-5F139C07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541AA-6327-40F7-B62D-C622880D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795707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0BA5F-83E1-4DD7-9A30-932ECC4D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F122E-FBBA-47A4-AA2F-F672313C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5E549-64DE-4210-A6B5-D4571224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C16C5-3277-4EA3-8B57-499D438E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ABB58-77CE-4FB4-8496-5FCD80CF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Digital: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Systems: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Binary: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Numbers: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Numbering: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ECFBF-7BF2-4E0D-86E1-DF9D18FE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9391744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4B337-1363-4E60-8292-31C9D665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50143-B6E5-4847-9AC7-00AE6915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3126B-4BC6-40FD-9329-4B72F83D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FBA52-CAB6-4FA5-AB6A-F6DFF191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D2F32-E4E7-4B15-B800-0E473691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01164-CA02-4E77-A8AF-5DFB1305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5118113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47DDB-789A-417E-86A1-7CECC5A4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96582-4FCC-48B0-8FD5-EE31DD7C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7659D-3054-4A30-AEB5-2E58B9AB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8C762-EDFB-4909-B2D1-5E07BEEF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A1683-6C74-4900-9FDB-D80832C1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D3C51-F6B4-4F9C-8685-EA4892D5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9897254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9291E-DAB6-440B-B90C-358BA279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955F8-F2EE-4639-AEA1-2776A534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C6C4A-B901-4DF3-AD26-8914E1B0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00DB9-B181-4660-B41D-50C27CB5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68168-2E59-4A02-89DA-B51CAA52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Digital Systems and Binary Numbers: Digital Systems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Numbering System (Binary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Decimal and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Hexadecimal)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Number Base Conversion -(Binary to Decimal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3E525-8168-4581-A5DA-3BEFC927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1435D-F32C-4C82-9A7D-60C047A0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C7F1A-392B-4BD1-A92C-4A2785A5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510543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2026-08-24T16:02:39.1390000Z</dcterms:created>
  <dcterms:modified xsi:type="dcterms:W3CDTF">2026-08-24T16:02:39.1390000Z</dcterms:modified>
</coreProperties>
</file>