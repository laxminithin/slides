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bfb0ed16641dd" /><Relationship Type="http://schemas.openxmlformats.org/officeDocument/2006/relationships/extended-properties" Target="/docProps/app.xml" Id="Rc1aee59504c84741" /><Relationship Type="http://schemas.openxmlformats.org/officeDocument/2006/relationships/officeDocument" Target="/ppt/presentation.xml" Id="R2e545afce38c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5398fd3c7b4260"/>
  </p:sldMasterIdLst>
  <p:notesMasterIdLst>
    <p:notesMasterId xmlns:r="http://schemas.openxmlformats.org/officeDocument/2006/relationships" r:id="Rf5b3a0041032461a"/>
  </p:notesMasterIdLst>
  <p:sldIdLst>
    <p:sldId xmlns:r="http://schemas.openxmlformats.org/officeDocument/2006/relationships" id="256" r:id="R3623a14e564c479c"/>
    <p:sldId xmlns:r="http://schemas.openxmlformats.org/officeDocument/2006/relationships" id="257" r:id="Ra937b807931e49b5"/>
    <p:sldId xmlns:r="http://schemas.openxmlformats.org/officeDocument/2006/relationships" id="258" r:id="Rb9bed99dce7f4457"/>
    <p:sldId xmlns:r="http://schemas.openxmlformats.org/officeDocument/2006/relationships" id="259" r:id="R99367cbc3cb14f99"/>
    <p:sldId xmlns:r="http://schemas.openxmlformats.org/officeDocument/2006/relationships" id="260" r:id="R993f082215ef429f"/>
    <p:sldId xmlns:r="http://schemas.openxmlformats.org/officeDocument/2006/relationships" id="261" r:id="R3c4be79dc73c4805"/>
    <p:sldId xmlns:r="http://schemas.openxmlformats.org/officeDocument/2006/relationships" id="262" r:id="Rba5ae079a097438a"/>
    <p:sldId xmlns:r="http://schemas.openxmlformats.org/officeDocument/2006/relationships" id="263" r:id="R4dee1c0a2866400d"/>
    <p:sldId xmlns:r="http://schemas.openxmlformats.org/officeDocument/2006/relationships" id="264" r:id="R5090775ca14c4111"/>
    <p:sldId xmlns:r="http://schemas.openxmlformats.org/officeDocument/2006/relationships" id="265" r:id="R76b504344538468b"/>
    <p:sldId xmlns:r="http://schemas.openxmlformats.org/officeDocument/2006/relationships" id="266" r:id="R911098759bc84744"/>
    <p:sldId xmlns:r="http://schemas.openxmlformats.org/officeDocument/2006/relationships" id="267" r:id="R54cc86152aed48ab"/>
    <p:sldId xmlns:r="http://schemas.openxmlformats.org/officeDocument/2006/relationships" id="268" r:id="R3dc783d0febd4556"/>
    <p:sldId xmlns:r="http://schemas.openxmlformats.org/officeDocument/2006/relationships" id="269" r:id="Rde87dfe4b61c45a2"/>
    <p:sldId xmlns:r="http://schemas.openxmlformats.org/officeDocument/2006/relationships" id="270" r:id="R04f074037a704534"/>
    <p:sldId xmlns:r="http://schemas.openxmlformats.org/officeDocument/2006/relationships" id="271" r:id="Rdcb9ae011c254b88"/>
    <p:sldId xmlns:r="http://schemas.openxmlformats.org/officeDocument/2006/relationships" id="272" r:id="Rd5753f57e65f40a8"/>
    <p:sldId xmlns:r="http://schemas.openxmlformats.org/officeDocument/2006/relationships" id="273" r:id="R15b7b28d9ca24682"/>
    <p:sldId xmlns:r="http://schemas.openxmlformats.org/officeDocument/2006/relationships" id="274" r:id="Ra95d3fc4718b41e8"/>
    <p:sldId xmlns:r="http://schemas.openxmlformats.org/officeDocument/2006/relationships" id="275" r:id="R6bf6adb07bd448df"/>
    <p:sldId xmlns:r="http://schemas.openxmlformats.org/officeDocument/2006/relationships" id="276" r:id="R56fb17d0f77b4508"/>
    <p:sldId xmlns:r="http://schemas.openxmlformats.org/officeDocument/2006/relationships" id="277" r:id="R07118bdb8243493d"/>
    <p:sldId xmlns:r="http://schemas.openxmlformats.org/officeDocument/2006/relationships" id="278" r:id="R4667a633af0546c7"/>
    <p:sldId xmlns:r="http://schemas.openxmlformats.org/officeDocument/2006/relationships" id="279" r:id="R37efa6f354a944c0"/>
    <p:sldId xmlns:r="http://schemas.openxmlformats.org/officeDocument/2006/relationships" id="280" r:id="Rb162c264b34e435e"/>
    <p:sldId xmlns:r="http://schemas.openxmlformats.org/officeDocument/2006/relationships" id="281" r:id="R19261ffba9d34a2c"/>
    <p:sldId xmlns:r="http://schemas.openxmlformats.org/officeDocument/2006/relationships" id="282" r:id="R3d9de19b7b644290"/>
    <p:sldId xmlns:r="http://schemas.openxmlformats.org/officeDocument/2006/relationships" id="283" r:id="R33beaf81e5d3402e"/>
    <p:sldId xmlns:r="http://schemas.openxmlformats.org/officeDocument/2006/relationships" id="284" r:id="R507764eaa6144524"/>
    <p:sldId xmlns:r="http://schemas.openxmlformats.org/officeDocument/2006/relationships" id="285" r:id="Rb1649db7584045d4"/>
    <p:sldId xmlns:r="http://schemas.openxmlformats.org/officeDocument/2006/relationships" id="286" r:id="R618577294fec4bae"/>
    <p:sldId xmlns:r="http://schemas.openxmlformats.org/officeDocument/2006/relationships" id="287" r:id="R1d0db2d05c9f4f60"/>
    <p:sldId xmlns:r="http://schemas.openxmlformats.org/officeDocument/2006/relationships" id="288" r:id="Rf694cc5fed5b4910"/>
    <p:sldId xmlns:r="http://schemas.openxmlformats.org/officeDocument/2006/relationships" id="289" r:id="R2d576ac99b41402d"/>
    <p:sldId xmlns:r="http://schemas.openxmlformats.org/officeDocument/2006/relationships" id="290" r:id="Rd27ede50636e4efe"/>
    <p:sldId xmlns:r="http://schemas.openxmlformats.org/officeDocument/2006/relationships" id="291" r:id="Re11d4644b87243a3"/>
    <p:sldId xmlns:r="http://schemas.openxmlformats.org/officeDocument/2006/relationships" id="292" r:id="R8ef49007264349d2"/>
    <p:sldId xmlns:r="http://schemas.openxmlformats.org/officeDocument/2006/relationships" id="293" r:id="Ra8c2a0abea3e4096"/>
    <p:sldId xmlns:r="http://schemas.openxmlformats.org/officeDocument/2006/relationships" id="294" r:id="Rb9205b68289a4535"/>
    <p:sldId xmlns:r="http://schemas.openxmlformats.org/officeDocument/2006/relationships" id="295" r:id="R9d6020f7ec814e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93add50e74eea" /><Relationship Type="http://schemas.openxmlformats.org/officeDocument/2006/relationships/slideMaster" Target="/ppt/slideMasters/slideMaster1.xml" Id="R465398fd3c7b4260" /><Relationship Type="http://schemas.openxmlformats.org/officeDocument/2006/relationships/notesMaster" Target="/ppt/notesMasters/notesMaster1.xml" Id="Rf5b3a0041032461a" /><Relationship Type="http://schemas.openxmlformats.org/officeDocument/2006/relationships/presProps" Target="/ppt/presProps.xml" Id="R12b88e1f1f844070" /><Relationship Type="http://schemas.openxmlformats.org/officeDocument/2006/relationships/tableStyles" Target="/ppt/tableStyles.xml" Id="Rfa1d6e669e3c46dd" /><Relationship Type="http://schemas.openxmlformats.org/officeDocument/2006/relationships/slide" Target="/ppt/slides/slide1.xml" Id="R3623a14e564c479c" /><Relationship Type="http://schemas.openxmlformats.org/officeDocument/2006/relationships/slide" Target="/ppt/slides/slide2.xml" Id="Ra937b807931e49b5" /><Relationship Type="http://schemas.openxmlformats.org/officeDocument/2006/relationships/slide" Target="/ppt/slides/slide3.xml" Id="Rb9bed99dce7f4457" /><Relationship Type="http://schemas.openxmlformats.org/officeDocument/2006/relationships/slide" Target="/ppt/slides/slide4.xml" Id="R99367cbc3cb14f99" /><Relationship Type="http://schemas.openxmlformats.org/officeDocument/2006/relationships/slide" Target="/ppt/slides/slide5.xml" Id="R993f082215ef429f" /><Relationship Type="http://schemas.openxmlformats.org/officeDocument/2006/relationships/slide" Target="/ppt/slides/slide6.xml" Id="R3c4be79dc73c4805" /><Relationship Type="http://schemas.openxmlformats.org/officeDocument/2006/relationships/slide" Target="/ppt/slides/slide7.xml" Id="Rba5ae079a097438a" /><Relationship Type="http://schemas.openxmlformats.org/officeDocument/2006/relationships/slide" Target="/ppt/slides/slide8.xml" Id="R4dee1c0a2866400d" /><Relationship Type="http://schemas.openxmlformats.org/officeDocument/2006/relationships/slide" Target="/ppt/slides/slide9.xml" Id="R5090775ca14c4111" /><Relationship Type="http://schemas.openxmlformats.org/officeDocument/2006/relationships/slide" Target="/ppt/slides/slide10.xml" Id="R76b504344538468b" /><Relationship Type="http://schemas.openxmlformats.org/officeDocument/2006/relationships/slide" Target="/ppt/slides/slide11.xml" Id="R911098759bc84744" /><Relationship Type="http://schemas.openxmlformats.org/officeDocument/2006/relationships/slide" Target="/ppt/slides/slide12.xml" Id="R54cc86152aed48ab" /><Relationship Type="http://schemas.openxmlformats.org/officeDocument/2006/relationships/slide" Target="/ppt/slides/slide13.xml" Id="R3dc783d0febd4556" /><Relationship Type="http://schemas.openxmlformats.org/officeDocument/2006/relationships/slide" Target="/ppt/slides/slide14.xml" Id="Rde87dfe4b61c45a2" /><Relationship Type="http://schemas.openxmlformats.org/officeDocument/2006/relationships/slide" Target="/ppt/slides/slide15.xml" Id="R04f074037a704534" /><Relationship Type="http://schemas.openxmlformats.org/officeDocument/2006/relationships/slide" Target="/ppt/slides/slide16.xml" Id="Rdcb9ae011c254b88" /><Relationship Type="http://schemas.openxmlformats.org/officeDocument/2006/relationships/slide" Target="/ppt/slides/slide17.xml" Id="Rd5753f57e65f40a8" /><Relationship Type="http://schemas.openxmlformats.org/officeDocument/2006/relationships/slide" Target="/ppt/slides/slide18.xml" Id="R15b7b28d9ca24682" /><Relationship Type="http://schemas.openxmlformats.org/officeDocument/2006/relationships/slide" Target="/ppt/slides/slide19.xml" Id="Ra95d3fc4718b41e8" /><Relationship Type="http://schemas.openxmlformats.org/officeDocument/2006/relationships/slide" Target="/ppt/slides/slide20.xml" Id="R6bf6adb07bd448df" /><Relationship Type="http://schemas.openxmlformats.org/officeDocument/2006/relationships/slide" Target="/ppt/slides/slide21.xml" Id="R56fb17d0f77b4508" /><Relationship Type="http://schemas.openxmlformats.org/officeDocument/2006/relationships/slide" Target="/ppt/slides/slide22.xml" Id="R07118bdb8243493d" /><Relationship Type="http://schemas.openxmlformats.org/officeDocument/2006/relationships/slide" Target="/ppt/slides/slide23.xml" Id="R4667a633af0546c7" /><Relationship Type="http://schemas.openxmlformats.org/officeDocument/2006/relationships/slide" Target="/ppt/slides/slide24.xml" Id="R37efa6f354a944c0" /><Relationship Type="http://schemas.openxmlformats.org/officeDocument/2006/relationships/slide" Target="/ppt/slides/slide25.xml" Id="Rb162c264b34e435e" /><Relationship Type="http://schemas.openxmlformats.org/officeDocument/2006/relationships/slide" Target="/ppt/slides/slide26.xml" Id="R19261ffba9d34a2c" /><Relationship Type="http://schemas.openxmlformats.org/officeDocument/2006/relationships/slide" Target="/ppt/slides/slide27.xml" Id="R3d9de19b7b644290" /><Relationship Type="http://schemas.openxmlformats.org/officeDocument/2006/relationships/slide" Target="/ppt/slides/slide28.xml" Id="R33beaf81e5d3402e" /><Relationship Type="http://schemas.openxmlformats.org/officeDocument/2006/relationships/slide" Target="/ppt/slides/slide29.xml" Id="R507764eaa6144524" /><Relationship Type="http://schemas.openxmlformats.org/officeDocument/2006/relationships/slide" Target="/ppt/slides/slide30.xml" Id="Rb1649db7584045d4" /><Relationship Type="http://schemas.openxmlformats.org/officeDocument/2006/relationships/slide" Target="/ppt/slides/slide31.xml" Id="R618577294fec4bae" /><Relationship Type="http://schemas.openxmlformats.org/officeDocument/2006/relationships/slide" Target="/ppt/slides/slide32.xml" Id="R1d0db2d05c9f4f60" /><Relationship Type="http://schemas.openxmlformats.org/officeDocument/2006/relationships/slide" Target="/ppt/slides/slide33.xml" Id="Rf694cc5fed5b4910" /><Relationship Type="http://schemas.openxmlformats.org/officeDocument/2006/relationships/slide" Target="/ppt/slides/slide34.xml" Id="R2d576ac99b41402d" /><Relationship Type="http://schemas.openxmlformats.org/officeDocument/2006/relationships/slide" Target="/ppt/slides/slide35.xml" Id="Rd27ede50636e4efe" /><Relationship Type="http://schemas.openxmlformats.org/officeDocument/2006/relationships/slide" Target="/ppt/slides/slide36.xml" Id="Re11d4644b87243a3" /><Relationship Type="http://schemas.openxmlformats.org/officeDocument/2006/relationships/slide" Target="/ppt/slides/slide37.xml" Id="R8ef49007264349d2" /><Relationship Type="http://schemas.openxmlformats.org/officeDocument/2006/relationships/slide" Target="/ppt/slides/slide38.xml" Id="Ra8c2a0abea3e4096" /><Relationship Type="http://schemas.openxmlformats.org/officeDocument/2006/relationships/slide" Target="/ppt/slides/slide39.xml" Id="Rb9205b68289a4535" /><Relationship Type="http://schemas.openxmlformats.org/officeDocument/2006/relationships/slide" Target="/ppt/slides/slide40.xml" Id="R9d6020f7ec814e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a94862b7f46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2df568c87c4ac3" /><Relationship Type="http://schemas.openxmlformats.org/officeDocument/2006/relationships/notesMaster" Target="/ppt/notesMasters/notesMaster1.xml" Id="Rb4d819fba59945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931c91901249d3" /><Relationship Type="http://schemas.openxmlformats.org/officeDocument/2006/relationships/notesMaster" Target="/ppt/notesMasters/notesMaster1.xml" Id="Rff4690a6ff9540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07d8c53c914cfd" /><Relationship Type="http://schemas.openxmlformats.org/officeDocument/2006/relationships/notesMaster" Target="/ppt/notesMasters/notesMaster1.xml" Id="R603b0dba37bf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888c552aec4d3c" /><Relationship Type="http://schemas.openxmlformats.org/officeDocument/2006/relationships/notesMaster" Target="/ppt/notesMasters/notesMaster1.xml" Id="R9d9d4d7709da4d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ec5e4b59ea4ffc" /><Relationship Type="http://schemas.openxmlformats.org/officeDocument/2006/relationships/notesMaster" Target="/ppt/notesMasters/notesMaster1.xml" Id="R70793a29d9554f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9a8f5616fa43f0" /><Relationship Type="http://schemas.openxmlformats.org/officeDocument/2006/relationships/notesMaster" Target="/ppt/notesMasters/notesMaster1.xml" Id="Raf3c5d266bfb4b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841151a86844ed" /><Relationship Type="http://schemas.openxmlformats.org/officeDocument/2006/relationships/notesMaster" Target="/ppt/notesMasters/notesMaster1.xml" Id="R31e9894bfc514b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f5442f467f441d" /><Relationship Type="http://schemas.openxmlformats.org/officeDocument/2006/relationships/notesMaster" Target="/ppt/notesMasters/notesMaster1.xml" Id="R63c5f25ec68946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14696ee60d4da6" /><Relationship Type="http://schemas.openxmlformats.org/officeDocument/2006/relationships/notesMaster" Target="/ppt/notesMasters/notesMaster1.xml" Id="R50e634e381a249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d15c92bd3a458e" /><Relationship Type="http://schemas.openxmlformats.org/officeDocument/2006/relationships/notesMaster" Target="/ppt/notesMasters/notesMaster1.xml" Id="Re605db68dceb4e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945e2b64d14dde" /><Relationship Type="http://schemas.openxmlformats.org/officeDocument/2006/relationships/notesMaster" Target="/ppt/notesMasters/notesMaster1.xml" Id="R41504fc065fb40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cc9bb9f5b1469c" /><Relationship Type="http://schemas.openxmlformats.org/officeDocument/2006/relationships/notesMaster" Target="/ppt/notesMasters/notesMaster1.xml" Id="R72130646616441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2eb0d822dd4be5" /><Relationship Type="http://schemas.openxmlformats.org/officeDocument/2006/relationships/notesMaster" Target="/ppt/notesMasters/notesMaster1.xml" Id="R24f039b3f2c34b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7c7ce312e04abd" /><Relationship Type="http://schemas.openxmlformats.org/officeDocument/2006/relationships/notesMaster" Target="/ppt/notesMasters/notesMaster1.xml" Id="Rc34ea3e7c41141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fb1d8b84e34c14" /><Relationship Type="http://schemas.openxmlformats.org/officeDocument/2006/relationships/notesMaster" Target="/ppt/notesMasters/notesMaster1.xml" Id="R6a051326693241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3098cf2f4741f5" /><Relationship Type="http://schemas.openxmlformats.org/officeDocument/2006/relationships/notesMaster" Target="/ppt/notesMasters/notesMaster1.xml" Id="Rcbb83015560a42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6919600e28408b" /><Relationship Type="http://schemas.openxmlformats.org/officeDocument/2006/relationships/notesMaster" Target="/ppt/notesMasters/notesMaster1.xml" Id="Rac25e191e31744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513ddbde614751" /><Relationship Type="http://schemas.openxmlformats.org/officeDocument/2006/relationships/notesMaster" Target="/ppt/notesMasters/notesMaster1.xml" Id="Rf5e27fe043c64c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448b705d32453d" /><Relationship Type="http://schemas.openxmlformats.org/officeDocument/2006/relationships/notesMaster" Target="/ppt/notesMasters/notesMaster1.xml" Id="R28dca8eb3f2442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c250f2343f4a11" /><Relationship Type="http://schemas.openxmlformats.org/officeDocument/2006/relationships/notesMaster" Target="/ppt/notesMasters/notesMaster1.xml" Id="Rcf96a141c79245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8fe48b83f04ef3" /><Relationship Type="http://schemas.openxmlformats.org/officeDocument/2006/relationships/notesMaster" Target="/ppt/notesMasters/notesMaster1.xml" Id="R2d6ecccafbc6458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65cb938eb14558" /><Relationship Type="http://schemas.openxmlformats.org/officeDocument/2006/relationships/notesMaster" Target="/ppt/notesMasters/notesMaster1.xml" Id="Rf03e69a7dd2049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52e3fe2c5394b76" /><Relationship Type="http://schemas.openxmlformats.org/officeDocument/2006/relationships/notesMaster" Target="/ppt/notesMasters/notesMaster1.xml" Id="Re56004743b264d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8cd006edbe4296" /><Relationship Type="http://schemas.openxmlformats.org/officeDocument/2006/relationships/notesMaster" Target="/ppt/notesMasters/notesMaster1.xml" Id="Rfd5692c6de2941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8ce04304764b19" /><Relationship Type="http://schemas.openxmlformats.org/officeDocument/2006/relationships/notesMaster" Target="/ppt/notesMasters/notesMaster1.xml" Id="Rdc542d49830540a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57f07a24ae4d6e" /><Relationship Type="http://schemas.openxmlformats.org/officeDocument/2006/relationships/notesMaster" Target="/ppt/notesMasters/notesMaster1.xml" Id="R66c8dac9a59047c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38b6ac35b934c5e" /><Relationship Type="http://schemas.openxmlformats.org/officeDocument/2006/relationships/notesMaster" Target="/ppt/notesMasters/notesMaster1.xml" Id="R74597d9c567549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7f4bf1c8b94bec" /><Relationship Type="http://schemas.openxmlformats.org/officeDocument/2006/relationships/notesMaster" Target="/ppt/notesMasters/notesMaster1.xml" Id="R5e67aef7f2cd4b7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62af05bc92a4340" /><Relationship Type="http://schemas.openxmlformats.org/officeDocument/2006/relationships/notesMaster" Target="/ppt/notesMasters/notesMaster1.xml" Id="Red8a7a16e35449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594be50bae4a5f" /><Relationship Type="http://schemas.openxmlformats.org/officeDocument/2006/relationships/notesMaster" Target="/ppt/notesMasters/notesMaster1.xml" Id="Recc05395d94441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781955f4dc74f34" /><Relationship Type="http://schemas.openxmlformats.org/officeDocument/2006/relationships/notesMaster" Target="/ppt/notesMasters/notesMaster1.xml" Id="Rd692fd0df6b44ef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b73f8d4a6d74bd9" /><Relationship Type="http://schemas.openxmlformats.org/officeDocument/2006/relationships/notesMaster" Target="/ppt/notesMasters/notesMaster1.xml" Id="R06e826090415403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008d993d70e4c1d" /><Relationship Type="http://schemas.openxmlformats.org/officeDocument/2006/relationships/notesMaster" Target="/ppt/notesMasters/notesMaster1.xml" Id="Rfc583728890f4ec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7e10b81dff4666" /><Relationship Type="http://schemas.openxmlformats.org/officeDocument/2006/relationships/notesMaster" Target="/ppt/notesMasters/notesMaster1.xml" Id="Rd26209c5b7b6473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a94fa2da7bc4d4d" /><Relationship Type="http://schemas.openxmlformats.org/officeDocument/2006/relationships/notesMaster" Target="/ppt/notesMasters/notesMaster1.xml" Id="Ra295e52bcd63455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d30ebbcea1044e6" /><Relationship Type="http://schemas.openxmlformats.org/officeDocument/2006/relationships/notesMaster" Target="/ppt/notesMasters/notesMaster1.xml" Id="R9e36f7f0601f465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a4ecf829f8747a8" /><Relationship Type="http://schemas.openxmlformats.org/officeDocument/2006/relationships/notesMaster" Target="/ppt/notesMasters/notesMaster1.xml" Id="Ra5bce96fe487442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3812ea889254b01" /><Relationship Type="http://schemas.openxmlformats.org/officeDocument/2006/relationships/notesMaster" Target="/ppt/notesMasters/notesMaster1.xml" Id="R8fa6365be617464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6088eadf8184212" /><Relationship Type="http://schemas.openxmlformats.org/officeDocument/2006/relationships/notesMaster" Target="/ppt/notesMasters/notesMaster1.xml" Id="R4e5bab6e00e549f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c3d37300504dfd" /><Relationship Type="http://schemas.openxmlformats.org/officeDocument/2006/relationships/notesMaster" Target="/ppt/notesMasters/notesMaster1.xml" Id="R8fb5b534607f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f15d2dc0845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2c967a51246dd" /><Relationship Type="http://schemas.openxmlformats.org/officeDocument/2006/relationships/slideLayout" Target="/ppt/slideLayouts/slideLayout1.xml" Id="R7775ebda6e9045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75ebda6e9045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0e70372c84b00" /><Relationship Type="http://schemas.openxmlformats.org/officeDocument/2006/relationships/notesSlide" Target="/ppt/notesSlides/notesSlide1.xml" Id="R43f665b9af1642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96dd5fa12409a" /><Relationship Type="http://schemas.openxmlformats.org/officeDocument/2006/relationships/notesSlide" Target="/ppt/notesSlides/notesSlide2.xml" Id="R75b5db54fe444e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f999840c642b1" /><Relationship Type="http://schemas.openxmlformats.org/officeDocument/2006/relationships/notesSlide" Target="/ppt/notesSlides/notesSlide3.xml" Id="R08feda2652f94e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a466cc1a14e51" /><Relationship Type="http://schemas.openxmlformats.org/officeDocument/2006/relationships/notesSlide" Target="/ppt/notesSlides/notesSlide4.xml" Id="Rd6d29290436249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9f98dd5f1431b" /><Relationship Type="http://schemas.openxmlformats.org/officeDocument/2006/relationships/notesSlide" Target="/ppt/notesSlides/notesSlide5.xml" Id="R05c68322bfc547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9b8c090a64d36" /><Relationship Type="http://schemas.openxmlformats.org/officeDocument/2006/relationships/notesSlide" Target="/ppt/notesSlides/notesSlide6.xml" Id="R1f353d62056b44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b478c84a64b0b" /><Relationship Type="http://schemas.openxmlformats.org/officeDocument/2006/relationships/notesSlide" Target="/ppt/notesSlides/notesSlide7.xml" Id="R592e8db5cbc94b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57248ed9d44d5" /><Relationship Type="http://schemas.openxmlformats.org/officeDocument/2006/relationships/notesSlide" Target="/ppt/notesSlides/notesSlide8.xml" Id="R0af135e608c941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27970b0934920" /><Relationship Type="http://schemas.openxmlformats.org/officeDocument/2006/relationships/notesSlide" Target="/ppt/notesSlides/notesSlide9.xml" Id="Rcf8c72f8d8c641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ff4382f75406d" /><Relationship Type="http://schemas.openxmlformats.org/officeDocument/2006/relationships/notesSlide" Target="/ppt/notesSlides/notesSlide10.xml" Id="Rb3ed1aeb0b324d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9f6385ada4a51" /><Relationship Type="http://schemas.openxmlformats.org/officeDocument/2006/relationships/notesSlide" Target="/ppt/notesSlides/notesSlide11.xml" Id="R8cb4da90f9054a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65fda98ed471e" /><Relationship Type="http://schemas.openxmlformats.org/officeDocument/2006/relationships/notesSlide" Target="/ppt/notesSlides/notesSlide12.xml" Id="Rf238cf6de40f48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504d8837542c9" /><Relationship Type="http://schemas.openxmlformats.org/officeDocument/2006/relationships/notesSlide" Target="/ppt/notesSlides/notesSlide13.xml" Id="R78278f1c7c4340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a9687b91e4b91" /><Relationship Type="http://schemas.openxmlformats.org/officeDocument/2006/relationships/notesSlide" Target="/ppt/notesSlides/notesSlide14.xml" Id="R62a2212b30af49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4aa6676314937" /><Relationship Type="http://schemas.openxmlformats.org/officeDocument/2006/relationships/notesSlide" Target="/ppt/notesSlides/notesSlide15.xml" Id="R6e1f6dc59feb42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4696cc4c1465f" /><Relationship Type="http://schemas.openxmlformats.org/officeDocument/2006/relationships/notesSlide" Target="/ppt/notesSlides/notesSlide16.xml" Id="R4855ef673b2a4d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00c89870e4e80" /><Relationship Type="http://schemas.openxmlformats.org/officeDocument/2006/relationships/notesSlide" Target="/ppt/notesSlides/notesSlide17.xml" Id="R0ceae00857bd49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42370adcf47ba" /><Relationship Type="http://schemas.openxmlformats.org/officeDocument/2006/relationships/notesSlide" Target="/ppt/notesSlides/notesSlide18.xml" Id="R66cbcc6237304e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e8ea0ed0e4285" /><Relationship Type="http://schemas.openxmlformats.org/officeDocument/2006/relationships/notesSlide" Target="/ppt/notesSlides/notesSlide19.xml" Id="Rd5c35d4c23944e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837c36a674bfe" /><Relationship Type="http://schemas.openxmlformats.org/officeDocument/2006/relationships/notesSlide" Target="/ppt/notesSlides/notesSlide20.xml" Id="R8367db515ac14b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77850994944c1" /><Relationship Type="http://schemas.openxmlformats.org/officeDocument/2006/relationships/notesSlide" Target="/ppt/notesSlides/notesSlide21.xml" Id="R561f38dff7b648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bb1f2e9974f95" /><Relationship Type="http://schemas.openxmlformats.org/officeDocument/2006/relationships/notesSlide" Target="/ppt/notesSlides/notesSlide22.xml" Id="R5dccf81bf4994ba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69ae2be3e49f1" /><Relationship Type="http://schemas.openxmlformats.org/officeDocument/2006/relationships/notesSlide" Target="/ppt/notesSlides/notesSlide23.xml" Id="R1dde837f6b96461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d31548a654d95" /><Relationship Type="http://schemas.openxmlformats.org/officeDocument/2006/relationships/notesSlide" Target="/ppt/notesSlides/notesSlide24.xml" Id="R425b0ee690e347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806eca90740e9" /><Relationship Type="http://schemas.openxmlformats.org/officeDocument/2006/relationships/notesSlide" Target="/ppt/notesSlides/notesSlide25.xml" Id="R480e88e919bc41c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3121c912947b4" /><Relationship Type="http://schemas.openxmlformats.org/officeDocument/2006/relationships/notesSlide" Target="/ppt/notesSlides/notesSlide26.xml" Id="R2ace31bc155349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e9dbcde204c16" /><Relationship Type="http://schemas.openxmlformats.org/officeDocument/2006/relationships/notesSlide" Target="/ppt/notesSlides/notesSlide27.xml" Id="R28514066950147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42dfe7a424caa" /><Relationship Type="http://schemas.openxmlformats.org/officeDocument/2006/relationships/notesSlide" Target="/ppt/notesSlides/notesSlide28.xml" Id="R3416fce8eb494b3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9a71705cc4c41" /><Relationship Type="http://schemas.openxmlformats.org/officeDocument/2006/relationships/notesSlide" Target="/ppt/notesSlides/notesSlide29.xml" Id="R76dcb73d3a3e4b0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05f2ed7fd46dc" /><Relationship Type="http://schemas.openxmlformats.org/officeDocument/2006/relationships/notesSlide" Target="/ppt/notesSlides/notesSlide30.xml" Id="Rd83a807eaeeb4b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5d184931d4c16" /><Relationship Type="http://schemas.openxmlformats.org/officeDocument/2006/relationships/notesSlide" Target="/ppt/notesSlides/notesSlide31.xml" Id="R5782eb0b73d04cf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fdb6216634ea8" /><Relationship Type="http://schemas.openxmlformats.org/officeDocument/2006/relationships/notesSlide" Target="/ppt/notesSlides/notesSlide32.xml" Id="Refec26fa90d5432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90a7ab17f4c7d" /><Relationship Type="http://schemas.openxmlformats.org/officeDocument/2006/relationships/notesSlide" Target="/ppt/notesSlides/notesSlide33.xml" Id="R61906ce95084441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cea384f894c0d" /><Relationship Type="http://schemas.openxmlformats.org/officeDocument/2006/relationships/notesSlide" Target="/ppt/notesSlides/notesSlide34.xml" Id="R8aff157377024b4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2488da9ed4918" /><Relationship Type="http://schemas.openxmlformats.org/officeDocument/2006/relationships/notesSlide" Target="/ppt/notesSlides/notesSlide35.xml" Id="R6feaf556a4d14d1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9e275f18a40fa" /><Relationship Type="http://schemas.openxmlformats.org/officeDocument/2006/relationships/notesSlide" Target="/ppt/notesSlides/notesSlide36.xml" Id="Re6cac08dd0cf4ff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a9da630ff4464" /><Relationship Type="http://schemas.openxmlformats.org/officeDocument/2006/relationships/notesSlide" Target="/ppt/notesSlides/notesSlide37.xml" Id="R77e7f626f4f5428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4357800a34e22" /><Relationship Type="http://schemas.openxmlformats.org/officeDocument/2006/relationships/notesSlide" Target="/ppt/notesSlides/notesSlide38.xml" Id="Rf143bc3f13684fd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f9500d926417a" /><Relationship Type="http://schemas.openxmlformats.org/officeDocument/2006/relationships/notesSlide" Target="/ppt/notesSlides/notesSlide39.xml" Id="R7ad89feabebd43b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50272425141da" /><Relationship Type="http://schemas.openxmlformats.org/officeDocument/2006/relationships/notesSlide" Target="/ppt/notesSlides/notesSlide40.xml" Id="R3f7543bbb6d64e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5F771-92B2-48BA-BD1B-5832ED16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47E12-20F2-4B0B-AFC1-7B90737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Operational Amplifiers: Introduction, The Operational Amplifier, Block Diagram Representation of Typical Op-Amp, Schemat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C55C4-6754-4E75-B9CC-866A9C1D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Fundamentals of Electronics and Communication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811D3-2DC3-44ED-B5F6-76C71309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BAA9D-5BE8-4EDE-8496-DCDC631C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23BB9-04E5-4F26-92C9-58D1EBD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FE845-A14E-48EB-BAC4-8965842D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CE1C5-2F04-4C9E-BF18-8A07764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A06C4-975C-4718-921A-03829F4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19373-5A1B-4018-B8C1-AF9DA03E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2F857-73F2-4E95-9572-5099598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4ACE6-6526-40B3-892B-9EC0CEC5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4D65A-247A-4C28-A57D-4068FCB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67138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79916-C950-4446-9D3E-06025A28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F0979-12B9-47A0-A721-8B49EEFF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DAA68-3599-461D-8F6E-0D87D79B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04A00-53FB-405B-9951-13A86536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76FDB-9D58-4C7F-A068-5B601FBB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D0892-6BB2-4976-9F68-8D324F8B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C9D9D-6ACE-4347-B5F5-D4DDDF2D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16D6A-722B-44D2-B090-9AEA17AB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61FA-7602-42DF-BE05-F231D38E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2E27A-00AF-48FB-9693-D3DF66B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E6A5A-5CE3-4C38-BB2D-13494EFA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95981-25B0-4289-AB09-DD6C1A30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315BD-8B88-4581-A186-1F5121F0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2E4A5-F8E6-4842-AB72-D322BFB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FBDA3-5186-4D76-A4BC-8B450262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3211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1E2C0-66CE-493E-A148-F0A10BB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8ED40-512D-423D-820D-A7F222C1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8B94-0E6F-42DA-A169-569BF343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6A14E-5402-40A1-A52B-10BEDF34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5722F-CDD7-44A3-B702-F947CAAF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FE156-91D8-4B37-A8CE-5A5DD6E3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5155B-0301-4793-AD19-B53003F1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EC134-E9FE-43E6-A41B-B159909C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E5233-48C7-4C8D-A209-4A728CA0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Amplifiers: Introduction, The Operational Amplifier, Bloc...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D208C-880C-4A87-8CA2-5740B8D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72820-F655-43C2-BE8A-B02AFFCA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C007E-FE78-47EC-8A56-AE225EC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Parameters : Gain, Input Resistance, Output Resistance,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113F04-FA06-4088-B3BC-0853A8A0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F4896-72DE-4071-A1B1-BDC8C245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CA5F0-56E4-4CEC-8712-A35C000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Applications : Inverting Configuration, Non -Inverting Co...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2BF80-CE53-4D77-A9E3-960B06E9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ACCBA-F59B-4777-86AB-95BE5F3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353A5-BAEF-4D3C-8336-35A861CA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 2: 1,2, 1.3, 1.5, 2.2, 2.3, 2.4, 2.5, 2.6, 6.5, 6.12...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D816E-27BB-4206-B1EA-7C8E740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88994-08C6-4989-B3C3-F077E34A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51200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6AF1E-D4EC-48A2-9311-404B263E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ACAD3-47E7-423F-B097-7DBCED0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41452-E683-451A-BA73-12C560D0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AE61F-3D48-4D63-8601-3D7833F3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2AA9E-51B2-436C-8640-086779D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E55D8-1F43-449C-9487-07882598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B1642-58FB-4271-BF66-EBE80865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66130-BC87-4FCD-91C0-7D83907C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Amplifiers: Introduction, The Operational Amplifier, Bloc...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7A520-29EB-443B-9786-F072D901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36BF7-651D-4AA5-B0C7-B44C7DB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83A37-677F-4126-851E-D751363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Parameters : Gain, Input Resistance, Output Resistance, C...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62F0-3023-442E-AE5A-E02C9832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91749-0749-4007-9F9D-80714C1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147C1-2F5A-43E2-9418-DCBAD145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Applications : Inverting Configuration, Non -Inverting Co...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03834-C77F-4FFB-A30B-C86817BF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1928E-D516-4122-95E8-0C79052A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43A79-C063-4F00-AC2E-F6C621F4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 2: 1,2, 1.3, 1.5, 2.2, 2.3, 2.4, 2.5, 2.6, 6.5, 6.12...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50FD6-093B-4918-98FE-07E60FC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3DD29-14B1-4268-9F07-B1CB581D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E3DA1-9A43-4517-94F5-D41D602D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46221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FE6CB-7012-4F9A-A175-508BD958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9A512-E0DA-47C2-9DE0-F4D10045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09F21-2B28-4E8D-84D3-B0F781CF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69B5E-5A40-4423-93ED-614B53D8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3B94B-B452-4DCC-8536-0060B987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0B401-A4A6-4013-B80D-5281827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Amplifiers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DA8FA-F7A5-4A4B-97E6-F4D8FC14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Amplifier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B1D95-A9DA-4ABB-A170-D94F5771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A2DB8-1210-40D8-9006-F49D4773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1AD51-5252-44B3-A211-5EFB71F7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334C9-3ECC-4329-A888-4284D165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FC0E2-88D2-4CBC-A403-55D89FD1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Op-Amp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A3113-E12A-4BE2-A8B6-55F26F7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Schemat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3CD13-AB58-4F1F-9FA8-84C5C186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Schematic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8A37B-D2E4-40B2-8BEC-94B909DE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77F21-D3D5-4255-9D22-2660990B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55551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61098-5072-4A2A-8022-480F3BD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9E9DC-1E08-4D8D-9E1B-CA70C1CE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5D590-EB62-43E9-A6EE-9AC6AA0F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FAB08-4949-413F-8F5C-0145546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BCBEA-E8A0-436C-9A54-CCB9B237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Amplifiers: Introduction, The Operational Amplifier, Block Diagram Representation of Typical Op-Amp, Schematic...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C99B7-6C90-4561-81F1-882C5425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Amplifiers: Introduction, The Operational...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A84F9-69C1-428C-AAEC-9B7080D8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BC5E7-BF65-442B-9879-206D3974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C4639-A346-40D0-806E-15B6853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D5BB6-29F4-43A0-B072-D478D694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36449-5BF6-4D23-91FA-0FC4E0E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CCC1C-8A40-4FE3-801B-D79C62C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79F08F-3BAD-4D86-B8AB-83788B6F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79AB1-CAB9-41DC-B78C-809CD402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30849-91E7-4175-960C-123F7ACE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D6300F-E767-418C-BDCA-C601DC3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46343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B8F43-EDB5-4F0C-91E4-F604EF73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7817B-E8FB-4E66-9E7B-046C9072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5672F-59B1-4780-8323-351231B7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065EF-86D9-414E-96D8-5B5D913D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89871-5AF3-469D-9886-7BFB8CF4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60FC1-B5CF-40A9-B873-43D23B45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5F75C-63A9-4C11-AFDB-12966CE7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BAC39-2E9F-41DE-B2EB-9EE14DE4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2276F-EED7-4E60-8ADC-141476F8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Amplifiers: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2F1EB-4FFB-4723-A414-EB013A0F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AA80E-03C0-4FE0-9627-F8565D0F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A572B-E13C-44AC-857D-C3774F2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Amplifiers:...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0558D-B911-4D35-B7E8-6F6BBB7B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21330-3BF7-452D-92FA-2EA38C51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16E95-67DA-4316-A9F4-A7CD3A1F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Amplifi...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72649-3E0F-4E13-BFD3-7A76F3B7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EECDF-1373-4836-B787-B2A68C44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F4F58-3FFB-4310-93BF-9E9E6448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Amplifiers...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465271-2F5C-4F48-B875-151904E7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11748-F646-4ADE-87B8-475A6698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BEA32-8BCC-47D3-9B73-7E455FCE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Amplifiers: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30AA2-3EA0-41DF-B701-2100C455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81429-5C17-49C6-BF80-A7BD449B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8547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B735D-8EF6-47A5-906C-5D17A51F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D81F7-FF18-4793-8A67-EB76009E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1055D-CE25-407F-A5BB-3F853B55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9EAF6-78A4-474A-BFE4-496F6A1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C793C-34F6-417D-8385-22C1A20B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EB951-2375-4223-81AD-E07609BA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3C64C-BE4F-4989-A88A-B6C7AB3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B70C1-1894-47B6-9946-7170B36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C0188-34B5-4129-BBC0-F69177A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656B2-17C6-497E-BCFF-F5AED5F4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01DE3-284B-4E6A-BBAE-5977D787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1E8B1-7AFA-438B-B415-6515CE36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AB3E1-112A-4D35-AB82-8ED6095F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B6C49-29D0-42DC-95E0-552808E5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96BE7-EFD1-4DEF-B1B3-CA938F53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7732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E558D-3C48-406A-9D78-991D420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7817C-C615-488D-8286-F69C8F47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8936B-859A-4334-8E6B-66E1B93A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3A6B4-B9C2-4691-AFB7-604046A5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7D323-4E65-4A1A-A8DD-C35E8B94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3922D-B249-41B9-A134-1CDF6459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Amplifiers: Introduction, The Operational Amplifier, Bloc...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86492-44FC-4628-9477-156376B4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ABDED-DF5D-4E05-B3A7-D5238275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96C81-D1DB-4B22-8F04-2C7DBBD1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278CB-5914-4C32-BB15-18A1AC5F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85F3A-3890-4F9A-B360-600B9B5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470505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772C2-3CFC-4EDB-BF94-57B2D98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D8FAC-36F2-45BA-AE62-9B5DF9E4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4002B-A3B8-4787-A50B-D842000D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143A4-F5C4-42A2-A68B-50283C9C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52F24-11D5-4DB0-844B-161E9223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Parameters : Gain, Input Resistance, Output Resistance, CMRR, Slew Rate, Bandwidth, Input Offset Voltage, Input...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55F0B-1DAD-4A5C-87C6-7702E48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Parameters : Gain, Input Resistance, Outp...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490DF-43E7-40E9-90B4-D207BF45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35591-B6DD-48DD-8B46-88456232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D11B1-9DC2-4487-80E9-32E3D148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26E84-A35C-490F-B721-94947B05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3CC56-AF1D-431F-89C1-B3C0AF9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F54D5-0AAC-4640-8145-AF60B34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C0CF5-D206-44E9-B909-21556CDF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E4523-BF71-46F6-9CAF-C4F65111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829B7-91EC-41D8-A9DA-E634C617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D19D4-AAA6-4C33-B5C2-7C18B661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549907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32A9A-BBA7-4FAE-A551-341B0919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98E88-B628-45C4-8AC1-0C553EAC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FC7B3-9C69-470F-9317-7A0A7F0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9B79A-F9D0-4133-B08F-7626524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58563-384D-4E6B-9F25-77692BA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8313B-1DE8-4308-83F2-25817AC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2819D-0C21-43BC-9CB3-9DE39E2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889CA-022F-4B94-8253-66EEE2D5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A7094-BBC0-4BDE-9CBD-2968DFA2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Parameters 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2CC3C-36BB-4739-9090-D664DA40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264A2-4587-4C0D-8EA5-F0E5F87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B5867-446D-47C2-A310-7264275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Parameters...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B9692-08E2-4A4D-9D31-5F5CD76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739F1-4B28-44DF-9E84-1ADC6BA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03750-8957-457E-A4D3-8A7854AB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Paramet...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C2095-7220-4AB4-A64F-59713A8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9850D-01AF-479B-AA78-87BF7A6A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614CC-FF7C-482F-BD53-FA3D0F2B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Parameters...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98834-DE48-41B7-AFDD-B9AB6BF0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33CA6-819E-4D4D-8165-B40838E3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C9528-5654-4A96-B168-9598D33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Parameters : 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BD671-7C30-454B-A362-C5B9DA16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E827E-ACE0-4D8D-AFC6-4E914667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36897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6104F-DE01-4F0F-9C27-5FAA7CD3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00AF1-E17A-4B6C-A48F-96F8E952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A1581-CDCF-4D1B-A098-796854F1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B97F1-A309-4B30-B163-0F89DC0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1B42E-1F2A-4EDE-B993-1EFF4197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5216F-AB3F-4744-B9B4-ED916890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42826-D854-4C35-81A6-46961F4A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1C403-E8EF-4DDD-BF92-A39CB8DF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0B4B6-1586-4C55-9491-655180F0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79ECD-0211-40C6-A080-4042714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C54A6-0D3C-431B-8C85-882DEA04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08864-D99A-4061-BEF5-8EBEEABA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63EEC-2D93-4425-9E60-650638E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58733-5E76-4808-89F6-C51F9BA3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2D43A-B124-424A-97CB-7623C537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66124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62C27-3832-41A1-A255-FD80AD42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74513-F343-450B-8F8B-D86353BE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4CA1F-BF8B-440A-A581-30DA40B2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4F824-F8DA-4164-B143-A73386AE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DC9A8-AC25-4242-A21C-C4C0CCAF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C817A-BC4C-4AD3-B2A2-CE5F626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Parameters : Gain, Input Resistance, Output Resistance,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F2474-6688-4730-8932-66AFB263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FB675-91BC-4AD9-88E5-42472986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EA7A0-5376-4091-8F61-964A29F6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88D36-844F-4166-A926-5B3A91D6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9B648-33C7-473A-9359-ECD5D343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33380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24602-270B-45F1-992A-606B5993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7B502-CE0B-4B2E-B7E3-51449142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851BB-B1F8-4484-8961-CE81EE28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71DFF-437F-44B6-A696-63881AD9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7E21-EAE0-40E1-BEB6-5396D86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Applications : Inverting Configuration, Non -Inverting Configuration, Differential Configuration, Voltage Follo...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AF511-753A-4720-8F14-B06581F5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: Inverting Configuration, N...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9DB1A-A58D-4088-8EDC-5CB9ADC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6E33-425D-45A5-8D39-B4B9166E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A4F8D-5170-4B66-8A8A-C37CD3BC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5D092-E985-4FBC-B5A0-CF23F06E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BB76B-73AC-409A-B471-25D7EB8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B4885-5A78-4EFA-825B-0753EF1E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76D57-9E49-4840-BBEB-2CF7B354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833A3-6703-445D-9B45-B6E107CA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826DE-ECD6-40BA-92F2-62CFFFDF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84DF9-BA76-4B52-A729-2D9E133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51027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152FD-3B75-4B84-A292-C84B63D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5B12F-3284-4ED6-B475-99D8AD77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57DA0-8F4D-47FA-9AF2-55A492D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6A388-3DC5-4335-BDB8-E3DEFB87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1BD4C-4A65-4166-A4C4-F779BF91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41C14-830D-4017-BD85-98D4A7F3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337B5-287E-4820-BEEB-3BBE35AA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22701-DF8D-413A-BE18-57473CAA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9AEE2-933D-472A-ABBF-CFB9425B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Applications...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E2AAC-244C-480E-B3E6-3A8D288E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2680F-A5D9-406A-A9F2-5CBFA42D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64999-8A58-4E72-A48C-57B6A472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Application...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478FA-B643-48ED-918F-C13775A8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DA026-D698-4DD0-A835-A87B85A8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3496A-9161-433D-8285-DDEF9CC9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Applica...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DBCE6-8495-4862-90B8-C5239330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88BA4-72EA-4DA0-8EFA-C9539F6E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5B358-62E9-4ED0-92CE-E84B0850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Applicatio...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F1EB5-5082-41AF-BDAF-F8E8E20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F2849-B8B1-4FBA-B1CA-F9D66B52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A2170-7808-4E98-B0A3-88341B6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Applications 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1241D-8E98-4C98-B0EA-270062F8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BF855-1544-48BE-8470-39DD073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898363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59501-8A3E-418A-B583-8B5C7787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2BE30-F856-4F4F-8BCE-C2219E9C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38B32-8757-466F-9C1F-F4BEA1F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5BDEF-2E7B-46BF-9B46-4B2B3230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21912-BDD5-4EB8-AC62-8C7BA43D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604DB-4F85-41FE-8978-1FA1E8F7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904AC-3F0F-44B0-8292-02C895B4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0C024-AE9A-4988-B700-858F2A64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9B299-13D0-4EE2-BC31-E366032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317B1-2EF1-4F87-9B45-EE17030E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5953A-2D38-4D9B-AC25-B362FC6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1EBF1-9F5C-4F18-97E1-B03C4F0A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E84CE-C84B-40DB-93F6-AA6A02B6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6EDDD-C563-48D2-BD10-95698261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4E59C-28AF-4CEC-9189-12DFBC09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3708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2506F-B0FE-4952-8C17-6FB7A04A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2FDC8-D584-435B-A90A-DC6B8772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B90C9-AB97-4C7D-8B50-D66BA85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ED64D-CDF2-4F8F-B3B3-562117B8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97676-3448-4DF7-B036-18FDB5F0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E16BD-11E4-43EF-A9C8-534A76D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Applications : Inverting Configuration, Non -Inverting Co...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3E1FD-83B4-45A7-BE82-7D1B23BB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601EE-B21B-47B5-B121-5AD18908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01C7D-B54B-4517-B84F-3A93B30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24760-583E-45B0-B707-2BE434DD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FDA2B-4926-48AF-A901-D03A0F7D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400299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9ED0C-930B-4CF8-9DC3-0BA7CB6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88ACC-3ECA-4491-A3C2-2DB12503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43809-2DC3-4B66-B0CB-8022B7BB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9361A-284A-4931-89C2-1326AEDE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A6FBE-6F57-44E8-9AEA-45CC51A4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 2: 1,2, 1.3, 1.5, 2.2, 2.3, 2.4, 2.5, 2.6, 6.5, 6.12, 6.13.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9CBB2-73FB-43A1-BA34-77826641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Text 2: 1,2, 1.3, 1.5, 2.2, 2.3, 2.4, 2.5...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D6709-EF50-4247-900F-EDF3891D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363C1-E9ED-4300-A17F-328300D2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70536-8FA3-42A3-B74A-F93812B4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AA917-5D6A-4FBB-8E54-683600A7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AE24E-4ACE-4DA4-AC47-A555B2DF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088F6-9B5D-4140-B2D0-302250F0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05DCB-504C-4EA1-A6A9-C26BAC6D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D9977-1BCE-41C8-BA7F-E99B252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27A6B-5138-4081-9C22-49F832A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8AD66-4887-4337-9679-44904B06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34306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7C728-5662-46BC-8957-15B0EE73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772EE-6E9D-46D6-83BE-28DA3872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99D70-53E8-4153-930B-F22B6251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8BEE4-827C-4A19-9A28-74B9BE6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6127-C1E2-43EB-9DB0-6DD54D99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FA8E3-E1A3-4A93-A5C7-ECEEE465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CEB8B-8E96-48F0-B124-046B3FAB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154E3-A878-4EF5-B617-E0CAFC2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FFAF4-6ABA-4771-8B95-1CC79B7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Text 2: 1,2,...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327FD-A6DB-427E-81D1-04A9DEA0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2219E-1A71-4BA3-AEE0-901112BA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F47D-E885-4956-B5B5-774C471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Text 2: 1,2...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EC569-FAD3-43B7-954B-FCC3992D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7D637-E3D4-4D1F-B76E-02378A5F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CADAE-DB99-4222-AB2B-20823AF8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Text 2:...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93DAB-D0AD-4FF1-96BF-F6FA280A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E4555-C0C0-451D-812B-93830A66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C7DC4-340A-4366-81C1-0D46FF4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Text 2: 1,...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6A0EC-936C-48AB-B0E2-3E99596D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895B0-7C21-4227-9EC4-AEB8FA44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6AEB9-F594-4CB0-8561-F3B7284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Text 2: 1,2, 1...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67966-9190-497D-92A7-77A0AC2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66C4E-5763-427A-B669-F9E38FEE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281203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78EB0-9228-4809-8B06-AD09C70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7D382-6FEE-41B5-9C07-68783B40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0A936-E013-4824-8AEE-4720820F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DDDF8-4085-4C17-8136-681BB9B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59C79-4672-465D-9113-3FF64020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5815E-106F-4BB2-9076-81B8D98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54A79-3277-4675-9AB0-B1152831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81DDE-0484-4241-A2CE-3EE81210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7104B-B1CD-4C1C-BDD8-24CE8347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E4B62-1C7D-445D-90BD-BEAF529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DFBFA-7FFE-4FBC-80D0-570453FF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C878E-6F91-4D69-A629-A11A38E5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131C7-C607-448C-B9E0-9226DF69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28F52-1041-453B-BCBD-5939563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2D32F-30E1-4C7E-9DF6-8AAE793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01094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855AF-4180-4BF8-808B-FEE89955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84164-A690-4266-951A-A9B4CAA7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1244F-90AA-4559-BE28-E741CB3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5E0D2-35D4-4076-9BD0-10A40745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51148-20AB-443C-8633-C7109006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8E547-43F1-450A-B2F3-00D641EB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 2: 1,2, 1.3, 1.5, 2.2, 2.3, 2.4, 2.5, 2.6, 6.5, 6.12...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48ADC-BB8E-4F1E-9E66-44C0894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D74E3-4436-4358-A48E-1828DE1B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4A27F-A2A7-43F8-8D86-AE4C16A0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6F403-081A-4BC4-9EDE-BAFFA2B0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80669-EE01-4FB1-ACBF-98A1BE7A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329482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416C8-065D-4285-B1BF-23D341A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6B720-5061-4D9D-9271-39401E9A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699D5-FA34-4BA0-A19F-EE647F12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B6FD3-AABD-4D62-AD91-BFE5B113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5482E-D1F3-441B-A345-8873E65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8B4F8-02AF-46FB-B0C6-F02DF222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05012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6E324-EE52-4D7F-B2F6-02C35B8B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6B446-BA03-472F-AB9D-57DF711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91561-2D44-4F88-8752-B7828320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58E20-FEE4-4CAB-B91C-CB27B4A6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65B90-E330-43BB-BED5-0117A70A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Amplifiers: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Amplifier: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Block: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Diagram: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97A13-15CC-4B60-8483-BE9B943D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27611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B9EC4-ABB4-4426-BD2D-7E903A61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BDEC5-FAE9-4799-A0CF-30DF2D40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F03C6-D02D-438E-9BAD-A2E10EDA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F74C1-0B2F-422E-AE13-71015FE6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348FB-0712-452E-8781-20F348A7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75D3D-82E7-4A3C-A84A-BE02D81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3024015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FFA13-291C-4CC5-A909-C793BFD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7D91E-76AB-440C-8BB0-21C1133C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479F4-D8B3-4080-8B10-7C5A72CE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5B400-0BF7-4026-8EC0-F7129E97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A1B55-65A5-425E-A466-528E52B2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7E6B6-0834-4584-BA30-CE3D1AA0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38438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15A6B-DB9C-45DE-8B55-8CA4442E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3B590-BDDA-422E-A9DB-3A87D8BA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23FCE-A147-4110-98F5-468B4424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B2153-0007-4925-B92E-4768C0FF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558FD-9B9A-4D47-801C-41BCEA6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Amplifiers: Introduction, The Operational Amplifier, Block Diagram Repr...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Parameters : Gain, Input Resistance, Output Resistance, CMRR, Slew Rate...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Applications : Inverting Configuration, Non -Inverting Configuration, 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 2: 1,2, 1.3, 1.5, 2.2, 2.3, 2.4, 2.5, 2.6, 6.5, 6.12, 6.13.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ED608-13ED-4A29-B666-610714B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CBC6C-B5E4-4B75-B824-F1A27967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DAE5F-C6E9-48C9-9ECF-9E1C4C5F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75138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E78413-3F9D-40CB-BF91-1BCA1B6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1841D-D45F-42AE-8E99-22E74B4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Parameters : Gain, Input Resistance, Output...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29F1D-1048-493E-B278-BD77AD1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01063-3DC0-4860-B05F-953F64F8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F174C-708B-4A7B-B53E-FB1167B6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8A21F-3499-4633-956F-183842FC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7EBB9-57E7-4412-BE95-E20566D9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916AD-D1B4-46C6-9BB1-C75D19D0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68E12-1488-4906-8F2F-7A9721C6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AE69B-5684-43E8-ABC1-8FA40527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0DD04-E169-4350-89F5-BECE6934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3B062-4832-4F65-9D40-8868FF08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DA642-EB82-4038-9CAD-FB119288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A2255-DD35-4ACA-A4C5-F9F56195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92184-E7A6-40CB-8148-9C5492A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F61D6-907E-4E26-A426-04E68273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061C7-DD50-4BCB-97A2-117D19B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687FF-245F-4005-A455-DB6DB304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8BAA94-9637-4822-86DD-8AACBF6E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11943-6E31-4E07-BFAF-368F3F23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69A7C-0B81-4278-B4D8-76D18A20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134A2-BD35-4AC4-8433-8215E6AB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306A6-A8E4-4AC7-9A16-B066DC8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31562-70EA-4B48-A11C-59DFF7A5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4E78B-8479-4032-9BF6-84B3336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485E08-F71F-43F0-9085-19167DB6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598BF-7C62-4B0C-AA1A-8DE1051F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0E074-FF8D-41BF-926E-EF2FFF89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E4E9C-BC27-4593-BE00-F176AAF9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F1170-F31B-4FE3-BFCD-C5C5EFD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4814F-EA17-464E-9BF4-B524E15A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E5C4A-0A68-45BF-9C4E-51EE9FE9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592971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29B866-3A18-469A-99CB-74BB1756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C4454-F27C-444B-9A81-2FF5A2D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: Inverting Configuration, Non...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8BFB3-A6F2-447B-A520-7661AE40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65F9A-A265-4784-BA19-E6BE7210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75F99-C502-4EAF-96EE-4CB93059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62B94-A6B4-48A6-A855-3CD3D39B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83DB6-DFE2-4571-A000-B1735864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B6DCB-8ADE-4B14-9B6D-778B1842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E68B3-FF86-4D68-865B-1AA9528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70DBE-4997-4967-B84D-7ED29937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CD87A-4A3D-4D46-9021-6F502289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758FE-2792-4A16-8076-C51CFC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F1FA0-7932-4BD2-8C1C-D26EE4A0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2C435-1DA0-4D20-8F8E-34AEBD11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525CF-AA03-4800-A7C4-A4CF0224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F8BBD-9CBD-4FFD-8FD6-D7BD1D8C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8308B-0468-4D55-8F90-47DDDE25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C9ED9-5345-4488-A727-5B8B639A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53AC2-8679-460D-B9A4-6B7C3102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94F198-5481-4E51-941A-F64C6384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13BC0-5857-4EDE-B14C-7C67590F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C3936-15D3-40B4-A1E5-8BE2121F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D0D10-498A-4B7B-9028-DF6AF11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7DE808-E72E-49E1-A365-929B5B9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6BBEC-39F2-4F4F-9FB9-3DD7E91F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653CB-F9B9-4DEE-AFBD-D906690F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08E4C-51D7-41B9-B635-A049289C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29E5D-2E6C-4E31-9F3B-FCAD1211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9987C-1FEC-4624-9977-82FFF286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4EFA19-8F46-4718-A61D-19E1F867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A5AFED-1DC0-46E6-932D-90921D4F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A6F0D-F22D-4084-BA53-42A04EB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87852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1D65EB-7C06-412C-A30C-DC00837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0FF75-7F39-4A1B-B412-78FA26F7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 2: 1,2, 1.3, 1.5, 2.2, 2.3, 2.4, 2.5,...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FECD2-B0F1-4A5A-96C5-C4AD19BE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7E41F-1546-4117-9FD4-9EA518F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4C44D-B109-45CF-9EA2-D36485BF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BFD94-C929-4D04-927B-79FA42A5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2E695-5EAA-4337-B5DD-68162833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DA580-1485-4EBB-B31A-2C9A093F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DB654-3484-4EC3-8DC6-C382AA49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6B397-3302-41E9-B1F5-EB9409C8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7320F-AF26-4BB6-A689-9805FB76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35FAF-4B0A-4405-AA1F-5DF14464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5C43B-7205-410D-976F-83E06C32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25F66-BADC-4E80-9759-B3029E9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26B1D-7AE9-4E03-90F0-F9C9857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9908E-1738-45AB-9C76-56751AFE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6D289-2228-40A4-905D-5E38DCA1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CE72C-2C41-4C3D-8311-25894421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24BA4-E804-496E-9C3F-03B35728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BC2C0-04B2-434C-ACC3-EB487D19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675CB-9650-4D95-9299-1583007F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2A7A6-F383-41BF-8EE2-3132E881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155E8-8A88-4B96-AF35-FE42D7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B2C1C-8428-40DC-9150-B3D4F3D6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9A4FA-AA68-4E2D-9789-60BBE8F3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0C4E14-96A4-43F1-A5F9-57046070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26BA2-F5F3-48A3-AE75-04E34C7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C38F7-B1C8-45CB-9609-7AB10D2D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CEE1EC-AAAB-4D96-B9F5-93D45296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8F0B23-8F0E-4749-BCB0-D531478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B7B2B1-0A2C-4EEA-A904-C576FF5D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6E210C-28D1-4CD8-9E5A-26D003E4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0617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90AEC-AF98-43D6-88FF-AFA3C803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C68C4-D727-4B8A-BFAA-FCA5EDF7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Amplifiers: Introduction, The Operational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256AB-17B4-4CB2-B977-583B6D44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7C9CB-2C2E-4D4A-B54D-17A25B07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4C2E0-F5B1-42E4-AA04-DB04AA00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5912B-25DD-4086-AD60-74814769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53B3D-23CF-43EC-B773-3836087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DC975-BC78-4479-8AA4-3952ECB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60B86-977A-4A8C-9B8B-F235CCCB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B256F-3167-4681-8036-E7F4848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D2388-5B56-45A6-BFBA-B5FC2FC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4BF1B-0A34-4F75-B964-81A0218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AD19F-04F5-44F6-8F21-4E930028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5817C-D4DC-4665-A32E-3831551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6577C-89AE-4388-9190-7275C3F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12FA2-E195-4DB0-B4C1-5A0A90F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05FC3-0117-416B-8D49-FF34BEE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759C7-0D6F-4277-B407-FBC76509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F1E19-F05B-4CAA-A9CD-16F752A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60DD5-60C6-41BA-8B0A-D56264B9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6B547-75C0-4387-9CDA-2800697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9B3B9-E123-4F6C-817A-EEF15EF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81C0CE-7FC7-4B83-B2D9-F9167C77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5695D-1064-4598-ACBF-FD39E32F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10460-1E2D-45B3-809B-B500E7BA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FE58F-3702-4AD3-B820-25CBD946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F5CBBF-51A1-4D11-82D2-8055872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52F892-6ECB-428E-9178-53B5B1E9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6AE555-1E52-495E-AB40-40C68A4D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7FA86-F054-43D3-8F91-38E9146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783E9-CA7C-4CE4-AFEE-8C917E61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13D23-6B08-4561-ACA0-4827DAF4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772752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E45B2-4B2C-4112-9613-BEADABD8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6D8BC-5394-442E-A8CF-DC612E6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Parameters : Gain, Input Resistance, Output...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FF0FC-C4CC-41DA-860B-8CCBC5A5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30900-FE4B-4825-AF39-A71AB9B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DF50F-7728-48A3-9A3F-9E327354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CB586-3F2B-41D9-B1A2-FC9D5633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DACAF-BCF6-4476-860B-E51C84F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FA979-A2EA-434D-B42C-92E5CBD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628E2-2D1E-45E3-99F8-1930D483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83D48-51D0-4ED7-9193-7C0E1A23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B30A6-0DCB-4274-A5FE-4CBE33EC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D260D-5DC8-40A7-829F-7AC59523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E4CE1-3ACB-46BC-ABF9-FA494F84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A38B6-F03A-47AA-9BDC-F532CA88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ED41-7AEA-40D5-B34A-B7B71306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0BC4E-E573-49E0-BF78-271CB903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1575D-6A05-4130-A0FB-8E6099D7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35F6F-2072-40D9-AF43-2E843CC3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84713-0446-4D4A-8EFB-BBE268CC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B5100-FD3C-414B-8028-B71BB03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15F4D-9FB1-4EDD-9E2F-D4E86A32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978B0-0B34-498C-B734-F3B01C4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A3A7A-C5C4-4800-9A73-6C9E94F8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85911-1C99-4454-8E47-F2BB30CC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D794C-322C-4C2D-9AF1-B66FDA19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B0D78-3F70-421E-B235-0C7FC867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F2D19-BDAC-4CAE-99FB-D8DDAE4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06D83-C987-4147-AE37-85800D40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F073A-EEB8-4610-B70E-823B2D16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190DF-03C6-4E52-9386-2771F2F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90A56-6B5B-4B9D-A7C7-43751075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FCEED5-8343-405A-83DE-E27FD016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03339594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D70102-B341-4B51-A3C0-3697B21D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1AC5B-E818-4B25-B5E1-797B7ABE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: Inverting Configuration, Non...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FA01F-6002-4228-8FC0-CB2474BF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9F0AD-8F5B-46AF-8F51-9C0C29F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406BF-07A3-4573-81DB-61038DCD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09642-D04B-4D58-962C-26B5C5D6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D8A67-10B4-4ADB-ACAB-85E84E5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5B777-E845-49B0-928A-9CF347DF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F51CD-B0B9-424E-9DA4-F49D14FD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78BBB-5285-49CD-8D33-01813081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8C20C-2485-4EDE-8085-3E64A6B4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97C15-DDFA-4839-81D8-4790FA9F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68BE3-0BE2-4180-ABF9-F276AA5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BF0AF-99CF-4421-895F-1115120A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CEB86-BAC3-4F95-9BB6-4E32457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24A07-1C93-43B0-8079-0FF2A34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77BFB-FDF0-4D1B-96CE-76BDAF62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D5823-FDDD-4882-9E7D-BE3E1573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6B58E-66E5-4731-A60C-71D57F2C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0C230-BC49-410B-B43A-25D1CFC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A295C-DBC7-4C1A-A762-D67F6FCE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9FC96-CFC1-4BAD-A8AF-0E57319D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43035-5E6F-44CF-839A-7502F912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8FBBB-11FF-44D5-B2F9-A83FFF7E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4436-4143-4CC1-9E25-A3DD026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FEA0F-703B-463F-9517-59523EF8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A3041-341B-4ED3-B584-B6DEE622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285D72-3AA3-4260-9EAC-8128F581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E15A2-5787-4CC7-A587-26E1F5F3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067310-6FCE-4A20-951D-92C4CE5B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949728-E1E5-48DF-A178-2B8F953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7748B-BFC8-46C9-93FE-F9FA173A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0239762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E46D55-7B71-4991-A681-0FA3C71F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88B8F-513B-4283-A93E-F5563DA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 2: 1,2, 1.3, 1.5, 2.2, 2.3, 2.4, 2.5,...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88858-F42D-4462-94FA-F3702FE8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C3147-EDE1-4C28-9588-64CA2D2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64410-01A8-4412-A264-5F6BE9AC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D92BB-76DD-46DB-BB79-9DDA4C12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943A9-DE4F-464E-9D42-A6B1F185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BB5B1-5337-4A1E-AB78-FCB21E5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FCF07-4367-4951-8CC8-30FB49AD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18006-B96F-4F35-9AD8-8066E20D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C8D37-AEEE-40D8-AC41-95E3EC5B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0F367-7F34-41BA-AD7F-508D681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84928-8E7C-409E-A89D-4C534321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9D87B-A89F-40AE-B183-1C08D9E0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A5875-7360-4F8D-AAC2-DF38088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DB6BF1-3208-4476-A6B3-977AE644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39028-A533-4191-855C-F1F8F876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B65EB-3531-4A5B-997D-E6E2872F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B827E-06B4-41EB-A8DE-17C8D8F0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1A594-E56E-4490-ACA9-ACFBC680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BCF19-74FD-426B-A08E-6C27252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5498F-92C8-4F44-8C34-B004BEA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11ED8-7EE2-4DCC-B055-EC650E41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FCBFE4-16A5-49AD-86A6-2E594383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4DEB2-3703-4C60-A0D1-F4395EC4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B0D17-0E2D-4EFE-85A6-989CA351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97C365-AC2D-4B94-BBB0-BD34370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DAAEDB-4B97-45AC-82FE-519F4239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4871A-6A8D-49E3-8426-441896DB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99FEE-317A-4F0F-87FC-31D420E3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4489DD-16B0-4C2A-9A83-8170DB8A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C50ED-DAC3-43E0-8B10-EC5985D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381509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4A67D-30A0-41DD-BDB5-195A7634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19A54-C3F0-4B18-BD12-0FA6DDF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Amplifiers: Introduction, The Operational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184C4-8CC7-401E-AEE6-B5C833EC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23AAE-1FA4-4B77-97CD-C166D224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A17BF-50E2-4D3B-A8C9-98931D3D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60C7D-4B8A-4AB5-A987-3D1A1067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6312F-E215-4F6D-98A4-A6EB31B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B978C-286B-4DFE-BEC2-25BEC14C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80748-E0D5-4E75-BBE1-DB309977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FEAC9-A955-4F88-B07A-FF9E6525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DDF4A-98DA-487E-96BA-7D810EC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8CFC2-CFEF-459C-BD30-70133244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5DB73-8C6C-431D-AB8A-E0BB6E4F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2DC63-DFFD-4F6A-B177-D519D8B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34FF0-8570-4D70-A190-AA42C7DB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2FCB3-2162-436E-8177-E9BC5ACE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D7DBB-8A43-4B11-821B-46DCCC17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2779E-D5C1-4D20-A66A-B873CD3F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B269A-5ACD-4353-9C1C-B114FA16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D2BC1-BE2A-48E0-AA7E-0B11BFD1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F370D-87E0-4B3A-82D2-1D63620E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E07CD6-7AD0-416B-B53D-9AABCFF5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E1F85-9088-42CE-A0D5-5E536B22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1CF31-0EBD-456D-AD9E-EFDC536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450C3-CE7B-47E8-AF69-50A42157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47045-F3A6-477C-9FFA-0A0A60F0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E000A-93DA-4DA5-876C-E32199F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AD26A-2DC7-4576-81D4-3F7C00A8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FFBC05-EB79-40B4-9377-830ED145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FB8B5-7A91-449E-B051-F135C0B4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D1E2A1-81FC-4C96-A472-B49C6310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B9A9C-3D27-4CB5-B375-41415F24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94267092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6919F-4F35-45F2-9FDE-0786E76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4C06E-9936-4CD9-805D-F62A617A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Parameters : Gain, Input Resistance, Output...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137C3-64F0-445A-A7E9-459EEE4D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9C6F9-EE27-4DC0-8C98-313B6FE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A00F3-7855-43B0-AD9D-C5BF3EE5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0EF66-F486-4241-82B5-FBF18748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6B1B8-E514-45DA-8E39-9DAFD074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BB47A-3DEA-401C-8671-81DBF108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64168-21AA-44CF-87D7-E621C3F2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FC361-DBED-49E9-8B99-0C7EC568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E9C8B-E7EC-4ACF-982A-57C24978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38871-3182-4AF4-8FCA-F911B791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B4EC5-23F6-48FD-B0C0-92DF1E22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E9C2-FFB6-4419-A340-D4BEEF51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899CC-20ED-4C29-A72C-3395872A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3F601-0ED8-415F-8C37-27B36776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561DC-60B4-49FB-AE73-B4032AC1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B4892-23BB-45AE-AA11-ABD4C38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FFA93-7411-4DD1-8A2E-267B20BE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8F4AE-1A2C-4356-A100-F69BCEC2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FA8D7-6518-41A3-A4C2-831422AB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F097D-D9FC-45F5-9402-0B3805A1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4189C-ADF6-4597-8590-0C7FC1A0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4D6B3-28E2-4C37-9F37-1C3988CA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D3312-A859-4E29-9EEB-67716B8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41FA5-7154-4990-85A8-755B3AD3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5E5DF3-4DA5-4616-86C8-824D513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F74BD-9002-4F65-A891-9DE01661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AD6EB8-D402-4315-99D2-8B2227D7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3A28A-119E-4DFF-A998-F18E495A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4FD9D-0ECE-4FCA-89C3-B50F7CD0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EE34F-AF5B-4EE7-81B3-831719B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2003505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097F71-E1F5-4F26-A902-34660428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162B8-67A8-41D6-B49F-6F5F5CA2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: Inverting Configuration, Non...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40418-3D08-4493-86D4-6DC55D5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0FF44-116D-458D-AE6D-D4B9702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199BC-19AE-4CFE-B164-B74DB755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E155F-A9ED-4234-BCD8-D3DA5B3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DEB94-987B-49E4-9983-D0A31F2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F8761-B76F-4913-98D3-1C8F176D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CB1EE-9F07-4C2C-88A4-93A7981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57A1F-9489-467E-89B9-F5F751B2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8AE81-C011-47A1-B0E3-3968618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E7FC2-D416-4A96-B2DE-FA0EAF3A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6FEA5-1F97-4EFF-8C00-76C4910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C9BE6-E3DC-48DF-9E56-19CAE37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C7F6F-7E08-49B7-ACE4-AEEC49BB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12A5F-3BE9-4829-A197-C9AD3F8B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EB363-CBA1-49DA-ADCC-6149198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B8521-C53F-4533-999F-BF8DF05F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2ACCE-E1CF-4CC7-AA35-9CB9866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C1D70-5391-4B52-92B6-EB209F0D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3C3E2-0CA3-4396-8774-8E155A2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0AE5A-42B9-416A-93BC-F58B96A7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0013EC-E094-4D7B-B72E-060D2B5D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F7A89-628F-4923-BF53-140A0331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6B9BA-8FA1-4DE3-A313-80FC6D44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7DFE47-5515-4DD0-94ED-2F729599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F148B-5DA2-4651-8FEF-CD7E6DD1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0ECF8-9668-4465-BAA3-F60E628F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D7FBA3-D981-41B7-9756-6E2F54D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A21D78-C218-41F3-A054-DD70AA23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7F98F8-14A3-4A40-9D11-E312BD69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D76700-78F5-4525-B241-CB4572D0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775890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8C2B71-2475-4DEA-8461-50C76790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0E28A-1A4C-45B4-B51B-4067385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 2: 1,2, 1.3, 1.5, 2.2, 2.3, 2.4, 2.5,...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93B64-F056-4B73-A8D8-F1A95A10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47C25-02F3-4749-A0C7-7CA48B9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63792-0D01-424B-A3EE-71E50B6F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7B6D5-5D1D-4A1A-99EC-AE127D4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4EEBF-F505-40E2-9A28-F816F8A2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9726D-590E-464D-AED8-24BBDF64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0F62A-3A2D-4DF9-8E27-526AFD8B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72785-42B0-4609-941E-08A797BC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06D52-00CD-49AF-AFD6-00C6BA2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7C287-0518-43D0-9291-9A05037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E9262-DB96-43B1-A057-2813D831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EED7E-9521-4C81-AE57-DAD6668D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C3E5C-00C6-4E2F-B493-2AC422C1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A9406-809A-4F2F-8F0A-AE73592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992AE-C0FA-4EC2-B2BB-3BF398DA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7BA21-4E05-426E-B34A-794EA67B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16021-0682-4D41-AB23-4357D025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CC540-F277-48A1-91FF-67554253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5B667-5D95-48FE-BE03-18CDE99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286B1-F6CC-44F1-A870-8C2E9A81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D8854-0D37-4419-AA18-411A3112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81AD9-A635-4901-889C-B2DA92FE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E202C-452C-4BF7-BB19-082AB9A5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B5C19-E58B-40EB-8238-C9C2F590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55D7E-8F01-4CC5-B271-244CD16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6A4EC3-9C37-4D56-9A52-56A169E2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313F1-A2E2-479A-A8EA-9A88F3A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734F90-5C2A-4368-91C6-11FD4EC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24261C-A2A4-4C34-B288-B5FC18E5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FF943F-8B2D-438A-B8EF-4FD42D2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585101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60E135-6A19-43D1-94BF-B10D9D93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0D105-6660-451E-BADC-9EC4E5FA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Amplifiers: Introduction, The Operational 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D116E-8E1F-4534-B453-F8E7692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A5853-7113-43D4-843D-FFF6AAF5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F92AD-BA1A-47A2-9589-E399BF9E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2A392-5A6E-4EEF-9355-833F5057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E79C7-3A9D-4E88-9A7B-42DD892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EE0DD-042C-4E27-9849-BA2C09C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F6B51-E133-448F-8A2E-9985D7C7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A5D9F-DFF4-47FB-B5A6-0473467E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1A888-0D31-40FF-8E57-6C360B4E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F632B-909F-4D23-ADE2-8DAC03B6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87565-F2AE-4BEE-9116-9DF545D7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17467-9115-4874-9BA7-0D022FE1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13899-4AB1-45F3-B0F8-55DAD836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57051-5A8B-4E69-84EC-09E68092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E1FD0-3280-4254-B51F-5FC3E901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B9F6B-995E-4015-AD0C-E90B6D2F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398D4-A04B-4792-86B6-C8627F17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2EA32-C852-4EA1-BAB3-7A167891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D3976-2C7A-4BA6-BB1A-AC10D77E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6678D-101D-4BD6-B630-BB52050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7B567-8911-4E4B-BAB5-E27FD9F6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1FFED3-2BF5-45EA-A267-4A0E1B8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2FA82-EC4F-4D1C-9C23-B63D3625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F40BF-9681-4A34-B239-14E284BC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9136C7-14E7-4EE9-AF7F-E2E1DE68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F2E5B-389B-41D6-A6C2-410C7E47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3B176-2874-42C3-96C8-D36695C3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1FC8D-C334-41B6-8784-2B86CEEE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628BB8-7DD1-487A-968D-D47F2518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6940F1-B334-4D83-B918-2C173FE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11181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1A6B9C-A7CB-494A-BA50-5E6F2743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72D88-C7B2-4239-B523-8851E9A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Parameters : Gain, Input Resistance, Output...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97D3E-A892-4F78-AFCA-59E0CC3B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35E43-140C-4506-9293-A49ACBF3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B28A9-C0D2-4B72-B2DE-1506A8F8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8CCEF-4AB8-4947-B0CB-A1DC0BD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E2FC9-5899-45A6-ABE1-CD23C4C7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D9CBA-48F2-498A-9E41-A6A1799B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46E0E-2F96-4D31-8498-A29B68E0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1456E-A972-486C-B1E8-C481542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BA037-1291-47B6-9215-280C950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859EC-ECD3-4921-BE06-CE5357E3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D91C5-B28A-40A1-A052-930C1141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4A42F-B9E3-46C8-97CA-9DD248F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D9A97-753C-4FD5-80D8-4501E992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076C2-06BF-411C-B8B5-E6A01461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EB635-4CEC-46E1-865D-A14B1220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C33DB-EB33-4759-81ED-697178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5B346-5B2B-4122-A17F-39A0007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02B73-FA78-451B-9DD2-0919FF8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7D356-843A-4157-BEB7-E9CCAB80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332C0-B8B2-4BA9-AAF2-7EB1DF1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AA766-0831-4FE8-A0E7-BAFFCF26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C6C92-5C01-46F9-9B54-70919761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D0FA6-DC27-4DBF-8DD4-8659E78D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BEC73-DB37-43E3-BE39-B2D8968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58206-D07B-451A-B6E2-224D7131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CF8AB-506F-4D74-8CAF-56830E1C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23D65-26B6-4B9C-8B4B-76A8647A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612F2D-B74B-4755-9AB4-19FA0EFA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A93458-D0A3-4E97-B6F8-2BCE901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34317A-31DD-4D67-A77E-F1B7E2AD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7010726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014AB-FFAB-4368-B47D-5C5D703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0E2C9-F84C-4D60-A896-65364A6E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Applications : Inverting Configuration, Non...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47A08-4E21-43A1-BB9E-F7B5404B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DB1E9-F847-4177-94F1-8BAEAE5D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2F7F1-A2D6-4701-8C28-67C2806A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34567-DCA7-4E2E-B76E-E9A29C71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F674E-CE97-4821-8725-8378A040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1A2FE-E947-45C4-AEF8-D8337F0E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F3DBF-9605-4250-8893-A0A61607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385ED-6022-42F4-87B3-B553DC1E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49DFB-2201-4D93-981B-6726C129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F3554-5145-4C41-A2C7-2D58E359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05E64-2447-4885-A208-04FA33FC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DA590-BBC5-4203-B0C8-0923E37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488E0-90DF-4ED3-815F-47F9EAE7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D43D1-C8FA-4FDD-A746-53602BC0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8301A-D36D-480B-AA60-39C080E3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91A61-DD6F-4662-A782-0F878147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DC8D7-BFD6-422B-BA3F-134EF122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33CC9-2580-4B3D-945F-3F3D65A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49A97-7AD7-4746-B002-87416C2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9E90B-8CC0-430B-98CD-ECBCBB34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F95E5-6528-4F23-9ADE-D5B77335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8740F-9B3D-4072-90A9-CC7D66A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991DC-0298-404B-ADD6-61E1CC5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CB06B-3349-4D67-8702-7CC7DE31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B7785-9043-4070-B590-8D3A12AE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F83A3-F7BE-44A7-9E74-3586D449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FD2A0-16CB-42C2-B24A-F3E01EE4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33AA43-57EB-4CFE-A992-FF93366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C42BE0-DD90-47EA-8AD0-901118FD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2A3FD3-063B-45EF-9B32-633D97D3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895972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2026-08-24T16:02:38.6380000Z</dcterms:created>
  <dcterms:modified xsi:type="dcterms:W3CDTF">2026-08-24T16:02:38.6380000Z</dcterms:modified>
</coreProperties>
</file>