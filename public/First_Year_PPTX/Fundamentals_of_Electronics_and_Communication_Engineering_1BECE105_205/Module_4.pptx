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5925d5ab784d73" /><Relationship Type="http://schemas.openxmlformats.org/officeDocument/2006/relationships/extended-properties" Target="/docProps/app.xml" Id="R114ee2aa90cf4933" /><Relationship Type="http://schemas.openxmlformats.org/officeDocument/2006/relationships/officeDocument" Target="/ppt/presentation.xml" Id="R74e9ae9dd22743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685b147f2d4b2c"/>
  </p:sldMasterIdLst>
  <p:notesMasterIdLst>
    <p:notesMasterId xmlns:r="http://schemas.openxmlformats.org/officeDocument/2006/relationships" r:id="Rc967442625554fc6"/>
  </p:notesMasterIdLst>
  <p:sldIdLst>
    <p:sldId xmlns:r="http://schemas.openxmlformats.org/officeDocument/2006/relationships" id="256" r:id="Rbd209595082f46be"/>
    <p:sldId xmlns:r="http://schemas.openxmlformats.org/officeDocument/2006/relationships" id="257" r:id="R1f50d8573cb74a92"/>
    <p:sldId xmlns:r="http://schemas.openxmlformats.org/officeDocument/2006/relationships" id="258" r:id="R449b82a32a124224"/>
    <p:sldId xmlns:r="http://schemas.openxmlformats.org/officeDocument/2006/relationships" id="259" r:id="R1da2385bdf384f77"/>
    <p:sldId xmlns:r="http://schemas.openxmlformats.org/officeDocument/2006/relationships" id="260" r:id="R8e696dcb189d41c5"/>
    <p:sldId xmlns:r="http://schemas.openxmlformats.org/officeDocument/2006/relationships" id="261" r:id="R0657eb777f5d4768"/>
    <p:sldId xmlns:r="http://schemas.openxmlformats.org/officeDocument/2006/relationships" id="262" r:id="R43e9b5664ba04e33"/>
    <p:sldId xmlns:r="http://schemas.openxmlformats.org/officeDocument/2006/relationships" id="263" r:id="R319189915746476b"/>
    <p:sldId xmlns:r="http://schemas.openxmlformats.org/officeDocument/2006/relationships" id="264" r:id="Rb9f68f13735c4fbc"/>
    <p:sldId xmlns:r="http://schemas.openxmlformats.org/officeDocument/2006/relationships" id="265" r:id="R7120432cf903470f"/>
    <p:sldId xmlns:r="http://schemas.openxmlformats.org/officeDocument/2006/relationships" id="266" r:id="Rc3fe33c33f0c472d"/>
    <p:sldId xmlns:r="http://schemas.openxmlformats.org/officeDocument/2006/relationships" id="267" r:id="R4f7a780e0a86458f"/>
    <p:sldId xmlns:r="http://schemas.openxmlformats.org/officeDocument/2006/relationships" id="268" r:id="Re46b0d7fb6a24bb7"/>
    <p:sldId xmlns:r="http://schemas.openxmlformats.org/officeDocument/2006/relationships" id="269" r:id="R9fb67f96e91c4c73"/>
    <p:sldId xmlns:r="http://schemas.openxmlformats.org/officeDocument/2006/relationships" id="270" r:id="R7489fe28121d49f4"/>
    <p:sldId xmlns:r="http://schemas.openxmlformats.org/officeDocument/2006/relationships" id="271" r:id="R5ee6ee31eb644b64"/>
    <p:sldId xmlns:r="http://schemas.openxmlformats.org/officeDocument/2006/relationships" id="272" r:id="R640be2d869f345d9"/>
    <p:sldId xmlns:r="http://schemas.openxmlformats.org/officeDocument/2006/relationships" id="273" r:id="R03eba398570046a4"/>
    <p:sldId xmlns:r="http://schemas.openxmlformats.org/officeDocument/2006/relationships" id="274" r:id="R9b822f1acd1d455b"/>
    <p:sldId xmlns:r="http://schemas.openxmlformats.org/officeDocument/2006/relationships" id="275" r:id="R45278b77bbe24471"/>
    <p:sldId xmlns:r="http://schemas.openxmlformats.org/officeDocument/2006/relationships" id="276" r:id="Re3c930c065444d8c"/>
    <p:sldId xmlns:r="http://schemas.openxmlformats.org/officeDocument/2006/relationships" id="277" r:id="R965eed6f8a464f94"/>
    <p:sldId xmlns:r="http://schemas.openxmlformats.org/officeDocument/2006/relationships" id="278" r:id="R2a5c3e7b23b14d6f"/>
    <p:sldId xmlns:r="http://schemas.openxmlformats.org/officeDocument/2006/relationships" id="279" r:id="Rd307b6ed28734b6d"/>
    <p:sldId xmlns:r="http://schemas.openxmlformats.org/officeDocument/2006/relationships" id="280" r:id="R85151e9152a041f9"/>
    <p:sldId xmlns:r="http://schemas.openxmlformats.org/officeDocument/2006/relationships" id="281" r:id="Re74287cf28fa4c41"/>
    <p:sldId xmlns:r="http://schemas.openxmlformats.org/officeDocument/2006/relationships" id="282" r:id="R999d38308c2a454d"/>
    <p:sldId xmlns:r="http://schemas.openxmlformats.org/officeDocument/2006/relationships" id="283" r:id="R3949c9319deb4c3d"/>
    <p:sldId xmlns:r="http://schemas.openxmlformats.org/officeDocument/2006/relationships" id="284" r:id="R28361eb0c6da400d"/>
    <p:sldId xmlns:r="http://schemas.openxmlformats.org/officeDocument/2006/relationships" id="285" r:id="R1efea9daace84cea"/>
    <p:sldId xmlns:r="http://schemas.openxmlformats.org/officeDocument/2006/relationships" id="286" r:id="R6fa7598117c94288"/>
    <p:sldId xmlns:r="http://schemas.openxmlformats.org/officeDocument/2006/relationships" id="287" r:id="Rbf7aa7320b264088"/>
    <p:sldId xmlns:r="http://schemas.openxmlformats.org/officeDocument/2006/relationships" id="288" r:id="Rb4422e0b4cd74758"/>
    <p:sldId xmlns:r="http://schemas.openxmlformats.org/officeDocument/2006/relationships" id="289" r:id="R9c78a008e9194f2a"/>
    <p:sldId xmlns:r="http://schemas.openxmlformats.org/officeDocument/2006/relationships" id="290" r:id="R6f75d8e4447447b0"/>
    <p:sldId xmlns:r="http://schemas.openxmlformats.org/officeDocument/2006/relationships" id="291" r:id="R9c636a193a9f4fed"/>
    <p:sldId xmlns:r="http://schemas.openxmlformats.org/officeDocument/2006/relationships" id="292" r:id="Ra0f0332de572431d"/>
    <p:sldId xmlns:r="http://schemas.openxmlformats.org/officeDocument/2006/relationships" id="293" r:id="Rcf205904b9f14461"/>
    <p:sldId xmlns:r="http://schemas.openxmlformats.org/officeDocument/2006/relationships" id="294" r:id="R857aecf4546f4bb5"/>
    <p:sldId xmlns:r="http://schemas.openxmlformats.org/officeDocument/2006/relationships" id="295" r:id="Re7de5390d3d74799"/>
    <p:sldId xmlns:r="http://schemas.openxmlformats.org/officeDocument/2006/relationships" id="296" r:id="Ra349964796a5447c"/>
    <p:sldId xmlns:r="http://schemas.openxmlformats.org/officeDocument/2006/relationships" id="297" r:id="R84984591bedc40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11b01b79f44a82" /><Relationship Type="http://schemas.openxmlformats.org/officeDocument/2006/relationships/slideMaster" Target="/ppt/slideMasters/slideMaster1.xml" Id="Rcc685b147f2d4b2c" /><Relationship Type="http://schemas.openxmlformats.org/officeDocument/2006/relationships/notesMaster" Target="/ppt/notesMasters/notesMaster1.xml" Id="Rc967442625554fc6" /><Relationship Type="http://schemas.openxmlformats.org/officeDocument/2006/relationships/presProps" Target="/ppt/presProps.xml" Id="Ra12a4aaa59734ae4" /><Relationship Type="http://schemas.openxmlformats.org/officeDocument/2006/relationships/tableStyles" Target="/ppt/tableStyles.xml" Id="R28ed0a4e97c247df" /><Relationship Type="http://schemas.openxmlformats.org/officeDocument/2006/relationships/slide" Target="/ppt/slides/slide1.xml" Id="Rbd209595082f46be" /><Relationship Type="http://schemas.openxmlformats.org/officeDocument/2006/relationships/slide" Target="/ppt/slides/slide2.xml" Id="R1f50d8573cb74a92" /><Relationship Type="http://schemas.openxmlformats.org/officeDocument/2006/relationships/slide" Target="/ppt/slides/slide3.xml" Id="R449b82a32a124224" /><Relationship Type="http://schemas.openxmlformats.org/officeDocument/2006/relationships/slide" Target="/ppt/slides/slide4.xml" Id="R1da2385bdf384f77" /><Relationship Type="http://schemas.openxmlformats.org/officeDocument/2006/relationships/slide" Target="/ppt/slides/slide5.xml" Id="R8e696dcb189d41c5" /><Relationship Type="http://schemas.openxmlformats.org/officeDocument/2006/relationships/slide" Target="/ppt/slides/slide6.xml" Id="R0657eb777f5d4768" /><Relationship Type="http://schemas.openxmlformats.org/officeDocument/2006/relationships/slide" Target="/ppt/slides/slide7.xml" Id="R43e9b5664ba04e33" /><Relationship Type="http://schemas.openxmlformats.org/officeDocument/2006/relationships/slide" Target="/ppt/slides/slide8.xml" Id="R319189915746476b" /><Relationship Type="http://schemas.openxmlformats.org/officeDocument/2006/relationships/slide" Target="/ppt/slides/slide9.xml" Id="Rb9f68f13735c4fbc" /><Relationship Type="http://schemas.openxmlformats.org/officeDocument/2006/relationships/slide" Target="/ppt/slides/slide10.xml" Id="R7120432cf903470f" /><Relationship Type="http://schemas.openxmlformats.org/officeDocument/2006/relationships/slide" Target="/ppt/slides/slide11.xml" Id="Rc3fe33c33f0c472d" /><Relationship Type="http://schemas.openxmlformats.org/officeDocument/2006/relationships/slide" Target="/ppt/slides/slide12.xml" Id="R4f7a780e0a86458f" /><Relationship Type="http://schemas.openxmlformats.org/officeDocument/2006/relationships/slide" Target="/ppt/slides/slide13.xml" Id="Re46b0d7fb6a24bb7" /><Relationship Type="http://schemas.openxmlformats.org/officeDocument/2006/relationships/slide" Target="/ppt/slides/slide14.xml" Id="R9fb67f96e91c4c73" /><Relationship Type="http://schemas.openxmlformats.org/officeDocument/2006/relationships/slide" Target="/ppt/slides/slide15.xml" Id="R7489fe28121d49f4" /><Relationship Type="http://schemas.openxmlformats.org/officeDocument/2006/relationships/slide" Target="/ppt/slides/slide16.xml" Id="R5ee6ee31eb644b64" /><Relationship Type="http://schemas.openxmlformats.org/officeDocument/2006/relationships/slide" Target="/ppt/slides/slide17.xml" Id="R640be2d869f345d9" /><Relationship Type="http://schemas.openxmlformats.org/officeDocument/2006/relationships/slide" Target="/ppt/slides/slide18.xml" Id="R03eba398570046a4" /><Relationship Type="http://schemas.openxmlformats.org/officeDocument/2006/relationships/slide" Target="/ppt/slides/slide19.xml" Id="R9b822f1acd1d455b" /><Relationship Type="http://schemas.openxmlformats.org/officeDocument/2006/relationships/slide" Target="/ppt/slides/slide20.xml" Id="R45278b77bbe24471" /><Relationship Type="http://schemas.openxmlformats.org/officeDocument/2006/relationships/slide" Target="/ppt/slides/slide21.xml" Id="Re3c930c065444d8c" /><Relationship Type="http://schemas.openxmlformats.org/officeDocument/2006/relationships/slide" Target="/ppt/slides/slide22.xml" Id="R965eed6f8a464f94" /><Relationship Type="http://schemas.openxmlformats.org/officeDocument/2006/relationships/slide" Target="/ppt/slides/slide23.xml" Id="R2a5c3e7b23b14d6f" /><Relationship Type="http://schemas.openxmlformats.org/officeDocument/2006/relationships/slide" Target="/ppt/slides/slide24.xml" Id="Rd307b6ed28734b6d" /><Relationship Type="http://schemas.openxmlformats.org/officeDocument/2006/relationships/slide" Target="/ppt/slides/slide25.xml" Id="R85151e9152a041f9" /><Relationship Type="http://schemas.openxmlformats.org/officeDocument/2006/relationships/slide" Target="/ppt/slides/slide26.xml" Id="Re74287cf28fa4c41" /><Relationship Type="http://schemas.openxmlformats.org/officeDocument/2006/relationships/slide" Target="/ppt/slides/slide27.xml" Id="R999d38308c2a454d" /><Relationship Type="http://schemas.openxmlformats.org/officeDocument/2006/relationships/slide" Target="/ppt/slides/slide28.xml" Id="R3949c9319deb4c3d" /><Relationship Type="http://schemas.openxmlformats.org/officeDocument/2006/relationships/slide" Target="/ppt/slides/slide29.xml" Id="R28361eb0c6da400d" /><Relationship Type="http://schemas.openxmlformats.org/officeDocument/2006/relationships/slide" Target="/ppt/slides/slide30.xml" Id="R1efea9daace84cea" /><Relationship Type="http://schemas.openxmlformats.org/officeDocument/2006/relationships/slide" Target="/ppt/slides/slide31.xml" Id="R6fa7598117c94288" /><Relationship Type="http://schemas.openxmlformats.org/officeDocument/2006/relationships/slide" Target="/ppt/slides/slide32.xml" Id="Rbf7aa7320b264088" /><Relationship Type="http://schemas.openxmlformats.org/officeDocument/2006/relationships/slide" Target="/ppt/slides/slide33.xml" Id="Rb4422e0b4cd74758" /><Relationship Type="http://schemas.openxmlformats.org/officeDocument/2006/relationships/slide" Target="/ppt/slides/slide34.xml" Id="R9c78a008e9194f2a" /><Relationship Type="http://schemas.openxmlformats.org/officeDocument/2006/relationships/slide" Target="/ppt/slides/slide35.xml" Id="R6f75d8e4447447b0" /><Relationship Type="http://schemas.openxmlformats.org/officeDocument/2006/relationships/slide" Target="/ppt/slides/slide36.xml" Id="R9c636a193a9f4fed" /><Relationship Type="http://schemas.openxmlformats.org/officeDocument/2006/relationships/slide" Target="/ppt/slides/slide37.xml" Id="Ra0f0332de572431d" /><Relationship Type="http://schemas.openxmlformats.org/officeDocument/2006/relationships/slide" Target="/ppt/slides/slide38.xml" Id="Rcf205904b9f14461" /><Relationship Type="http://schemas.openxmlformats.org/officeDocument/2006/relationships/slide" Target="/ppt/slides/slide39.xml" Id="R857aecf4546f4bb5" /><Relationship Type="http://schemas.openxmlformats.org/officeDocument/2006/relationships/slide" Target="/ppt/slides/slide40.xml" Id="Re7de5390d3d74799" /><Relationship Type="http://schemas.openxmlformats.org/officeDocument/2006/relationships/slide" Target="/ppt/slides/slide41.xml" Id="Ra349964796a5447c" /><Relationship Type="http://schemas.openxmlformats.org/officeDocument/2006/relationships/slide" Target="/ppt/slides/slide42.xml" Id="R84984591bedc40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22655df0ca44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5ed10acbd24cc1" /><Relationship Type="http://schemas.openxmlformats.org/officeDocument/2006/relationships/notesMaster" Target="/ppt/notesMasters/notesMaster1.xml" Id="Rc0fa2aa038ab49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66b70451ff483b" /><Relationship Type="http://schemas.openxmlformats.org/officeDocument/2006/relationships/notesMaster" Target="/ppt/notesMasters/notesMaster1.xml" Id="Rd2849cf7db2847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64d6beae704a33" /><Relationship Type="http://schemas.openxmlformats.org/officeDocument/2006/relationships/notesMaster" Target="/ppt/notesMasters/notesMaster1.xml" Id="R484c6b747d594c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e06787614c4a4d" /><Relationship Type="http://schemas.openxmlformats.org/officeDocument/2006/relationships/notesMaster" Target="/ppt/notesMasters/notesMaster1.xml" Id="R07b12f434ca84d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c08fc0dd794484" /><Relationship Type="http://schemas.openxmlformats.org/officeDocument/2006/relationships/notesMaster" Target="/ppt/notesMasters/notesMaster1.xml" Id="R2ee1d6b87f1e4f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f73b93951749bc" /><Relationship Type="http://schemas.openxmlformats.org/officeDocument/2006/relationships/notesMaster" Target="/ppt/notesMasters/notesMaster1.xml" Id="R1312186a4c204f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0280c7a35f4baf" /><Relationship Type="http://schemas.openxmlformats.org/officeDocument/2006/relationships/notesMaster" Target="/ppt/notesMasters/notesMaster1.xml" Id="Rc40da614eae747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bef5c0177943dc" /><Relationship Type="http://schemas.openxmlformats.org/officeDocument/2006/relationships/notesMaster" Target="/ppt/notesMasters/notesMaster1.xml" Id="Rad88b2074ad349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88425f78074fdd" /><Relationship Type="http://schemas.openxmlformats.org/officeDocument/2006/relationships/notesMaster" Target="/ppt/notesMasters/notesMaster1.xml" Id="R182822b505604d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b6414eb5ff44fe" /><Relationship Type="http://schemas.openxmlformats.org/officeDocument/2006/relationships/notesMaster" Target="/ppt/notesMasters/notesMaster1.xml" Id="Rfa1f77a40f1148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bd2aa82955409e" /><Relationship Type="http://schemas.openxmlformats.org/officeDocument/2006/relationships/notesMaster" Target="/ppt/notesMasters/notesMaster1.xml" Id="R48e8d43edb784c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77686ca50a4419" /><Relationship Type="http://schemas.openxmlformats.org/officeDocument/2006/relationships/notesMaster" Target="/ppt/notesMasters/notesMaster1.xml" Id="R783f02d3085849e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803b57f46744ae" /><Relationship Type="http://schemas.openxmlformats.org/officeDocument/2006/relationships/notesMaster" Target="/ppt/notesMasters/notesMaster1.xml" Id="Rb487ae111dc047d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458f5f2c8d3415d" /><Relationship Type="http://schemas.openxmlformats.org/officeDocument/2006/relationships/notesMaster" Target="/ppt/notesMasters/notesMaster1.xml" Id="R547827131b17425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da8ecd3fd304c5b" /><Relationship Type="http://schemas.openxmlformats.org/officeDocument/2006/relationships/notesMaster" Target="/ppt/notesMasters/notesMaster1.xml" Id="Re414088a6809450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852974431294bb7" /><Relationship Type="http://schemas.openxmlformats.org/officeDocument/2006/relationships/notesMaster" Target="/ppt/notesMasters/notesMaster1.xml" Id="R81ed13307c754e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ab608ab4afe444f" /><Relationship Type="http://schemas.openxmlformats.org/officeDocument/2006/relationships/notesMaster" Target="/ppt/notesMasters/notesMaster1.xml" Id="Redc5de6f535648d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61e6e2ce9ac4903" /><Relationship Type="http://schemas.openxmlformats.org/officeDocument/2006/relationships/notesMaster" Target="/ppt/notesMasters/notesMaster1.xml" Id="R15623d67a904453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940f3ad34d5493d" /><Relationship Type="http://schemas.openxmlformats.org/officeDocument/2006/relationships/notesMaster" Target="/ppt/notesMasters/notesMaster1.xml" Id="Rcd5738baf85b448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f31b49e7d92448c" /><Relationship Type="http://schemas.openxmlformats.org/officeDocument/2006/relationships/notesMaster" Target="/ppt/notesMasters/notesMaster1.xml" Id="R65f58f2bfde14c5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290d44b622f401e" /><Relationship Type="http://schemas.openxmlformats.org/officeDocument/2006/relationships/notesMaster" Target="/ppt/notesMasters/notesMaster1.xml" Id="Rb1e3f413ead24e3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4526a5179324e01" /><Relationship Type="http://schemas.openxmlformats.org/officeDocument/2006/relationships/notesMaster" Target="/ppt/notesMasters/notesMaster1.xml" Id="Re86b4182b0f3434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6823d0fdc78491f" /><Relationship Type="http://schemas.openxmlformats.org/officeDocument/2006/relationships/notesMaster" Target="/ppt/notesMasters/notesMaster1.xml" Id="R574ce1fc093b4ef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a2d7a7bfbdb4b05" /><Relationship Type="http://schemas.openxmlformats.org/officeDocument/2006/relationships/notesMaster" Target="/ppt/notesMasters/notesMaster1.xml" Id="Rd775a7d9d93b46a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e9b527050bb4721" /><Relationship Type="http://schemas.openxmlformats.org/officeDocument/2006/relationships/notesMaster" Target="/ppt/notesMasters/notesMaster1.xml" Id="Rb739af11a96b4e1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b303630fca54382" /><Relationship Type="http://schemas.openxmlformats.org/officeDocument/2006/relationships/notesMaster" Target="/ppt/notesMasters/notesMaster1.xml" Id="Rea5adae0fec44e8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867ca7fbf424479" /><Relationship Type="http://schemas.openxmlformats.org/officeDocument/2006/relationships/notesMaster" Target="/ppt/notesMasters/notesMaster1.xml" Id="R25a8e8c9328b4d7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daf78f03a6742be" /><Relationship Type="http://schemas.openxmlformats.org/officeDocument/2006/relationships/notesMaster" Target="/ppt/notesMasters/notesMaster1.xml" Id="Rc186e912dd25475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43fe2fc427b4c9a" /><Relationship Type="http://schemas.openxmlformats.org/officeDocument/2006/relationships/notesMaster" Target="/ppt/notesMasters/notesMaster1.xml" Id="Rb7e2d36ec8ff430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fb6c5bac7c04357" /><Relationship Type="http://schemas.openxmlformats.org/officeDocument/2006/relationships/notesMaster" Target="/ppt/notesMasters/notesMaster1.xml" Id="R9d0cc86a082e4b4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316a2919c664ecd" /><Relationship Type="http://schemas.openxmlformats.org/officeDocument/2006/relationships/notesMaster" Target="/ppt/notesMasters/notesMaster1.xml" Id="Rcc3a97552f5c4c8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c6302b289134891" /><Relationship Type="http://schemas.openxmlformats.org/officeDocument/2006/relationships/notesMaster" Target="/ppt/notesMasters/notesMaster1.xml" Id="R6106d0d7467c4a8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ed4de9166d34097" /><Relationship Type="http://schemas.openxmlformats.org/officeDocument/2006/relationships/notesMaster" Target="/ppt/notesMasters/notesMaster1.xml" Id="Rad11d386af934f0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e5f804e7ea84cb7" /><Relationship Type="http://schemas.openxmlformats.org/officeDocument/2006/relationships/notesMaster" Target="/ppt/notesMasters/notesMaster1.xml" Id="R66911d66445d4a9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c9260c3b38a4b29" /><Relationship Type="http://schemas.openxmlformats.org/officeDocument/2006/relationships/notesMaster" Target="/ppt/notesMasters/notesMaster1.xml" Id="R2a19613b3484489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21eba91348543a3" /><Relationship Type="http://schemas.openxmlformats.org/officeDocument/2006/relationships/notesMaster" Target="/ppt/notesMasters/notesMaster1.xml" Id="R975c6e9bdd14430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36ba4e583a344ee" /><Relationship Type="http://schemas.openxmlformats.org/officeDocument/2006/relationships/notesMaster" Target="/ppt/notesMasters/notesMaster1.xml" Id="Rb904a793091e4f4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a250bea179748c1" /><Relationship Type="http://schemas.openxmlformats.org/officeDocument/2006/relationships/notesMaster" Target="/ppt/notesMasters/notesMaster1.xml" Id="R779f6e369ea540d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705acb3045f4e95" /><Relationship Type="http://schemas.openxmlformats.org/officeDocument/2006/relationships/notesMaster" Target="/ppt/notesMasters/notesMaster1.xml" Id="Raa2ad64d778e449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afebfe7c4a54427" /><Relationship Type="http://schemas.openxmlformats.org/officeDocument/2006/relationships/notesMaster" Target="/ppt/notesMasters/notesMaster1.xml" Id="R7c485e90672841b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0b4001c5e1a49dc" /><Relationship Type="http://schemas.openxmlformats.org/officeDocument/2006/relationships/notesMaster" Target="/ppt/notesMasters/notesMaster1.xml" Id="Rf4ac245401a3461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7d3bf7585e04469" /><Relationship Type="http://schemas.openxmlformats.org/officeDocument/2006/relationships/notesMaster" Target="/ppt/notesMasters/notesMaster1.xml" Id="R62e9bce6182040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ee1ee6b1394c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456556b8134de4" /><Relationship Type="http://schemas.openxmlformats.org/officeDocument/2006/relationships/slideLayout" Target="/ppt/slideLayouts/slideLayout1.xml" Id="R16f6e6fb36584a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f6e6fb36584a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0ef723e504014" /><Relationship Type="http://schemas.openxmlformats.org/officeDocument/2006/relationships/notesSlide" Target="/ppt/notesSlides/notesSlide1.xml" Id="R6624229b9a1b40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ac964f2d8484d" /><Relationship Type="http://schemas.openxmlformats.org/officeDocument/2006/relationships/notesSlide" Target="/ppt/notesSlides/notesSlide2.xml" Id="R1ee010d1b7cb43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9371dbf9c4c81" /><Relationship Type="http://schemas.openxmlformats.org/officeDocument/2006/relationships/notesSlide" Target="/ppt/notesSlides/notesSlide3.xml" Id="Rfbfe4b43139e46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50c4717ab45da" /><Relationship Type="http://schemas.openxmlformats.org/officeDocument/2006/relationships/notesSlide" Target="/ppt/notesSlides/notesSlide4.xml" Id="Rb2961d919b994f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2919012e141c2" /><Relationship Type="http://schemas.openxmlformats.org/officeDocument/2006/relationships/notesSlide" Target="/ppt/notesSlides/notesSlide5.xml" Id="Rf47b3025cb7c46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6e335189f4275" /><Relationship Type="http://schemas.openxmlformats.org/officeDocument/2006/relationships/notesSlide" Target="/ppt/notesSlides/notesSlide6.xml" Id="R8eb5ca9b494b41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70a8ad05f4ae7" /><Relationship Type="http://schemas.openxmlformats.org/officeDocument/2006/relationships/notesSlide" Target="/ppt/notesSlides/notesSlide7.xml" Id="Rb5ab8cdc80e44c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bd8d3f133445c" /><Relationship Type="http://schemas.openxmlformats.org/officeDocument/2006/relationships/notesSlide" Target="/ppt/notesSlides/notesSlide8.xml" Id="R62b035585f7749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a76048c524970" /><Relationship Type="http://schemas.openxmlformats.org/officeDocument/2006/relationships/notesSlide" Target="/ppt/notesSlides/notesSlide9.xml" Id="R67642879325e4f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bf5dd57ce4c5b" /><Relationship Type="http://schemas.openxmlformats.org/officeDocument/2006/relationships/notesSlide" Target="/ppt/notesSlides/notesSlide10.xml" Id="Ra6360603350b44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14ac6de804c0c" /><Relationship Type="http://schemas.openxmlformats.org/officeDocument/2006/relationships/notesSlide" Target="/ppt/notesSlides/notesSlide11.xml" Id="R55cdd7cdebcf44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1f722829849c2" /><Relationship Type="http://schemas.openxmlformats.org/officeDocument/2006/relationships/notesSlide" Target="/ppt/notesSlides/notesSlide12.xml" Id="R87e0178e0bff40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f8aaeb7724dcb" /><Relationship Type="http://schemas.openxmlformats.org/officeDocument/2006/relationships/notesSlide" Target="/ppt/notesSlides/notesSlide13.xml" Id="Rff36700ac403485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5939bb1d846a1" /><Relationship Type="http://schemas.openxmlformats.org/officeDocument/2006/relationships/notesSlide" Target="/ppt/notesSlides/notesSlide14.xml" Id="Rfe2ab89912e444d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ef8cc80384bfa" /><Relationship Type="http://schemas.openxmlformats.org/officeDocument/2006/relationships/notesSlide" Target="/ppt/notesSlides/notesSlide15.xml" Id="R9ef783b11ac1490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1a2a6e76b4d6f" /><Relationship Type="http://schemas.openxmlformats.org/officeDocument/2006/relationships/notesSlide" Target="/ppt/notesSlides/notesSlide16.xml" Id="R36d53861257a45f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37a5370a94172" /><Relationship Type="http://schemas.openxmlformats.org/officeDocument/2006/relationships/notesSlide" Target="/ppt/notesSlides/notesSlide17.xml" Id="R29813550bde2413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e2982882c47d4" /><Relationship Type="http://schemas.openxmlformats.org/officeDocument/2006/relationships/notesSlide" Target="/ppt/notesSlides/notesSlide18.xml" Id="R62236265d27943a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04f3afd7f4093" /><Relationship Type="http://schemas.openxmlformats.org/officeDocument/2006/relationships/notesSlide" Target="/ppt/notesSlides/notesSlide19.xml" Id="R89dd4aa07d5149b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1b3f25f6a40b6" /><Relationship Type="http://schemas.openxmlformats.org/officeDocument/2006/relationships/notesSlide" Target="/ppt/notesSlides/notesSlide20.xml" Id="R42cb816eabc8487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4815e1ebf490e" /><Relationship Type="http://schemas.openxmlformats.org/officeDocument/2006/relationships/notesSlide" Target="/ppt/notesSlides/notesSlide21.xml" Id="R4e5c1dcdc6834d8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4cee1e6324922" /><Relationship Type="http://schemas.openxmlformats.org/officeDocument/2006/relationships/notesSlide" Target="/ppt/notesSlides/notesSlide22.xml" Id="R54a17bf802a6484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d2847735b4a34" /><Relationship Type="http://schemas.openxmlformats.org/officeDocument/2006/relationships/notesSlide" Target="/ppt/notesSlides/notesSlide23.xml" Id="R962173ce9000470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48816da2f430c" /><Relationship Type="http://schemas.openxmlformats.org/officeDocument/2006/relationships/notesSlide" Target="/ppt/notesSlides/notesSlide24.xml" Id="Rfe5328d420bc451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9a054ba804ea4" /><Relationship Type="http://schemas.openxmlformats.org/officeDocument/2006/relationships/notesSlide" Target="/ppt/notesSlides/notesSlide25.xml" Id="R32e3659756604ab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4cdfb67b34407" /><Relationship Type="http://schemas.openxmlformats.org/officeDocument/2006/relationships/notesSlide" Target="/ppt/notesSlides/notesSlide26.xml" Id="R61029065119345f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da733d5974b83" /><Relationship Type="http://schemas.openxmlformats.org/officeDocument/2006/relationships/notesSlide" Target="/ppt/notesSlides/notesSlide27.xml" Id="Rfe384621d7c84af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11102887d4c23" /><Relationship Type="http://schemas.openxmlformats.org/officeDocument/2006/relationships/notesSlide" Target="/ppt/notesSlides/notesSlide28.xml" Id="R0b77aa18cef64f8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ab710d11e4348" /><Relationship Type="http://schemas.openxmlformats.org/officeDocument/2006/relationships/notesSlide" Target="/ppt/notesSlides/notesSlide29.xml" Id="R99306e1fe99046a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5a10ed32d4bb4" /><Relationship Type="http://schemas.openxmlformats.org/officeDocument/2006/relationships/notesSlide" Target="/ppt/notesSlides/notesSlide30.xml" Id="R345c547a539e464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a896830934330" /><Relationship Type="http://schemas.openxmlformats.org/officeDocument/2006/relationships/notesSlide" Target="/ppt/notesSlides/notesSlide31.xml" Id="R4c8b8f238cda47f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362d1346e4f26" /><Relationship Type="http://schemas.openxmlformats.org/officeDocument/2006/relationships/notesSlide" Target="/ppt/notesSlides/notesSlide32.xml" Id="Rd2d971e9c9c94a7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b6bfefeae4e20" /><Relationship Type="http://schemas.openxmlformats.org/officeDocument/2006/relationships/notesSlide" Target="/ppt/notesSlides/notesSlide33.xml" Id="R259235f9498642c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0d14cbe834d55" /><Relationship Type="http://schemas.openxmlformats.org/officeDocument/2006/relationships/notesSlide" Target="/ppt/notesSlides/notesSlide34.xml" Id="R26615f43aaaa42d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eb408589045d6" /><Relationship Type="http://schemas.openxmlformats.org/officeDocument/2006/relationships/notesSlide" Target="/ppt/notesSlides/notesSlide35.xml" Id="Rb5d23f8c01f2485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c347cc5804f9f" /><Relationship Type="http://schemas.openxmlformats.org/officeDocument/2006/relationships/notesSlide" Target="/ppt/notesSlides/notesSlide36.xml" Id="Ra7b132ac7c104bd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680a570a04e57" /><Relationship Type="http://schemas.openxmlformats.org/officeDocument/2006/relationships/notesSlide" Target="/ppt/notesSlides/notesSlide37.xml" Id="Rcfd7a295e3d8438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c6e1b75394097" /><Relationship Type="http://schemas.openxmlformats.org/officeDocument/2006/relationships/notesSlide" Target="/ppt/notesSlides/notesSlide38.xml" Id="R3aa8889283854f1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c2b55d42f4321" /><Relationship Type="http://schemas.openxmlformats.org/officeDocument/2006/relationships/notesSlide" Target="/ppt/notesSlides/notesSlide39.xml" Id="Rbaef961964a24c8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0eb5dd73640df" /><Relationship Type="http://schemas.openxmlformats.org/officeDocument/2006/relationships/notesSlide" Target="/ppt/notesSlides/notesSlide40.xml" Id="R6379988ebd6b495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01707fa4045bb" /><Relationship Type="http://schemas.openxmlformats.org/officeDocument/2006/relationships/notesSlide" Target="/ppt/notesSlides/notesSlide41.xml" Id="Rda8e3be45d6240a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f6e929f66458b" /><Relationship Type="http://schemas.openxmlformats.org/officeDocument/2006/relationships/notesSlide" Target="/ppt/notesSlides/notesSlide42.xml" Id="Re95e1de3a01a4c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E5707-C015-420B-BA7F-C15F84E9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67CD9-8A67-40BA-82AF-D32C7466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Fundamentals of Communication: Elements of an Electrical Communication System, Communication Channels and Their Characte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0E965-4DD0-4630-A4C6-7E962507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Fundamentals of Electronics and Communication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1BECE105/205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0E6EB-F475-4A41-84F5-1FB0CB84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4A2C3-423B-48A4-B71E-693E61E3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83B27-16EE-48CF-B677-A1613E63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7474C-1505-487F-AFFB-C48AB7B9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200C2-089E-4735-AE67-49A8B1F1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9C92F-53DD-4295-8624-1C9FFB52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263B6-69AD-44BD-9368-14EED7B5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CF741-0703-4E52-9CCB-FA8CE6F6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B3EF5-74D5-4B65-8758-4B1A70D9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88AB1-666B-441C-B0B1-00ADD4F9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64928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47D462-DAAB-45BC-B77F-21544133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E71BB-5D2D-4EA2-B3EE-F18280C5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97102-D41F-4A24-8BF7-43E13C16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CE845-A35D-457E-9A80-A0A2D1A0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879D2-9657-48AF-AE72-472CAC43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C18B1-16E0-490C-958E-543A7980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777BD-B286-4A33-8B1E-AF70115F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F37AC-7F97-43D5-8B0D-2948E316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7808D-1405-44D6-AC7E-8CED5F05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7841B-C774-43B9-9FE9-A28C5F41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20753-6839-490F-9B61-5812F916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CB9F0-BE76-46CB-9E9C-631C0C3C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0005D-4D9A-48F5-85C4-FBE3CA92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08644B-3226-4FDC-BEB6-20E68C83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64D37D-3B12-4F35-A4D4-9B77E52C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5434000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5E0C7D-E629-49BD-9DEF-C8B69EAB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DE9E7-ABB9-4428-A4FD-24B3A167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E7603-E8CB-409D-AE8A-75C37807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1BDE1-EB66-405E-B0E3-9282E119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E8FBC-CB0F-4F84-A6D4-8AEF7390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CD011-FD97-4032-8416-1EB49E62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27B0D-61D7-443C-A1AA-406B775F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124C5-742C-43AD-A74A-D9981891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A44D0-4243-480E-BAC9-53F3726F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Communication: Elements of an Electrical Communication Sy...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5EF9B-3DC6-4B0E-A1E5-43A4DE36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7471B4-6A3C-4ED7-B849-D41A0A1E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0665C-9BF8-4719-83E9-D92C50A9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Characteristics: Wireline, Fiber Optic, Wireless Electrom...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B1B8F-AE6B-4551-AADF-567A7006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396F6-2EDC-4244-95A0-E3FBC0A1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37550-A511-49AC-8072-539D6F7A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Types: Amplitude Modulation, Frequency and Phase Modulati...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A4173-8742-4BFA-9C16-38745D78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E819FD-E12C-488D-AD95-C8F7E729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29E2D-D0F9-4A5B-B922-3B250DD7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(Excluding Derivation and Spectral Diagrams)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9E7964-C780-49BA-8380-5CB127D1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76123C-B9B8-4B5B-9BD2-BFD402AD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FCBF0F-D499-4AE3-8121-0EE5528A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Applications: AM radio Broadcasting, Superheterodyne FM 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324790-615B-4B5A-8219-E034AA0C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5273F7-18DD-4BD3-B7B3-ED32F747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4113C8-D766-4588-8DB6-E71D5652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Case Study of Converting Analog Signal to Digital Signal...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CADA90-4615-448D-9B01-37322AEE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90C8C2-4E62-4ABD-859F-D372327D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A4636D-0990-4723-929C-CB6DB2D7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Text 3: 1.2, 1.3, 3.1, 3.5, 4.4.1, 4.5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B754AC-0CBD-4A16-A643-A430A245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108204-31FE-4A80-9B47-A7511F39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CBA803-F633-4EFB-8A05-4BF2D046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Text 4: 18.3.1, 18.3.3.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EBA5DD-57C9-4262-9594-2C44268F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E52D9F-2BF8-4137-BCBA-FCDB31E6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632630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4E9C8B-655A-4623-BE7F-9A2241E4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DB8CF-4A35-4BC2-93C0-427FFB8B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BB1BC-FFEF-404A-A9A3-3DC27AD9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58942-9C2C-472E-996C-6E280EAE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52214-BDFD-4593-AB3A-AE8974AF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9C470-901A-4D3C-B782-C12E957B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9EA30-68FE-4689-A9AF-9556475A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245E4-D446-4571-8C03-E0C47FA9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Communication: Elements of an Electrical Communication Sy...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F5FDE-C8AD-4F87-AA6C-3A71FBC6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7B2D7-FDA1-4BC5-9152-FE16AF85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8B48F-95FA-4A86-94B3-773B4076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Characteristics: Wireline, Fiber Optic, Wireless Electrom...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D5C55-641A-4C27-B673-E2408057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CFD29-F86B-45C4-8428-10AFD141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DD9D3-D319-407C-B246-10B179A8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Types: Amplitude Modulation, Frequency and Phase Modulati...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347091-C9D0-4DA7-B477-4761E41C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47A581-36B3-4E54-B783-06E2B1B9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10AE2-F5D6-4353-81A3-583C30E6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(Excluding Derivation and Spectral Diagrams)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BB761-19DF-42EA-805B-198D3206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6D7DB5-5C1C-45DA-9168-E7F0BC42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ED686B-F455-43B3-BECE-36162709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Applications: AM radio Broadcasting, Superheterodyne FM R...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708234-AF0D-4636-B9D0-4D738A01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A7818-1DDF-40BE-B8B2-68B24F10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181AD0-6D44-4E76-9C9A-A7332183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Case Study of Converting Analog Signal to Digital Signal....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DECE84-E45F-4B83-AB98-EA832AC9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497966-AD2E-480E-91DE-A3E10E6B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1D45C8-D4CB-4F75-8FE0-64D751CD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 3: 1.2, 1.3, 3.1, 3.5, 4.4.1, 4.5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A95B2A-4002-45D9-AE8B-4357CA6E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BA4B08-F0B2-44E4-9B78-EB80C3CB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050BC3-AC10-4B7E-AC60-84D9AFA5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382633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E62A8-62B5-4D6C-BFA1-736A747D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821BD-C7B1-4652-A8BB-B72859E8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C32C6-E5BB-4ED8-98BE-4A1291CE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DF74A-E9A7-465D-9698-DD1062A6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92071-4DED-4CC9-A636-89AF2E38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Fundamentals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EC80A-7D0A-4123-B90D-83CA5CAF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Communication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CCEBC-CB86-4788-8993-9832E977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8723C-8342-474F-9DA7-E95D2328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089DDD-4D78-4553-B20B-36AFCF73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Channels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2BFE8-AE3B-4ACF-82C5-A368E47B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Their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04583-3014-4127-84D4-9DF7FD81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Characte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0BC4E-1197-4754-9082-C0B5D075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Characteristics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FB6C7-72E1-420B-B5F4-4B9C4700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Wireline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7D0A0-21A1-4DC6-8CC8-813E90BA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Fiber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62631-8E07-42B4-BB33-6CD763F9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5E3FE-3464-46F3-9F07-5925D9C1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4791147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C6A4FF-E3AB-4323-8921-1CAD86EC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56B5B-D561-4F2C-A854-5BB0F254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A9967-F511-4223-B352-E0ECDE9A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B8932-1C03-497B-9281-8E692F47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8597E-8CBE-4CCD-A373-481F40C0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Communication: Elements of an Electrical Communication System, Communication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5D8E0-FFAD-4329-ADEF-E46661DF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Communication: Elements of an Electrical...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545C1-A6CE-49F3-BEED-4C48BDAB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79D13-AECD-416F-BC00-5D1B41DF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650ED-1C74-4FF1-96F3-0A2CFF66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E405D-A5FA-4DEF-83AE-1FE3C046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4CED2-E515-4C7D-97F6-34D7DF0B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F33E9-6F17-433B-ADC3-B92F940D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A1F40-53E7-4B40-A9F3-21C55ED5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B11D2-7108-428D-BF14-444EE369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08586-2F68-4235-891B-08849DCF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755A32-5732-47F7-BC5E-20472CF3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317072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20400C-7B07-481C-B712-5E9AEB59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90EEA-2B3C-4721-B66C-765C14C1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C3688-2DB3-419C-9B3C-0F274D59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2F69A-D42D-4A85-B716-258FA5C4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91FD8-2325-4BA3-A5E3-45385620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66946-198D-424C-AB79-7F4F170B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E5271-14A1-4213-A4DF-C90613C6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35F65-37FE-451E-8C74-2A61D42B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43E01-3289-41CA-A90B-F6BF8B34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Communication...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37F22-100A-4D66-916B-8E540E16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4E35B7-5A64-43DF-A341-D22D1836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EF7FF-624B-4B22-B6B9-A9C5EC4D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Communicati...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F5FAE-57B6-4ACA-911C-3FDF7974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F7352-E5D4-4E9E-B10E-9A2D1049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EE387-D1E8-426A-A1CA-6FBC5411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Communi...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208149-8EA6-4BC2-948C-B629FC5B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D4AA24-5439-43A6-AAF6-87560ADE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972B38-5838-4D5D-8948-A5D76BBB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Communicat...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A3E0BA-3096-483A-9E13-0BACF170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072819-BC6F-4AA5-AB4D-26B98B86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1099D9-7E40-4DC8-9B07-06C42B26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Communication:...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1BC22D-4BCA-46E8-93F2-F7E4129B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07DDD2-BF55-4E69-A11B-7CCD24C0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39015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0C8245-0958-4EC8-96B7-C9B473F4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9AA9D-465A-47AD-8011-0B7A3C52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86145-6181-47FC-9E0B-5EFE6542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CF9F4-126E-4CEC-B01D-68133067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21693-1F9F-498E-8BE1-3941596D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014DA-21E7-46A5-94E9-24B57D85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DC916-44A5-44B8-9BFB-DA92E198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259C5-1D98-4BD9-B5A5-37F984CC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33D0B-7B4B-4618-8080-F78BB027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DB66B-B361-4FF1-8B9F-A6CD5BF4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5B663-2FDD-4B50-B9DC-2D78C30C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FC90E-2386-4EE2-9346-03B16207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0D3DA0-EC5F-4BBB-96EF-1E0F9F76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435F5-2725-4D2F-8A6E-33A6BFBF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F7612-981E-4D4B-99EE-26AE7C5C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1229811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CBFE6-D71F-4651-B2FB-08D6E417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8DA77-5E3D-40A7-847E-3056D339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0FF1B-74E6-4F15-84F8-29A22742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D0939-6F35-4B8F-AA49-E4E48DB3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62C9E-36ED-4162-8F6E-FEC7855F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25DBC-3628-4E80-86BF-C8394E0B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Communication: Elements of an Electrical Communication Sy...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DA37B-66A0-496A-96C1-BC8C1BDF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6C3D4-31EC-4867-AA5E-F6F809D4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4ACBD-940C-424A-8CEA-15197F3B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991DC-7529-44F7-8832-D38BD71D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BAEBD-96C9-46AC-BCAF-72617C97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883691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4B6374-2477-4112-885C-0E2121FD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2B62A-5587-4987-B683-8C8D4CA3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66AB1-4D7F-4E30-B51E-84ACE05A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53317-49A3-41F6-B04E-722AAFA7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A7145-2AAF-4686-BB69-DBFA0FBD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Characteristics: Wireline, Fiber Optic, Wireless Electromagnetic Channels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A9E5F-4A39-4C13-BB64-7B4B5894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Characteristics: Wireline, Fiber Optic, W...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B314E-5ACC-47B7-8A9E-30549938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41307-3661-4320-AE82-1D4F4D89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DC186-EE11-4F26-A58E-857544DB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B6953-0622-44E4-849E-7040937D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E95EE-FDDF-47C3-BDC8-008424A5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B1579-DCC7-46F8-BDC4-35D345F3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74904-76F8-4897-B0F0-54099FCC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FF39C-4BD1-4B92-B018-2A9B194F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DAA6A-F769-4528-A799-756E53AD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D8974B-C140-4705-A858-5E51F764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169608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5423F3-64F1-4CFB-BB9E-2DD6DA7B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34AD9-7AB6-48BF-B1C6-E657932D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6439E-4367-4171-9F6C-8FD33810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F11FF-6792-473D-BF3A-60E51E06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BF0AC-5C3E-47E3-B298-23A23CF7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37B53-5259-4D97-A7A6-943B6179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5EB23-9D6C-4A41-B833-A887CA78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62193-7DEF-4D4A-B81D-65C5AD79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6A512-CF00-4B3C-899E-1737547E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Characteristi...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D48C5-F655-471D-8A29-CBE0610D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FB839-E516-4AA2-8164-4AD51C4A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D79F0-644E-4502-8EFF-B3F67BA1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Characteris...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02A769-6A19-4BF4-8CED-220B8A66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0781A-8B70-42FC-A9EE-E25076EE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FF205-8161-4C3E-99BA-39DA9386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Charact...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EA85C-B517-4D8C-BAE3-21D99EB2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B3EED-4E64-482D-A663-A28E909E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D9DB26-9704-4CB7-95A0-09014BB4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Characteri...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34010-84AA-421F-8EB5-868421AF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741A7D-BA77-4841-B2AE-E83B2B7D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37DDDB-6E14-4972-A3CB-14DC3C46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Characteristic...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54CFFB-ED3D-4924-AC20-FE2D70AA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334CFA-5E80-471D-BD74-9322C324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1677593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88E1E-DF70-4006-A7CB-DBBBB8F8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C9917-D32D-4EF7-BDCB-4262E45E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13154-EDD0-416B-A3C2-C0F3C0E0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83F10-3BFC-444A-86C2-1CAA4D4C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A54F9-F9E8-4A38-9C34-54D367E6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0F5F1-1906-4F9D-8947-8FD849EE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4CC16-CC79-4CB8-86B3-661B2D68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0793D-3772-4574-8984-80613ED5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4FBC5-ABB4-4C4D-9BEC-133E1CD0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E9111-B450-4BF8-B036-B27AFAC7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25C99-3110-49A1-84E9-C1AFFEAE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A6FC5-A7D0-49E3-9601-2C130802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55F80-19B5-4CCD-988F-1851B235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2D79B-41F9-4AA0-837C-3295307A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5EF7E-12B9-4CE3-984B-3DB65C8A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4250433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BAD2A-D870-4743-B241-F9A66EB2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FA54E-09F5-4D37-91C0-FC78AB1C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04460-9B6D-4068-B175-204B5E1F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9D56E-45B9-42B6-AEF6-F985A7BF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0974A-6F17-4F1C-A517-4E148C5E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B9DF1-528F-4FD6-A230-D4E85208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Characteristics: Wireline, Fiber Optic, Wireless Electrom...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8BE3D-0D78-4829-937D-E42EEEB3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54AD3-5782-4038-8029-23E23AED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16366-50A5-4A5C-BA99-67255DB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B9829-B1DC-47B7-A615-0CD43B62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12375-2D84-40A9-965B-772D5AC7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4485140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35D10E-FB11-4D73-9EDC-DB488622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88814-1107-4BC2-BAE4-98A4EFD9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5809FB-D957-4571-8424-22C6FFF8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E8F03-D688-41EB-ACD6-65177E1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B2589-10D8-491B-A5F6-B2513C7A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Types: Amplitude Modulation, Frequency and Phase Modulation, Waveforms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F9D57-1375-473B-A415-7DA8F12F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Types: Amplitude Modulation, Frequency an...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16BD4-57AC-4FB5-98D3-AAE85EEF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A624B-34CC-47EC-8B16-25EC59B5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E088C-9D83-4707-B5A5-812CF51E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6A98A-FD07-4835-90BE-5D462734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DAEC0-0591-4B02-AF13-68C984C4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AF069D-9673-490B-8CC9-77E314F3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9DD63-11FF-4A6F-9CF1-5CF96996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70074-BC69-4D88-8186-3BE49355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7D24FC-4CE8-4973-B772-0A1557EA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2839E-0C87-4DD0-A635-179FDFC8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099437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6C3535-6CC1-416C-9F08-18618AD8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5ED80-1355-44D6-BBEF-07DDE3DA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61578-8687-4105-B295-47FE164B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C237A-4230-4407-941D-7A15851C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CCFA2-43C9-421B-8C19-2B3D644D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ECBD3-3BB3-46F5-B0EB-6CC767AC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6AEC9-5370-4B80-9A06-A40A9B85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0724B-5B59-473A-B924-990FD3F0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1C448-A09D-4661-84D1-1B74F5E3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Types: Amplit...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52941-6E7A-4500-89A7-34598EBE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EBB25-2888-4D71-A685-5721D75D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F8000-F1D3-4E44-8C93-3DEDE64D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Types: Ampl...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EE734-2965-4CF3-8274-C32B571B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D4F43-D14E-4B75-BE10-8048F5D9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12575-5E34-4F65-B106-D0C2E5C5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Types:...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39157-BA9D-4FB1-BEAF-F8C3502A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DBAC8B-154A-4559-B435-143F0108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55411-9719-46A6-B04D-6D4915C6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Types: Amp...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B371C-239F-44BD-BB63-2F55EE0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E6FFA2-418C-46F3-A396-31A96D78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BF7FEE-78CA-4076-A8B9-740AEC83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Types: Amplitu...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73419-3F1B-42A1-A4EE-7BBC118C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93DC04-A39C-400F-99AA-57A295C1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536364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9BD0DF-2D28-4B25-9B29-9C5C6CBE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0E8A1-DAB3-40B9-9B2F-F674D784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6D687-0B2E-4899-80AD-CABD95CA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827D0-6D11-4948-9BDF-D11708DB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6E78F-CE87-4F8B-9925-4F71B6A8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B5125-9AEE-48CA-B720-287A16F4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A7270-D0ED-49FB-8351-96EE4599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1BFD5-59BD-40CC-A783-D6FFF6A3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A4920-DD41-4823-89E2-846604C7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9C5FB-274A-47AE-8FE8-F14DCF00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5E949-E1BB-4F38-90DE-AD9E4CE5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D48B1-20FB-48DD-9170-9F8B4587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34766-EC12-4805-9A66-A5AB1DAF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787F8-E685-4AE0-B8D7-C7D97979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73A284-7744-4F46-B5B3-99D62555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4385972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723F5-50DA-4F62-B65C-B2D27E15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0B0F2-F0A0-4A57-A7DC-5E805924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12626-CC91-4671-8D9D-91A3D13D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F08A5-A906-4AE6-9DE7-AC2119C9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514B8-78B0-4392-AC65-F9F86C50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25A61-FA8C-4612-87FD-2F01B39D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Types: Amplitude Modulation, Frequency and Phase Modulati...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29308-FAF9-4EF6-B266-F8A893F2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B6F32-3DBE-46CE-9C3B-34204729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8F4FF-ED29-491F-867E-AB1FCE9D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12BE0-C4E0-4016-946E-E9276A21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965F9-6DB5-475E-A1E7-677FED26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1600723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F760C8-129C-401F-BF11-6A69B70F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E71C8-8B6E-4B7D-859F-B109D541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627E6-8D0F-42D3-A0DD-57F5B843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6FB49-4746-4141-87E6-E711472C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A8389-C3D5-43E6-8CDA-106DE74C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(Excluding Derivation and Spectral Diagrams)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57FAC-D6F6-481D-ADEF-B990357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(Excluding Derivation and Spectral Diagra...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BCB68-87F5-47A9-9203-EA86E51B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3D2FD-FEC8-4B0D-A045-475ACF42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F080D-DD4D-44C5-AD6E-4E577059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1FDD6-D0A3-47BB-A461-44C4106F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AA43A-EF3C-473E-8DE9-6A9ABB72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6F2D9-EFAC-4686-8C00-C6035B17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E9B95-FDBE-4C9B-97A8-E0682E46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57CD2-A5E3-4789-ADEA-3F90572D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47CE9-7490-4903-BFF5-2DB11BEF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88E1C-A8EB-4D71-8A2E-A5E58076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941991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C67FF9-7C4E-49F5-BA17-037F4A3D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00CFD-49F9-4106-B572-E6EF6770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2ABD6-6EA2-45DF-B9E3-73800B32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CC5BE-9BEA-4413-898A-53CCD89D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EDDAC-B214-49D3-83E7-305E959F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32B93-6149-4967-B0AF-C29280F6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F5937-7161-4534-A6E6-00E20EB4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332EE-A8C2-407C-9E91-88741BF5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D7ABA-83E8-40D9-AF6F-C6783D0E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(Excluding De...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3C610-2E56-42EA-AB7F-11936469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71871-99BA-4915-905D-62FCB682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E8AE7E-A197-4913-8752-7F77D607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(Excluding...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23FE8-E754-4567-91D8-92A1E3CD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5436A-4832-470B-B314-1E85EF64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F0FEC6-4C8F-4C99-80CC-4D2274C0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(Exclud...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916A0-9694-484B-B7CC-E1381701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6F327-2670-479D-8D00-92A6958B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496A0C-C78D-4512-A339-4104693B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(Excluding...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286D9-571C-40B9-91F4-067C167E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38432E-24F3-45CF-8C2C-216436B6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381019-CF0A-4EA4-A5E7-253C3DA2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(Excluding Der...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854A37-1348-482D-85A1-68C702D6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FE956C-EBB3-483D-A2BB-5FC5DB5E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3856810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ECD75-A620-4AD6-B29A-10194FA8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E4BAD-5A11-44F5-AF2B-C33B948A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EC177-06AB-488D-89A4-D635FA5F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B71AF-CD03-468B-803A-71C1F490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A514F-8273-4F5B-A63A-673B849B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129D7-B52E-451E-91F0-88B9E75F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ACA4F-95F3-4195-BF53-88014C9A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751AD-0AFA-4A5F-9BE4-77CEB7B0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496CC-0F76-4C30-9384-5639511C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CCE43-F22B-43CA-B8AA-FCC42DD0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3A257-6AE7-4BCE-BA43-FD954D54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5AC76-5B56-4AE4-90FC-A745EFE3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6314B-C7F8-43EA-95B9-AC46D214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6D721-E452-42C9-B9E1-EC2B31F0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2B381-F1B2-45B7-BDC1-470A58C7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4566564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71CAB8-BB9B-4F0B-B171-66215A57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3BBE5-2290-49BD-9A20-0A16FBAF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CE415-14A2-4646-A844-13E48EC6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4019C-FDC7-44B9-A264-623E1C0C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EFF44-7215-4098-AF4F-3D640C77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5F75C-C778-4609-A076-0F567C11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(Excluding Derivation and Spectral Diagrams)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438A0-985D-4EA0-BA17-23F207E0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BCDD0-3CD4-4AED-9A58-08B74F8A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35D09-DA2B-4D49-9FD1-237F8741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2B3F6-0A6D-4C0F-B4DE-A7279238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63F1B-B858-47C6-A6E3-AF8F8CFF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46354103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124C6B-E466-478B-8A19-A9BB0385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DCC20-F83F-4C1F-81AE-0E67EB7E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B4F86-8B87-4EAC-A110-F64BF590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FA0C4-29D4-4748-96AD-0B8D457F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491C2-F78D-45B6-8CE7-CE732A98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Applications: AM radio Broadcasting, Superheterodyne FM Receiver, Mobile Wireless Telephone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4E7F9-579D-4E9E-AA06-C18E9372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Applications: AM radio Broadcasting, Supe...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7927A-6281-43A3-AAF4-8AF70D79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16DF6-520F-4A3C-96A8-F274754A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2E583-335E-4AD7-8E4D-BFEA1473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2AD35-F9FF-472E-A895-DF2969F4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C93E3-EB11-4326-AC27-D2A588BC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26F5A-2D64-4064-8CB5-DB4D5872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6BDBB6-44D4-41B1-BFC6-08EE7A2C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05FC05-6829-4AFA-908C-986AFEDD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5AA8F-8409-4A39-AF49-A63FE429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C1D60C-4554-472B-BBE5-67600D0C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7717789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699ED1-0FF6-486D-B35A-F41EB573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8413B-656C-4936-B7E7-26C5FEC4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CB088-C4BA-480A-AC2F-AD35B2CC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715B4-86A2-4A86-8D49-01B13E2C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5532A-8644-4DBC-B7B3-5A07A7EA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17DB0-0BA2-4BA9-B0BB-906F0FF6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32962-F7AA-4E9E-A6D9-8DE54A10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DF949-6D9F-47CD-8677-27453EBA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D14DF-5269-4F36-A5B5-88B6125B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Applications:...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90983-2AE2-49BD-A70F-B1ECF12E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401F2-9788-417D-BD34-47C80F1A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2847C-CF82-4D48-86DC-E37CAB61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Application...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9D1C32-A425-4F52-9535-EACFCC4D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A8A47-2E97-4E96-9D9A-E9921569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602CA-EA5B-417F-A1FF-8F73C140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Applica...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92165-C840-4F51-9DCE-27BD47AF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64571-1504-47F6-9412-4941FF46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98443F-3FFC-42F5-94C8-BD501E97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Applicatio...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2FE2F2-F56B-4351-8730-1AE9D6DA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F30D35-FFC8-476E-B740-3734CD19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423D3E-65DB-49C7-A09F-43610FC1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Applications:...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E419C9-56FB-42A2-B399-17265502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DED1D7-8AE3-4360-B281-868E7072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39605408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BA3F31-2F7B-4A9A-A57E-8DD3B8C0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70155-22E5-48D3-BA2C-90C40928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4B75C-6802-439C-B064-38C0855C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9F43F-4046-4AB6-AE5B-CC33861F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F4A78-6BD5-4200-85AB-BEDB1558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5EB35-FB24-464F-B4D4-E6177C68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A487E-39B7-44A7-B75E-43659759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B92A6-EAA2-4484-B113-7904E318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24D1A-FB1F-471C-B62B-1E96058E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4EFBD-41F3-409B-B2CD-FF6BCE25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7E1A7-350E-4652-B82E-DEB4CBA3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5DB38-65F9-4C45-9E03-777434AA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2BD6A4-64E0-4B4F-B3F2-5DBE7656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0336D-F254-4A2C-B60F-51789CF0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297F76-8FAC-4E6D-BDE7-F0644EBB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8074156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A02DE-DDE9-45B3-9423-EEA8A1E9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5106F-0B98-43BB-806C-5349E0B4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D650D-735D-4DB9-A3E6-2DCCE755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F7082-F597-43FE-AC2C-EB77EC21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8C756-EE67-4EA1-B861-243E2E2A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E6BB0-EEC7-4222-AE07-97BF9491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Applications: AM radio Broadcasting, Superheterodyne FM 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51C06-8820-498E-A4EF-83ACAB45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BC490-673E-4D45-998F-49972B10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A2B8D-F699-4467-BDA4-9CEA4F95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0ED5A-9377-4E75-B67E-BF86CB6C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4327E-5DF1-4790-80F4-FB0DB6D9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88994739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0C51F5-F9D0-4C13-8874-90101918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F7935-1C5B-4A77-BE0B-099C4406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DC112-2D29-42A1-B45F-A2FCE6AE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81FA7-14BF-4406-849C-9F768A38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FE740-0666-4460-AEEF-3147BB6D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Case Study of Converting Analog Signal to Digital Signal Using PCM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24158-D16D-4871-A356-94704357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Case Study of Converting Analog Signal to...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D227B-69A5-4652-B463-0291889F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C2224-5B6B-4946-977E-0533BFAA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6CF02-6098-4451-9D25-FA81B8DD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EA08C-B5A5-4471-87BA-17077EBF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E6526-7DBB-47EB-839C-1E73A7F5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9E393-EAA0-4C61-8445-A0AD2513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73EE0-1609-430D-A9D0-49690E1B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211CC4-8381-477E-8F0B-3FC6B4B2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3BC8E-2B42-412D-9104-0AC95440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41394-307B-4BB3-A7F8-9DC2FEBA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39496141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67A159-E591-4D0C-B481-5F187CB7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287C9-2E99-4AE9-B807-10947C6C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C6539-9373-408C-A161-D7C0F225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6060E-E65C-47FC-8D89-4A13ADC4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0A48E-2CAB-4DF5-8400-BCE139B9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AFA3C-CFFF-49F9-AFDF-098EE2D6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67410-1C5C-4F5B-B412-C73D7D67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B4979-B78F-4E70-9032-645FC01D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24950-0B44-4BBF-A433-F895C9ED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Case Study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3A844-BD0E-4125-B4AB-ECD5975F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CC127-4F67-439D-8972-73D7BEE3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E7148-04BD-47E2-BCD7-B80C9BA5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Case Study...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64B35-79FB-4430-AD21-ADE72941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B52384-F4B6-420B-9022-2D1E245D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DF508-6AB4-4A8D-84A9-40409342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Case St...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1C6C0-4159-475F-AC25-4C54CC51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143C6A-2370-4F33-AFA5-B41728E4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ADD118-E4AF-40A6-BBC5-5980A351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Case Study...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557626-33E6-4748-94EB-0EF6E339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4BBE97-F36B-40B3-B3A0-9C3D010C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B05821-338D-424F-BFF4-B7374133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Case Study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4F63F3-C103-43E2-A9C1-0D51B6A2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86F1D-E235-4BAE-BCDF-B012C8E1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39774256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11095A-64E3-4058-8DA8-37E865F0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3D0E6-012A-4AD8-A114-B71E6B84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F53AB-BDDD-414C-9B82-E53F54C0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CC5BC-BD19-4769-8D3C-11438A3B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7C9A7-0A95-449D-AF49-44D7F45D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A44CE-D296-42F5-B74D-32D8DA4F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9F18A-5EDB-4CAF-B0B8-19E4DF26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FB64D-BC23-44A7-962A-1D17F131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C15E4-397E-416C-8BA1-79345274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D6303-0EE9-4BDB-9B76-58BF8DA6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85E57-55EB-417B-ABEE-D9DB0E10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E237F-EDCA-4A17-A575-A96035BA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C5F4E-EB19-4876-B710-D8A16A2C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3CEAD-36A6-46F1-9555-8B4CE4E9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3E0EAA-9DA6-4D7F-84B3-124FFD84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626216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793E4-CF59-4D52-A9D2-5C4D0846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D48CF-A443-4B8E-AE6F-36F0B527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00798-65F7-4EF4-ABD4-33F60116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CF2EE-6F94-4EE4-B353-50888F86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7FFDB-677F-40CD-ADC0-BCE32AA8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5096A-742D-4509-A842-806DA968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Case Study of Converting Analog Signal to Digital Signal...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EDB6B-48E3-4AE3-AD7C-22E64995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BA280-D528-4BAF-A660-74A304F6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9E800-1396-4148-B9F3-4B40179A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1FF7A-635B-46A1-BB70-D06066E2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3B754-94BE-4DC6-84DC-EFF7F9FB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77337737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CF22E-3F86-4565-9905-B062CA51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444F9-8329-45EF-9273-925A21F8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57AB0-AB22-432F-9922-4B2CA903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F38CF-BE33-4265-91BC-FAE268AF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9F169-470E-44B7-B3FD-35B5EA86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Text 3: 1.2, 1.3, 3.1, 3.5, 4.4.1, 4.5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75BFD-446D-4450-A80F-49A4BEA7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Text 3: 1.2, 1.3, 3.1, 3.5, 4.4.1, 4.5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7F922-DDD1-4E65-8873-2C2C36EB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D2B8D-0049-4A1B-9404-7A616F5F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7943C-459E-492A-BD31-1EA2D601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29AAE5-0F79-4CCE-B6C8-817A56FB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464612-72B8-4DBE-8004-7A1784F6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B6029-7A03-42C9-B0FB-18CDBBF0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853C1-1433-4DA2-A8F3-F3A196E5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933D8-C647-49E5-B8B8-18EAC388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2EF77-9168-427C-AF5E-0D1CCAA3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7C382-5964-4065-8963-CF6043C0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93151274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F6B132-7DAB-4568-A1EB-8F64AEF5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BC0AE-C51E-41E8-91AD-9D6D6BAA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66FDA-1725-4E35-B519-516FD783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E6A7E-5E8A-4A01-932B-9FF6A05E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D6353-7F5C-4463-8B46-F25033D3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A5521-F8B5-489A-91CD-5E2D589C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ED00C-99E5-4901-91E3-0407ABC1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AA453-C269-4511-80DE-EDF7D8E5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E23D9-D6E3-4600-9F9B-147DCCAF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Text 3: 1.2,...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7F6FA-AA33-4697-B856-E2F179B3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04E8C-E401-4E5A-A5C8-8D38C848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D3377-A521-4464-AF86-BEC8F9D5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Text 3: 1.2...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98747-75AB-429B-9890-DACA194C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32953-4D3C-4499-B4EA-9621B9E0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A56D5-FCD8-4FF4-9F98-F4E7D5E0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Text 3:...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A9446-E4DF-4FE4-949D-10EABCBB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D9C38-1270-4A5F-932E-23A6B2E7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F713A2-B45F-4803-B5B3-DC1E53BC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Text 3: 1....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723F16-D15F-479D-8D9C-E780A317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2A197A-E423-41A1-B092-AADB95C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9736F4-9386-42B3-A9B4-84EE31C3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Text 3: 1.2, 1...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B4EA24-3C8C-4692-A690-EF16233D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1E8902-D302-4B26-B762-307E5B19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86561122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D0B9F-50A9-4839-9D66-8B262823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236FD-024A-4A5F-B680-5D6E9978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AAB21-126B-4D15-84A5-94B7B238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24775-A8FA-4FCA-AB20-DFC5EA67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5B378-305B-4C1D-91F8-71C6DCFD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94796-FD29-416A-A9A9-D38E1C50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0653E-AAB7-4299-91AE-01723C81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4487F-B34F-408E-ABE1-0CA762EC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1C09B-5BD8-4C1B-9081-CBEC591C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90FD5-99FD-4A60-8237-91006439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882EE-72BA-4508-9F9F-B9F1B0A1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9506A-0CA8-48BA-A476-02DC3CFF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1A931-D252-4EEF-BE95-4208B6B3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00594-2874-4815-8818-2872F8B9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6D4653-23F3-496D-8D03-4A046C4D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49450961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ED293-EBB5-4B48-8494-2DADB641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1BD83-0E61-4CBE-9535-4671C15D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74926-9EC6-44A6-AF40-AD4CBF38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82CC6-FE31-474A-9C17-F9AA6F75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628C8-D89A-40A9-9268-E1DC167E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1DA51-ABD0-41C3-BCF7-9350573C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Text 3: 1.2, 1.3, 3.1, 3.5, 4.4.1, 4.5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8CA9B-87EE-48CD-88EA-3CD47681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C9123-978B-4721-B8F0-E0953075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2227E-0081-4542-8C95-A832CFCD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9397B-39FC-49C8-A9D7-7E771A2F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60515-8568-43C7-8C1F-8E99BD74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7695990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DE1D80-1383-4AB3-93FF-E7DA46E9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38E56-AFDE-4B55-958C-4D88C185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46954-906C-442E-AAA5-D97789D8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D43FE-0CE7-4D65-ABF4-8881C1FF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D556C-2CEC-47B2-B4DC-C432A366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Text 4: 18.3.1, 18.3.3.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1D4DD-FDEB-4675-AF8A-8A026944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Text 4: 18.3.1, 18.3.3.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8754B-F1D8-4D9B-9FC7-FF0A942B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D992A-9E23-4A9F-9CAC-F16E0B25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A3013-0632-42C0-AB53-2AC68290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279C4-C8CE-47D3-A167-18580FDC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3E36F-5C2E-41DA-A366-2F8474BA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C739A-65DA-44AB-BA63-E2797B1F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969C3-49A4-41CC-963D-C498531E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E0B13-06E7-44CE-8541-571EB28E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C54CC-8926-4DED-B795-BC3504DD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CA4CF-1921-4A5D-BFF0-09F19D3A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41011685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F2E768-F50A-49C5-A19B-47A436B2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107BC-B77B-4064-8B03-506C51CE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FDD24-B7B3-417B-B3C2-F67C4239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2C7A0-C2DD-4AC7-B458-653BD9F6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00354-D6EB-4050-8F80-C4C89EB7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6ACBB-6766-49AD-A094-4F372CBE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4FAA7-10AF-4268-9A0B-6F03396B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7EBC6-2C9F-407E-A9B1-9C0F89B3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2E7C8-8533-4FEA-975A-8B0E3933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Text 4: 18.3....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08D7D-1B35-4731-BDB0-72F49CF6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CA911-A252-4A7A-BB47-67CD9656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08881-5102-42F3-8438-07B31C19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Text 4: 18....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437EE-C844-4350-BDDF-42A18229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0AC27-B01E-48FC-975D-27E3BAA5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0099E-2EB3-40C2-9CA5-690379E3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Text 4:...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3C120-4026-4CAF-9C24-09363247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1A571-0EB6-423F-91FC-34FBBE58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095B1-C37B-428A-AEE5-1C4CAF12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Text 4: 18...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0C9DA5-19DE-475B-B68F-572A61CE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F76586-692F-4F5D-A1E2-D677339C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01930F-4574-401C-8680-6DA4CFDB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Text 4: 18.3.1...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D1DAC8-F11D-4DB7-AD0D-4D20AF0D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FF81C8-DEA2-4F2C-8935-1F9A2BB6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9996387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77E59F-2BC7-4630-91E8-A1528949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6C6ED-22DC-453C-BDBC-267BABD2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36C13-2779-43F4-A17E-8A2C8F94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0F70D-D1C8-4676-82D4-D3186C24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B6B5B-03B9-4E62-87AB-1C5679CE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73101-89B5-4F40-A4EB-464ADFCF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B0001-830E-4CEA-A38B-5EA4570F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3734A-E38D-4562-BAAA-B34DE2BD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A8FE5-19CD-40AF-95AB-81182BDD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DC020-548D-4CB1-9F40-75ED3086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C5F58-35EC-439A-A51E-9B5076F4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F8EDE-A12F-4094-87DC-1B3E9EC8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96DB4-5B97-44F1-A72C-72554A82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DBFF5-722C-4BF3-9B58-4CE5CFDD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574ED-1E48-41EE-9C4A-54EA526B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83971889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EA6C6-CA90-4CAE-A933-4E9F81BF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243D6-F35A-42E9-A521-1D2C5E13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BC67A-B855-4E8D-B073-CC15856B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95BA5-4EFD-4C6E-B484-4C336158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9210B-A740-4CA9-B2D5-2485F993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9B4D4-D5E4-4FCC-A190-FAE44D32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Text 4: 18.3.1, 18.3.3.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28DAA-2415-44F6-AFC8-F652BF4C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102F2-4AB8-4750-8F94-460B47DD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5ABC9-8F4C-446A-92E2-0435E30A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34D82-7F72-4C3F-B2D1-90E9CC2D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E4571-F4E4-4319-8124-F0F6A94E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86109724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B065E-DE39-40B3-9EE8-8EAE4B90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54D0C-167E-4863-8060-E58CBD48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BC68E-CF21-40FF-87EA-53AFFD18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5D0C4-A2E9-4BB5-82DE-AA6DE6E6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D1ACF-A226-499E-A421-7C7C9920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2576A-49BA-497C-A907-53358F7C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16620072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F968B-1B95-42BE-8C6F-50BD1987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2D187-E9E0-47BF-9D4C-FCC1CE28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99A22-D1C0-4446-B9B2-83865E95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6FB62-FD52-4738-85C6-24B27B3F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6E5B3-2D24-4DC0-AA96-3BE6916B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Fundamentals: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Communication: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Elements: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Channels: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6FB2C-75F8-4554-9D0C-246CE5AF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55160962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CF0E9-CBDE-45FF-A31A-6876B0A0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814FA-7766-498E-8783-AF367C1A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6E9D4-A13A-45B5-8541-ABCAFFC7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DB37C-17FB-4C84-8981-04545655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8DA1C-86DF-4FB3-ABE6-8A373999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0DFF2-F7C4-4E8F-97B8-FB0D81E3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79651689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81050-300B-4D04-B350-ED05B0E3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3BA94-9D50-4BB2-8958-F52428E0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7028E-64C4-4175-BEDB-681E20D9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5E145-ED3C-41BE-9201-56520720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4D923-6148-47AB-A4C3-EAE6CD4A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27560-4D3F-4896-BF6C-D0920126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37696044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35687-83E3-4406-B2A7-A53E1D05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ED7B7-56B7-470C-9941-C93CFE40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4C770-65AE-4B43-B9FD-7609CC54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F7E54-20DA-48CA-AAC2-779208D2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DB623-7A58-4781-B0B1-897447BA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Communication: Elements of an Electrical Communication System, Communic...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Characteristics: Wireline, Fiber Optic, Wireless Electromagnetic Channe...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Types: Amplitude Modulation, Frequency and Phase Modulation, Waveforms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(Excluding Derivation and Spectral Diagrams)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Applications: AM radio Broadcasting, Superheterodyne FM Receiver, Mobil...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3C11B-CAF5-4FDC-946B-8ECC1B3D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96BE9-1998-4862-9456-8134D046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16578-F859-4A2E-A337-2F697D67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831628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2026-08-24T16:02:38.9090000Z</dcterms:created>
  <dcterms:modified xsi:type="dcterms:W3CDTF">2026-08-24T16:02:38.9090000Z</dcterms:modified>
</coreProperties>
</file>