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da5665a6824eb6" /><Relationship Type="http://schemas.openxmlformats.org/officeDocument/2006/relationships/extended-properties" Target="/docProps/app.xml" Id="Reeaa628116354953" /><Relationship Type="http://schemas.openxmlformats.org/officeDocument/2006/relationships/officeDocument" Target="/ppt/presentation.xml" Id="Rbea0da682ce04d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aa9c4ebccb4cd6"/>
  </p:sldMasterIdLst>
  <p:notesMasterIdLst>
    <p:notesMasterId xmlns:r="http://schemas.openxmlformats.org/officeDocument/2006/relationships" r:id="R0e5288839b874a14"/>
  </p:notesMasterIdLst>
  <p:sldIdLst>
    <p:sldId xmlns:r="http://schemas.openxmlformats.org/officeDocument/2006/relationships" id="256" r:id="Re99dfa55d84148d3"/>
    <p:sldId xmlns:r="http://schemas.openxmlformats.org/officeDocument/2006/relationships" id="257" r:id="Rde249e5110864dcf"/>
    <p:sldId xmlns:r="http://schemas.openxmlformats.org/officeDocument/2006/relationships" id="258" r:id="Rd6b029dfffec4202"/>
    <p:sldId xmlns:r="http://schemas.openxmlformats.org/officeDocument/2006/relationships" id="259" r:id="Rada1295708984145"/>
    <p:sldId xmlns:r="http://schemas.openxmlformats.org/officeDocument/2006/relationships" id="260" r:id="R96346a3689064d88"/>
    <p:sldId xmlns:r="http://schemas.openxmlformats.org/officeDocument/2006/relationships" id="261" r:id="R095d420e049d47a9"/>
    <p:sldId xmlns:r="http://schemas.openxmlformats.org/officeDocument/2006/relationships" id="262" r:id="R38290b5a95454c9e"/>
    <p:sldId xmlns:r="http://schemas.openxmlformats.org/officeDocument/2006/relationships" id="263" r:id="R9ef6f9a317c648b5"/>
    <p:sldId xmlns:r="http://schemas.openxmlformats.org/officeDocument/2006/relationships" id="264" r:id="Rb36982ce171c430e"/>
    <p:sldId xmlns:r="http://schemas.openxmlformats.org/officeDocument/2006/relationships" id="265" r:id="Re96d312f098b4055"/>
    <p:sldId xmlns:r="http://schemas.openxmlformats.org/officeDocument/2006/relationships" id="266" r:id="R1b1074e7599c4216"/>
    <p:sldId xmlns:r="http://schemas.openxmlformats.org/officeDocument/2006/relationships" id="267" r:id="Rb0093ee428bf4546"/>
    <p:sldId xmlns:r="http://schemas.openxmlformats.org/officeDocument/2006/relationships" id="268" r:id="Rb00abe47e2984c66"/>
    <p:sldId xmlns:r="http://schemas.openxmlformats.org/officeDocument/2006/relationships" id="269" r:id="R8c039dbb7f1c46cf"/>
    <p:sldId xmlns:r="http://schemas.openxmlformats.org/officeDocument/2006/relationships" id="270" r:id="R3fb011eff405452c"/>
    <p:sldId xmlns:r="http://schemas.openxmlformats.org/officeDocument/2006/relationships" id="271" r:id="R792570447f594af3"/>
    <p:sldId xmlns:r="http://schemas.openxmlformats.org/officeDocument/2006/relationships" id="272" r:id="R44e194688a274b33"/>
    <p:sldId xmlns:r="http://schemas.openxmlformats.org/officeDocument/2006/relationships" id="273" r:id="R4dca238544524359"/>
    <p:sldId xmlns:r="http://schemas.openxmlformats.org/officeDocument/2006/relationships" id="274" r:id="R6dd3d28f330742a1"/>
    <p:sldId xmlns:r="http://schemas.openxmlformats.org/officeDocument/2006/relationships" id="275" r:id="R44f9c4bc47d54733"/>
    <p:sldId xmlns:r="http://schemas.openxmlformats.org/officeDocument/2006/relationships" id="276" r:id="R55b7f438236b4e08"/>
    <p:sldId xmlns:r="http://schemas.openxmlformats.org/officeDocument/2006/relationships" id="277" r:id="R18623cb64db84b55"/>
    <p:sldId xmlns:r="http://schemas.openxmlformats.org/officeDocument/2006/relationships" id="278" r:id="R9149d7f764e84178"/>
    <p:sldId xmlns:r="http://schemas.openxmlformats.org/officeDocument/2006/relationships" id="279" r:id="R5c395f8743404cd1"/>
    <p:sldId xmlns:r="http://schemas.openxmlformats.org/officeDocument/2006/relationships" id="280" r:id="R5406a328b236454d"/>
    <p:sldId xmlns:r="http://schemas.openxmlformats.org/officeDocument/2006/relationships" id="281" r:id="R41214c6c15984d89"/>
    <p:sldId xmlns:r="http://schemas.openxmlformats.org/officeDocument/2006/relationships" id="282" r:id="R723268d193524c84"/>
    <p:sldId xmlns:r="http://schemas.openxmlformats.org/officeDocument/2006/relationships" id="283" r:id="Ra762d1cdd09b41bc"/>
    <p:sldId xmlns:r="http://schemas.openxmlformats.org/officeDocument/2006/relationships" id="284" r:id="R515c027647d946a2"/>
    <p:sldId xmlns:r="http://schemas.openxmlformats.org/officeDocument/2006/relationships" id="285" r:id="Rd23a795492994787"/>
    <p:sldId xmlns:r="http://schemas.openxmlformats.org/officeDocument/2006/relationships" id="286" r:id="R14fddec6507c4162"/>
    <p:sldId xmlns:r="http://schemas.openxmlformats.org/officeDocument/2006/relationships" id="287" r:id="R2a24a7aff6ae4202"/>
    <p:sldId xmlns:r="http://schemas.openxmlformats.org/officeDocument/2006/relationships" id="288" r:id="R1fe481f6bc554069"/>
    <p:sldId xmlns:r="http://schemas.openxmlformats.org/officeDocument/2006/relationships" id="289" r:id="R6c158e093b62478e"/>
    <p:sldId xmlns:r="http://schemas.openxmlformats.org/officeDocument/2006/relationships" id="290" r:id="R7f45e71ecf2f4276"/>
    <p:sldId xmlns:r="http://schemas.openxmlformats.org/officeDocument/2006/relationships" id="291" r:id="R41496d9dfcb54065"/>
    <p:sldId xmlns:r="http://schemas.openxmlformats.org/officeDocument/2006/relationships" id="292" r:id="R7ceeb808073d41ee"/>
    <p:sldId xmlns:r="http://schemas.openxmlformats.org/officeDocument/2006/relationships" id="293" r:id="R238f5d3b89844923"/>
    <p:sldId xmlns:r="http://schemas.openxmlformats.org/officeDocument/2006/relationships" id="294" r:id="R379c2fdc4d474f9a"/>
    <p:sldId xmlns:r="http://schemas.openxmlformats.org/officeDocument/2006/relationships" id="295" r:id="Re075c4b4ba8a4d9f"/>
    <p:sldId xmlns:r="http://schemas.openxmlformats.org/officeDocument/2006/relationships" id="296" r:id="Rd299cbd80b0747b4"/>
    <p:sldId xmlns:r="http://schemas.openxmlformats.org/officeDocument/2006/relationships" id="297" r:id="Re689dd76fc5242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419795f0db4cf0" /><Relationship Type="http://schemas.openxmlformats.org/officeDocument/2006/relationships/slideMaster" Target="/ppt/slideMasters/slideMaster1.xml" Id="R5caa9c4ebccb4cd6" /><Relationship Type="http://schemas.openxmlformats.org/officeDocument/2006/relationships/notesMaster" Target="/ppt/notesMasters/notesMaster1.xml" Id="R0e5288839b874a14" /><Relationship Type="http://schemas.openxmlformats.org/officeDocument/2006/relationships/presProps" Target="/ppt/presProps.xml" Id="R65a16492c1b34f8e" /><Relationship Type="http://schemas.openxmlformats.org/officeDocument/2006/relationships/tableStyles" Target="/ppt/tableStyles.xml" Id="R23fb128bbd674d2b" /><Relationship Type="http://schemas.openxmlformats.org/officeDocument/2006/relationships/slide" Target="/ppt/slides/slide1.xml" Id="Re99dfa55d84148d3" /><Relationship Type="http://schemas.openxmlformats.org/officeDocument/2006/relationships/slide" Target="/ppt/slides/slide2.xml" Id="Rde249e5110864dcf" /><Relationship Type="http://schemas.openxmlformats.org/officeDocument/2006/relationships/slide" Target="/ppt/slides/slide3.xml" Id="Rd6b029dfffec4202" /><Relationship Type="http://schemas.openxmlformats.org/officeDocument/2006/relationships/slide" Target="/ppt/slides/slide4.xml" Id="Rada1295708984145" /><Relationship Type="http://schemas.openxmlformats.org/officeDocument/2006/relationships/slide" Target="/ppt/slides/slide5.xml" Id="R96346a3689064d88" /><Relationship Type="http://schemas.openxmlformats.org/officeDocument/2006/relationships/slide" Target="/ppt/slides/slide6.xml" Id="R095d420e049d47a9" /><Relationship Type="http://schemas.openxmlformats.org/officeDocument/2006/relationships/slide" Target="/ppt/slides/slide7.xml" Id="R38290b5a95454c9e" /><Relationship Type="http://schemas.openxmlformats.org/officeDocument/2006/relationships/slide" Target="/ppt/slides/slide8.xml" Id="R9ef6f9a317c648b5" /><Relationship Type="http://schemas.openxmlformats.org/officeDocument/2006/relationships/slide" Target="/ppt/slides/slide9.xml" Id="Rb36982ce171c430e" /><Relationship Type="http://schemas.openxmlformats.org/officeDocument/2006/relationships/slide" Target="/ppt/slides/slide10.xml" Id="Re96d312f098b4055" /><Relationship Type="http://schemas.openxmlformats.org/officeDocument/2006/relationships/slide" Target="/ppt/slides/slide11.xml" Id="R1b1074e7599c4216" /><Relationship Type="http://schemas.openxmlformats.org/officeDocument/2006/relationships/slide" Target="/ppt/slides/slide12.xml" Id="Rb0093ee428bf4546" /><Relationship Type="http://schemas.openxmlformats.org/officeDocument/2006/relationships/slide" Target="/ppt/slides/slide13.xml" Id="Rb00abe47e2984c66" /><Relationship Type="http://schemas.openxmlformats.org/officeDocument/2006/relationships/slide" Target="/ppt/slides/slide14.xml" Id="R8c039dbb7f1c46cf" /><Relationship Type="http://schemas.openxmlformats.org/officeDocument/2006/relationships/slide" Target="/ppt/slides/slide15.xml" Id="R3fb011eff405452c" /><Relationship Type="http://schemas.openxmlformats.org/officeDocument/2006/relationships/slide" Target="/ppt/slides/slide16.xml" Id="R792570447f594af3" /><Relationship Type="http://schemas.openxmlformats.org/officeDocument/2006/relationships/slide" Target="/ppt/slides/slide17.xml" Id="R44e194688a274b33" /><Relationship Type="http://schemas.openxmlformats.org/officeDocument/2006/relationships/slide" Target="/ppt/slides/slide18.xml" Id="R4dca238544524359" /><Relationship Type="http://schemas.openxmlformats.org/officeDocument/2006/relationships/slide" Target="/ppt/slides/slide19.xml" Id="R6dd3d28f330742a1" /><Relationship Type="http://schemas.openxmlformats.org/officeDocument/2006/relationships/slide" Target="/ppt/slides/slide20.xml" Id="R44f9c4bc47d54733" /><Relationship Type="http://schemas.openxmlformats.org/officeDocument/2006/relationships/slide" Target="/ppt/slides/slide21.xml" Id="R55b7f438236b4e08" /><Relationship Type="http://schemas.openxmlformats.org/officeDocument/2006/relationships/slide" Target="/ppt/slides/slide22.xml" Id="R18623cb64db84b55" /><Relationship Type="http://schemas.openxmlformats.org/officeDocument/2006/relationships/slide" Target="/ppt/slides/slide23.xml" Id="R9149d7f764e84178" /><Relationship Type="http://schemas.openxmlformats.org/officeDocument/2006/relationships/slide" Target="/ppt/slides/slide24.xml" Id="R5c395f8743404cd1" /><Relationship Type="http://schemas.openxmlformats.org/officeDocument/2006/relationships/slide" Target="/ppt/slides/slide25.xml" Id="R5406a328b236454d" /><Relationship Type="http://schemas.openxmlformats.org/officeDocument/2006/relationships/slide" Target="/ppt/slides/slide26.xml" Id="R41214c6c15984d89" /><Relationship Type="http://schemas.openxmlformats.org/officeDocument/2006/relationships/slide" Target="/ppt/slides/slide27.xml" Id="R723268d193524c84" /><Relationship Type="http://schemas.openxmlformats.org/officeDocument/2006/relationships/slide" Target="/ppt/slides/slide28.xml" Id="Ra762d1cdd09b41bc" /><Relationship Type="http://schemas.openxmlformats.org/officeDocument/2006/relationships/slide" Target="/ppt/slides/slide29.xml" Id="R515c027647d946a2" /><Relationship Type="http://schemas.openxmlformats.org/officeDocument/2006/relationships/slide" Target="/ppt/slides/slide30.xml" Id="Rd23a795492994787" /><Relationship Type="http://schemas.openxmlformats.org/officeDocument/2006/relationships/slide" Target="/ppt/slides/slide31.xml" Id="R14fddec6507c4162" /><Relationship Type="http://schemas.openxmlformats.org/officeDocument/2006/relationships/slide" Target="/ppt/slides/slide32.xml" Id="R2a24a7aff6ae4202" /><Relationship Type="http://schemas.openxmlformats.org/officeDocument/2006/relationships/slide" Target="/ppt/slides/slide33.xml" Id="R1fe481f6bc554069" /><Relationship Type="http://schemas.openxmlformats.org/officeDocument/2006/relationships/slide" Target="/ppt/slides/slide34.xml" Id="R6c158e093b62478e" /><Relationship Type="http://schemas.openxmlformats.org/officeDocument/2006/relationships/slide" Target="/ppt/slides/slide35.xml" Id="R7f45e71ecf2f4276" /><Relationship Type="http://schemas.openxmlformats.org/officeDocument/2006/relationships/slide" Target="/ppt/slides/slide36.xml" Id="R41496d9dfcb54065" /><Relationship Type="http://schemas.openxmlformats.org/officeDocument/2006/relationships/slide" Target="/ppt/slides/slide37.xml" Id="R7ceeb808073d41ee" /><Relationship Type="http://schemas.openxmlformats.org/officeDocument/2006/relationships/slide" Target="/ppt/slides/slide38.xml" Id="R238f5d3b89844923" /><Relationship Type="http://schemas.openxmlformats.org/officeDocument/2006/relationships/slide" Target="/ppt/slides/slide39.xml" Id="R379c2fdc4d474f9a" /><Relationship Type="http://schemas.openxmlformats.org/officeDocument/2006/relationships/slide" Target="/ppt/slides/slide40.xml" Id="Re075c4b4ba8a4d9f" /><Relationship Type="http://schemas.openxmlformats.org/officeDocument/2006/relationships/slide" Target="/ppt/slides/slide41.xml" Id="Rd299cbd80b0747b4" /><Relationship Type="http://schemas.openxmlformats.org/officeDocument/2006/relationships/slide" Target="/ppt/slides/slide42.xml" Id="Re689dd76fc5242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99deccc54c4f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3ee77a628f4fbd" /><Relationship Type="http://schemas.openxmlformats.org/officeDocument/2006/relationships/notesMaster" Target="/ppt/notesMasters/notesMaster1.xml" Id="Rd3be78cd455b48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f8e3bb6da44c22" /><Relationship Type="http://schemas.openxmlformats.org/officeDocument/2006/relationships/notesMaster" Target="/ppt/notesMasters/notesMaster1.xml" Id="R5cc7dd1509ed46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ab855d10104284" /><Relationship Type="http://schemas.openxmlformats.org/officeDocument/2006/relationships/notesMaster" Target="/ppt/notesMasters/notesMaster1.xml" Id="R5dde99753b5740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14439ddf59495b" /><Relationship Type="http://schemas.openxmlformats.org/officeDocument/2006/relationships/notesMaster" Target="/ppt/notesMasters/notesMaster1.xml" Id="Rc8e19865fee441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c4fc38ebdb46d2" /><Relationship Type="http://schemas.openxmlformats.org/officeDocument/2006/relationships/notesMaster" Target="/ppt/notesMasters/notesMaster1.xml" Id="Re57b05cc62fa42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d7962d796745e9" /><Relationship Type="http://schemas.openxmlformats.org/officeDocument/2006/relationships/notesMaster" Target="/ppt/notesMasters/notesMaster1.xml" Id="R8e4edea3046740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04cd40554e4a71" /><Relationship Type="http://schemas.openxmlformats.org/officeDocument/2006/relationships/notesMaster" Target="/ppt/notesMasters/notesMaster1.xml" Id="R945854f2c30e41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1c2b3946744e7d" /><Relationship Type="http://schemas.openxmlformats.org/officeDocument/2006/relationships/notesMaster" Target="/ppt/notesMasters/notesMaster1.xml" Id="R8bf5aac762ad4c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f030bc6b4e4c36" /><Relationship Type="http://schemas.openxmlformats.org/officeDocument/2006/relationships/notesMaster" Target="/ppt/notesMasters/notesMaster1.xml" Id="Ra201a77639a240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2ef037e5c54082" /><Relationship Type="http://schemas.openxmlformats.org/officeDocument/2006/relationships/notesMaster" Target="/ppt/notesMasters/notesMaster1.xml" Id="R269c1c578da94a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7a795be8a34d79" /><Relationship Type="http://schemas.openxmlformats.org/officeDocument/2006/relationships/notesMaster" Target="/ppt/notesMasters/notesMaster1.xml" Id="Rfeb44d90ada745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6f231a33924f5d" /><Relationship Type="http://schemas.openxmlformats.org/officeDocument/2006/relationships/notesMaster" Target="/ppt/notesMasters/notesMaster1.xml" Id="Rfde20b5bd72645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a24ad2442645ac" /><Relationship Type="http://schemas.openxmlformats.org/officeDocument/2006/relationships/notesMaster" Target="/ppt/notesMasters/notesMaster1.xml" Id="Re7157660546947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f434ae66004b7b" /><Relationship Type="http://schemas.openxmlformats.org/officeDocument/2006/relationships/notesMaster" Target="/ppt/notesMasters/notesMaster1.xml" Id="Reb64f65e18e845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fbfb5560f84924" /><Relationship Type="http://schemas.openxmlformats.org/officeDocument/2006/relationships/notesMaster" Target="/ppt/notesMasters/notesMaster1.xml" Id="Rf62873cf5b604a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686fd47182475c" /><Relationship Type="http://schemas.openxmlformats.org/officeDocument/2006/relationships/notesMaster" Target="/ppt/notesMasters/notesMaster1.xml" Id="R553fc71e9e3c48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8e676aac9047c9" /><Relationship Type="http://schemas.openxmlformats.org/officeDocument/2006/relationships/notesMaster" Target="/ppt/notesMasters/notesMaster1.xml" Id="Rf897ff2440b5489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1e613d7d644144" /><Relationship Type="http://schemas.openxmlformats.org/officeDocument/2006/relationships/notesMaster" Target="/ppt/notesMasters/notesMaster1.xml" Id="R2406654b078341b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8c1174c748d4011" /><Relationship Type="http://schemas.openxmlformats.org/officeDocument/2006/relationships/notesMaster" Target="/ppt/notesMasters/notesMaster1.xml" Id="R0db2c39962a145a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b9c8a7dd573413d" /><Relationship Type="http://schemas.openxmlformats.org/officeDocument/2006/relationships/notesMaster" Target="/ppt/notesMasters/notesMaster1.xml" Id="Rcee4f6bed514468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c747a5c2a74255" /><Relationship Type="http://schemas.openxmlformats.org/officeDocument/2006/relationships/notesMaster" Target="/ppt/notesMasters/notesMaster1.xml" Id="Ra39e91b84f1c493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f55ea6e3db24ef1" /><Relationship Type="http://schemas.openxmlformats.org/officeDocument/2006/relationships/notesMaster" Target="/ppt/notesMasters/notesMaster1.xml" Id="R537f4edb818b4e4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3e4ef7ad6a64c32" /><Relationship Type="http://schemas.openxmlformats.org/officeDocument/2006/relationships/notesMaster" Target="/ppt/notesMasters/notesMaster1.xml" Id="Rbc3ec29542644cf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450a35781a8424c" /><Relationship Type="http://schemas.openxmlformats.org/officeDocument/2006/relationships/notesMaster" Target="/ppt/notesMasters/notesMaster1.xml" Id="R389b2c7abce440f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9299806471a45dd" /><Relationship Type="http://schemas.openxmlformats.org/officeDocument/2006/relationships/notesMaster" Target="/ppt/notesMasters/notesMaster1.xml" Id="Rb8978f5971864be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8f825e5a60e4a12" /><Relationship Type="http://schemas.openxmlformats.org/officeDocument/2006/relationships/notesMaster" Target="/ppt/notesMasters/notesMaster1.xml" Id="R4ff955220d104dd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815287ff4074caf" /><Relationship Type="http://schemas.openxmlformats.org/officeDocument/2006/relationships/notesMaster" Target="/ppt/notesMasters/notesMaster1.xml" Id="R2d5a7bf9b22d43e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d0309bf12ea40c9" /><Relationship Type="http://schemas.openxmlformats.org/officeDocument/2006/relationships/notesMaster" Target="/ppt/notesMasters/notesMaster1.xml" Id="Ra005c4cbf7184b3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c05f1638db14618" /><Relationship Type="http://schemas.openxmlformats.org/officeDocument/2006/relationships/notesMaster" Target="/ppt/notesMasters/notesMaster1.xml" Id="R5432cd483d5e4d3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143bd12365d407a" /><Relationship Type="http://schemas.openxmlformats.org/officeDocument/2006/relationships/notesMaster" Target="/ppt/notesMasters/notesMaster1.xml" Id="R972b7a6a08e7473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c2078166dfb4998" /><Relationship Type="http://schemas.openxmlformats.org/officeDocument/2006/relationships/notesMaster" Target="/ppt/notesMasters/notesMaster1.xml" Id="Rd15e9e36ad54400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851744372e249d4" /><Relationship Type="http://schemas.openxmlformats.org/officeDocument/2006/relationships/notesMaster" Target="/ppt/notesMasters/notesMaster1.xml" Id="R4fb7de5bdd1b4ba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876325a92964f8b" /><Relationship Type="http://schemas.openxmlformats.org/officeDocument/2006/relationships/notesMaster" Target="/ppt/notesMasters/notesMaster1.xml" Id="R55a7f472f31c4ec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e69b84023d94103" /><Relationship Type="http://schemas.openxmlformats.org/officeDocument/2006/relationships/notesMaster" Target="/ppt/notesMasters/notesMaster1.xml" Id="Rfbc0ec7f5360499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25d89eef3e24d4e" /><Relationship Type="http://schemas.openxmlformats.org/officeDocument/2006/relationships/notesMaster" Target="/ppt/notesMasters/notesMaster1.xml" Id="Rf78ad63be848430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c03b38c56734f17" /><Relationship Type="http://schemas.openxmlformats.org/officeDocument/2006/relationships/notesMaster" Target="/ppt/notesMasters/notesMaster1.xml" Id="Re92a5e5f95114ef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dba0d1b76714f19" /><Relationship Type="http://schemas.openxmlformats.org/officeDocument/2006/relationships/notesMaster" Target="/ppt/notesMasters/notesMaster1.xml" Id="Rb8937422d4584e2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fa9d13e2c224b7c" /><Relationship Type="http://schemas.openxmlformats.org/officeDocument/2006/relationships/notesMaster" Target="/ppt/notesMasters/notesMaster1.xml" Id="R784809aa2aa94e8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baa265d747a4eef" /><Relationship Type="http://schemas.openxmlformats.org/officeDocument/2006/relationships/notesMaster" Target="/ppt/notesMasters/notesMaster1.xml" Id="R3828a236c4884b1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a267c7c216a4822" /><Relationship Type="http://schemas.openxmlformats.org/officeDocument/2006/relationships/notesMaster" Target="/ppt/notesMasters/notesMaster1.xml" Id="R8832fc651c2b4cb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6baf4f51d0246b6" /><Relationship Type="http://schemas.openxmlformats.org/officeDocument/2006/relationships/notesMaster" Target="/ppt/notesMasters/notesMaster1.xml" Id="R32b998cc1b61458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8d75a974b7943cb" /><Relationship Type="http://schemas.openxmlformats.org/officeDocument/2006/relationships/notesMaster" Target="/ppt/notesMasters/notesMaster1.xml" Id="R145ba5d4f4134b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3b618bb8b41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5faf46bd934d1d" /><Relationship Type="http://schemas.openxmlformats.org/officeDocument/2006/relationships/slideLayout" Target="/ppt/slideLayouts/slideLayout1.xml" Id="R93b6b95a0ba84d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b6b95a0ba84d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cea15e51c49ce" /><Relationship Type="http://schemas.openxmlformats.org/officeDocument/2006/relationships/notesSlide" Target="/ppt/notesSlides/notesSlide1.xml" Id="R91b7215953c445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48ddacbfc4cbd" /><Relationship Type="http://schemas.openxmlformats.org/officeDocument/2006/relationships/notesSlide" Target="/ppt/notesSlides/notesSlide2.xml" Id="Rc37012bc33f341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42d9afa17434f" /><Relationship Type="http://schemas.openxmlformats.org/officeDocument/2006/relationships/notesSlide" Target="/ppt/notesSlides/notesSlide3.xml" Id="R4064afe0ffad4b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24f08e3db4778" /><Relationship Type="http://schemas.openxmlformats.org/officeDocument/2006/relationships/notesSlide" Target="/ppt/notesSlides/notesSlide4.xml" Id="R0fd1b5ca7cb54b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5bb341a364539" /><Relationship Type="http://schemas.openxmlformats.org/officeDocument/2006/relationships/notesSlide" Target="/ppt/notesSlides/notesSlide5.xml" Id="Rd1e87818cb394a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674d17b104243" /><Relationship Type="http://schemas.openxmlformats.org/officeDocument/2006/relationships/notesSlide" Target="/ppt/notesSlides/notesSlide6.xml" Id="Rdcde2420ccce4e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43f379e294ae8" /><Relationship Type="http://schemas.openxmlformats.org/officeDocument/2006/relationships/notesSlide" Target="/ppt/notesSlides/notesSlide7.xml" Id="Red2364b2327144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3b77af64747ce" /><Relationship Type="http://schemas.openxmlformats.org/officeDocument/2006/relationships/notesSlide" Target="/ppt/notesSlides/notesSlide8.xml" Id="Reca81ceb034044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749d3d5e4450c" /><Relationship Type="http://schemas.openxmlformats.org/officeDocument/2006/relationships/notesSlide" Target="/ppt/notesSlides/notesSlide9.xml" Id="R84678d541da842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830054007474e" /><Relationship Type="http://schemas.openxmlformats.org/officeDocument/2006/relationships/notesSlide" Target="/ppt/notesSlides/notesSlide10.xml" Id="R2a9410696dcb4d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23c7ca10a4ee5" /><Relationship Type="http://schemas.openxmlformats.org/officeDocument/2006/relationships/notesSlide" Target="/ppt/notesSlides/notesSlide11.xml" Id="R3b2964459f2b46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b58cc03694d41" /><Relationship Type="http://schemas.openxmlformats.org/officeDocument/2006/relationships/notesSlide" Target="/ppt/notesSlides/notesSlide12.xml" Id="Rbf0bc96a53df4e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23ef9ff224b5d" /><Relationship Type="http://schemas.openxmlformats.org/officeDocument/2006/relationships/notesSlide" Target="/ppt/notesSlides/notesSlide13.xml" Id="R35157d94c62142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ee4affdaa4f6f" /><Relationship Type="http://schemas.openxmlformats.org/officeDocument/2006/relationships/notesSlide" Target="/ppt/notesSlides/notesSlide14.xml" Id="Re096b08abb034f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a284886534588" /><Relationship Type="http://schemas.openxmlformats.org/officeDocument/2006/relationships/notesSlide" Target="/ppt/notesSlides/notesSlide15.xml" Id="Rba1bb0fbfd6942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383cf2d0c418f" /><Relationship Type="http://schemas.openxmlformats.org/officeDocument/2006/relationships/notesSlide" Target="/ppt/notesSlides/notesSlide16.xml" Id="R7f255508916246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2c8c374bb402c" /><Relationship Type="http://schemas.openxmlformats.org/officeDocument/2006/relationships/notesSlide" Target="/ppt/notesSlides/notesSlide17.xml" Id="Ra633c9d0befe4a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77572f38e444f" /><Relationship Type="http://schemas.openxmlformats.org/officeDocument/2006/relationships/notesSlide" Target="/ppt/notesSlides/notesSlide18.xml" Id="Rdb5d422cc9e54e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2a4ac14084b31" /><Relationship Type="http://schemas.openxmlformats.org/officeDocument/2006/relationships/notesSlide" Target="/ppt/notesSlides/notesSlide19.xml" Id="Rea379644411143e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e49995d4d4aef" /><Relationship Type="http://schemas.openxmlformats.org/officeDocument/2006/relationships/notesSlide" Target="/ppt/notesSlides/notesSlide20.xml" Id="R24de39d1aa424ca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3ecfa1bcc479c" /><Relationship Type="http://schemas.openxmlformats.org/officeDocument/2006/relationships/notesSlide" Target="/ppt/notesSlides/notesSlide21.xml" Id="Rccbdb95a8171497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c50056502439a" /><Relationship Type="http://schemas.openxmlformats.org/officeDocument/2006/relationships/notesSlide" Target="/ppt/notesSlides/notesSlide22.xml" Id="R9730fc3cdf3e4a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5473688174f17" /><Relationship Type="http://schemas.openxmlformats.org/officeDocument/2006/relationships/notesSlide" Target="/ppt/notesSlides/notesSlide23.xml" Id="Read3ca8dd5514a9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1f7853ae744be" /><Relationship Type="http://schemas.openxmlformats.org/officeDocument/2006/relationships/notesSlide" Target="/ppt/notesSlides/notesSlide24.xml" Id="R7cc5456bade74ca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56d08cc644cae" /><Relationship Type="http://schemas.openxmlformats.org/officeDocument/2006/relationships/notesSlide" Target="/ppt/notesSlides/notesSlide25.xml" Id="Refe2491cb49643c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44596091748a0" /><Relationship Type="http://schemas.openxmlformats.org/officeDocument/2006/relationships/notesSlide" Target="/ppt/notesSlides/notesSlide26.xml" Id="R7acddfe674a7422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ed913e0ab44ae" /><Relationship Type="http://schemas.openxmlformats.org/officeDocument/2006/relationships/notesSlide" Target="/ppt/notesSlides/notesSlide27.xml" Id="R5da3b927acff450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921b37d9c43f5" /><Relationship Type="http://schemas.openxmlformats.org/officeDocument/2006/relationships/notesSlide" Target="/ppt/notesSlides/notesSlide28.xml" Id="Ra155697a8a3b432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d645a0ac144db" /><Relationship Type="http://schemas.openxmlformats.org/officeDocument/2006/relationships/notesSlide" Target="/ppt/notesSlides/notesSlide29.xml" Id="R5fd9aaa329694f2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c57b685fa430b" /><Relationship Type="http://schemas.openxmlformats.org/officeDocument/2006/relationships/notesSlide" Target="/ppt/notesSlides/notesSlide30.xml" Id="R92814c59e9bc48f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cb4d3343e4a1d" /><Relationship Type="http://schemas.openxmlformats.org/officeDocument/2006/relationships/notesSlide" Target="/ppt/notesSlides/notesSlide31.xml" Id="R73eec31b3c354ed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25b3295e54ce2" /><Relationship Type="http://schemas.openxmlformats.org/officeDocument/2006/relationships/notesSlide" Target="/ppt/notesSlides/notesSlide32.xml" Id="Rfdf5296beefc4c8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45b85f31d41d2" /><Relationship Type="http://schemas.openxmlformats.org/officeDocument/2006/relationships/notesSlide" Target="/ppt/notesSlides/notesSlide33.xml" Id="R04d7c2555800478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f4f635b4a4151" /><Relationship Type="http://schemas.openxmlformats.org/officeDocument/2006/relationships/notesSlide" Target="/ppt/notesSlides/notesSlide34.xml" Id="R85190514124c4e1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5b07a71554785" /><Relationship Type="http://schemas.openxmlformats.org/officeDocument/2006/relationships/notesSlide" Target="/ppt/notesSlides/notesSlide35.xml" Id="R35bf99a433c54eb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738a39f0d4954" /><Relationship Type="http://schemas.openxmlformats.org/officeDocument/2006/relationships/notesSlide" Target="/ppt/notesSlides/notesSlide36.xml" Id="R4126134972cb49e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35c4990934677" /><Relationship Type="http://schemas.openxmlformats.org/officeDocument/2006/relationships/notesSlide" Target="/ppt/notesSlides/notesSlide37.xml" Id="Rbb3440e520624e0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46c1f7410436f" /><Relationship Type="http://schemas.openxmlformats.org/officeDocument/2006/relationships/notesSlide" Target="/ppt/notesSlides/notesSlide38.xml" Id="R6d1d8c375c0f463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e59ee66344c29" /><Relationship Type="http://schemas.openxmlformats.org/officeDocument/2006/relationships/notesSlide" Target="/ppt/notesSlides/notesSlide39.xml" Id="R56b63d1f30d34d7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9f4a887894d25" /><Relationship Type="http://schemas.openxmlformats.org/officeDocument/2006/relationships/notesSlide" Target="/ppt/notesSlides/notesSlide40.xml" Id="R41dbce385205420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0eaf40e9d46c2" /><Relationship Type="http://schemas.openxmlformats.org/officeDocument/2006/relationships/notesSlide" Target="/ppt/notesSlides/notesSlide41.xml" Id="R60d0c5a719694df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9345ead074d2c" /><Relationship Type="http://schemas.openxmlformats.org/officeDocument/2006/relationships/notesSlide" Target="/ppt/notesSlides/notesSlide42.xml" Id="Rd46a818f0ed340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B2D05-12E3-4BFE-B0D9-00B30409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03995-4A02-4ABC-B0D4-0B09FF71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Structures, Unions, Enumerations, and typedef: Structures, Arrays of Structures, Passing Structure to Functions, Structu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E1E7A-46C8-4BF0-9611-1313D9F9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Programming in C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1BEIT105/205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 7 Number of Hours:08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5D0CF-E826-43BD-BFC7-E827AA7D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DE492-DA7F-44F7-86E7-F9906792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1D6AD-7470-40F3-B143-88D99E89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F629B-7369-41C6-BCB6-1CE43CC9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D7AF2-9F9F-4DC5-8FE5-BDB907E4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D39E9-2937-4072-9BCA-019E3BD4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BE03D-2672-4669-B787-2124A0C0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F41C7-F129-47DA-99D6-385D0181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1D2BD-BB28-4166-A8D1-622175A4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44E0F-01DE-4C6E-AC00-5524E922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66725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3983D-9999-4CE6-B046-2444AB85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8D247-FE2C-4191-A625-CDEC6428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F4D90-2A24-4834-8B46-FAE08C7D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9E3D2-A990-4996-9B99-A7F8309E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AD6F3-B7A3-41D6-A746-4AF5E671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EEF35-15DB-4B27-873F-376B95F8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90A14-7792-406D-9C47-42560A39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26E3F-5665-4AF6-B440-7AFF1DE0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FD9C7-CF94-4A36-944C-BAD75D2F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42000-0111-46BB-93AD-3DD98150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5356D-D268-426D-890F-6851419A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83BF2-6CD1-4F9D-914E-C1F9CE78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E26D0-3C5C-4285-B8E4-A8ABEB5C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98AAA-272D-4DA1-B564-C4C956CF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6F008-9320-4FB3-AE55-82799964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494331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D09A59-F7D6-42B4-B859-E4EB4E26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A2A74-9ECF-4006-ADA7-68E9B256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D199F-A19C-4CA4-9924-6192DE74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C6CF2-B93B-4CDF-B182-BF9AA45F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08A7C-6E9A-4D53-ADE8-E4ECA052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97ED5-3B20-4ADB-9213-51EA3F17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6CDD4-DD2C-4BAB-8601-D8086E63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02FFE-8093-44E9-A3C1-FBF64A2C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A7213-42F1-403C-897D-916AC0D1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Structures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9304D-3060-42E2-935E-FCF97A8C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0C6E2-2269-4687-8A09-F4469A1D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034C3-0425-4CF8-AAA2-A5EC2C2E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Enumerations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3504B-25BA-44C2-9AB0-DBF8AFBE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A2710-BF1A-4EA0-ABD4-094964CD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D3777-C31B-4C2B-B7AC-669CB793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and typedef: Structures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E4045-AEA8-4302-9528-05654C65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AE0B8-EF69-4F1A-BE63-DE867201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17BE8-62E8-432E-9F77-13402A40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Arrays of Structures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EA97C-4D6B-45C6-A8BE-6C3C247A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1DB07-251D-4C3B-ACC6-67D82983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8A4E1-255E-4A10-A780-46FF85D5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Passing Structure to Functions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A96833-31AB-4750-8130-BBDF3C97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15F09E-1D21-4650-9B70-C30305AD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35A1EB-C9EC-4E0D-891D-FC9BA46C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Structure Pointers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9CF267-1162-4A97-9EAD-78C50D5F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040CA7-ACA8-4ACA-8EF3-182F829E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96B845-3E2F-4D8D-9B36-D4BA015A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Arrays and Structures within Structures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CADBAC-A3FD-4AD1-B29E-32E94560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E957EE-8449-460F-A38E-D83045D5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623949-7320-4A50-B61B-52BB49E6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Bit -Fields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07B467-64B6-48B3-A9C2-1E3A682E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FD064-01DB-45BC-9B90-D936F18A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976239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32E80E-8E4D-4826-852B-30BFAF31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FDFB2-686C-4810-AE2D-E2BFBE1A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901DF-307F-43E8-AF96-E8E71E39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225F2-6622-414A-9546-F2715FD6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60B46-DAFA-4702-9676-59BC997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D803F-F107-4C20-954E-E1B4A762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353F2-B535-4D55-BC3B-7347B66B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24013-FFFF-4D03-A686-927344FC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Structures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53EE6-F6AB-47CE-9B10-8DB07B15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7 Number of Hours:08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2777E-4640-4AF8-9A79-5FC5DE5F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2B1FD-FC28-4A88-8D3C-DA3D588F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Enumerations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6E340-4436-4CA2-94EE-2AAEE5D3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7 Number of Hours:08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85D35-1510-4258-A046-95F14B02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CDAB5-327C-42F9-877B-09E0A738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and typedef: Structures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779F4-57A5-49A4-93C0-4D05CEB8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7 Number of Hours:08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F353A-F5C9-4D22-9513-1DBD6D3D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1E6C0-147F-4E10-999F-2570BF8D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Arrays of Structures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C348CD-FE8D-496D-97EF-E0F0D478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7 Number of Hours:08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8410A-CEF4-4D8B-A372-BB3B5055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A7FDF-E916-46C8-90C6-BEBD6912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Passing Structure to Functions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190C6-2CDC-45F6-84E7-22331D10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7 Number of Hours:08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A6C9F6-2274-470F-A720-3BB9B22A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C3960-31C9-47C3-A12D-68D4DEF2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Structure Pointers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A64793-AF6D-416B-8034-92D10427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7 Number of Hours:08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930E8D-6B0B-410F-BB73-5FAA0D33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97FA3-E3FA-4A5E-BFE1-E5B373C0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Arrays and Structures within Structures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0BE72C-0E86-4DEB-9EBD-234A43E1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7 Number of Hours:08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C9A58E-E0D3-4180-8371-49652379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92C3AD-581E-4287-B2E5-4602A3D7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104972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F8047-DC16-4D1D-B6C3-A5D97BB6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926E7-A432-4C5F-82C1-54D1C2B4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99F56-83DD-4AF1-A721-6692B149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4D7E3-E673-4B3B-9427-811A1C12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674B5-3C7B-45C7-865E-FB0C670B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Structures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40540-F8DD-42EF-ADFE-C21E8C1B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Unions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CDE43-5468-48CA-AE17-314A6B08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Enumerations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7C6CF-33E0-4A7E-BE36-7FB49121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typedef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DB750-4CDE-4DDD-B0C1-730242E2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Arrays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A5360-0C14-46E9-BF1E-B2A1BAB1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6EA55-AC91-4425-AAE9-A588B18D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E3BA6-DF33-4550-AFB9-BE8AFEC9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FA444-6164-4B04-9EA9-862D44BF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Structu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A8605-5093-4423-850B-B2D16FF4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Pointers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27B5C-6DAE-48FF-AF36-1BE8ADA5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84A8D-1422-476E-9DF1-9F1C4FCC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398410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A17D5-B423-490D-A50A-2CD99073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6CA06-74B5-48DD-911C-23AD14B9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29FD7-EAF3-4516-85AC-9152E145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5017E-A450-442A-BAA1-6F435992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00A66-BF76-40F0-82E0-156C1607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Structures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DDDEF-4C30-457B-B7AD-707A65DA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375EB-FAA5-4062-BB5E-1C47AD16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94306-463E-4AC6-A5C1-B5AA6DF3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FA09C-EB22-4197-BF46-F1C1768B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10E6E-8959-4147-9F38-9752B759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180E6-7382-425C-A770-10091A54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94AE5-3EED-4054-9EAF-E2A90739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0A224-3C76-4C2B-8CC0-A19781E1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62E15-A8CC-4F6F-8D3D-3F43C0A8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7EC62-67BD-489E-9713-9084012C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0F435-CC8A-4342-A761-88A0F7C6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741880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F239FD-D021-4675-9BAA-CD35495D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BAC6B-DF49-440A-AFBA-32F80C5F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3C123-773A-4474-9513-2DA63236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8F350-605D-4C12-A5D2-8A636A28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DB2F3-76D0-49C4-8041-7B486A6D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520D9-BD77-494E-AE99-C9204D6A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F914E-7F15-442E-A198-DE3DE8C7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0BEC2-683D-4BF8-A0E3-F8AB2DBC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EAEE1-1D74-4F6C-9218-9007EE84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Structures.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2A6E7-3480-421D-9CD1-F280AD32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47A42-4C65-4AED-8742-5ABE5D81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FAE06-42C8-4D25-8F4E-795AB445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Structures.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F39A6-EB3D-4FEA-BC27-623A31A4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CF575-8CF7-4D84-B49E-FF8DB3BC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A4E27-4D69-4C79-825D-12D3C5CC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Structures.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E534A-38D9-44EF-AD14-EF0BBD06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53275-7C45-412A-AB02-281FA190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00D0A-795B-4AA8-9549-896AB8A1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Structures.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08336B-33D3-48ED-A8C5-F93A7488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6CB22-1579-405A-9416-740642B5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F35A5-0F5D-46DD-92C1-D6DC9E13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Structures.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4E9D69-1166-4B86-BC79-16A49AA7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469C6-1E12-4F3B-B17F-663ABB48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82620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44ED5-70EE-4DD0-A5ED-D5DE6367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501A7-2A67-4972-B6E4-56D4B684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7549E-FAAF-4951-90B6-5B7293FB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2DEBE-FC2A-4D60-B141-E6EB342D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E17EF-BB2E-4B7B-9FCF-E18DA21B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B7B11-C762-4D7A-84AF-C48C4A0C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6D0FD-8577-40CA-A7BD-6480C2C7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6D8EA-E869-430D-88AF-AD6FB775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C05BD-0B77-40FC-A79C-B0496E92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63F1D-D0DC-456E-990A-2095D701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BBA56-5D4C-418E-AF69-31782EEB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46886-2DA3-4B0B-8DA1-61866070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83CF0-C10D-40F6-8D74-4415B9A5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674FA-23B2-47E3-9F6F-389C016C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F3A60-7861-48A0-A963-2F5772AB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6001479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2D247-82DD-496D-B0A6-5FD27290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BE9B1-78A7-4BB3-9294-5341352A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5232E-81E2-4138-BFC3-EEDD26CA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9699E-F071-41D0-9492-9294472C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41FC2-EA9D-44D2-B02E-179377CD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C01D9-96C3-4DC4-9ED9-1EC86A44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Structures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5DFBD-DB8E-4B02-ACC5-36DE030E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5E1FC-0A1F-4942-9559-0F95E389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57E2C-4630-40C0-A785-79679FD6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0C431-C05E-41C1-84FB-4E4D0A57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07F7D-2555-4D6B-B696-D2DE5A62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718518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C2035-5A33-4D31-BBBF-E29097E3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7EC53-99A0-4558-B6A9-1D9DD9A3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9EA7A-3210-436D-A98C-54A59C6B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0A9BD-E2E8-4831-97F1-389CBAD4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EA9B3-D1CF-4C09-A2AF-94063A23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Enumerations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494C9-D938-4B57-A50D-9C15DA83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Enumerations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4BBA4-94E4-492A-BCAA-DA888516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B9E87-7EC7-475C-9F86-4370DA9D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1A1AC-10F0-4ABC-B839-B75AAA00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CCA6F-88A8-4DD9-B72F-A22CB295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7332E-5D9D-4166-ABCB-C551318A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B0BE6F-838D-4037-8D34-2BFDFF86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12BBD-07FF-4B04-A192-A9CEDDCA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81994-400D-4EC2-B597-C1962D87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F4581-A5E6-4658-80C3-9987FFA4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E5FBB-8541-43A6-92AC-BB39B7FE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8437180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F07F5F-C4EC-489B-B6D3-43502656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7A468-4325-4A1E-90A7-D0D4E463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A5167-1E55-4DCE-B4A6-6904CC04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D61DC-081B-4855-8279-2205BEC0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59DD1-08C7-4B54-A6A8-0179F724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5312F-5B8F-403C-AE2D-97A155A3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3FC7C-B555-4BB8-ACCD-26B6905E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E984C-5577-452B-A437-CEC20DEA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AB2FE-3769-4699-822C-0CDFA281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Enumerations.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51AF3-1396-4073-84B1-E4B6F3D3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4D24E-86B7-4BB4-83C6-1E966038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1F358-995C-43EB-AE42-0019831F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Enumerations.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44149-F272-42A8-825D-1CE7B315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C9FA0-BBC6-48DD-B079-9F9D0F2D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1935E-2B75-45BC-8640-0AD5F447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Enumerations.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737C1-5C8A-442F-B8CF-7D0AB336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90741-6572-4B90-95CA-648BEE7C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41B6A-A3EB-4FEE-95EA-C9CA9BDA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Enumerations.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47502-CF8F-4AAC-A9A6-FE0DC677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C5740-83BF-49F4-9614-D3ED3DF9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3A72D-A25F-4D12-A5DB-C509CBF0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Enumerations.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04A8D-59F3-420B-A775-D3B2B6D3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D5358-D94A-4D69-A851-431AC581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1393613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70642-DB7D-4BAC-A52E-F837F065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769F3-659D-4795-A083-8D259E07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65A5E-1499-45C9-9E8F-19B2C971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A8292-6689-4252-8AD3-554C864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29D7B-326D-4A85-98B9-3F47AAA9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F59E5-2FC6-4F6C-B533-BD76A041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7EE25-0FBB-47C5-A086-6DA6A1E4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D26F1-F101-4BC7-96C6-C1E4CEDF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0169D-BAC2-4FE3-9059-8CB8251D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C65A1-B608-4065-A44E-86580C0A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A555D-01F6-4DC2-82F8-DB7275A1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1CD39-C34D-4ADD-A27B-DFFC4B68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69615-53F3-442B-8741-14DB9793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D08F3-53D2-413B-83E5-6D8FFABF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04F92-E15F-4C3D-835D-35F432DB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5570869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0CC01-5414-4885-A59F-1A5000EC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F7515-B952-4AA8-A3BD-FF3BA785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5CD85-088D-49AB-B73C-2E2A2683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6DA1B-E4F8-41A4-A3BF-B4685678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791F7-E939-4E07-A39A-E942AEB8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199C9-BF2C-4938-BC8D-8D29E0E2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Enumerations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5602E-77B6-49A4-A7B9-20A89892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9FA87-60CB-4461-B233-016EA739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D4555-F26E-4F45-BFC3-B551FA9C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3635D-C62B-4201-9E18-C819B73E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2FE7C-A824-4DCD-9691-8D443F26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8923579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40717-609B-43EE-98C4-376D5589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EFD24-00E8-4233-84C3-75A834A8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0FF1B-2E3A-4FDC-938E-F4893A57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58FF0-7261-41FB-A0B8-8E7E162D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1FC57-0A18-45D1-AEB1-53A34327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and typedef: Structures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45A4E-FD3F-4F00-BA2B-925CE73A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and typedef: Structures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A18F7-659C-4D1D-86AB-C42B2AC9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AEE6E-69B1-444D-B88E-375AB839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45A6C-76F3-41E5-B8CB-8B057E89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CF87B-10B1-4980-9B09-79D5AF2C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3CD38-77ED-45F0-9102-CACDEAC9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A2D62-2627-4862-82A1-FDBE2BAD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3B616-36CC-4F8E-ABCE-A8A28B10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5D8FF-7D86-4707-9071-E68BEEB0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45094-1AB1-4183-87C2-AB82B0E2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6B82E-274B-4F12-BADE-9D2E102C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2256420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C22CE-E896-47B4-88D3-D0D662BD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3C157-90A4-4D0D-B42E-95FCE00F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ADE3B-B762-4049-AA45-702277DF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CEE27-DFE6-44F1-9550-A5772345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5BE2F-63AC-4A77-8511-3C17802F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1317D-FBCA-4FA5-9AE4-6665850C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6B01E-14D0-4AD8-A21E-308CA1B5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B39F1-1068-4687-ADC4-2CD02A43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EA558-E3F5-439B-8401-6D1E08A7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and typedef: Structu...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566F6-F578-47E9-BB88-6FB19466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3AFE6-2DA6-44EF-B4A9-2A13DE23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8A167-C08F-4E63-8FAC-B29CEB6D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and typedef: Str...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B219D-7382-4DA6-AD6D-26A7A84E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5BD47-AB84-405B-BB9B-F79C4CF1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8596E-4E8E-49B5-8963-00B9CF3E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and typedef:...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E0BC2-EB6F-41A0-AF05-A6BE0C3F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6B877-3131-4437-8356-8582C031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CD6E2-C5D6-427A-BC02-78704919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and typedef:...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BCBEE-0939-4539-9C20-7B16C11E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3329A-D7F6-48AE-A7FF-A4B6F83B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73101-FBB3-4141-9781-1DED52FC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and typedef: Struct...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23CE0-D956-47CF-AE73-E55578F4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523445-3DB2-4DBB-89D2-A79EE140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0864660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C543F-58CE-45C8-A706-106B45DD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5E8D9-2F2A-478A-961E-32335B54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91495-233C-4EBC-A3F9-9DA9B7C5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3DAE4-770F-4D1F-A4DD-97B7B657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E28CD-0FC7-48EF-8AAB-1AB152B1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07459-DA3C-47BC-9324-4B86FCE5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F5536-C4BF-44B6-96BA-4D31CCAB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85F27-F339-4222-873C-2683F45F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4E8DC-2505-4ED7-975A-82AFBC3E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C910D-8DB8-41D1-861C-CE9A3F9D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C1CF4-CFF3-450E-AD7B-472F31F5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C7AE9-FCBB-4009-9ADE-140945FA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DFB06-4F70-4986-8FBF-24BA3520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AAF46-E256-4F1A-9798-4711DCDE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8CCF2-C797-43D5-87E4-925BA429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5459319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1BE98-531E-4120-8D44-52075884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37E3A-BA7E-4673-837A-DB7EB27A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18497-D5C0-4715-8496-0D67B5CB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C1B20-3A02-4866-89FC-EDE88F6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496AB-F452-4124-A9A9-99973E73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A645F-05D1-4222-9AC1-8173D4B3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and typedef: Structures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26A15-8BF7-4E71-BDE5-21D58800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6F4A9-3FF2-49D8-8350-D40B8748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D23AD-64A0-4818-9EFC-22989041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0AF33-8140-45FD-92EE-B664D22D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676EB-A9A7-4499-B9E5-5ED503D5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7610309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AB5B7-D869-4B3B-851C-B5A68473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D960F-A4E1-41F7-ACEE-506A8DA1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E026D-4886-406F-BF46-A3BE7DEC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CAF88-57FB-4AD1-90BE-5397D927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F449B-5C83-4EAE-9C13-98B6756A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Arrays of Structures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5D6D3-37C6-486D-8377-C3EC3439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Arrays of Structures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0B778-FAEB-4B0D-946B-9726EC7A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6D718-64B9-474B-BDEA-5F3698FF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190EF-B607-4C21-8E3B-B828631D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9D9F8-8B82-4234-95EF-B71EFD28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CC26F-06A8-4691-9201-48E836FD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D3EDA-9BBE-474B-9539-05E11554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5E009-D565-4954-A91B-5DEDF176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B9302-1581-4A0A-8653-F3CF28AE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7A451-B9F0-48C1-AE18-686049DF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61B44-F969-4F49-AE1B-130BB8AE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347008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F82C6-A949-4DBE-8D30-87761975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E5ABD-8A22-4808-8CB2-CDEEDCC2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B0BAF-B9E8-455C-8AAA-8AA42FCB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64A66-364F-4C7D-A28A-3FDEACB4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675C0-D12B-4321-AF42-CA56E5FB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D1B66-AAEF-478A-898A-A01F8F86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6A62B-C89A-4FB9-A513-46A7C17E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46A04-6797-4C22-91FF-6D750130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EEB43-23D0-45DC-8C00-E8FDB7EB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Arrays of Structures.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5D0C3-7904-418F-AD96-02B899CD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0A376-9222-44DE-945F-AC55F8BE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46C6C-8A16-4655-ACE2-942D9519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Arrays of Struct...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C78DD-1F23-4766-9583-9C75D246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08A09-B1E0-419E-9164-94875A69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DDA25-FCFA-47FE-878B-457B9B8A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Arrays of 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D4246-8D10-492A-8092-3BEFB640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DB97E-4A43-4A66-AC3C-3767C7BF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23C1B-92B7-4158-AFB3-90FA0699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Arrays of Str...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9AA5EF-1CDF-47C0-A8CD-CD3EF1B6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072D0-7CFE-426A-B3D9-35A53BAE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0A152-8681-4A07-A891-C3FC9E6A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Arrays of Structure...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044B8-641C-49CD-95C5-F805E6D8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DA126D-5D20-4809-945D-A0834BB6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8879647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C3750-C8E4-4084-A16A-6EE08F32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58868-944A-48CD-ABF8-4D770FB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61A4F-1C18-49E4-8497-D22E1CF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B62C0-C595-4D3B-A612-72870B9D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BDDD9-5A6E-4BCE-A1D7-D43C6CDC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C9E51-0FCF-4F18-B99F-096D5D72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2C33F-80B7-46A0-87E5-07BB826C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4CC48-9BC3-4C5A-863C-42467384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31607-9542-42A7-A0B2-1CF0CDC8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92043-53E4-4EE9-9680-38AAD2BD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BC7AC-7FC4-42D1-87C9-1EA5637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E480D-450C-4E2E-B0DF-0E2CB616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9079B-F62D-473E-96F1-645FD75D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25216-3EA5-4D0D-8ECC-C15F1C2E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CB5D7-1FB3-4706-AF01-2DE5DEF0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8971093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595B5-9581-4155-924F-75414387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6844D-6FE2-40B0-AD09-A0864978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C10DA-68F5-42E9-9BA3-EFA8A774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3D941-09FC-4070-B2C4-20A6237A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10FAD-2E8B-4870-8E4C-B7D3D9FB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9EF45-C8ED-4304-B5C5-F8073810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Arrays of Structures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A7FDE-C1F1-4B88-B7D4-B520061F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911B8-57D1-40F0-B795-963D79C8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D634F-B216-46CF-AF00-0A502721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BEDF2-F49D-465F-B837-5C1B82B7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87752-C3DA-479A-98B0-35D9EB7A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2754199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44E37B-A222-459B-943F-6A3D4244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5E0EF-D980-4A20-BF9D-3126B58E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2B18B-2F6E-4E1B-B66C-CCFB15EA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F16A6-2C2B-4802-958A-62E9C0FE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45631-FC10-4F73-8974-F77C4BCD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Passing Structure to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B0C18-31CA-4F38-99CC-D51F8EB5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Passing Structure to Functions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FE48C-C6B6-446B-B295-BA34AA36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F715C-BCFE-4231-B617-858D7891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3DC6A-617C-46EC-8DE2-FE58A6DA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6E6B0-C07F-4522-B503-E37F008E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E3B02-9A71-442B-AF64-DBF006D4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D78E6-3388-494C-B027-B01D9797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06B53-09C8-4FFB-AB40-CCDD3355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032BF-376B-4031-83B2-EECD31C3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EB12D-8010-4D4F-A796-20F35126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09CF1-4319-45AD-8648-2F54D300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8447126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1F7A7-E882-474B-B2F9-B908D95A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42924-0B50-4F22-8336-3A4BB460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7EE23-CFAC-47BF-A9C0-4B9DE3CF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6ECEE-9D85-4D5F-8271-C1B1E6FA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9922B-4E1F-4CCB-BBC5-1733A62B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B743F-67E4-4751-9CCF-102065C2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7D89A-3BE4-4DB2-86FB-41CBA1AA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0FF4D-3D92-4F53-B751-99C63C7C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5AFC3-7D87-47F0-B406-5DD02C7E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Passing Structure to...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C6F2B-ABA0-4B91-B175-676DF9EE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6B077-2AFE-46CC-80D9-CF5BAEA4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E7E01-9998-4E97-A7D0-E8A92C5B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Passing Structur...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205C2-0C8E-4E9A-B13D-B5D86591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03096-A792-4FD9-B295-CA6CBF9B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777A3-224C-49F0-B323-80FA27E9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Passing Stru...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F4DA0-38C4-4590-BF66-A9A55741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C9D4F-3A80-46C1-BB43-211B84C5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077A6-E55A-4BE2-A886-533877C7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Passing Struc...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A8AAC-432F-4DAC-873E-4D2FE2D1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ED837-94E7-4B4E-B308-EF96F1C7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7E412-02AF-41FB-850D-4EA2DD5E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Passing Structure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691EB-A66D-4C23-A0BF-D5036A42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05349-6294-412B-992C-91ACA53A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79367452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5E35C-0EC1-4AE2-BBB7-B3B82757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A3859-E7E1-42AA-9E2D-D6298BF3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A88D8-233E-4C5B-956F-5353027C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20431-5C95-456A-91E3-03A8EF31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A6749-D69F-4FDF-8570-6644F69F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CF170-05FC-4F45-94D9-64F4F03D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0DF43-7D2D-4C79-984C-1F5CB647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8899D-016A-4647-8A4D-5AF02BB6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19EEA-0F38-404C-ABA8-034C0C54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6D164-AE16-4E0C-8662-4C665281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3C5F5-D16D-46EB-92F4-A6A93EA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BB350-799B-415C-A04A-7A32F5DD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C7EEE-2ED0-4D97-941D-3C60698E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0A599-17C2-4C79-A67F-F2B4C5C7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79CAE-C462-4FBB-BF88-D5585C5E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4740290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148F0-23F6-476F-8F45-0234A03E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215A5-3F6A-40D7-A028-0278451C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F1244-D6C8-4A9E-941B-892BF55F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0C38E-26E5-4EAA-8DFB-A0749164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73657-114A-4BF9-880D-BDE1785C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76209-1B63-4497-B481-6AED11CB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Passing Structure to Functions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14F19-C51A-4F0F-B163-A4298216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47783-4304-460F-9E60-87C935C7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4C465-16CA-41D6-8362-45966AC3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755DC-D555-4D59-A61B-26BDF0CA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886CB-DEB2-44A7-AB4B-F1E7A790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95609115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20671-2877-40FC-B932-642D0285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DF985-BF46-4F8E-8B03-9BB3B0F1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0151D-8CD8-498C-A57A-46044DC5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D3C75-406C-487F-980B-096E7EE4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536F9-6E17-4FE3-89E1-01A37679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Structure Pointers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DC4E7-0124-4C3D-98CB-9115FB93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 Pointers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564C4-6259-44EF-A007-98967CEF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9F84A-C3B0-4080-99D1-0585D5F1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EC616-4CEC-49E6-BB05-1F3C5A8A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8006A-3C81-4928-B5D7-16385A81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492D9-2B1B-4A2A-BD3A-F5994778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1C287-88B6-4AE5-8D6A-B37AF7D4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D59FC-DDDD-4525-B04D-1CCFAF5B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90033-708A-418B-B5EF-9585995B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4768E-E7D8-42E3-BA9D-D2E105EF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193EF-F338-4331-8587-F016AA3E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41555684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B1621-336D-482F-83C0-0828DF72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E7C8A-01F3-46EA-A947-773B462F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07551-AB2B-41A0-A916-3478A16E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5A1FA-F12C-40A0-AFB3-D5779DE8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2FB2B-8AF8-4200-9162-41B5C59E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D008F-F397-44F8-B446-0A60EB8B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E5F80-ED93-467A-AFC9-3FD6FC45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0AAB0-DC0A-4FDE-9F51-0E7D9B91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44034-3496-4892-8D57-40E25EC5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Structure Pointers.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31919-F368-4492-8AC9-6F388D4F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42823-75D7-49D4-B7E8-296604C9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C336E-FDB4-43F2-9EA1-D0EB9A54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Structure Pointe...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D76F5-C167-419A-8F9C-236EC383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5F972-A213-4FFD-B944-656F219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4B99A-49C4-4F36-8DEA-CC81BF32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Structure Po...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C915A-EBDE-4179-8541-AC97B61C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9EB97-9DE0-44C1-93F7-FE0093E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70D2B-AE89-480B-95EB-5982313E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Structure Poi...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CA7AF-FFCF-48F5-AD75-A67142B0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D6D82-83AC-400E-8F87-75FC64C0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1A56B-5B4E-41CC-B0B5-AEABB91F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Structure Pointers.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E3787-143D-4B3B-82F5-B02953D7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EDAA06-D09F-47B8-92D5-0BDE7F6A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475913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24724-40E9-4E44-9622-585CBB35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8DADE-30C2-4634-95AE-A5179F6D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0F98F-B7B1-44F3-B820-DFC2190B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C5B5E-BE83-4C4A-9CEA-087A4D50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0670E-ABC3-4B67-96E6-7C1BD556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1FC1E-BD63-4986-A431-17FA020B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E4B14-2156-4094-8A9D-98F3F709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3AEEF-5A46-4FC7-9062-23608D72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16ABD-B54C-4A69-BC77-3B69840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7CFE0-8618-4004-AE8C-673E7EE5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36B07-37A4-49BD-85E6-67ACC3C9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F0786-FD87-4AB6-A286-26D76D84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04D40-FBAA-4613-BE27-7EEF1AE6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11C16-F305-4B07-9756-2AC492FD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7BED2-D021-426E-B402-BB5E49AF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2198252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AD26E-D4F6-4711-ADF5-AF474BCD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11D8B-B7FB-48E2-B384-98D69961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01A72-0032-42F9-A4E4-CF42AC86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8B571-75A7-4F10-B385-7DF97990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CB40B-4B0D-4C90-A09F-196B4DBA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4144B-D6B9-42BD-A5DA-182CF4E3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Structure Pointers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A50D4-38DC-4643-888F-4664053A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08A1F-CC19-447D-ADB5-72A7B6BA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4E1FE-DE32-420A-AC6A-6E112B50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AB454-419F-4D1F-AB4B-A6204D65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B3BAF-834E-4AB4-9E52-A199809F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84189926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84CD6-2890-4A0C-B7E2-3F768345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BE9C4-E2A7-4EE9-9952-F9590495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84A94-8B92-4581-85D8-0287F46C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8D744-5849-4051-A155-C70E253E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9D40D-5772-4EE0-B3F5-CF4D7F65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Arrays and Structures within Structures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E88F4-1C76-4718-A8ED-6089C664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Arrays and Structures within Structures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A97E8-A8D4-43A5-960A-40241D1A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25F6F-AF26-45CD-B886-2154575B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CF632-E499-48DF-929B-A6174829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F5DC7-08F6-4F93-BD1C-C458205D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31294-A4F5-49F9-8A64-ABFAA66F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EB77B-00B7-4B30-B5FB-AD10FC58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3ED77-2CCE-4949-958A-61F44293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7F43F-E5BE-4230-8475-8D6725AE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D84D3-1862-47AA-B8E9-394AB304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91ACD-4F75-4C08-9632-3D68331C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303149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F4E63-3570-4A56-8C86-30D8825A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8683C-B77F-47F5-AC94-B38B4C54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7052E-4EF2-414E-AFF0-EF88E2D0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C5076-A04F-484B-B656-FCB5AE7E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1DED2-152A-46B4-80BB-6D4A0637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72F9F-EAB2-4B50-A125-72E33AC0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81900-92D5-41B9-A181-B285BCEF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3AD96-DE5C-4C53-80AD-E2843BBA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3B74F-7A0E-4525-8152-F7FE0B44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Arrays and Structure...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0CEE5-63D3-4FF6-A5EE-D2BBC2A7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1D23D-4CC5-49E3-AD18-4EFD2BEB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CCF87-C20E-4ED5-A977-E919F9C9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Arrays and Struc...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D2E7F-8F61-4AE7-9F48-580210FF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7DC5D-E4EB-489E-B426-DA63C1F8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F4189-7CCB-4220-BBA9-DAF6E07E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Arrays and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AF5ED-F058-4E06-97AB-AB806670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91C65-6C73-41B9-BEFB-E1653C4A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39026-9D92-4C61-932F-7C16BFE5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Arrays and St...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06E41-3FEC-4B18-B250-895165C1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7F7E7E-B8CB-4569-8498-6690DBC9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2A020-B6BB-4CF2-A9BB-DEDA0E28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Arrays and Structur...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23BBB-753A-4DB9-B503-6B376E0D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C41F55-46FF-44C9-A0D6-4C218517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4758094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8D6A0-035C-4129-9B3B-B2810FBC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CE8AD-7ACA-45FA-A5C2-4CEA55A5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90A6E-B63B-470D-94D2-5AEFCF0A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7FBD7-A7FD-4BF1-AABB-EE7AFCF5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CD3C2-C080-47EF-9BD0-CC781843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0D1CE-50CE-494F-AC93-959270AE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89CA2-5985-470E-8335-96825268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63B7F-C639-49C3-A527-386FC65E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7D074-97EC-4416-BBBA-8480AB67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DE6B1-2D75-44CA-ADDD-4DC2215D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6B064-504B-4436-B8B4-9657FCBD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77A46-FAD6-4A88-BEBF-1A85E644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3902B-E274-4B5A-B080-56513CBA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540CC-B23C-4A0A-AD9C-8CA7776F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7D9BF-ADA5-41E2-8B3E-30D5EF91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56508478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803B9-16E3-4E7B-81DD-0483C15A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00A3B-97EA-4FC7-8982-9E57A8CC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5C3F3-9654-4638-9C94-629CA41A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84B24-40BA-4AAB-AFE4-EF0E881B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1CFA3-E763-4698-89EB-2C9C7D31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C8D04-5EC7-48FD-96F4-D32DBF67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Arrays and Structures within Structures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75559-0346-4D21-8C57-1C47CC44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C8C6E-F4ED-4D7E-ADB9-266BBDBA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0503E-E619-4B31-BC02-949D80CA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84198-1E1E-4048-B7E4-DA965C12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F49FE-870C-47A1-AEF2-04BFC96B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26892951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B426F-B026-4D4B-B82B-ECCAA24C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07011-04C6-4D1A-8C2F-CBAAE8EA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8FF8E-B4DD-4FE3-8DD8-0BF36D58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85125-04B1-4158-B006-12184EF5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34D66-4FFE-42D8-B167-0A5520A2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Bit -Fields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3393A-F32C-4A98-B2B8-B59749EA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Bit -Fields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0A193-B39C-489D-B3FD-C5B4E9B1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275F2-411A-42B6-B6FB-B876161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38771-9685-4F60-A7B3-5D7020BB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80755-31DB-4D4B-812B-6E21789D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17C38-9F59-4BBE-94F9-E2B2883C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0B921-2D68-4B84-AE1B-238A58F4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CBDCF-70B6-4DB2-A77D-EC259235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C9D45-1ADD-4E54-B338-7001BD6F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C352B-9B2B-44B7-A9B2-1FBE1C69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8ED01-B7F7-4B59-9731-213B6E59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35406157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89E79D-85B5-4974-B527-85CCB5C3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8BA04-2E56-42B8-84A2-45797E8C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C1715-238D-41CE-B828-4B1B54E8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11A33-9807-4B0C-81CB-B80F6503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EE1A4-1D19-4191-A2C5-EDBF4F22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90905-6C15-4835-A4A9-F6CA2B42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1AEAF-452F-4D8A-AF65-F1BF74A4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6BAB7-86BA-4B12-B774-299CE5D8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8F4ED-F729-4242-A1C5-56D30F7E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Bit -Fields.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82F40-5920-4356-BAA2-1CB0A087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07A97-9C88-4F92-A48B-6F1F1A88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0ECE1-8017-40D0-8F74-1F3F3CE5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Bit -Fields.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747AA-B09B-4EE9-B46D-7AA8A726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235E3-36E1-48A2-BA1E-5A1F6700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A39A6-6197-4953-982F-71392823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Bit -Fields.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B8972-4D77-4F6F-B8F2-99874E99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3E7D3-195C-4B29-AF6D-6D394B03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49015-39FC-42BF-97C6-3E2893AF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Bit -Fields.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F57A6-055A-4731-B2D3-6D750353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C7164-7282-4D46-B0BF-A5071CD5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000B8-86B7-417C-81AD-F2355108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Bit -Fields.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17F793-269B-4F26-8ACC-034B6A21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AFD71-2FD4-4661-BDEF-5D202661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43617307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78DD7-26E9-4304-80DA-0834A51A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A7188-E9E1-4FA2-B511-159F0C89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DB9A3-9876-4263-BA9B-FB058053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A9A8C-EE45-4D52-8995-EE6F2987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88FE4-3603-421E-A659-C3EFD0AF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87692-7B44-44DD-91A5-9C121C1F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17B14-D691-469A-A3CC-52BB2BDC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584B6-9A9C-4AE0-8701-08171BDE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B3049-4236-4185-978E-56AFFDAF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D364F-D124-44DC-A0BE-B8B37EBD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35ABA-292A-4B19-B9C2-F4184486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85587-32A5-47DD-B1B4-39BBDBBB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2911B-DCD3-4A3D-B551-E5605696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5372D-C715-4715-A353-280AF0A9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284F7-8BCF-4A15-BF7A-0A975AC5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7777449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A9DC5-235F-486E-B837-CBC0D644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A02D0-BB42-4D7B-BBF8-9C4AFF84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06660-9D09-4F7C-B9D5-4B691E2B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1FBB9-2F5D-43E0-BE50-6F8730B9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C8437-F234-472E-86C0-20B37BC2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A157E-02FF-4593-A5B1-628E50ED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Bit -Fields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38D4C-B5B7-4BD9-BDC9-DB7EDFA5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2DA86-CAED-443F-A261-9A08E8F1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2D827-C553-4149-B3C8-4DABA5AA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D330D-C1B5-4CAA-9912-869A611C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FA9B3-F6E6-4E52-B9DE-04A859B8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709988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1EE0E-9798-4667-AB66-6F08A546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06CF5-7C9B-4773-9A6E-4519B248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3AAF4-832B-4E69-8A22-1938217B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45269-B49C-471A-A457-92872EDB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4A94A-2E5C-423D-AF00-13099960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2749A-F24E-4292-9856-75B1DC31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73557979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E59CB-0369-4507-8054-A4454E6B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CCDA6-9CCB-4C4B-9F7D-063CD333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F2385-8F04-4F50-B410-3039E6EE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3B117-3B34-464A-8F55-0A8CAF9F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F1FCF-14A9-44FC-B5CD-8309187E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Unions: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Enumerations: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typedef: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Arrays: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C4BC5-950A-4EC4-AA0C-98909B49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81281872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459A3-BCA2-4CE1-857C-5699097B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08581-AC06-473E-A9DB-6AFE1344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7B726-D663-40A1-836A-E63465B8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916CF-5009-4064-8E29-459D8481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27605-7292-4042-82E6-491604CE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98D12-F5EC-45B8-9FF6-6D4048F0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13164715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17394-B3C8-40A5-8CDB-C8DF2729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7FE48-88D7-4E31-9015-9189CF2E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69D1F-6536-4E1F-8D17-57E80C1D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665A5-2DE0-4C6D-92EA-C93361CD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54388-69F8-4EBC-9172-9809FF39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4CA16-CA6A-4512-94D2-4365AF7F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160779759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88828-EC99-46FA-8B3F-668819E1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A293C-027C-4665-B90F-65AB78F1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FBDAF-3209-467C-9732-A98F35A0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842FE-C4CB-483B-A882-57B5E800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8AA7D-3A74-443E-9434-9D879E7B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Structures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Enumerations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and typedef: Structures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Arrays of Structures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Passing Structure to Functions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6B73E-ED51-440E-AE01-D444333E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E6315-369A-42DB-BC0D-6CC3A6E3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7B888-8326-4729-9F8B-02619379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Programming in C</a:t>
            </a:r>
          </a:p>
        </p:txBody>
      </p:sp>
    </p:spTree>
    <p:extLst>
      <p:ext uri="{BB962C8B-B14F-4D97-AF65-F5344CB8AC3E}">
        <p14:creationId xmlns:p14="http://schemas.microsoft.com/office/powerpoint/2010/main" val="7309594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2026-08-24T16:02:42.3460000Z</dcterms:created>
  <dcterms:modified xsi:type="dcterms:W3CDTF">2026-08-24T16:02:42.3460000Z</dcterms:modified>
</coreProperties>
</file>