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d11419d69842af" /><Relationship Type="http://schemas.openxmlformats.org/officeDocument/2006/relationships/extended-properties" Target="/docProps/app.xml" Id="Rbbaea195cd0c4d4a" /><Relationship Type="http://schemas.openxmlformats.org/officeDocument/2006/relationships/officeDocument" Target="/ppt/presentation.xml" Id="R133cde11191e47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d13a2d97e941c1"/>
  </p:sldMasterIdLst>
  <p:notesMasterIdLst>
    <p:notesMasterId xmlns:r="http://schemas.openxmlformats.org/officeDocument/2006/relationships" r:id="R22074c4c3bff434e"/>
  </p:notesMasterIdLst>
  <p:sldIdLst>
    <p:sldId xmlns:r="http://schemas.openxmlformats.org/officeDocument/2006/relationships" id="256" r:id="Rc8f6662d88f14f85"/>
    <p:sldId xmlns:r="http://schemas.openxmlformats.org/officeDocument/2006/relationships" id="257" r:id="R73722db8c6bf4d65"/>
    <p:sldId xmlns:r="http://schemas.openxmlformats.org/officeDocument/2006/relationships" id="258" r:id="R5ce80d509a1d41d8"/>
    <p:sldId xmlns:r="http://schemas.openxmlformats.org/officeDocument/2006/relationships" id="259" r:id="R12a02ef5688b4286"/>
    <p:sldId xmlns:r="http://schemas.openxmlformats.org/officeDocument/2006/relationships" id="260" r:id="R8d12d60b4b73486b"/>
    <p:sldId xmlns:r="http://schemas.openxmlformats.org/officeDocument/2006/relationships" id="261" r:id="Rf815f1bd44f746eb"/>
    <p:sldId xmlns:r="http://schemas.openxmlformats.org/officeDocument/2006/relationships" id="262" r:id="R9ab21da20b8b47e8"/>
    <p:sldId xmlns:r="http://schemas.openxmlformats.org/officeDocument/2006/relationships" id="263" r:id="Rbe9eb0acffb44107"/>
    <p:sldId xmlns:r="http://schemas.openxmlformats.org/officeDocument/2006/relationships" id="264" r:id="Rfbe8e1ab93864560"/>
    <p:sldId xmlns:r="http://schemas.openxmlformats.org/officeDocument/2006/relationships" id="265" r:id="Ra1316b3711f74649"/>
    <p:sldId xmlns:r="http://schemas.openxmlformats.org/officeDocument/2006/relationships" id="266" r:id="Rf0d318019e384f7e"/>
    <p:sldId xmlns:r="http://schemas.openxmlformats.org/officeDocument/2006/relationships" id="267" r:id="Ra8e90d6200b14f73"/>
    <p:sldId xmlns:r="http://schemas.openxmlformats.org/officeDocument/2006/relationships" id="268" r:id="Rfafffc1f23254375"/>
    <p:sldId xmlns:r="http://schemas.openxmlformats.org/officeDocument/2006/relationships" id="269" r:id="R123f8d6dbec84395"/>
    <p:sldId xmlns:r="http://schemas.openxmlformats.org/officeDocument/2006/relationships" id="270" r:id="Rd3984f5eb2c54819"/>
    <p:sldId xmlns:r="http://schemas.openxmlformats.org/officeDocument/2006/relationships" id="271" r:id="R6a96532a8d764828"/>
    <p:sldId xmlns:r="http://schemas.openxmlformats.org/officeDocument/2006/relationships" id="272" r:id="R59e5a719fb0e4e44"/>
    <p:sldId xmlns:r="http://schemas.openxmlformats.org/officeDocument/2006/relationships" id="273" r:id="Rcebb7f5fe9664a0b"/>
    <p:sldId xmlns:r="http://schemas.openxmlformats.org/officeDocument/2006/relationships" id="274" r:id="Re39a8ff8e459404c"/>
    <p:sldId xmlns:r="http://schemas.openxmlformats.org/officeDocument/2006/relationships" id="275" r:id="R6a46a848183f417f"/>
    <p:sldId xmlns:r="http://schemas.openxmlformats.org/officeDocument/2006/relationships" id="276" r:id="Recb309dc2a454e63"/>
    <p:sldId xmlns:r="http://schemas.openxmlformats.org/officeDocument/2006/relationships" id="277" r:id="Rd65483b4817e48d2"/>
    <p:sldId xmlns:r="http://schemas.openxmlformats.org/officeDocument/2006/relationships" id="278" r:id="R4c87de4a68634c68"/>
    <p:sldId xmlns:r="http://schemas.openxmlformats.org/officeDocument/2006/relationships" id="279" r:id="R60c482af2cd145f2"/>
    <p:sldId xmlns:r="http://schemas.openxmlformats.org/officeDocument/2006/relationships" id="280" r:id="Ra5c92a3b107945b5"/>
    <p:sldId xmlns:r="http://schemas.openxmlformats.org/officeDocument/2006/relationships" id="281" r:id="Rd87ab46edf8b4a78"/>
    <p:sldId xmlns:r="http://schemas.openxmlformats.org/officeDocument/2006/relationships" id="282" r:id="R2387829bf900462d"/>
    <p:sldId xmlns:r="http://schemas.openxmlformats.org/officeDocument/2006/relationships" id="283" r:id="R226c575114024bc7"/>
    <p:sldId xmlns:r="http://schemas.openxmlformats.org/officeDocument/2006/relationships" id="284" r:id="R7597c45908194a1b"/>
    <p:sldId xmlns:r="http://schemas.openxmlformats.org/officeDocument/2006/relationships" id="285" r:id="Rc2c9f32af192499e"/>
    <p:sldId xmlns:r="http://schemas.openxmlformats.org/officeDocument/2006/relationships" id="286" r:id="Rbbe5fe4936e84771"/>
    <p:sldId xmlns:r="http://schemas.openxmlformats.org/officeDocument/2006/relationships" id="287" r:id="R6bbb03fadf484168"/>
    <p:sldId xmlns:r="http://schemas.openxmlformats.org/officeDocument/2006/relationships" id="288" r:id="R74798a30cc084838"/>
    <p:sldId xmlns:r="http://schemas.openxmlformats.org/officeDocument/2006/relationships" id="289" r:id="R173196b42ada4f36"/>
    <p:sldId xmlns:r="http://schemas.openxmlformats.org/officeDocument/2006/relationships" id="290" r:id="R7f1261ea20344fa2"/>
    <p:sldId xmlns:r="http://schemas.openxmlformats.org/officeDocument/2006/relationships" id="291" r:id="R2749f3745675417c"/>
    <p:sldId xmlns:r="http://schemas.openxmlformats.org/officeDocument/2006/relationships" id="292" r:id="Rfbb2ec8ff4064a55"/>
    <p:sldId xmlns:r="http://schemas.openxmlformats.org/officeDocument/2006/relationships" id="293" r:id="R3a2300739b6a48e7"/>
    <p:sldId xmlns:r="http://schemas.openxmlformats.org/officeDocument/2006/relationships" id="294" r:id="R938027b77b0141e2"/>
    <p:sldId xmlns:r="http://schemas.openxmlformats.org/officeDocument/2006/relationships" id="295" r:id="Rc7274502f2b34dd9"/>
    <p:sldId xmlns:r="http://schemas.openxmlformats.org/officeDocument/2006/relationships" id="296" r:id="Rb180ebd962c14ca9"/>
    <p:sldId xmlns:r="http://schemas.openxmlformats.org/officeDocument/2006/relationships" id="297" r:id="R070ba65c4eee4e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3e3e13966748b4" /><Relationship Type="http://schemas.openxmlformats.org/officeDocument/2006/relationships/slideMaster" Target="/ppt/slideMasters/slideMaster1.xml" Id="R2dd13a2d97e941c1" /><Relationship Type="http://schemas.openxmlformats.org/officeDocument/2006/relationships/notesMaster" Target="/ppt/notesMasters/notesMaster1.xml" Id="R22074c4c3bff434e" /><Relationship Type="http://schemas.openxmlformats.org/officeDocument/2006/relationships/presProps" Target="/ppt/presProps.xml" Id="R415c0c0cc18b45e5" /><Relationship Type="http://schemas.openxmlformats.org/officeDocument/2006/relationships/tableStyles" Target="/ppt/tableStyles.xml" Id="Rb6f35b3a3cdf4282" /><Relationship Type="http://schemas.openxmlformats.org/officeDocument/2006/relationships/slide" Target="/ppt/slides/slide1.xml" Id="Rc8f6662d88f14f85" /><Relationship Type="http://schemas.openxmlformats.org/officeDocument/2006/relationships/slide" Target="/ppt/slides/slide2.xml" Id="R73722db8c6bf4d65" /><Relationship Type="http://schemas.openxmlformats.org/officeDocument/2006/relationships/slide" Target="/ppt/slides/slide3.xml" Id="R5ce80d509a1d41d8" /><Relationship Type="http://schemas.openxmlformats.org/officeDocument/2006/relationships/slide" Target="/ppt/slides/slide4.xml" Id="R12a02ef5688b4286" /><Relationship Type="http://schemas.openxmlformats.org/officeDocument/2006/relationships/slide" Target="/ppt/slides/slide5.xml" Id="R8d12d60b4b73486b" /><Relationship Type="http://schemas.openxmlformats.org/officeDocument/2006/relationships/slide" Target="/ppt/slides/slide6.xml" Id="Rf815f1bd44f746eb" /><Relationship Type="http://schemas.openxmlformats.org/officeDocument/2006/relationships/slide" Target="/ppt/slides/slide7.xml" Id="R9ab21da20b8b47e8" /><Relationship Type="http://schemas.openxmlformats.org/officeDocument/2006/relationships/slide" Target="/ppt/slides/slide8.xml" Id="Rbe9eb0acffb44107" /><Relationship Type="http://schemas.openxmlformats.org/officeDocument/2006/relationships/slide" Target="/ppt/slides/slide9.xml" Id="Rfbe8e1ab93864560" /><Relationship Type="http://schemas.openxmlformats.org/officeDocument/2006/relationships/slide" Target="/ppt/slides/slide10.xml" Id="Ra1316b3711f74649" /><Relationship Type="http://schemas.openxmlformats.org/officeDocument/2006/relationships/slide" Target="/ppt/slides/slide11.xml" Id="Rf0d318019e384f7e" /><Relationship Type="http://schemas.openxmlformats.org/officeDocument/2006/relationships/slide" Target="/ppt/slides/slide12.xml" Id="Ra8e90d6200b14f73" /><Relationship Type="http://schemas.openxmlformats.org/officeDocument/2006/relationships/slide" Target="/ppt/slides/slide13.xml" Id="Rfafffc1f23254375" /><Relationship Type="http://schemas.openxmlformats.org/officeDocument/2006/relationships/slide" Target="/ppt/slides/slide14.xml" Id="R123f8d6dbec84395" /><Relationship Type="http://schemas.openxmlformats.org/officeDocument/2006/relationships/slide" Target="/ppt/slides/slide15.xml" Id="Rd3984f5eb2c54819" /><Relationship Type="http://schemas.openxmlformats.org/officeDocument/2006/relationships/slide" Target="/ppt/slides/slide16.xml" Id="R6a96532a8d764828" /><Relationship Type="http://schemas.openxmlformats.org/officeDocument/2006/relationships/slide" Target="/ppt/slides/slide17.xml" Id="R59e5a719fb0e4e44" /><Relationship Type="http://schemas.openxmlformats.org/officeDocument/2006/relationships/slide" Target="/ppt/slides/slide18.xml" Id="Rcebb7f5fe9664a0b" /><Relationship Type="http://schemas.openxmlformats.org/officeDocument/2006/relationships/slide" Target="/ppt/slides/slide19.xml" Id="Re39a8ff8e459404c" /><Relationship Type="http://schemas.openxmlformats.org/officeDocument/2006/relationships/slide" Target="/ppt/slides/slide20.xml" Id="R6a46a848183f417f" /><Relationship Type="http://schemas.openxmlformats.org/officeDocument/2006/relationships/slide" Target="/ppt/slides/slide21.xml" Id="Recb309dc2a454e63" /><Relationship Type="http://schemas.openxmlformats.org/officeDocument/2006/relationships/slide" Target="/ppt/slides/slide22.xml" Id="Rd65483b4817e48d2" /><Relationship Type="http://schemas.openxmlformats.org/officeDocument/2006/relationships/slide" Target="/ppt/slides/slide23.xml" Id="R4c87de4a68634c68" /><Relationship Type="http://schemas.openxmlformats.org/officeDocument/2006/relationships/slide" Target="/ppt/slides/slide24.xml" Id="R60c482af2cd145f2" /><Relationship Type="http://schemas.openxmlformats.org/officeDocument/2006/relationships/slide" Target="/ppt/slides/slide25.xml" Id="Ra5c92a3b107945b5" /><Relationship Type="http://schemas.openxmlformats.org/officeDocument/2006/relationships/slide" Target="/ppt/slides/slide26.xml" Id="Rd87ab46edf8b4a78" /><Relationship Type="http://schemas.openxmlformats.org/officeDocument/2006/relationships/slide" Target="/ppt/slides/slide27.xml" Id="R2387829bf900462d" /><Relationship Type="http://schemas.openxmlformats.org/officeDocument/2006/relationships/slide" Target="/ppt/slides/slide28.xml" Id="R226c575114024bc7" /><Relationship Type="http://schemas.openxmlformats.org/officeDocument/2006/relationships/slide" Target="/ppt/slides/slide29.xml" Id="R7597c45908194a1b" /><Relationship Type="http://schemas.openxmlformats.org/officeDocument/2006/relationships/slide" Target="/ppt/slides/slide30.xml" Id="Rc2c9f32af192499e" /><Relationship Type="http://schemas.openxmlformats.org/officeDocument/2006/relationships/slide" Target="/ppt/slides/slide31.xml" Id="Rbbe5fe4936e84771" /><Relationship Type="http://schemas.openxmlformats.org/officeDocument/2006/relationships/slide" Target="/ppt/slides/slide32.xml" Id="R6bbb03fadf484168" /><Relationship Type="http://schemas.openxmlformats.org/officeDocument/2006/relationships/slide" Target="/ppt/slides/slide33.xml" Id="R74798a30cc084838" /><Relationship Type="http://schemas.openxmlformats.org/officeDocument/2006/relationships/slide" Target="/ppt/slides/slide34.xml" Id="R173196b42ada4f36" /><Relationship Type="http://schemas.openxmlformats.org/officeDocument/2006/relationships/slide" Target="/ppt/slides/slide35.xml" Id="R7f1261ea20344fa2" /><Relationship Type="http://schemas.openxmlformats.org/officeDocument/2006/relationships/slide" Target="/ppt/slides/slide36.xml" Id="R2749f3745675417c" /><Relationship Type="http://schemas.openxmlformats.org/officeDocument/2006/relationships/slide" Target="/ppt/slides/slide37.xml" Id="Rfbb2ec8ff4064a55" /><Relationship Type="http://schemas.openxmlformats.org/officeDocument/2006/relationships/slide" Target="/ppt/slides/slide38.xml" Id="R3a2300739b6a48e7" /><Relationship Type="http://schemas.openxmlformats.org/officeDocument/2006/relationships/slide" Target="/ppt/slides/slide39.xml" Id="R938027b77b0141e2" /><Relationship Type="http://schemas.openxmlformats.org/officeDocument/2006/relationships/slide" Target="/ppt/slides/slide40.xml" Id="Rc7274502f2b34dd9" /><Relationship Type="http://schemas.openxmlformats.org/officeDocument/2006/relationships/slide" Target="/ppt/slides/slide41.xml" Id="Rb180ebd962c14ca9" /><Relationship Type="http://schemas.openxmlformats.org/officeDocument/2006/relationships/slide" Target="/ppt/slides/slide42.xml" Id="R070ba65c4eee4e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0d3f2f4b1c47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3285d9037942cc" /><Relationship Type="http://schemas.openxmlformats.org/officeDocument/2006/relationships/notesMaster" Target="/ppt/notesMasters/notesMaster1.xml" Id="R7e63d26b5adb4d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7fa074acd64bdc" /><Relationship Type="http://schemas.openxmlformats.org/officeDocument/2006/relationships/notesMaster" Target="/ppt/notesMasters/notesMaster1.xml" Id="R0ab9d065a12248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b69184959c458c" /><Relationship Type="http://schemas.openxmlformats.org/officeDocument/2006/relationships/notesMaster" Target="/ppt/notesMasters/notesMaster1.xml" Id="R24d9f44fd4fc4d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f47fdff9d74b17" /><Relationship Type="http://schemas.openxmlformats.org/officeDocument/2006/relationships/notesMaster" Target="/ppt/notesMasters/notesMaster1.xml" Id="R3905588d903840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c80e8b0e244a3d" /><Relationship Type="http://schemas.openxmlformats.org/officeDocument/2006/relationships/notesMaster" Target="/ppt/notesMasters/notesMaster1.xml" Id="R339ba73d982f46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f70e65a7204e79" /><Relationship Type="http://schemas.openxmlformats.org/officeDocument/2006/relationships/notesMaster" Target="/ppt/notesMasters/notesMaster1.xml" Id="Rf1d1da52396548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c41a8a34d54feb" /><Relationship Type="http://schemas.openxmlformats.org/officeDocument/2006/relationships/notesMaster" Target="/ppt/notesMasters/notesMaster1.xml" Id="R8ad3f9f0b4a944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6f2f14f9dc4bb8" /><Relationship Type="http://schemas.openxmlformats.org/officeDocument/2006/relationships/notesMaster" Target="/ppt/notesMasters/notesMaster1.xml" Id="R9786f1182ca948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d8fce604ad4d02" /><Relationship Type="http://schemas.openxmlformats.org/officeDocument/2006/relationships/notesMaster" Target="/ppt/notesMasters/notesMaster1.xml" Id="R472281c75a9f49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ed2801d9184134" /><Relationship Type="http://schemas.openxmlformats.org/officeDocument/2006/relationships/notesMaster" Target="/ppt/notesMasters/notesMaster1.xml" Id="R2d161e6372b947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7c8924a5114bf3" /><Relationship Type="http://schemas.openxmlformats.org/officeDocument/2006/relationships/notesMaster" Target="/ppt/notesMasters/notesMaster1.xml" Id="Rc3de697efef248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ecf7953d2948f8" /><Relationship Type="http://schemas.openxmlformats.org/officeDocument/2006/relationships/notesMaster" Target="/ppt/notesMasters/notesMaster1.xml" Id="R6f5f3bfa0c5b41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852d6395404437" /><Relationship Type="http://schemas.openxmlformats.org/officeDocument/2006/relationships/notesMaster" Target="/ppt/notesMasters/notesMaster1.xml" Id="R3a58eed934e842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2bee61986d452e" /><Relationship Type="http://schemas.openxmlformats.org/officeDocument/2006/relationships/notesMaster" Target="/ppt/notesMasters/notesMaster1.xml" Id="R16856945226c47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47ed0895c74795" /><Relationship Type="http://schemas.openxmlformats.org/officeDocument/2006/relationships/notesMaster" Target="/ppt/notesMasters/notesMaster1.xml" Id="Re49a39ad683647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fc99a10fd44f88" /><Relationship Type="http://schemas.openxmlformats.org/officeDocument/2006/relationships/notesMaster" Target="/ppt/notesMasters/notesMaster1.xml" Id="Rc9fdc61c81dc41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aab27cc09e4ca2" /><Relationship Type="http://schemas.openxmlformats.org/officeDocument/2006/relationships/notesMaster" Target="/ppt/notesMasters/notesMaster1.xml" Id="Rc326ad9f142e43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77d0187bac4925" /><Relationship Type="http://schemas.openxmlformats.org/officeDocument/2006/relationships/notesMaster" Target="/ppt/notesMasters/notesMaster1.xml" Id="R17533b7f545a42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b7a8d83ded462d" /><Relationship Type="http://schemas.openxmlformats.org/officeDocument/2006/relationships/notesMaster" Target="/ppt/notesMasters/notesMaster1.xml" Id="Ree653a895a1449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1605b42d6c42bf" /><Relationship Type="http://schemas.openxmlformats.org/officeDocument/2006/relationships/notesMaster" Target="/ppt/notesMasters/notesMaster1.xml" Id="R0fe583c8a918425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2407886a7ca48ca" /><Relationship Type="http://schemas.openxmlformats.org/officeDocument/2006/relationships/notesMaster" Target="/ppt/notesMasters/notesMaster1.xml" Id="Rf0fa862866c04d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4e2020bc8ac45d3" /><Relationship Type="http://schemas.openxmlformats.org/officeDocument/2006/relationships/notesMaster" Target="/ppt/notesMasters/notesMaster1.xml" Id="R2cd7b00b8cb448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e338bc798d54da1" /><Relationship Type="http://schemas.openxmlformats.org/officeDocument/2006/relationships/notesMaster" Target="/ppt/notesMasters/notesMaster1.xml" Id="R71e93adf04e2429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ce6d66ddde34dfc" /><Relationship Type="http://schemas.openxmlformats.org/officeDocument/2006/relationships/notesMaster" Target="/ppt/notesMasters/notesMaster1.xml" Id="R09d3dcf88b2342d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4d048e62d08418d" /><Relationship Type="http://schemas.openxmlformats.org/officeDocument/2006/relationships/notesMaster" Target="/ppt/notesMasters/notesMaster1.xml" Id="R9ef310739cdb4e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7f3e44af504802" /><Relationship Type="http://schemas.openxmlformats.org/officeDocument/2006/relationships/notesMaster" Target="/ppt/notesMasters/notesMaster1.xml" Id="Rf01e43e935e74b1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a3c146564054faa" /><Relationship Type="http://schemas.openxmlformats.org/officeDocument/2006/relationships/notesMaster" Target="/ppt/notesMasters/notesMaster1.xml" Id="Rd85b3e8ad2044d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5cee71860204337" /><Relationship Type="http://schemas.openxmlformats.org/officeDocument/2006/relationships/notesMaster" Target="/ppt/notesMasters/notesMaster1.xml" Id="R587b002489b84b8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9796d2b93034ecb" /><Relationship Type="http://schemas.openxmlformats.org/officeDocument/2006/relationships/notesMaster" Target="/ppt/notesMasters/notesMaster1.xml" Id="R456a5241104e4dd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349c65efebf4e3e" /><Relationship Type="http://schemas.openxmlformats.org/officeDocument/2006/relationships/notesMaster" Target="/ppt/notesMasters/notesMaster1.xml" Id="R4ed5322dfd3a4e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78c0425f90047ae" /><Relationship Type="http://schemas.openxmlformats.org/officeDocument/2006/relationships/notesMaster" Target="/ppt/notesMasters/notesMaster1.xml" Id="R53f967c7143c476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f6b9ebdec0c4cc1" /><Relationship Type="http://schemas.openxmlformats.org/officeDocument/2006/relationships/notesMaster" Target="/ppt/notesMasters/notesMaster1.xml" Id="Rde99a3344303424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6d03b8bb06f4727" /><Relationship Type="http://schemas.openxmlformats.org/officeDocument/2006/relationships/notesMaster" Target="/ppt/notesMasters/notesMaster1.xml" Id="Ra1be613d2d084f4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67a919435a84995" /><Relationship Type="http://schemas.openxmlformats.org/officeDocument/2006/relationships/notesMaster" Target="/ppt/notesMasters/notesMaster1.xml" Id="R1c2f20d94dca47b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8428a375cb34566" /><Relationship Type="http://schemas.openxmlformats.org/officeDocument/2006/relationships/notesMaster" Target="/ppt/notesMasters/notesMaster1.xml" Id="Rfa54d90c25274a3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bc28a4f04794e36" /><Relationship Type="http://schemas.openxmlformats.org/officeDocument/2006/relationships/notesMaster" Target="/ppt/notesMasters/notesMaster1.xml" Id="R88abe7d395ec456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f94279aaa574aa7" /><Relationship Type="http://schemas.openxmlformats.org/officeDocument/2006/relationships/notesMaster" Target="/ppt/notesMasters/notesMaster1.xml" Id="R4195b1e36df14db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fbb4d7f257847f9" /><Relationship Type="http://schemas.openxmlformats.org/officeDocument/2006/relationships/notesMaster" Target="/ppt/notesMasters/notesMaster1.xml" Id="R6ba4123c731347d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7a94b83654b4307" /><Relationship Type="http://schemas.openxmlformats.org/officeDocument/2006/relationships/notesMaster" Target="/ppt/notesMasters/notesMaster1.xml" Id="Rdefadbbba0c54b9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2be0e37ea4c4e56" /><Relationship Type="http://schemas.openxmlformats.org/officeDocument/2006/relationships/notesMaster" Target="/ppt/notesMasters/notesMaster1.xml" Id="R8f132a74cd4a441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919e1b817f34151" /><Relationship Type="http://schemas.openxmlformats.org/officeDocument/2006/relationships/notesMaster" Target="/ppt/notesMasters/notesMaster1.xml" Id="R700d125aa53943f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b9d1da00ae649a8" /><Relationship Type="http://schemas.openxmlformats.org/officeDocument/2006/relationships/notesMaster" Target="/ppt/notesMasters/notesMaster1.xml" Id="R200b7aa7fcb547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4db274dc5b4c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869d0235744b9c" /><Relationship Type="http://schemas.openxmlformats.org/officeDocument/2006/relationships/slideLayout" Target="/ppt/slideLayouts/slideLayout1.xml" Id="Ra6b173df2eee47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b173df2eee47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110e5eca64cd6" /><Relationship Type="http://schemas.openxmlformats.org/officeDocument/2006/relationships/notesSlide" Target="/ppt/notesSlides/notesSlide1.xml" Id="Re6e6681dd90341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d4c9cad8e4fca" /><Relationship Type="http://schemas.openxmlformats.org/officeDocument/2006/relationships/notesSlide" Target="/ppt/notesSlides/notesSlide2.xml" Id="R24e06b380d3049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5946f05da4d83" /><Relationship Type="http://schemas.openxmlformats.org/officeDocument/2006/relationships/notesSlide" Target="/ppt/notesSlides/notesSlide3.xml" Id="R90d2d53f2edf45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319bbe5b2407e" /><Relationship Type="http://schemas.openxmlformats.org/officeDocument/2006/relationships/notesSlide" Target="/ppt/notesSlides/notesSlide4.xml" Id="R5ec558fa20a544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0cd1e73c94c4f" /><Relationship Type="http://schemas.openxmlformats.org/officeDocument/2006/relationships/notesSlide" Target="/ppt/notesSlides/notesSlide5.xml" Id="R59bdce18c8394d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96793f9dc4320" /><Relationship Type="http://schemas.openxmlformats.org/officeDocument/2006/relationships/notesSlide" Target="/ppt/notesSlides/notesSlide6.xml" Id="R1a61ff4fd2ec4a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13f92cd074b5a" /><Relationship Type="http://schemas.openxmlformats.org/officeDocument/2006/relationships/notesSlide" Target="/ppt/notesSlides/notesSlide7.xml" Id="R93f78e082f2544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5fe066db24027" /><Relationship Type="http://schemas.openxmlformats.org/officeDocument/2006/relationships/notesSlide" Target="/ppt/notesSlides/notesSlide8.xml" Id="R16d6ead4810a4f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2801d9ac34d7d" /><Relationship Type="http://schemas.openxmlformats.org/officeDocument/2006/relationships/notesSlide" Target="/ppt/notesSlides/notesSlide9.xml" Id="R6d3710d4627a44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fd0d594254898" /><Relationship Type="http://schemas.openxmlformats.org/officeDocument/2006/relationships/notesSlide" Target="/ppt/notesSlides/notesSlide10.xml" Id="Rc36cbf0f054e43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b3d260bb04d08" /><Relationship Type="http://schemas.openxmlformats.org/officeDocument/2006/relationships/notesSlide" Target="/ppt/notesSlides/notesSlide11.xml" Id="Rc975291e6f224d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3dc7270904898" /><Relationship Type="http://schemas.openxmlformats.org/officeDocument/2006/relationships/notesSlide" Target="/ppt/notesSlides/notesSlide12.xml" Id="R584a76bbe69e46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6520a804f42a4" /><Relationship Type="http://schemas.openxmlformats.org/officeDocument/2006/relationships/notesSlide" Target="/ppt/notesSlides/notesSlide13.xml" Id="R4f3561d9979948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16b193bed4116" /><Relationship Type="http://schemas.openxmlformats.org/officeDocument/2006/relationships/notesSlide" Target="/ppt/notesSlides/notesSlide14.xml" Id="R7ab85da854d14b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de391fb264315" /><Relationship Type="http://schemas.openxmlformats.org/officeDocument/2006/relationships/notesSlide" Target="/ppt/notesSlides/notesSlide15.xml" Id="Rf7d74e37c9db4d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31cb4e5314d5c" /><Relationship Type="http://schemas.openxmlformats.org/officeDocument/2006/relationships/notesSlide" Target="/ppt/notesSlides/notesSlide16.xml" Id="R7d0a9445eed34e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791604bd64915" /><Relationship Type="http://schemas.openxmlformats.org/officeDocument/2006/relationships/notesSlide" Target="/ppt/notesSlides/notesSlide17.xml" Id="Re2d420c428dc47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2203eb2114e54" /><Relationship Type="http://schemas.openxmlformats.org/officeDocument/2006/relationships/notesSlide" Target="/ppt/notesSlides/notesSlide18.xml" Id="R6ca25c297c2f49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824ec769a4229" /><Relationship Type="http://schemas.openxmlformats.org/officeDocument/2006/relationships/notesSlide" Target="/ppt/notesSlides/notesSlide19.xml" Id="R465b62a33e3c46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92c434f794bea" /><Relationship Type="http://schemas.openxmlformats.org/officeDocument/2006/relationships/notesSlide" Target="/ppt/notesSlides/notesSlide20.xml" Id="Rb85aa1e0351c4e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0af2132274ac9" /><Relationship Type="http://schemas.openxmlformats.org/officeDocument/2006/relationships/notesSlide" Target="/ppt/notesSlides/notesSlide21.xml" Id="Rae415bc5b678473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afd246efb4e05" /><Relationship Type="http://schemas.openxmlformats.org/officeDocument/2006/relationships/notesSlide" Target="/ppt/notesSlides/notesSlide22.xml" Id="R9b7e1b80471841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2067dd6ba461c" /><Relationship Type="http://schemas.openxmlformats.org/officeDocument/2006/relationships/notesSlide" Target="/ppt/notesSlides/notesSlide23.xml" Id="R9740d963fd7549a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579c679ed4413" /><Relationship Type="http://schemas.openxmlformats.org/officeDocument/2006/relationships/notesSlide" Target="/ppt/notesSlides/notesSlide24.xml" Id="R8a23e18b7bec401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40e76b63a4dd0" /><Relationship Type="http://schemas.openxmlformats.org/officeDocument/2006/relationships/notesSlide" Target="/ppt/notesSlides/notesSlide25.xml" Id="R83480a2b2abc40c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a6ed454364052" /><Relationship Type="http://schemas.openxmlformats.org/officeDocument/2006/relationships/notesSlide" Target="/ppt/notesSlides/notesSlide26.xml" Id="Re68210612c9b46d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a508516e74441" /><Relationship Type="http://schemas.openxmlformats.org/officeDocument/2006/relationships/notesSlide" Target="/ppt/notesSlides/notesSlide27.xml" Id="R02a7fc9fa8f2425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e1680029247e4" /><Relationship Type="http://schemas.openxmlformats.org/officeDocument/2006/relationships/notesSlide" Target="/ppt/notesSlides/notesSlide28.xml" Id="R8da384c0cc2b4e1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fd640d8c44df8" /><Relationship Type="http://schemas.openxmlformats.org/officeDocument/2006/relationships/notesSlide" Target="/ppt/notesSlides/notesSlide29.xml" Id="R442a9add4996455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79d6f3918462a" /><Relationship Type="http://schemas.openxmlformats.org/officeDocument/2006/relationships/notesSlide" Target="/ppt/notesSlides/notesSlide30.xml" Id="R8f61ebd23d6d4c4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379893db642aa" /><Relationship Type="http://schemas.openxmlformats.org/officeDocument/2006/relationships/notesSlide" Target="/ppt/notesSlides/notesSlide31.xml" Id="R2f2f45ecb0394ec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703b803684359" /><Relationship Type="http://schemas.openxmlformats.org/officeDocument/2006/relationships/notesSlide" Target="/ppt/notesSlides/notesSlide32.xml" Id="Rca54fa1672d04c1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5a1a097214d47" /><Relationship Type="http://schemas.openxmlformats.org/officeDocument/2006/relationships/notesSlide" Target="/ppt/notesSlides/notesSlide33.xml" Id="Rcd21481467fb4ae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817dbc392443c" /><Relationship Type="http://schemas.openxmlformats.org/officeDocument/2006/relationships/notesSlide" Target="/ppt/notesSlides/notesSlide34.xml" Id="R2330017e8e78429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ce7f2ebd04073" /><Relationship Type="http://schemas.openxmlformats.org/officeDocument/2006/relationships/notesSlide" Target="/ppt/notesSlides/notesSlide35.xml" Id="R58ae67ef9bd7423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ed9cb69ad46fb" /><Relationship Type="http://schemas.openxmlformats.org/officeDocument/2006/relationships/notesSlide" Target="/ppt/notesSlides/notesSlide36.xml" Id="R1bac190a2867412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0c769ff0f44c5" /><Relationship Type="http://schemas.openxmlformats.org/officeDocument/2006/relationships/notesSlide" Target="/ppt/notesSlides/notesSlide37.xml" Id="Re992319037b649c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40b4342914315" /><Relationship Type="http://schemas.openxmlformats.org/officeDocument/2006/relationships/notesSlide" Target="/ppt/notesSlides/notesSlide38.xml" Id="R82bb4731f305481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d8ec93d4e489c" /><Relationship Type="http://schemas.openxmlformats.org/officeDocument/2006/relationships/notesSlide" Target="/ppt/notesSlides/notesSlide39.xml" Id="Rcc2ac8ceba90451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5d58e9a9e4f62" /><Relationship Type="http://schemas.openxmlformats.org/officeDocument/2006/relationships/notesSlide" Target="/ppt/notesSlides/notesSlide40.xml" Id="R896249633aa04b3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8e70ce01e4731" /><Relationship Type="http://schemas.openxmlformats.org/officeDocument/2006/relationships/notesSlide" Target="/ppt/notesSlides/notesSlide41.xml" Id="Rf9ff41db4aee490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6a9e94d794896" /><Relationship Type="http://schemas.openxmlformats.org/officeDocument/2006/relationships/notesSlide" Target="/ppt/notesSlides/notesSlide42.xml" Id="R21999125d1d744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93CFC-D243-4FDB-9AA6-0CA10292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AA50B-F282-4BE7-967E-79532CDE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Functions: The General Form of a Function, Understanding the Scope of a Function, Function Arguments, argc and argv -Arg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9C8D4-9532-4BC6-A11A-C426FAFD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Programming in C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1BEIT105/205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0FCE1-AD6E-44C0-AEC9-3DC19325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FDD4D-9A79-4E87-A964-790FFDD0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D8215-2B8D-4D8E-AB11-3E4E8297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55345-F355-4AA3-87F1-B5B3813B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F5ADB-17BD-4A05-B354-AA38A7B9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44BD4-E777-490D-86BB-2A1B1FF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F9D8F-5B36-4C84-9FA5-DCC2B1B3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E21F4-8982-40B2-9A92-AC6EAC74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EA0EE-953A-4AAD-B879-E6498F76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FC319-E4BA-4A75-9769-C01179FE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366747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F6767-7D70-4A48-8D59-D6FF7E00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CC64F-FFD4-4394-9F05-F1957325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946DB-B6CF-4095-8958-DBD574CD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788FE-770F-473E-86BE-8A1609A4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05BAC-BF62-454A-A57C-A1FB8D0E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05C84-72C0-47B2-BF04-340029F1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CED4B-4D45-4831-BFBB-B74DF3C4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DDFFD-A753-4CB5-B666-E08BFB3E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B3BE7-E66A-4848-97E8-6CBBC392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77FB8-85B3-4D48-A0E4-02E6926E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7353B-F78B-4981-A322-E49EB95B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696E4-0093-46B9-91C5-5F4271C0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4E054-6768-4A3D-8ABE-E8C537F8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19B8E-EDCF-4D94-9947-25B0435A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C2A09-DC31-4F65-95A9-B46D0D2D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732706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86C83E-4276-48E3-B573-34F64087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A4132-C663-485B-A8D5-5180AFFB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E61E9-F1C0-4F61-A539-24F5D13A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2F31B-C701-4659-8162-8817A69D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3E51D-B888-4538-ABA0-CD7D5FAB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68742-815E-49AB-8B09-72A49EC5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1A0F6-A5F5-4252-B1ED-AE07E78C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1C8B1-9718-47CD-9F0B-11908084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4BEDD-8951-4D80-A913-520FEAC7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Functions: The General Form of a 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1F217-42B9-475D-ACB4-8021DB78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0B170-AED6-4238-8B43-91E4A7BE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CE600-0DCA-45AF-AACD-4873EEE2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Understanding the Scope of a Function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70992-50F2-4F0C-9876-3365312D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9F784-5EEC-489E-9BF1-FF3F8C53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E60B2-7D3F-4808-885A-2A8FF00E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Function Arguments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A33BE-5E9C-4786-96CF-C89F1534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6C87B-8CE5-40E0-84CF-4B6FC8A9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9E3C5-E5CA-44D6-8D5B-038A8DE6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argc and argv -Arguments to main()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11904-6C58-46E5-9B01-AB0EC632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8B0FF-5002-4EED-837F-C3258252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088F0-DFE6-4A2F-A23A-EEF96CE5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 re turn Statement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41E3BD-FE19-4A24-B01E-BB1A5A6A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B3F39-4234-4152-A8EA-E40EDC3A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3DC031-688A-42DE-BD84-E8AE0723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What Does main( ) Return?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B12AC-BBE4-41AB-884C-38E6A8D3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DCE1D-5D74-43AA-B1D2-44750A15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E23EB3-D561-4946-8902-6A29ED7D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Recursion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47731F-CD6A-469C-AEA8-7B22D441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87DDC-C415-4A18-83D5-8BDFAC10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82FD7E-EF9F-4BA2-93B4-441A9EF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Function Prototypes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F6EAC9-7FF4-4F40-B1F5-8E3C4C96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BED661-924A-4CF3-94FB-CEB8AD0D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19046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1B162D-8C14-4049-A6C8-CF22ACDD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E9E0A-286C-4B3B-BFC7-EB47B5C5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6C756-3B94-4494-90C7-2DF2516C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34C2C-8356-4423-8FDF-9CA7DA0F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F8383-718B-4ECA-ACF0-246E85E0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417B6-662F-48B4-927F-D7A040BF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D83A7-16A5-4CD2-803F-577037A6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ADE7E-7673-4EEE-A886-492BD730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Functions: The General Form of a Function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45C34-81A7-4F47-8598-5C674C2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F97DF-9306-4CC6-A982-BC81FA11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40E98-1972-48BD-9DE2-3DD41DB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Understanding the Scope of a Function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0CFE1-979C-4CC0-9B3E-4BA919F9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B6EB5-2F9A-43EE-93E7-72BDA7FC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9DF85-2150-4883-8E50-044006D5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Function Arguments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0EF93-CDD4-4E7E-A9E6-1673BF3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88B34-C09C-4889-88E6-4AA2372C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84E47-F9EF-4B93-A23F-AC7D5008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argc and argv -Arguments to main()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EB5987-1A35-4AD4-9F30-440F6F14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EF05C-7895-4C5A-B3B4-F8B6885A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D6BCA-9666-43F4-A28A-59185D48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 re turn Statement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FEB14-0DEE-478A-9DBB-8CF68D35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78B45-A60D-4748-BF7D-45FD371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D1C06-CA1C-4DCE-9509-E34C5053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What Does main( ) Return?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EE32B-F019-4600-9748-54163008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2EA09-706C-4A0D-99E1-80A53765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27045-69EB-4043-87FC-FC90E8A6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Recursion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FA70F-A6B7-4584-8032-17C6D84A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0B5A5C-C1F6-4AED-8088-1E19D173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806B6B-05C3-4FC4-9699-FF5F7DD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54345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F50F6-A706-4558-9A6D-35D5BBAF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928D7-5CE6-4A06-A698-1DAD5980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64B73-7228-4004-ADFD-47176244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9E1C3-E9B4-40D0-81C2-89475571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E0F46-280F-4699-A450-0FF57ADB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D2BD5-7048-41E8-A365-8DF042FD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3F6E7-A4C0-4BC9-AC85-7475272C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2C6C9-86AA-4632-9A79-590A7025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Understanding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045DD-0D72-4843-ADFD-2988552A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ADD1C-4D07-4CBE-8B55-B6604A2A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Arguments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44CAA-6B77-44FC-9AFA-5DACE8B2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argc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781CB-000C-4C61-A15E-91C722F0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argv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62828-B27E-44A3-9AE4-D018FDD2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7EA5C-A6CE-4AEC-B970-A7BF0361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BE732-797A-4B67-84E0-30B51C7E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79B68-F94B-41BF-97BF-2677A69F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003617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7847E-07DD-4B49-A449-795AAE8D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1741A-6805-4BD5-A4D9-ED7A0C46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AB9F0-B6E0-43E9-8509-4B3369B1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8C1EB-7396-4179-B399-00B5F0D1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72CB1-8B0E-45F2-96DC-B5FE3B5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Functions: The General Form of a Function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DC085-033B-4634-B212-C564EF15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Functions: The General Form of a Function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B1237-2EAA-4B17-9AE0-DD0F246F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54C62-FCC9-4C6C-86F6-B79EA7CA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B2D58-79F5-462A-A08B-05E2E5F6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71DFC-E159-4733-ADE2-D19DDBC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A8D06-94CD-4AD9-B6EF-3EE8FD3F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42B9F-DFA0-4CBD-B48C-0E2D019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200FC-2FAA-4645-A89A-C06FF0D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19656-8508-4A45-985B-F08E4A6E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211DD-7F69-4B24-A30E-CAD995E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EBD07-6C5B-43BA-AA37-152DE439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088260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CFCB7-DAB1-4FE0-A153-585BDEE4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7DA6B-DBAF-41CC-8FD9-83956E79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63E89-DA19-4531-A17B-E46D82C1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DEF2A-FD8F-4B31-B4A0-2F6B6157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3E541-4312-4E39-83D9-0DE5B8B5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E330C-235B-476C-BA4E-11AA41AE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0FA4C-AEBE-460D-8AD2-44033497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56BDD-A078-45BE-8B02-57223294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E4797-B597-4AD1-9ED7-A73AA489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Functions: The Gener...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B7C0E-D3D4-46FE-9094-FB15327F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9A6E5-F1E2-45E4-B273-1E459F03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8415E-EBB0-4E7E-B9C1-5F579C11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Functions: The 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44F77-5DF5-4071-84E4-83669113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20BDF-9B19-4B9B-ADCC-DDE2AF34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82D30-89CA-4C40-85A7-331FDAB6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Functions: 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A92DD-13AA-4546-A923-6B4526C8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348A2-CF2D-4C4E-99C8-952E97FD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6E7FC-3091-4020-8DD7-213D24E5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Functions: Th...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382EE-1324-4E24-9364-5866FA3E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D2B22-B7C5-4F2C-A4FA-AE3587EF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6D75C-A2AE-4ED6-8729-57795132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Functions: The Gene...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37FC0-3616-4BDA-AA85-C8B45EF9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28D197-C5BF-4EB3-AE26-FA60272C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471271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653F6-C369-4170-A470-99A21D02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A8606-AC75-4EFA-93BE-E296D212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CCB44-4A54-4E91-97AC-E1A3CCF2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41D3B-5944-45F1-AD49-6D04372A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CA153-6E62-4DFD-B448-E2309EF5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39F93-0E46-42F6-9C50-0F8D64FC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7000B-6ACF-4748-BC14-20CC4F8E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6C20-71E0-47E4-8776-90739CE2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9DFE2-4C96-4146-8AE8-8E6B9985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BD5C7-FA93-4DA7-8AB8-1B0AEFA3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00B0C-6F8E-4E41-A787-E305C08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DF01B-B878-499B-8E52-68F9DEB6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F69BC-2750-4427-A11E-E870DB43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517FA-150B-4C54-807F-0B244AE2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05E9F-8DBC-4B7D-AD7E-0DCBF60D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707048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8BD60-763F-4C5D-9442-11D8307C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96DAF-CF5A-4D19-9427-1E456C8B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F06A4-B5E0-4556-89F3-B23B0639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9EFA2-3309-4C2E-BC72-FE570C5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B9B85-4275-4403-BADA-D6A777C0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062EB-5E92-482C-A1B2-58B9D641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Functions: The General Form of a Function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F26F2-7098-46F4-AB87-A030A294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7FB8D-0E53-45CE-AD00-81C6AF69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FEACA-6866-455F-BB84-27E139D6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80D35-2E2E-402D-9EDE-A5605F90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EE6DE-69AA-4D85-B487-D82428E9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449608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BD6D9-B9A0-45C3-961D-D78D11F1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0F99E-B1E8-43E5-A02F-5AD029E6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682E0-2385-4F0A-B956-7FAE848F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8F2E7-0810-412F-B9F8-B3321EC2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AD120-ED49-4D50-82F4-BAA07CC1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Understanding the Scope of a Function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EE04E-00F0-4E92-B691-927F2D01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Understanding the Scope of a Function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43F11-1C3F-4B1C-9B3F-7506F856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59BAA-84B4-4977-B828-356C7793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279EC-E169-473C-ABC2-2DF12039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FDFB4-3584-4B7C-8419-2A3CBEE7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3C6EB-3128-4689-A420-FD9B4B79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F78B8-9671-4D3E-B99D-F8CCA316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046C8-12F3-4542-8376-5BBA40E3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7ABC9-8652-4A3D-BA47-632F28F9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3DB64-00F9-491F-A270-1C39B198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8CF8B-2195-4A40-89F9-B1888A54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05417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5E547-BA45-4216-967D-9499E92A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2E5D0-A7C5-4910-99F9-8C17C9FF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C8556-C1CF-4B08-9887-B4B491E0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45AF6-6392-46FF-99A3-0C909A2A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3A9B9-9CCD-4D37-8525-4DFFA795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B4A71-A8CB-4F85-988D-91753D8C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0F505-9A88-4536-A4C5-6B439662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07123-76B0-40D7-AD5B-C250D9CC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BD1C5-9D0A-410F-9E37-C8A200A9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Understanding the Sc...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E29E1-AAC6-47D2-8A25-B3BBFBD2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F73BC-D121-45F1-856F-544E3466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2B22D-B3DC-4C06-8921-C7C407DA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Understanding th...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85962-5C70-413B-8F8C-BD278DC4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7C170-79C7-4534-BCF0-2E8704CE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6193C-92EB-4E35-B5B0-92DAD0FD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Understandin...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3DBFE-8A61-4AD3-A69C-C10BCC8D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ADA09-6D86-40D7-A16A-89C45435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69036-33F3-4C97-94BB-BF7CDB68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Understanding...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5EC84-7C51-417B-AE6D-AD33CFEC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C5004-18FC-4F09-B239-CE690EA8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D7B92-D52D-4949-B01B-979AEA97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Understanding the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2FAF9-5A82-44C6-A3EF-8ABC1FF4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E2E55-F646-40E7-9790-31E7D496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6834170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85608-1355-44EF-825F-53146301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8375B-01D6-4F04-8B0C-167C9DE7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CF60E-C4B3-4BCB-948A-EB3FB05D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9BB43-6514-429B-94FD-FDAB29B2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3DB8F-C38F-4B31-9E06-D8FB5D57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E07D5-1387-4050-9F88-79C83ABC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3610C-175B-4B49-991C-A0F8454D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1876E-7AA7-4854-A9BA-41D0F06F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E5CB9-9EF0-4F79-906A-5B66EC3D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35499-9122-4136-B877-B917C916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BC883-F9AE-49BC-9C09-06E9834F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3C967-F073-4FA8-8B46-0CB5EE7F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3E4BA-10A0-4809-92AE-41F11521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917BC-2EEA-4801-83B1-336E90AF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D0657-4DC1-495D-ABEA-5E2302BD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922553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20B33-A4D1-4C65-BE75-C486DDE9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2E62A-B90E-4CCB-B1E5-62C5A8B5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61FAD-9590-4BD1-808E-23C8A991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DFACA-BFCF-4A0E-B1EB-D2EB5E42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D31C7-FE2E-4F5D-8422-B3FAFA75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6B6D5-DBC7-48C9-B540-0275E9FB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Understanding the Scope of a Function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F06E6-7187-4E6B-A233-87FA4ECD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2FEC4-4CE0-4E48-813D-21074F96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C9392-8EC2-4348-9D2B-BA64DC3D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98C2C-F4EC-4CD1-94E4-8D86FEAB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5E058-256C-4D17-BB61-05A7B5F0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805264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BA711-BF96-4811-9426-BE734657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D528D-1C5C-440E-B86D-26AB99C2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CD0DD-6925-4D4A-A7C1-2ABBA28A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E9150-10E2-4F9F-BAF7-5D1B3C6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74A3C-3677-4ADE-B7A6-B84CE7B6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Function Arguments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D8D9D-745D-4C29-A5A0-D1F3205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 Arguments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E02F9-C145-48AA-BE8B-7541A59F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4B4F4-871E-4052-ADCF-6FE87E8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71C23-5A8A-43E3-AB30-38975D06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A1825-993D-42D3-A348-DEA84736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1B936-BE79-4C45-B6DC-10FAF135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59A56-6CCA-4F39-82ED-1D490FCD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E642C-5673-4E75-A949-F82FFD60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91D58-D78F-476C-8AE2-B8E0074F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D574A-BC1A-43AE-8B40-1152223B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75E6C-3776-4A0F-A330-8F57BFE4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658727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89E2A-8A99-4396-8C4B-24FB3AA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C12F4-6CB4-4F35-8ADF-043D4ABD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789F0-B99C-4F05-96AA-AC47F8DB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27B2C-738C-4806-A2E5-0774F43F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621ED-B498-4A7E-93D4-CE7E0677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4E913-C01F-4991-99D7-73C2E7FD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384F8-B9C8-4345-8422-407D353C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95E71-3C1D-4537-8A93-0F8CA342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AC819-A2BC-43F5-B747-C969E537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Function Arguments.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60767-0B1E-4B51-B586-B6F506B3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1B0C6-A816-440C-B52C-740AFE9F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6FC98-8AAE-4344-9B81-12FDB33B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Function Argumen...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8424A-7C7C-45CE-B70B-0E744C03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7289F-20E2-4FCB-93D1-D91946D7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489E9-7D1B-45C5-9915-A98AA051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Function Arg...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B06A2-572A-4045-9F0E-617A3621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66301-DC2C-4B9A-B6AE-81136CA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6C636-50B2-417E-BE9E-A6060122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Function Argu...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E7B95-B2A3-4C19-85CB-ADB69A43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A3B11-3284-493A-94CA-8057B556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EC2FC-AF3E-43A3-9D17-D4F20DB7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Function Arguments.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40A73-63F5-4B17-8A89-C1725140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CDF22-007A-4CF7-B015-4BFBB80D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798560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318C5-159F-4284-A95F-86A1E6D6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2A9A7-1EA5-4DF7-AA3B-12788EAB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0E023-0CD7-47CD-B121-6DACB838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04AD4-9448-499D-A910-4FF66B81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91503-828A-4F5D-8F76-6A6016D1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B794A-536D-46B9-804D-AED28DE8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EBED5-0A7B-4DFB-8D73-76BC1E21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F4E8F-FEC3-4A10-A9BF-7D551308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26CC3-1930-446D-9ABE-AB68BA5E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6FC28-29AC-425B-9768-965EA06F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8975B-92C5-42B1-A75E-9EA7E0C4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98300-FD49-47E0-892D-215358FA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DF0A2-C477-40EB-AD6C-D315820E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11EE7-CF71-4D74-9876-7C14A02F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73628-9D7A-45C2-958F-C0EE8AF8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4115575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3C096-AEB9-42CC-B68A-BA3BF93E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0DAAB-2CCF-494C-8A14-F573DC36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678A1-AA8D-444D-8262-0A0BD7F9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04F84-7E36-4FA6-914F-0EBE9C7B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63BC4-103F-4D88-938D-AC4B43C7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A8974-4ADE-4AD9-AA9B-6AC71691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Function Arguments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1C8BD-043A-4F2D-AF6F-47B7E84A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086CA-721E-4029-BF19-AB528691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B3F57-9DC9-4490-90B0-40174445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9E47D-7D42-40B0-B59D-0B179241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4E2EF-14C4-478E-891C-1EA554F1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9798918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F2F6A-835C-4AA8-8E53-41EA10D5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C6893-0D9E-462B-8F72-3BE498E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05617-3907-465E-85E8-F22B1ABB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ECFC5-1572-45D6-AAEC-8CD92308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097EE-D8F9-4DE5-8ABC-8322C934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argc and argv -Arguments to main()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3F3E7-9840-444F-993E-E1BB530C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argc and argv -Arguments to main()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90131-D322-4F2F-AB5D-F17D9200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33C59-712F-490D-BD12-FCE40309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E0CC6-414D-4F8A-B30A-6CFABDA4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DB8D6-5D97-42FC-A4E3-3DE52381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12E71-DC06-4369-9017-B345FC9D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5D30B-6DFE-4F7B-B218-D102ACD9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99480-B5AA-4061-BE58-81C43FEA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D29CC-86ED-45B9-9099-F16FD290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07F2F-6A19-4881-B655-550EA9C9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83DC2-C3B0-49CB-91B6-791F532A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648266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479B8-5661-4CC9-B6CB-F9B0C2E3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D7E26-C6C5-4549-BE04-08F2D01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A62FC-1B48-4FB6-BE81-4E58FA46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4A059-4F17-4E5A-946C-C59CAFD2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07D4D-A083-42B6-BF2E-8D9A9F12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0A2BD-6388-4967-9636-28CDA1E2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EBC51-6EC9-43DF-B1E5-A1B4AC71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4F8C4-2558-43EC-80B2-476DF4DD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99989-4A43-4B5C-8163-627ABB45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argc and argv -Argum...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70AF9-6C38-4171-BCB9-1B0ABA96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DACE9-15E1-4DA8-8C94-E42842C6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4E5FC-4908-478A-A7D2-F80C3C5D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argc and argv -A...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5575D-5229-40DD-8808-E6381CA7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8B488-1C5E-49D2-A5A4-07BEBAE5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5DB53-1396-4E92-B750-B87ED3BB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argc and arg...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75D70-8306-4EB4-A8E2-CFD15F2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7A59F-1BF5-4D84-A684-23C663A3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11F34-EA86-4D49-8A3E-BCB79B1A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argc and argv...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D6483-1CDB-49F2-8D45-5A48FB73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A2B18-15A9-46C8-8316-31A53290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CA0C4-0CEE-4BBE-BD9E-D9335E87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argc and argv -Argu...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3C2FE-305D-4CAB-8103-4B355BE1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D54AA-1739-4BD7-86A6-0D1F826E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9658979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06475-7056-4D62-9244-27B88519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0FAF4-C1C4-42EA-8504-86499B7B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FF5F-7B9B-43B8-8E8F-560E5EE2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0804F-30D0-4AF6-B637-448E513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C5512-0EAC-4D78-AF9E-D84BCCA8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F0DB8-10BF-450C-874C-248B5E92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5E946-FA3D-4572-805C-62361DDB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D2015-338A-4EE9-A70B-C9EBC287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4E2D9-6BC8-4D5A-A973-AD4DFDC8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246EA-C7D9-472C-A1B9-DC87CCD5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C3BC8-B474-496B-84DD-F3999A25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7529D-0C96-454C-9958-64B23C2E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7E995-978C-4597-81BC-5557B48D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3D204-1E33-4128-AB56-FB4D2ECA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F3A48-C74F-4D4C-9300-6DA8A303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092540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78172-F6A1-48CE-B1BC-EABE7954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74C23-E06E-45BA-A70F-27C24C85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FE235-6DEF-4DE5-8F09-46370B27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7E016-A156-476D-8DE1-7567F85E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1DDEF-C8B6-48A7-AEB4-9599DC1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11665-619F-43C8-B46D-FFBD0543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argc and argv -Arguments to main()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CC44D-4FC1-4FB6-885B-DB9D8611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614D6-492D-444A-9F7A-2658ACDE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4C545-FEEC-4BED-A769-AF4D3FCB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A4F02-BB68-4C64-BA32-051495C3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1E953-A7BE-47DA-A32B-9D4B16F9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9060216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A73DA-A1D3-4D41-89DC-6356C599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C3E51-A97A-4A81-87BD-5B95B9E7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DE555-5F2B-4505-9883-BC4B4536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50BCE-7AB2-4A41-9714-3A6AB59E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804D2-B635-4B12-B173-2D6C2B42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 re turn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E1CD4-2704-42B3-B54F-108B0C32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re turn Statement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62686-1A96-4269-B4CF-4A1C53A3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1EAA6-3140-4445-BF7D-5DF90C2F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0A87C-F0DD-47CA-AEAB-87EC0732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730D5-BC00-4E45-B7A6-3BA23710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DF28C-E009-4F52-B654-83E75274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69083-26DE-484C-AFD5-F7EA496F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78384-9924-4428-B41B-AA285CA0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0D43E-5975-422D-BA94-3949FA8E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B6044-8435-48AE-9B99-C4E72F35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CEE37-4125-400F-BC2C-6915D7F6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31267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8B582-F911-4E41-B38C-0AAE049C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43D03-0B4A-4A7F-B086-2F938DF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09FE2-FB34-4E1F-A9F6-AEE6F47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140DC-070B-471E-AC3D-1DEEC99A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3407C-3943-4F3D-8B02-AB722798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8CE7E-C93A-4613-AF85-2690739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2C0C6-79A2-434D-BB39-8C8E8FA2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62E07-5C3B-400C-B022-C638F9E7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44219-F1C1-4365-97BA-A4FCBC1B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The re turn Statemen...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5BE30-6D32-4727-87FC-033926B5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9D3B1-0B8E-4CB6-A9A7-DEB57544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BCEC3-7416-4294-929A-BAC22545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The re turn Stat...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831F8-B958-4CD0-966A-C24CA152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64D8F-1EDD-4A7A-A43E-99E3674A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A1551-FA6B-4DD2-B8A7-460D6373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The re turn...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00383-4678-43C3-BE59-7A977FD9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2DB1A-9E6A-40F3-869D-66E1FA8C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A63B4-4260-4E2B-ACBE-FE5DCFBF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The re turn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8E229-CBD7-4B0B-9616-190B5684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18977-659E-403D-9689-FAC37768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418B2-54D2-4EBC-974C-6EABB3CD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The re turn Stateme...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41AD4-BF4F-45DB-AB44-5F45F991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729261-0A4F-4175-852F-C071A823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321160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258D9-8AE1-4188-A515-BE98021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41CBE-957F-4A10-A929-D4C2A734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DAD3B-692D-4723-8C34-840F67CF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B36C1-CD2C-4464-A57C-1EE2A03B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1868E-284A-44EB-A0CE-7CB624BE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81D71-24F6-4F76-8EB1-709353B0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21EDC-1F3B-466A-BD78-B70DFE2D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7D9E5-DD2A-40A1-ADE9-AC75B7D3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415A8-1AF9-49E5-9852-4F8482F1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EC2D3-4D2E-4F56-B187-D33E782E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5109F-8724-4E17-82EF-8CE08765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97AEE-D939-4DFD-B18E-87E81BE6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C6031-EA2D-4B5B-A1B4-4A8502D4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8EC31-AA0F-4158-8211-E75E5DDB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A3051-046B-47CE-8437-BA7E5B34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4729630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DE677-84CD-441C-9E28-B0B676B5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CB604-98A8-4861-BD25-CDA1BD11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C6BAA-C5E3-41A2-8FD0-AAA0E3FA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2B9A6-4585-4518-9267-25B186C4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7C48A-1064-4D96-9CA1-D84A0C50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E7375-0AA2-4364-9499-C6CA6F2D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 re turn Statement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7CD55-FBE0-4237-8755-7A29BDAF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78072-956A-4B24-91F2-220D37E0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98030-87E4-450A-8BB4-0506F523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1EC79-2EFF-423C-BA33-B54482FF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B0633-80C1-4D4F-8295-7DD3F3D0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4954586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5F2BE-C608-48D2-87BE-4AC0B641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E9A03-99B6-4DCF-96A9-BECD5B8E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9CFAC-A573-4860-BCB7-93E1E5E1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2ABF1-5567-4908-8C79-2E66DC24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957E2-553C-4964-89ED-0792D0ED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What Does main( ) Return?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B4D6B-3DF7-4DF9-B158-7241CF0A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What Does main( ) Return?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35363-C297-4E84-9945-0C012608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DFE76-F992-49CB-9523-D939099B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A592B-5FA1-4A1A-B5C4-EAF1B51C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A771B-C2AD-44DE-BB01-1FD49B55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7E938-A3D7-4D20-A31B-00D8C89E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60DF6-FB11-4701-A09E-EA2F387D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9DB1C-1692-4029-9BFA-4C330B23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6E0A6-0A0F-43FF-BC2C-5B3EBC57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2E51A-8E56-4C17-A8E7-BBDF4871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6EA75-AA22-45B4-ACB8-0D499FEB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0006191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725EE-9AA9-4048-84EB-8ACBCE5B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29102-9BF8-404A-B16F-6083434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1DB39-32CE-4CB6-8C8D-ABC7B390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47C7F-DCC2-449F-8DF5-E29846F6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4A4FC-5616-4F28-B1BE-96DAF99E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DD8B4-6B80-4D99-B234-976AE54E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D3920-FF65-40DA-899C-9F57124A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57201-5112-4F4C-860E-2B48247B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D60DA-3CC0-4D25-9A3D-483AA907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What Does main( ) 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5062C-018A-4B85-9A0F-64370E75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E0EE1-0E51-4D3C-9623-A9963470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195C5-7832-4C3B-8827-FFA204CB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What Does main(...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19EFE-FD36-4AC8-865B-C279C383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88702-412E-4767-BB57-2479C6B0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BDC9A-7015-48E2-9564-114754E6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What Does ma...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E98BA-02EF-451D-8D34-919C85E1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A8347-38BF-4DAD-812A-173F9C81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33705-3FB3-4E00-870C-18B8A944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What Does mai...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88A8F-D398-45DD-AC80-9D0AE197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A5EFB-004F-40C5-8CF8-6092DFA3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17008-4BA4-41F8-B81D-B1093E0E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What Does main( ) 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3073A-ADA6-4B45-9AD4-0360B4E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6C23E5-1A49-456E-A14D-31F44009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6772007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8F7D1-DD9A-4839-BB17-BA7402B3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B791-CC32-4981-93B9-24A160F0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3DFCE-C579-4A3C-8514-1F7A4103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153B3-C420-4247-B99F-E0CAAD60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116E2-6F51-4745-BA77-DE63EF82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DE958-83A1-45EB-BA3E-F3CD39EB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2F68D-39EA-4157-B406-62A9D81F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3E541-BD31-4561-A27A-7E887C4D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566C6-D433-4DD6-8DF5-D73BB250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BE75D-1C6F-42A7-874A-CED70315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0C3AF-844E-44AD-A125-B57F824C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06743-4E06-40CD-A129-5E155A03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5372E-1630-4333-89D6-39F6804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6E755-EA72-46FD-A68B-759DAC2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BA73A-F0E4-414F-87E8-4E323FEF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05152725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209F2-A171-4BDF-A685-6F309516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A8CA9-B8D3-4DF5-8EF5-8AF69E69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CCE0E-6E05-4064-A011-F9DD1CDE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6E298-62B7-4022-9332-BDD69AB0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FC253-5B51-4E1F-899A-F224D628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2EC59-0E36-48C4-A3A5-80EFC892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What Does main( ) Return?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16251-F98C-440D-85C0-453861A5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CC2C6-6103-4ECD-8C83-10E0FA20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56BB5-098F-4DF9-9809-B353FD1D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B9A7F-ECD4-4242-B25B-DCD27905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ADFC8-7B00-4D31-BC9C-8C643B9F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342659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B9285-5A86-4357-A295-4EF2C057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64762-9013-4E95-8133-128797F1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52C5E-02B8-41FD-8767-E885AD26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42B32-EB81-48D4-B699-09A1CACF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014DB-EA48-4BC2-967B-B30B5298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Recursion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7C18B-3902-4BC1-800F-12DD336D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Recursion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1603D-38BD-4E4A-8B63-43B868A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D3264-AF00-4917-AEC7-0BE2BAC4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8F749-5477-475B-932D-EDC4B2D5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F6ABD-CF0D-42FA-AC53-D3A71E04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94F9E-09F1-439A-B610-517BA40D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756E6-D852-4CEA-BBE0-0DBCF40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3FC27-AA91-4E5F-9FF8-5E97EA78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3F0C8-0695-4B83-9176-CC3612E1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616F9-7C48-4912-BE9D-FB7EDAB6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D9D63-2A11-43F3-874F-B5492468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9506602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39D646-D914-4C54-AB79-82F9E8BE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EC806-9657-497A-8E59-CBA26344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8AF29-DE68-4072-BFAE-75628297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A8FFD-8154-4351-B6A8-DE41B89B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16443-A8CE-42C1-BC8D-E9C8BCE5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7AA7C-6F43-481C-852C-26BE40F4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BE6FF-6BDF-42E1-939E-AC793AB0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0A06E-21B0-48F9-898F-D2679745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03AE9-ECD1-4D6C-8E6A-735D9BA9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Recursion.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8F25C-9CBA-43CF-95DB-4DE74D95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4C1F0-D252-4B1E-B2DD-28B617FC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699BA-52A2-4563-A7D2-C3A1C5D8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Recursion.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FBB14-A068-41B3-A73E-F9EA6D7E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7960D-296F-4BFC-AE87-C85F045B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5E0F3-0BA1-4E64-A8DE-A5E77270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Recursion.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DD078-1F93-4B9B-B7BA-22F0007A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C1825-5107-4F78-9519-647F695D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83A75-3E54-48C2-BC31-6035151F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Recursion.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82197-5F90-4006-8FDD-5CC70061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91063F-F3E0-44D5-A2F8-D51E86CE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97BFE-9D91-449D-873C-750834F4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Recursion.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07A9B-5CE9-4137-A9E4-0B6DDC55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6E6DFB-29F9-4A74-80D3-6BAF2892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68872772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9DA60-72CD-4D25-AF5C-ABF23D81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22693-BF79-42A7-A257-EF3B9748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3B7BF-2F22-4D00-9982-290C62F3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82C56-E47E-4E15-B612-31C3C976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9190E-8D5E-47D9-899F-A6E5A4FC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1A110-5560-4DBE-A794-566DC588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CAA6F-9529-4330-AA3E-1EC64B8A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E3369-791C-40E7-8AEC-128B6007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A0FFA-EB2D-4E16-9FEC-2542271C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8F6E7-8D96-4F77-8AC9-EFA873DD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2C8E7-2BD5-40E1-B42C-16EC3F08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2F599-2CED-418B-A31E-57DFAE4F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168FF-337A-4A89-AF92-C13880A4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6B7AC-AA1D-4F89-82DA-AF493CF5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769F4-E935-4715-9252-004A1DFE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50556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1E6FD-4D04-4F25-A662-99E8E9FA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44C7C-6828-493F-A8EE-83B38E0D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31EC2-928B-4802-849D-44E1FD10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F46B4-07D4-4C3C-8572-F0389682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752DF-7C02-4415-877C-67FE008E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64B2C-4677-46AB-AD2D-2920D7F6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Recursion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CFBBD-4ED9-40F8-91C4-291400F9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E6C81-E3F4-4675-8607-778240EB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73438-9441-4396-A3E9-953F343D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A6C32-A041-4F30-9558-6B3C6645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12CEC-D744-4211-AE84-4E0A1B4E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30965473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F77E7-48A5-4AA1-97A8-F86DA2B2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275F0-5D7A-445E-B1D9-BFEC9567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59493-082D-4323-BCE8-DCC2AA69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3333F-1229-4124-927C-323717C3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49DA0-339F-4101-9FF7-1ADD1452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Function Prototypes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C2F72-3F18-4440-8C9F-4CB07C0A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 Prototypes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4DEE5-8B90-4DDF-903B-612362C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487FE-285A-4A36-87BD-3E08DE95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3F183-D36C-42E4-8176-2C6341EB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902CA-22E7-4FA3-A8C0-9FC4F39A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D17AF-039E-4C01-B833-2C2658F6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811B7-282B-4174-AD16-E71ABBDA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404DD-F4EC-4BDE-A952-0AECD38C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75D62-EAFE-4546-B60B-05362F33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0FD28-C42D-4320-8066-32323C6A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D630B-930C-4FE7-A3F0-9F3B471E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6597302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6786F-8642-4A51-8D8E-542AD74E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8AAA6-FFC9-42E3-8BC1-08770EF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BA854-DEAB-47C5-BA41-D3C4F217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A6655-5D9F-49ED-909F-17D4ABDE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C9FB8-F7B8-4BC7-ADD5-AAA2A5AB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A8E43-4499-4BA8-93D3-77569441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5EF41-43E3-420D-85C7-B5C33CD4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96BDA-C2A8-4C5D-B15B-CBA57FA4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3FCCE-4C07-420F-98C7-0005C4B4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Function Prototypes.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67F40-A890-42B5-B5AB-1A33D891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AC29D-F920-4C90-8A92-656B85E5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42057-B6DD-4F4E-AE73-D8215F0E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Function Prototy...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B8722-B4C5-43DF-87CA-D721CE92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DAA28-CE44-4348-A8D9-089639B4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6DE43-89D6-4B8D-98F6-74106DDC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Function Pro...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D642F-C8CE-4383-A24B-C6A8D085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53C2B-59F0-476D-B54F-FC83FB8B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D531D-E72D-46BE-B8D7-08C76407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Function Prot...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ED8CD-D97E-47CB-BA5A-260A5CE4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72974-0DD2-4F13-B503-61640E40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E9BFE-92ED-45DE-94D2-39754067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Function Prototypes.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55EED-6428-45D3-9991-47DA7568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87F7B-1458-461A-AC5C-C0668E57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0812384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44204-A450-46B1-A10B-792BC8FB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D6AF5-4F07-41EC-A9DF-B59B4305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C1551-C047-469B-B94A-D325E1E9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150D7-F34B-48BA-A751-C121ED0D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D835F-AC5D-4B1A-BD45-1A047947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87F79-7506-4CEF-9EFB-739B0066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B0966-8C3D-4FE8-BCA0-AE39651E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09FF8-F729-4CD0-9681-8343354D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74A58-6498-47FB-86C1-25450E22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C6D14-7B26-4F12-97A4-190705D3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F01A1-D2BA-431E-A7AC-7E99F5A3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F4E47-09B0-4AEA-8315-E138BD38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55B76-09A0-4B6B-B77D-43F0384A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00798-F25E-413F-9DFD-0F55960F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9DF84-65C6-4D60-8BE0-B218668F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3281369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11A46-6E35-4C1A-B3E9-E01D8C0F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29886-3E17-4EFD-9F55-95908565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9E316-B587-40D8-B5DF-9C3D8F9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F27CD-0DBF-4C46-A12C-46EFAE8B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B6448-A383-468B-972D-0736AB36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C0AA9-36E0-44BE-AB6A-7EB954E0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Function Prototypes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77F41-BEE7-4FBB-A223-F569A51F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221F7-6349-436C-8B0B-AD48CF72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B675A-A524-4BBA-A91D-05ED710F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AE7A5-1BF2-49A8-A70B-69161E2A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AB1D3-BEAE-4C3B-8B5D-E7E2EDFB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09027500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1C254-13EA-4F59-B870-F4A2DFBF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E6AAF-C0BF-4F96-96E4-8162803D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5215E-CA93-427C-BE4B-50A224E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0367E-0756-4DB1-98D6-A17B452B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B7956-095E-40FE-A738-ACC81D42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E3C50-5D7A-4E71-A36A-E226829A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09986399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CC5D3-F246-4726-B666-7909B8E4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FD18B-5B90-47D8-9B75-2B0F1797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D8B7C-7502-4EF1-9845-C88F0E3A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9EA0A-90AD-4870-A98B-BAC89B0D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36158-C6C6-4134-91DC-50EB14E1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Understanding: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Scope: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7F19B-3882-4B9A-AF32-F9976B6C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6365578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7DB7A-20A3-465C-B7A4-52990047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2BF73-7BDD-40D1-838E-1EE9769D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E984D-938F-4C45-A22A-02332413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B61F3-20E5-49A0-9EFF-82D1638A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57EEF-3479-4C7E-97B3-3B153A1C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08F58-1658-4549-93F6-CDF0B338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31986871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FFBAE-FC50-40C6-AD24-D3CD2B9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3DDED-C5E1-41E4-8808-FB2A5AD0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0EE91-A392-40FF-B356-7D48A0F8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6F872-62B0-4B1E-A55F-4E466A2E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742B7-F74F-45C9-852A-467499D7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D438B-7E18-4879-85EC-327EFA26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2572699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7AD24-77DD-4631-92C4-E8146CEF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E37B3-91EF-492B-9765-E7B8F440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F0C2C-B584-46E1-B96E-5E5491BE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CCDBA-F5D2-46BC-A772-1DBA9A9D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A1C89-38ED-4534-8E45-8D82473C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Functions: The General Form of a Function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Understanding the Scope of a Function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Function Arguments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argc and argv -Arguments to main()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The re turn Statement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BAF92-15B7-4BA9-BDF2-F4880224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9A18E-ED24-46ED-9715-66285EB6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FE6A2-0549-4BAC-8B79-100B94E9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828998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2026-08-24T16:02:42.1180000Z</dcterms:created>
  <dcterms:modified xsi:type="dcterms:W3CDTF">2026-08-24T16:02:42.1180000Z</dcterms:modified>
</coreProperties>
</file>