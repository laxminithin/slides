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e3018d31c84e94" /><Relationship Type="http://schemas.openxmlformats.org/officeDocument/2006/relationships/extended-properties" Target="/docProps/app.xml" Id="R27f001de29a641cf" /><Relationship Type="http://schemas.openxmlformats.org/officeDocument/2006/relationships/officeDocument" Target="/ppt/presentation.xml" Id="R47e86880313648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b620e681264b17"/>
  </p:sldMasterIdLst>
  <p:notesMasterIdLst>
    <p:notesMasterId xmlns:r="http://schemas.openxmlformats.org/officeDocument/2006/relationships" r:id="R69256b46245c4beb"/>
  </p:notesMasterIdLst>
  <p:sldIdLst>
    <p:sldId xmlns:r="http://schemas.openxmlformats.org/officeDocument/2006/relationships" id="256" r:id="R24f4f6ae4d194381"/>
    <p:sldId xmlns:r="http://schemas.openxmlformats.org/officeDocument/2006/relationships" id="257" r:id="Ra7e23d7f03d74d0e"/>
    <p:sldId xmlns:r="http://schemas.openxmlformats.org/officeDocument/2006/relationships" id="258" r:id="Rad018322b1ee4727"/>
    <p:sldId xmlns:r="http://schemas.openxmlformats.org/officeDocument/2006/relationships" id="259" r:id="R142c6e55d4ff495c"/>
    <p:sldId xmlns:r="http://schemas.openxmlformats.org/officeDocument/2006/relationships" id="260" r:id="Ra93e579d7e034985"/>
    <p:sldId xmlns:r="http://schemas.openxmlformats.org/officeDocument/2006/relationships" id="261" r:id="R6c66901322044a62"/>
    <p:sldId xmlns:r="http://schemas.openxmlformats.org/officeDocument/2006/relationships" id="262" r:id="R6fbdab48ac284c5f"/>
    <p:sldId xmlns:r="http://schemas.openxmlformats.org/officeDocument/2006/relationships" id="263" r:id="Ra32f3bcd9a8f4a41"/>
    <p:sldId xmlns:r="http://schemas.openxmlformats.org/officeDocument/2006/relationships" id="264" r:id="Rf8c5aba4dc3b4ac3"/>
    <p:sldId xmlns:r="http://schemas.openxmlformats.org/officeDocument/2006/relationships" id="265" r:id="Rf02384c8f7574a59"/>
    <p:sldId xmlns:r="http://schemas.openxmlformats.org/officeDocument/2006/relationships" id="266" r:id="R17edcc02f40247be"/>
    <p:sldId xmlns:r="http://schemas.openxmlformats.org/officeDocument/2006/relationships" id="267" r:id="R4296fdfb87f14ecf"/>
    <p:sldId xmlns:r="http://schemas.openxmlformats.org/officeDocument/2006/relationships" id="268" r:id="R0a95442284844635"/>
    <p:sldId xmlns:r="http://schemas.openxmlformats.org/officeDocument/2006/relationships" id="269" r:id="R89ef5a48cd3d4b7d"/>
    <p:sldId xmlns:r="http://schemas.openxmlformats.org/officeDocument/2006/relationships" id="270" r:id="R3527e83f78e14fa2"/>
    <p:sldId xmlns:r="http://schemas.openxmlformats.org/officeDocument/2006/relationships" id="271" r:id="Rd81243d109904ba9"/>
    <p:sldId xmlns:r="http://schemas.openxmlformats.org/officeDocument/2006/relationships" id="272" r:id="R2c34f7b82f644a30"/>
    <p:sldId xmlns:r="http://schemas.openxmlformats.org/officeDocument/2006/relationships" id="273" r:id="R7d210255e5a24861"/>
    <p:sldId xmlns:r="http://schemas.openxmlformats.org/officeDocument/2006/relationships" id="274" r:id="Rd6e961968c5a42fc"/>
    <p:sldId xmlns:r="http://schemas.openxmlformats.org/officeDocument/2006/relationships" id="275" r:id="Rb6ca828f7c464be7"/>
    <p:sldId xmlns:r="http://schemas.openxmlformats.org/officeDocument/2006/relationships" id="276" r:id="R8682156a992f47c7"/>
    <p:sldId xmlns:r="http://schemas.openxmlformats.org/officeDocument/2006/relationships" id="277" r:id="R7941c4180cf047e0"/>
    <p:sldId xmlns:r="http://schemas.openxmlformats.org/officeDocument/2006/relationships" id="278" r:id="Rd9e2c27eb3394244"/>
    <p:sldId xmlns:r="http://schemas.openxmlformats.org/officeDocument/2006/relationships" id="279" r:id="Redac9899453c42fb"/>
    <p:sldId xmlns:r="http://schemas.openxmlformats.org/officeDocument/2006/relationships" id="280" r:id="Rc53b47186dfa4b97"/>
    <p:sldId xmlns:r="http://schemas.openxmlformats.org/officeDocument/2006/relationships" id="281" r:id="R45186957a7194af8"/>
    <p:sldId xmlns:r="http://schemas.openxmlformats.org/officeDocument/2006/relationships" id="282" r:id="Rc047e958664240af"/>
    <p:sldId xmlns:r="http://schemas.openxmlformats.org/officeDocument/2006/relationships" id="283" r:id="Re2d7b82be46f410e"/>
    <p:sldId xmlns:r="http://schemas.openxmlformats.org/officeDocument/2006/relationships" id="284" r:id="R0f95e91b37c74160"/>
    <p:sldId xmlns:r="http://schemas.openxmlformats.org/officeDocument/2006/relationships" id="285" r:id="R595a20b71db34a3f"/>
    <p:sldId xmlns:r="http://schemas.openxmlformats.org/officeDocument/2006/relationships" id="286" r:id="R71056a39b9754e93"/>
    <p:sldId xmlns:r="http://schemas.openxmlformats.org/officeDocument/2006/relationships" id="287" r:id="R52e1fef80b3b42e9"/>
    <p:sldId xmlns:r="http://schemas.openxmlformats.org/officeDocument/2006/relationships" id="288" r:id="Rde5f0e95b9d249b7"/>
    <p:sldId xmlns:r="http://schemas.openxmlformats.org/officeDocument/2006/relationships" id="289" r:id="R8d84651ad4994214"/>
    <p:sldId xmlns:r="http://schemas.openxmlformats.org/officeDocument/2006/relationships" id="290" r:id="R94d15163082f4298"/>
    <p:sldId xmlns:r="http://schemas.openxmlformats.org/officeDocument/2006/relationships" id="291" r:id="Re52d748c5892476f"/>
    <p:sldId xmlns:r="http://schemas.openxmlformats.org/officeDocument/2006/relationships" id="292" r:id="Rf078daeca1534a2e"/>
    <p:sldId xmlns:r="http://schemas.openxmlformats.org/officeDocument/2006/relationships" id="293" r:id="Raf50312a078d495d"/>
    <p:sldId xmlns:r="http://schemas.openxmlformats.org/officeDocument/2006/relationships" id="294" r:id="Ref3b740636434441"/>
    <p:sldId xmlns:r="http://schemas.openxmlformats.org/officeDocument/2006/relationships" id="295" r:id="Rc29168e6918748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ab727bda1f4eb4" /><Relationship Type="http://schemas.openxmlformats.org/officeDocument/2006/relationships/slideMaster" Target="/ppt/slideMasters/slideMaster1.xml" Id="Rd3b620e681264b17" /><Relationship Type="http://schemas.openxmlformats.org/officeDocument/2006/relationships/notesMaster" Target="/ppt/notesMasters/notesMaster1.xml" Id="R69256b46245c4beb" /><Relationship Type="http://schemas.openxmlformats.org/officeDocument/2006/relationships/presProps" Target="/ppt/presProps.xml" Id="R6f7fd9613f464c9d" /><Relationship Type="http://schemas.openxmlformats.org/officeDocument/2006/relationships/tableStyles" Target="/ppt/tableStyles.xml" Id="R19a476ffd4bc4aac" /><Relationship Type="http://schemas.openxmlformats.org/officeDocument/2006/relationships/slide" Target="/ppt/slides/slide1.xml" Id="R24f4f6ae4d194381" /><Relationship Type="http://schemas.openxmlformats.org/officeDocument/2006/relationships/slide" Target="/ppt/slides/slide2.xml" Id="Ra7e23d7f03d74d0e" /><Relationship Type="http://schemas.openxmlformats.org/officeDocument/2006/relationships/slide" Target="/ppt/slides/slide3.xml" Id="Rad018322b1ee4727" /><Relationship Type="http://schemas.openxmlformats.org/officeDocument/2006/relationships/slide" Target="/ppt/slides/slide4.xml" Id="R142c6e55d4ff495c" /><Relationship Type="http://schemas.openxmlformats.org/officeDocument/2006/relationships/slide" Target="/ppt/slides/slide5.xml" Id="Ra93e579d7e034985" /><Relationship Type="http://schemas.openxmlformats.org/officeDocument/2006/relationships/slide" Target="/ppt/slides/slide6.xml" Id="R6c66901322044a62" /><Relationship Type="http://schemas.openxmlformats.org/officeDocument/2006/relationships/slide" Target="/ppt/slides/slide7.xml" Id="R6fbdab48ac284c5f" /><Relationship Type="http://schemas.openxmlformats.org/officeDocument/2006/relationships/slide" Target="/ppt/slides/slide8.xml" Id="Ra32f3bcd9a8f4a41" /><Relationship Type="http://schemas.openxmlformats.org/officeDocument/2006/relationships/slide" Target="/ppt/slides/slide9.xml" Id="Rf8c5aba4dc3b4ac3" /><Relationship Type="http://schemas.openxmlformats.org/officeDocument/2006/relationships/slide" Target="/ppt/slides/slide10.xml" Id="Rf02384c8f7574a59" /><Relationship Type="http://schemas.openxmlformats.org/officeDocument/2006/relationships/slide" Target="/ppt/slides/slide11.xml" Id="R17edcc02f40247be" /><Relationship Type="http://schemas.openxmlformats.org/officeDocument/2006/relationships/slide" Target="/ppt/slides/slide12.xml" Id="R4296fdfb87f14ecf" /><Relationship Type="http://schemas.openxmlformats.org/officeDocument/2006/relationships/slide" Target="/ppt/slides/slide13.xml" Id="R0a95442284844635" /><Relationship Type="http://schemas.openxmlformats.org/officeDocument/2006/relationships/slide" Target="/ppt/slides/slide14.xml" Id="R89ef5a48cd3d4b7d" /><Relationship Type="http://schemas.openxmlformats.org/officeDocument/2006/relationships/slide" Target="/ppt/slides/slide15.xml" Id="R3527e83f78e14fa2" /><Relationship Type="http://schemas.openxmlformats.org/officeDocument/2006/relationships/slide" Target="/ppt/slides/slide16.xml" Id="Rd81243d109904ba9" /><Relationship Type="http://schemas.openxmlformats.org/officeDocument/2006/relationships/slide" Target="/ppt/slides/slide17.xml" Id="R2c34f7b82f644a30" /><Relationship Type="http://schemas.openxmlformats.org/officeDocument/2006/relationships/slide" Target="/ppt/slides/slide18.xml" Id="R7d210255e5a24861" /><Relationship Type="http://schemas.openxmlformats.org/officeDocument/2006/relationships/slide" Target="/ppt/slides/slide19.xml" Id="Rd6e961968c5a42fc" /><Relationship Type="http://schemas.openxmlformats.org/officeDocument/2006/relationships/slide" Target="/ppt/slides/slide20.xml" Id="Rb6ca828f7c464be7" /><Relationship Type="http://schemas.openxmlformats.org/officeDocument/2006/relationships/slide" Target="/ppt/slides/slide21.xml" Id="R8682156a992f47c7" /><Relationship Type="http://schemas.openxmlformats.org/officeDocument/2006/relationships/slide" Target="/ppt/slides/slide22.xml" Id="R7941c4180cf047e0" /><Relationship Type="http://schemas.openxmlformats.org/officeDocument/2006/relationships/slide" Target="/ppt/slides/slide23.xml" Id="Rd9e2c27eb3394244" /><Relationship Type="http://schemas.openxmlformats.org/officeDocument/2006/relationships/slide" Target="/ppt/slides/slide24.xml" Id="Redac9899453c42fb" /><Relationship Type="http://schemas.openxmlformats.org/officeDocument/2006/relationships/slide" Target="/ppt/slides/slide25.xml" Id="Rc53b47186dfa4b97" /><Relationship Type="http://schemas.openxmlformats.org/officeDocument/2006/relationships/slide" Target="/ppt/slides/slide26.xml" Id="R45186957a7194af8" /><Relationship Type="http://schemas.openxmlformats.org/officeDocument/2006/relationships/slide" Target="/ppt/slides/slide27.xml" Id="Rc047e958664240af" /><Relationship Type="http://schemas.openxmlformats.org/officeDocument/2006/relationships/slide" Target="/ppt/slides/slide28.xml" Id="Re2d7b82be46f410e" /><Relationship Type="http://schemas.openxmlformats.org/officeDocument/2006/relationships/slide" Target="/ppt/slides/slide29.xml" Id="R0f95e91b37c74160" /><Relationship Type="http://schemas.openxmlformats.org/officeDocument/2006/relationships/slide" Target="/ppt/slides/slide30.xml" Id="R595a20b71db34a3f" /><Relationship Type="http://schemas.openxmlformats.org/officeDocument/2006/relationships/slide" Target="/ppt/slides/slide31.xml" Id="R71056a39b9754e93" /><Relationship Type="http://schemas.openxmlformats.org/officeDocument/2006/relationships/slide" Target="/ppt/slides/slide32.xml" Id="R52e1fef80b3b42e9" /><Relationship Type="http://schemas.openxmlformats.org/officeDocument/2006/relationships/slide" Target="/ppt/slides/slide33.xml" Id="Rde5f0e95b9d249b7" /><Relationship Type="http://schemas.openxmlformats.org/officeDocument/2006/relationships/slide" Target="/ppt/slides/slide34.xml" Id="R8d84651ad4994214" /><Relationship Type="http://schemas.openxmlformats.org/officeDocument/2006/relationships/slide" Target="/ppt/slides/slide35.xml" Id="R94d15163082f4298" /><Relationship Type="http://schemas.openxmlformats.org/officeDocument/2006/relationships/slide" Target="/ppt/slides/slide36.xml" Id="Re52d748c5892476f" /><Relationship Type="http://schemas.openxmlformats.org/officeDocument/2006/relationships/slide" Target="/ppt/slides/slide37.xml" Id="Rf078daeca1534a2e" /><Relationship Type="http://schemas.openxmlformats.org/officeDocument/2006/relationships/slide" Target="/ppt/slides/slide38.xml" Id="Raf50312a078d495d" /><Relationship Type="http://schemas.openxmlformats.org/officeDocument/2006/relationships/slide" Target="/ppt/slides/slide39.xml" Id="Ref3b740636434441" /><Relationship Type="http://schemas.openxmlformats.org/officeDocument/2006/relationships/slide" Target="/ppt/slides/slide40.xml" Id="Rc29168e6918748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4f648b3f8047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56644889ba455e" /><Relationship Type="http://schemas.openxmlformats.org/officeDocument/2006/relationships/notesMaster" Target="/ppt/notesMasters/notesMaster1.xml" Id="R1c060865fe5f4c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2b65e97db445d0" /><Relationship Type="http://schemas.openxmlformats.org/officeDocument/2006/relationships/notesMaster" Target="/ppt/notesMasters/notesMaster1.xml" Id="Rae5a7ecb15934a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b0d0fb5b654b89" /><Relationship Type="http://schemas.openxmlformats.org/officeDocument/2006/relationships/notesMaster" Target="/ppt/notesMasters/notesMaster1.xml" Id="Rb7128447077045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deb2809bf04c66" /><Relationship Type="http://schemas.openxmlformats.org/officeDocument/2006/relationships/notesMaster" Target="/ppt/notesMasters/notesMaster1.xml" Id="Ra10622f3b89547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525a333b0647a2" /><Relationship Type="http://schemas.openxmlformats.org/officeDocument/2006/relationships/notesMaster" Target="/ppt/notesMasters/notesMaster1.xml" Id="R1d8b520803e449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447b4eee32488a" /><Relationship Type="http://schemas.openxmlformats.org/officeDocument/2006/relationships/notesMaster" Target="/ppt/notesMasters/notesMaster1.xml" Id="R869734d1f64442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24bb4623774683" /><Relationship Type="http://schemas.openxmlformats.org/officeDocument/2006/relationships/notesMaster" Target="/ppt/notesMasters/notesMaster1.xml" Id="R57f7034bd35840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6bc1db29124281" /><Relationship Type="http://schemas.openxmlformats.org/officeDocument/2006/relationships/notesMaster" Target="/ppt/notesMasters/notesMaster1.xml" Id="R0914cd50123f47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7e36043e9e49b6" /><Relationship Type="http://schemas.openxmlformats.org/officeDocument/2006/relationships/notesMaster" Target="/ppt/notesMasters/notesMaster1.xml" Id="R53a5bb3b37d444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9125a03b224cfd" /><Relationship Type="http://schemas.openxmlformats.org/officeDocument/2006/relationships/notesMaster" Target="/ppt/notesMasters/notesMaster1.xml" Id="Re4368ef8247f4e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41d6db99454499" /><Relationship Type="http://schemas.openxmlformats.org/officeDocument/2006/relationships/notesMaster" Target="/ppt/notesMasters/notesMaster1.xml" Id="Rb9d791e90b894b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b099de5450483a" /><Relationship Type="http://schemas.openxmlformats.org/officeDocument/2006/relationships/notesMaster" Target="/ppt/notesMasters/notesMaster1.xml" Id="R2979d2104cbc44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9ba43e54da4853" /><Relationship Type="http://schemas.openxmlformats.org/officeDocument/2006/relationships/notesMaster" Target="/ppt/notesMasters/notesMaster1.xml" Id="R8478795a42e042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92e8c39dff4ee9" /><Relationship Type="http://schemas.openxmlformats.org/officeDocument/2006/relationships/notesMaster" Target="/ppt/notesMasters/notesMaster1.xml" Id="R5527319b5dbe48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869f44d26847df" /><Relationship Type="http://schemas.openxmlformats.org/officeDocument/2006/relationships/notesMaster" Target="/ppt/notesMasters/notesMaster1.xml" Id="R6ba13e0484044d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d0ce533ebd460f" /><Relationship Type="http://schemas.openxmlformats.org/officeDocument/2006/relationships/notesMaster" Target="/ppt/notesMasters/notesMaster1.xml" Id="R7272a059fc1045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7a83d43733431c" /><Relationship Type="http://schemas.openxmlformats.org/officeDocument/2006/relationships/notesMaster" Target="/ppt/notesMasters/notesMaster1.xml" Id="R56a5fc418fe346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37b11e81d945a9" /><Relationship Type="http://schemas.openxmlformats.org/officeDocument/2006/relationships/notesMaster" Target="/ppt/notesMasters/notesMaster1.xml" Id="R25d5d1438c114f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25ffa0e96894e89" /><Relationship Type="http://schemas.openxmlformats.org/officeDocument/2006/relationships/notesMaster" Target="/ppt/notesMasters/notesMaster1.xml" Id="R022d4d5f2cc648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641c0f9aea45db" /><Relationship Type="http://schemas.openxmlformats.org/officeDocument/2006/relationships/notesMaster" Target="/ppt/notesMasters/notesMaster1.xml" Id="Rc50e0ea9861841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577a8e783f4549" /><Relationship Type="http://schemas.openxmlformats.org/officeDocument/2006/relationships/notesMaster" Target="/ppt/notesMasters/notesMaster1.xml" Id="R2757b84adb7f45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663dc8a1214d97" /><Relationship Type="http://schemas.openxmlformats.org/officeDocument/2006/relationships/notesMaster" Target="/ppt/notesMasters/notesMaster1.xml" Id="R4408889dcb4341f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7d36b843804dbe" /><Relationship Type="http://schemas.openxmlformats.org/officeDocument/2006/relationships/notesMaster" Target="/ppt/notesMasters/notesMaster1.xml" Id="R2924c695f99c4c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f52ad427ab4a74" /><Relationship Type="http://schemas.openxmlformats.org/officeDocument/2006/relationships/notesMaster" Target="/ppt/notesMasters/notesMaster1.xml" Id="R3a5a3ab0344d40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a18f0c2d1b457a" /><Relationship Type="http://schemas.openxmlformats.org/officeDocument/2006/relationships/notesMaster" Target="/ppt/notesMasters/notesMaster1.xml" Id="Ra23f3100488a45a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ec5e1d9a074623" /><Relationship Type="http://schemas.openxmlformats.org/officeDocument/2006/relationships/notesMaster" Target="/ppt/notesMasters/notesMaster1.xml" Id="Ra7645085a15b4c9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1af57b7426f4641" /><Relationship Type="http://schemas.openxmlformats.org/officeDocument/2006/relationships/notesMaster" Target="/ppt/notesMasters/notesMaster1.xml" Id="R4ac34ef67288488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f010339df643ff" /><Relationship Type="http://schemas.openxmlformats.org/officeDocument/2006/relationships/notesMaster" Target="/ppt/notesMasters/notesMaster1.xml" Id="R31dfd7673f66460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53e167f3e274d2e" /><Relationship Type="http://schemas.openxmlformats.org/officeDocument/2006/relationships/notesMaster" Target="/ppt/notesMasters/notesMaster1.xml" Id="R1edc3267bbf549f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ce034f9e2994b5d" /><Relationship Type="http://schemas.openxmlformats.org/officeDocument/2006/relationships/notesMaster" Target="/ppt/notesMasters/notesMaster1.xml" Id="R4a597be51a0b403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702cc80fd684bb4" /><Relationship Type="http://schemas.openxmlformats.org/officeDocument/2006/relationships/notesMaster" Target="/ppt/notesMasters/notesMaster1.xml" Id="Rabc5b36d3ff74c0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af955292c9442e2" /><Relationship Type="http://schemas.openxmlformats.org/officeDocument/2006/relationships/notesMaster" Target="/ppt/notesMasters/notesMaster1.xml" Id="R785e9960134346b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6702e7568964b7a" /><Relationship Type="http://schemas.openxmlformats.org/officeDocument/2006/relationships/notesMaster" Target="/ppt/notesMasters/notesMaster1.xml" Id="Rb018eb0cf276467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f942f2088f1401e" /><Relationship Type="http://schemas.openxmlformats.org/officeDocument/2006/relationships/notesMaster" Target="/ppt/notesMasters/notesMaster1.xml" Id="R2a623612a3d649f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46331bd40684a43" /><Relationship Type="http://schemas.openxmlformats.org/officeDocument/2006/relationships/notesMaster" Target="/ppt/notesMasters/notesMaster1.xml" Id="R404cc998aa354f9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dabe0e3a7894e75" /><Relationship Type="http://schemas.openxmlformats.org/officeDocument/2006/relationships/notesMaster" Target="/ppt/notesMasters/notesMaster1.xml" Id="R826ffc42186b488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2665a6ce3ec46e3" /><Relationship Type="http://schemas.openxmlformats.org/officeDocument/2006/relationships/notesMaster" Target="/ppt/notesMasters/notesMaster1.xml" Id="R42392c97134545b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305b454ed984ba9" /><Relationship Type="http://schemas.openxmlformats.org/officeDocument/2006/relationships/notesMaster" Target="/ppt/notesMasters/notesMaster1.xml" Id="R3ce5cfc31b1844f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b56807ec02e4a39" /><Relationship Type="http://schemas.openxmlformats.org/officeDocument/2006/relationships/notesMaster" Target="/ppt/notesMasters/notesMaster1.xml" Id="R680d48e117084df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40d20047e704659" /><Relationship Type="http://schemas.openxmlformats.org/officeDocument/2006/relationships/notesMaster" Target="/ppt/notesMasters/notesMaster1.xml" Id="R5719bc305b5643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8a121b98c4c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de15183cf34bbb" /><Relationship Type="http://schemas.openxmlformats.org/officeDocument/2006/relationships/slideLayout" Target="/ppt/slideLayouts/slideLayout1.xml" Id="Rf73cc0217b5045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cc0217b5045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5c349c22d48b2" /><Relationship Type="http://schemas.openxmlformats.org/officeDocument/2006/relationships/notesSlide" Target="/ppt/notesSlides/notesSlide1.xml" Id="Rcd66814ab8dd4d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b541671554838" /><Relationship Type="http://schemas.openxmlformats.org/officeDocument/2006/relationships/notesSlide" Target="/ppt/notesSlides/notesSlide2.xml" Id="R0f1476a9f2ef49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07f51ebcb4ef3" /><Relationship Type="http://schemas.openxmlformats.org/officeDocument/2006/relationships/notesSlide" Target="/ppt/notesSlides/notesSlide3.xml" Id="R4fec308484c84d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6ad603f4c45b8" /><Relationship Type="http://schemas.openxmlformats.org/officeDocument/2006/relationships/notesSlide" Target="/ppt/notesSlides/notesSlide4.xml" Id="Rd51b037603a446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0ef22c83e49e7" /><Relationship Type="http://schemas.openxmlformats.org/officeDocument/2006/relationships/notesSlide" Target="/ppt/notesSlides/notesSlide5.xml" Id="R7b8c3b15921c45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9eb4761d248f7" /><Relationship Type="http://schemas.openxmlformats.org/officeDocument/2006/relationships/notesSlide" Target="/ppt/notesSlides/notesSlide6.xml" Id="R4004c0d5a7d14d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b93211efc4008" /><Relationship Type="http://schemas.openxmlformats.org/officeDocument/2006/relationships/notesSlide" Target="/ppt/notesSlides/notesSlide7.xml" Id="R21ce69a9bc504a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5593ad4844b32" /><Relationship Type="http://schemas.openxmlformats.org/officeDocument/2006/relationships/notesSlide" Target="/ppt/notesSlides/notesSlide8.xml" Id="Rb6a04f201a8548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5b9b375d34869" /><Relationship Type="http://schemas.openxmlformats.org/officeDocument/2006/relationships/notesSlide" Target="/ppt/notesSlides/notesSlide9.xml" Id="R2611e0c497be45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37d2ad385436d" /><Relationship Type="http://schemas.openxmlformats.org/officeDocument/2006/relationships/notesSlide" Target="/ppt/notesSlides/notesSlide10.xml" Id="R72af3dec1bb349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6eecf6ab94005" /><Relationship Type="http://schemas.openxmlformats.org/officeDocument/2006/relationships/notesSlide" Target="/ppt/notesSlides/notesSlide11.xml" Id="R220a053bf47a4e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ff79f6c1a418a" /><Relationship Type="http://schemas.openxmlformats.org/officeDocument/2006/relationships/notesSlide" Target="/ppt/notesSlides/notesSlide12.xml" Id="Rdceb73fd009941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a881af1454c21" /><Relationship Type="http://schemas.openxmlformats.org/officeDocument/2006/relationships/notesSlide" Target="/ppt/notesSlides/notesSlide13.xml" Id="R8fd505bd087f44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a4152a67d4abb" /><Relationship Type="http://schemas.openxmlformats.org/officeDocument/2006/relationships/notesSlide" Target="/ppt/notesSlides/notesSlide14.xml" Id="Rc90ab150bf5749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c0a2b709a4e7d" /><Relationship Type="http://schemas.openxmlformats.org/officeDocument/2006/relationships/notesSlide" Target="/ppt/notesSlides/notesSlide15.xml" Id="R28e3c0da91564d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e1c2789a84fff" /><Relationship Type="http://schemas.openxmlformats.org/officeDocument/2006/relationships/notesSlide" Target="/ppt/notesSlides/notesSlide16.xml" Id="R72e18cf3c1bd42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e3f9fca9447ed" /><Relationship Type="http://schemas.openxmlformats.org/officeDocument/2006/relationships/notesSlide" Target="/ppt/notesSlides/notesSlide17.xml" Id="R2815d84dd3b545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4d647e3464732" /><Relationship Type="http://schemas.openxmlformats.org/officeDocument/2006/relationships/notesSlide" Target="/ppt/notesSlides/notesSlide18.xml" Id="Re9e50cae4108449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b254fedf0452b" /><Relationship Type="http://schemas.openxmlformats.org/officeDocument/2006/relationships/notesSlide" Target="/ppt/notesSlides/notesSlide19.xml" Id="R0942fa471c8f41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491e843bc4451" /><Relationship Type="http://schemas.openxmlformats.org/officeDocument/2006/relationships/notesSlide" Target="/ppt/notesSlides/notesSlide20.xml" Id="Re9b23400175143f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61afa88194a49" /><Relationship Type="http://schemas.openxmlformats.org/officeDocument/2006/relationships/notesSlide" Target="/ppt/notesSlides/notesSlide21.xml" Id="Rdf91e2a63cc949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d54cec2d042e0" /><Relationship Type="http://schemas.openxmlformats.org/officeDocument/2006/relationships/notesSlide" Target="/ppt/notesSlides/notesSlide22.xml" Id="R05dcc5e48c9a41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b696551e846ba" /><Relationship Type="http://schemas.openxmlformats.org/officeDocument/2006/relationships/notesSlide" Target="/ppt/notesSlides/notesSlide23.xml" Id="Rb9955f5f1e2a4d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8c48730b744d1" /><Relationship Type="http://schemas.openxmlformats.org/officeDocument/2006/relationships/notesSlide" Target="/ppt/notesSlides/notesSlide24.xml" Id="Rae70b2a3a1dd45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b9f16d30f4e7c" /><Relationship Type="http://schemas.openxmlformats.org/officeDocument/2006/relationships/notesSlide" Target="/ppt/notesSlides/notesSlide25.xml" Id="Rd16e9c5748434c5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220de12924fd9" /><Relationship Type="http://schemas.openxmlformats.org/officeDocument/2006/relationships/notesSlide" Target="/ppt/notesSlides/notesSlide26.xml" Id="R0dcb2b811a8f438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92f8669864fe9" /><Relationship Type="http://schemas.openxmlformats.org/officeDocument/2006/relationships/notesSlide" Target="/ppt/notesSlides/notesSlide27.xml" Id="Rc4b077217480498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8900967c842d3" /><Relationship Type="http://schemas.openxmlformats.org/officeDocument/2006/relationships/notesSlide" Target="/ppt/notesSlides/notesSlide28.xml" Id="Rfd48c612881d495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946da94874a75" /><Relationship Type="http://schemas.openxmlformats.org/officeDocument/2006/relationships/notesSlide" Target="/ppt/notesSlides/notesSlide29.xml" Id="R35020c93d8e3424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ded5f65714496" /><Relationship Type="http://schemas.openxmlformats.org/officeDocument/2006/relationships/notesSlide" Target="/ppt/notesSlides/notesSlide30.xml" Id="R38777407632f419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4247c93ef4dd1" /><Relationship Type="http://schemas.openxmlformats.org/officeDocument/2006/relationships/notesSlide" Target="/ppt/notesSlides/notesSlide31.xml" Id="Rca1c6efca28b431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823a24ea54509" /><Relationship Type="http://schemas.openxmlformats.org/officeDocument/2006/relationships/notesSlide" Target="/ppt/notesSlides/notesSlide32.xml" Id="Rccdf7c7a04b24f1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e4fd9ebaa4743" /><Relationship Type="http://schemas.openxmlformats.org/officeDocument/2006/relationships/notesSlide" Target="/ppt/notesSlides/notesSlide33.xml" Id="Rff86668d0bf94ad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bff02cc0e4af8" /><Relationship Type="http://schemas.openxmlformats.org/officeDocument/2006/relationships/notesSlide" Target="/ppt/notesSlides/notesSlide34.xml" Id="Re82c94cd0663484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4556ab81542f2" /><Relationship Type="http://schemas.openxmlformats.org/officeDocument/2006/relationships/notesSlide" Target="/ppt/notesSlides/notesSlide35.xml" Id="Ra4baedee5fba4a8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acee3c651433b" /><Relationship Type="http://schemas.openxmlformats.org/officeDocument/2006/relationships/notesSlide" Target="/ppt/notesSlides/notesSlide36.xml" Id="R483f3df2275b4ed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88b00f03d422f" /><Relationship Type="http://schemas.openxmlformats.org/officeDocument/2006/relationships/notesSlide" Target="/ppt/notesSlides/notesSlide37.xml" Id="R74c17d88ac414d4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1c71e941a4be3" /><Relationship Type="http://schemas.openxmlformats.org/officeDocument/2006/relationships/notesSlide" Target="/ppt/notesSlides/notesSlide38.xml" Id="R388645afae2342e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ae7d321c84227" /><Relationship Type="http://schemas.openxmlformats.org/officeDocument/2006/relationships/notesSlide" Target="/ppt/notesSlides/notesSlide39.xml" Id="Re7335f7780da452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fc930a7db4b26" /><Relationship Type="http://schemas.openxmlformats.org/officeDocument/2006/relationships/notesSlide" Target="/ppt/notesSlides/notesSlide40.xml" Id="R905c3adec3f445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78CBA-0BDC-4A0D-B807-8A511DA6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1A7F7-A9B2-4522-BFD7-5EDB6B96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 to Computing: Computer languages, Creating and Running Programs, System Development. Overview of C: A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56BCA-3576-4C1A-9857-AE5B5EDE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Programming in C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1BEIT105/205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2: Chapter 1: 1; Textbook 1: Chapter 1, 2 Number of Hours: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A12EC-3088-4A90-8143-9860BEB1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6FB12-F8A4-4F48-BAA7-6B4B192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0F1F6-ED02-4212-8488-E20E62BA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DB723-9034-41D4-8187-00DFD537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8466A-F55A-4C23-9488-B74E99A5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DFE7A-A5C1-4C34-A6BD-54A3361A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012C4-FDB2-48E4-B15E-EA07BB9D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E4ED2-13E4-41C1-91F1-97413310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B23C5-4810-4AB3-A471-0749C1D8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22025-8AA2-4317-8190-D581FA7B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19765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59D8F-3235-4F1B-8B55-2D8FC75E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F4438-A557-4AD6-A2E6-9BF8A3F6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5C139-5136-4484-AE3D-ABFE3268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EFA6D-29A4-4395-AE81-F34337A4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B51C4-AEF5-4CBF-BEFF-C36259F0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246B4-49E2-4847-B944-4761920B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C78A2-0AB5-46E0-8F03-0F90045D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0AE4B-9612-4EC5-8219-371E2D92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2BC7F-6247-4657-9CC8-1E8EC926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20E3E-4E3C-4A70-97BA-91BBE59F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875C2-A34A-403C-88CD-CEE28C56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77A92-6D4C-477A-A5FD-54EB4F82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1BBDC-0D17-40DA-A257-0D394D5B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8731B-6C75-499D-A13A-27B79199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CA6C0-8786-4094-B352-C2E2E8C7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407598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5FC06-A9AB-4673-B47A-5535A0C5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20CF7-6DCB-496B-BDFE-EFF44B72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EA34C-64B0-4ED9-B983-C3EB379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530B5-3A97-4F08-A591-886E55F0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EECF0-2715-4941-B8F6-9F01032D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E0B98-C66D-4E6E-9DAF-0714E217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31FFC-B616-47CE-826E-B2A1B17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B78EE-9F1F-4E53-ABD2-6A502C68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403A7-F005-4D78-928F-E7205F3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Computing: Computer languages, Creating and Running Progr...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1C8CD-684D-4620-9054-CE6D1418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2C1DB-8002-48E0-9FC3-630B7E6F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0A4F0-CCE3-45E2-A4CB-7FC0231B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Overview of C: A Brief History of C, C Is a Middle -Level...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1F2B6-1DF2-4724-9413-1A604528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CD12A-B796-4A95-9AFF-F4EE609D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E1ADE-1164-4AB1-AEDE-B586EF86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 reters, The Form of a C Program , The Library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E8F50-FDEB-4164-AECA-272B94AA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F47AE-28E7-459B-B404-3C49FBB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82109-5F9F-46BD-87DE-296EBDB7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Expressions: The Basic Data Types, Modifying the Basic Ty...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7B852-C919-4318-9D0E-869AE0DD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1244D-2BF9-4268-92B4-BE789554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77690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A836A-36D2-4FCD-8430-EEE8E418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1FC68-C67F-4C2B-A76F-E6E60B55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688B5-D191-4E9E-88FE-69699BFD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970FD-7358-4F32-A026-BFA8E35D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3123A-6727-4511-9790-DC5B6BF2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E5693-8F03-45D2-8854-586A7790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DB4E3-058C-42CC-9A55-6C560584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D670A-EF03-4C34-AAD3-68C142F2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Computing: Computer languages, Creating and Running Progr...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84DF3-EA30-42AB-9BFD-77DF1CAC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2: Chapter 1: 1; Textbook 1: Chapter 1, 2 Number...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0354F-D405-4F18-B6D4-5B3BCA69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217F0-73E5-4F34-8C67-010DD37B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Overview of C: A Brief History of C, C Is a Middle -Level...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76463-E4DF-48CA-BA79-B9F6C6BB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2: Chapter 1: 1; Textbook 1: Chapter 1, 2 Number...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E76AE-B2FB-4E9A-825A-8E2AD3F2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410F1-E2F9-4195-97B5-506BB629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Interp reters, The Form of a C Program , The Library and....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55F7A-7D86-4031-845E-7E570D3B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2: Chapter 1: 1; Textbook 1: Chapter 1, 2 Number...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453D9-B4C4-4495-8442-5C3D0C53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D3506-552E-4CBC-84D5-E789BA5F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Expressions: The Basic Data Types, Modifying the Basic Ty...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35438-A211-4F28-A78F-862B6AB7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2: Chapter 1: 1; Textbook 1: Chapter 1, 2 Number...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1CCE7-419F-4354-9899-8F8E8B51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2DEB5-DD35-45D4-919B-AEAA9EA8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12584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8940F-DB3E-4C76-92D5-B2D63452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DEF77-3B16-49C9-9D47-E388E4D4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A83FA-6BB1-4AF6-983E-7E2489E7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8B28F-EC20-4D00-A168-78AA3DB7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80C0A-CDA4-49EC-A09A-64F7D11A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5DB46-DC46-4198-B359-3F28181E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E0C43-4083-451F-8A35-43C9FCE3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languages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24C1B-59AD-4E4E-9E9E-A518AD73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Creating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485B1-647A-4531-9A67-6B0DE7B2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Running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6CEC4-685D-48E1-BD7D-F575C692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Programs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1AEAA-9472-4D99-96FA-2DCEB5BF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C9F97-A9BA-4829-9632-687663D5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DA873-D073-4FD4-B8FB-A33CBC37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5167E-0D74-4DE0-B9A3-F6F0CA04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6A877-88AD-4B14-9091-1ED94ECA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B7C7F-7B2D-41AB-9C0A-CD2C1D19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1244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319E6-2422-478E-9C42-FEAC98F9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7D59C-3D54-4783-83F8-1A3937A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56F0C-7B71-493F-B7E1-CF70EF7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0616E-113F-4E65-8238-936C495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7F58D-559B-4001-B705-B53181AD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Computing: Computer languages, Creating and Running Programs, System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AA898-5BC1-4F48-8328-968AA39B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Computing: Computer languages, Creating a...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32A06-B370-4F87-958C-82223281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A85DC-867C-4D47-BC8A-1780C862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86247-EE6F-4641-B30E-32FC0DF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180B9-2E37-4E6E-975F-9702A575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7600A-BAC8-44DF-B0B4-B906C25F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5BC49-3472-4D68-AEFB-49A2A358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B67E9-6FD0-4E65-A752-30BAD9C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42437-87E1-4373-ADD2-0A69E8C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E7CFE-DC37-4664-A3A0-509A9383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7C28E-48E5-497F-B9CE-E00F7CEB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844424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318A7-99B5-4805-9FE8-F76358E9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5FF70-4B40-4CFE-94EB-475129BF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630CF-3815-4AE5-BD7F-E4F9C789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081A3-702B-4315-80E4-3EFCA308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DAA58-4C08-44F1-8717-8B16AE71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4094E-C868-423D-A2EF-CB86B94B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B68F8-63BF-4070-9C23-748A0491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CC888-9758-492F-9AD0-36B8867D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976FD-8C2C-407A-88D0-05143D55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Computing: Computer...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AE196-31F4-47E2-B7CC-D8542E3E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1D9A8-283E-464A-8C90-293DA5E7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777F5-A926-46D9-A8CC-76ADF1DC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Computing: Compu...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E3FA9-8D2B-4F1D-AC58-95419687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7310C-6953-4A63-BDBF-18AD9641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588BF-D0EE-4724-A11D-EA8ACE4A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Computing: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1E554-B554-4B20-9173-61DC92AD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B4D2C-5BD5-46BE-AD97-A4F4DD2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936F1-1AD5-4D68-A126-75278A75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Computing: Co...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5DA8C-5E11-492B-BCCE-2F0B38CA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A4CA0-9160-474C-AC35-A51B2BB7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AF212-23AF-4BA0-8235-359ADFDE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Computing: Computer...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A114E-EC21-4A98-8C75-A0430A3E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7DC3D-177D-4D02-8C23-A7AA25E5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10943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9FC2E-AAD1-45E7-8FE6-A56D620F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EF4AA-D069-4B88-B43C-93D2FC7E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30009-9E60-48DE-ACAE-6F1D59D3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96A14-CFDC-41CA-B4D3-47CC8EB9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5F315-D133-4DC8-8383-6AAAA741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25838-628D-4452-B90A-3684E986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3A310-B246-42F0-95AC-231C3FC2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8CB38-09E8-4AA3-883F-7DDF64D8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1542B-D33E-455C-ABA7-960DCE69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82CA0-46E4-4372-96A7-21930E4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CCB80-EFAC-47A9-A974-81802B18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930BB-AC14-4812-A236-DBA45E4A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102AC-11C1-4DE5-9729-2778E340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B41CE-36A5-46B9-8651-8E09B24E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53B70-4D9B-498F-A633-015229A7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70153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8EC94-D588-426E-996C-CFEE057A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12D16-5693-42FB-A2CB-7A37E2A4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43D9E-D4BA-4D3F-8941-3519397B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9A675-480F-49D4-BED5-63B97140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B3A9F-2AA7-4904-B691-EA69A9C0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C6D3E-7F66-42F1-A9A0-29AB24B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Computing: Computer languages, Creating and Running Progr...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FDABC-918A-42B7-BD15-59EA38EB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1716B-42D0-46D0-97D1-DC31AA9F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21818-F6A0-41E8-AE55-0211613E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34CB8-A2EF-402A-B4D3-14B64F22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21261-9A28-4552-9E56-F9AE38D8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927690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A7EC7-E2ED-4E8A-8DF7-CAD35B12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89494-8AF2-430D-9F98-8D9F96A2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8BDC3-0C88-418F-A6F0-97A6D57D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F4287-B4DC-418D-9AEE-18D063AC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AE118-88C9-4224-973E-FDE5B8E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Overview of C: A Brief History of C, C Is a Middle -Level Language, C Is a Structured Language, C Is a Programm...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39FEA-DF11-49D7-A443-1C95A9F3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Overview of C: A Brief History of C, C Is...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9745B-4146-4114-83D2-3C3D4EE6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4A4B9-8B8E-4FF2-BB88-AD8EF8DF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1E490-4CBB-4911-AB61-A3CCADC4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4BF6D-BA91-4FF7-A22F-EB0CB43B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3AE4B-78A4-4324-84FB-3B1DD064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29B6F-BF03-49B6-91E1-CEDBD462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2F27F-48A2-4F84-A025-C7B23B4F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A26C6-BA73-4B04-B67C-98E2044F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26B7D-9DDF-4B03-90BE-F19EAF15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D7D22-B779-4CC8-A157-2387402D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338532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C52CB-3BA1-4714-B878-CE1FE8C7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BEE40-FB4F-40F8-9DE7-19991E25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C957F-302E-4C3A-B53B-7CA3F975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DFDB5-E756-4835-8DE2-00A6C774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75B5D-44B3-4BD1-8277-6A6F1590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82417-B998-423E-AD67-58294718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FD28E-095F-4DFD-A4CF-937AF436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100B1-5D85-492F-BEF2-116AE44F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0011A-1FB4-44D6-9296-DE9693DD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Overview of C: A Bri...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BF63B-5066-44DD-AD23-8AECFCE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549C9-6322-4B95-8CBE-B0C1EA85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748B6-B7C3-48DE-B58E-A955E9CA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Overview of C: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52690-0B98-461C-BD12-B15DDF68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EFFB3-D8D3-4377-8F49-0B3F0723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7E006-9DF0-4BEC-95C4-33FE711B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Overview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FC72A-9D68-43EE-BE54-69559F83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57177-3ECE-4EAD-B5CE-2E988200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16018-F759-4EAA-8E26-21596EBC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Overview of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4864A-3EA5-4CAD-8A28-D027B36E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10B6C-7A1A-4268-9B34-95C47808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A14B7-E327-4B1A-A8B4-E68AE9FB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Overview of C: A Br...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0D19B-C24B-4BB2-83C6-76FC6EDD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BA619-E753-4DFD-82F9-617920F7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44158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3ECB1-5117-4B19-AE27-362680F1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1C2E3-582B-4619-8568-387DB47E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D28E1-1F2C-4169-958C-D2470688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EF03A-C285-4460-8374-3F230DFE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BC8DA-9F36-49A5-89FD-737196FD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041A2-80FB-48AB-8AE2-978CFABA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CAC88-6DC0-4987-9FA9-FC74C241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553C8-54B0-4730-A3A0-0F64D95D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0C548-BB95-47D7-AC93-E4231DC5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07CD2-A28C-4815-99A3-F77E7F96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2CDBF-53E9-4793-ABFF-70D3D07A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38CC2-372A-4C20-BD03-ADF08422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0247B-C3E0-4271-91E2-6D54A22B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A7DBE-B51D-43D7-A10F-86380D0B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7F4A1-18F9-4B1A-A12D-78B6418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188813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4902E-978F-4CA2-8413-BA350A8E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CFD5A-799E-4784-857B-509657FF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DFF7A-23DB-43E5-8706-0FA66E84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E833F-8FE0-4ED6-A245-3E318B05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E8095-671C-422E-B4DE-0C0250BE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FF780-5A55-4C26-8E2B-1630720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Overview of C: A Brief History of C, C Is a Middle -Level...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1FB2E-C567-44A8-A5C6-A8C9B8F0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BC939-C2EB-4F40-8A6A-536D9522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9D4E6-B254-4149-91A1-7E554B79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B1EBE-062A-49EF-A40D-1FC29599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77B12-EA96-479F-80F0-1787959B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178114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B3D29-A1EF-44F0-81BA-4547903B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B9A31-15AE-4185-97D4-D624291E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2363F-E212-48C6-A35B-20ED6857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FD1AB-3BCF-4CE4-93FE-573A2D73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1EE41-FB9B-444C-83A1-9D70AA39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Interp reters, The Form of a C Program , The Library and Linking, Separate Compilation, Compiling a C Program,...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6A0BA-AFED-4250-ACFF-5DD8D74C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 reters, The Form of a C Program ,...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3FF30-52D9-4361-AAD3-49C4ADB3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925AC-9B13-4227-91E0-E7F4CF7D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8A104-2B29-4DC7-97B2-60BCBC87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E09BD-2849-4762-954E-AC7D2CBE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E15F6-7050-4515-8D58-ABF26092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30191-8AE0-4960-99C3-32E5599E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40BFA-8841-4076-8226-12E5260C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D6622-F1E8-4CB5-BFD9-48F45471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F2098-DD93-46AA-AB44-BCF81672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98E8B-5A75-421A-A679-B4523791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527631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6D479-60AF-47C2-8CDE-2CB2FD60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F5A0C-C153-428A-9A5D-000A46E6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D917A-3172-4253-9DAE-257085E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BAA41-21BC-4B35-9E9C-9CC5FA9D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62003-776A-4530-B8EA-6417A11E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8B30D-1CC4-4681-B6E1-765E63D2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4C862-EBB1-4471-91E9-4E9E4FBD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6C8E9-FB57-49EE-AF82-E994A070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340AE-952A-4BD3-8AA1-F6639FE3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Interp reters, The 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76B50-5C06-4598-9490-BCC8F4A5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09ABA-57A4-4C36-A15C-033FDEC4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56546-6237-420F-9799-1F5BF5D8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Interp reters, 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608F9-EDBB-43B5-85E8-819158B9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24898-4FD8-4651-9DAE-87A9DD7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E565C-1162-45B3-9152-E8D9066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Interp reter...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B4A88-EB03-4EB5-9BA5-D5A6D357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DBFF3-81E0-4EB5-BC22-A582857A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6F0CD-3CFF-4BA4-A6AA-26821081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Interp reters...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52146-8033-475F-AE13-31BC7E64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3FCB8-A445-41F7-813A-606317F3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97890-CB97-48DD-A3C9-D316ABF9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Interp reters, The...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A3BFD-C1D3-40EC-810D-2A9948CD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3083D-3830-450B-948B-7EC735D7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9390412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97FCC-8AAC-4AE2-A74C-E8A5BDEF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6D741-08F4-4231-BE13-20BC01DF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6552D-C959-42A5-B725-F648F115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8C6CB-E83C-498A-9FD3-8D64ED2F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36051-AEB6-458A-8404-255D50CB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206FE-F702-423F-9B7C-DA4AE8B2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4C48D-E099-43A3-965D-664384AB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452F3-5547-475C-B5A3-7D5F4DCF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EA9FD-C5F1-4189-A3B5-8398733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01C00-52E6-4C98-9E7A-55B38CCD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16533-8487-4C05-B015-EE93C09D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CDA70-C7F8-43B1-AB70-D0283C56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705CC-37BC-4008-8D0F-6E7CA5A3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04BF2-CB09-4E66-AC28-D77766BC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2B6AA-D4A1-43BB-83F2-299F728E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246093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45B8F-3AE1-4198-ABAF-6D865346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A519F-1DE2-46A9-8895-C395BD04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FD4C0-B148-43CE-A8F4-7BF1DA16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A9023-AE72-4669-9A27-2FAE1940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85F18-183B-4BC7-AC2B-650FC777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54F06-1A20-4508-A96C-47AD43FD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Interp reters, The Form of a C Program , The Library and...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81317-46BE-47FE-A651-6839CC50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EC3EC-964A-4784-B1E9-20FB8488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FB8B8-6CFC-4B61-BD24-73422732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69D01-BB7E-4E43-9712-5552F176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66C7A-E504-46FA-A5D5-8F463355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773026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AFC64-CD42-42ED-9BAD-22972906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75A70-2DA1-4C78-8C8D-4EAF2F0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A44BE-0B10-43AF-92B0-2673F3D7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BC049-3A45-4610-80A7-A96CC447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7162D-3C94-4878-B8D3-E0097CB1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Expressions: The Basic Data Types, Modifying the Basic Types, Identifier Names, Variables, The Four C Scopes, 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AC945-FFF5-408A-840F-D723A53A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Expressions: The Basic Data Types, Modify...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DBAD4-642E-40A7-8797-F0F556A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76B95-040F-48B0-87FD-05EA190F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4CFFE-45F5-4F9A-AF19-CDAA8E9E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9D727-A866-48F4-9A4E-43E01D2D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DF073-1013-4A10-8259-062B7060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1E06D-97CD-47A7-9A86-C7C9FBA0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3D40C-A1AB-469F-8CC1-C0EEE5AA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F97A3-F916-4670-90FE-7659F648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0BB36-DC9A-42F4-B5F2-74BE9359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82B39-C8F0-4463-9A88-6357AA2F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0259165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6FE4C-C145-464C-9436-D4F6FB76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4A9C0-C425-4EAF-BC25-63744A66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712BC-757D-4390-A61C-C0EA610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F0185-6326-4D31-9980-3721FC62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62F49-21B3-4FE9-9E52-9D0AFCF5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26DEC-B757-4A3E-A39E-FCC31292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3B703-726F-4E9E-AB97-33E58662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4CB2C-8A89-47C5-AEB2-BA16811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F11E9-E550-4FDC-B566-3F620A59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Expressions: The Bas...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E1AD1-2763-49DA-AE37-E0A282E5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9B652-5A7D-4498-B8D6-28A382DB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376A6-C626-414C-9358-6B99C04F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Expressions: The...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25053-0B4E-4FAB-92CD-EB0197EE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7A0CA-DC83-4F85-830F-0623D5A7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DEF8A-BAD9-4A66-8730-7954DD93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Expressions:...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CF1C8-513F-48CA-8F9C-503BBB37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7D549-203A-4038-B80A-EAD9DB46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98B0C-F991-466F-8A0E-43FCC7A1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Expressions:...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157A0-DEF3-4C2D-97EE-6726CB35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73CE6-097B-47BA-94E2-DE629947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04C7A-C7DC-475F-926E-C97AAFDB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Expressions: The Ba...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4291B1-AB49-4265-99E0-87625739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29EDE-68EE-4848-A5C8-69A16061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427404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46E8C-E90E-4AD5-97A1-5BA939D9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89441-A432-4E52-8759-5128CF63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987AB-05B3-42A4-B55D-3FA94455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E72CA-873B-4168-931F-2AC1231F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CE17F-A324-45A6-AB1B-E3747093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21DC4-CB31-42E0-B359-13AB99F9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A7E03-624F-40E3-BCFA-8622BE43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99FF3-595A-46C1-9420-4C8ED864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FDC2C-52D1-46C2-AA4E-C09BDAE8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C1508-C1FC-430C-87D0-9DB24A8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80F87-1105-4393-AEC4-3A72F575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BAC11-1360-489F-89F4-D2C21C0E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AB1C8-17B8-4926-96F6-590F8BFF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555B0-87AF-4675-AF60-7947EB40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26FB0-2300-4FFF-9D21-7F540A0F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0622299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FA4C2-3A3D-4A4B-AF3B-E5ED7CF4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12694-0310-4E10-A981-F94C2951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D0293-3E4E-4B0D-80C9-7A43D3B8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EC339-D441-48B9-BAF3-514B1F25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A60B6-3558-4BE4-817F-A79499DB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BF8F7-BD54-4365-9FC1-B32C28E2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Expressions: The Basic Data Types, Modifying the Basic Ty...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9D8C0-E978-43C3-8674-A18FDD00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9A13C-302F-4B55-935D-32D1E9BF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CCC27-BE7D-4D18-B86F-9F24F176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F2B08-F0AB-4D41-B12D-ACDFBBB9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9BBAE-8D27-44FA-8AC5-E4CAC6BD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1052808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04CB8-5D8F-4410-947D-EEF0BF20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77320-25C2-4A1D-9B34-42688BFE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401BD-6283-4121-B36A-45283563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5744E-954E-484A-90D3-9413B8A4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4A037-F2C1-4F18-B6AB-3E74383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E6288-141F-46E3-AAF2-895A377C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3197794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53BD0-D507-4B18-9C91-FF3E8885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C88FB-685D-41A1-9710-D69316E8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FC30D-81C5-4EC8-96EA-EE8B8E2D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13772-C8E0-4575-A805-EF918B4A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3F120-2424-4A30-B4D7-EDB877E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Computing: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Computer: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languages: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Creating: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Running: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B1CEF-7363-4B16-8B1B-95EEDD98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985526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E8AD3-C82D-4802-834F-B2DCCC98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3CB7F-02CC-48F0-8E93-A25A1EB4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93DAC-B694-47D2-B8D2-CF5122F4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86A9C-7E87-4DAE-8986-F22FA9D6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B9AED-FB44-417D-88BA-75868610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28A04-FE18-4516-8D6C-AE690ED8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610863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B2C39-CAFE-4619-87A7-4B36F6E7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AFF84-B21E-48BD-8A0D-651BFAF5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99CE6-1968-4930-9A13-472908B0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B0395-24A5-459B-8943-07F531A1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CC118-47A2-45AC-823D-152CB949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1908F-9E10-468E-A2EA-4539CC8D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959995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A776E-717C-412B-91E7-ABA2DC23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D7868-87BE-46E1-AD86-95961037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F9553-1025-4BC2-BF67-B58DB4C2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662CD-D09A-4EF2-8D90-0B9F4ABB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54599-C516-42BC-81FB-EFA8C2B5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Computing: Computer languages, Creating and Running Programs, System De...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Overview of C: A Brief History of C, C Is a Middle -Level Language, C 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Interp reters, The Form of a C Program , The Library and Linking, Separ...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Expressions: The Basic Data Types, Modifying the Basic Types, Identifie...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AFFB0-5C0A-483B-94EB-8593B52F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6A90C-E766-4524-8287-4A5D3581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6F04B-CD46-465E-A24A-47A7DCBB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705408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EF8FA1-81FB-4879-8133-103E1522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FCCD3-09F2-48FE-809C-40C61A4E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Overview of C: A Brief History of C, C Is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23128-A090-4A1D-A7CF-A0F400AA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47019-F0D7-4F0F-B29A-1D1D290B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DE093-71FC-4A79-A1EE-61879EE1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5E239-E3B1-4020-A6BF-4AC18C17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77817-C722-43E2-BC83-A78BE9A8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0D83D-DA65-4D9F-BAB4-712337F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63A76-4750-484F-B8AF-9CCDD7EB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D1102-F952-49B8-9298-FACD7FCD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14EDE-1895-49F3-B406-F35B6D03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1C476-33E0-4C58-9E9C-CE51783B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8797D-0C9B-4671-B71C-3FFF1F97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369AB-85DD-4D2B-860F-E0AC250B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B1CB0-BF42-489D-AC01-BDB480BD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4D054-A519-4988-8F14-F6451DB3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6CEB4-BFB7-4538-BADF-9C1B9589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FD776-58C0-41FD-BACA-A712110A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ED801-A3F0-420B-B89E-8292992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2B78A-C91E-444A-81B8-11F74155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F3E57B-F231-42F4-8D5E-F3C43085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4E7EC-CEEE-4067-9CFC-A2153423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0B6F2-6FB9-4981-8C50-591E57D3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8ED7C-4DB3-4A5E-94E7-F2AD12A0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731E8C-8535-42E8-B07A-9EFA6A01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2C920C-DA7D-4AE6-926E-FB08CCEA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93708-2CFD-43FB-9016-EA781C6E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695C6-ACC1-4B7F-BF1D-A7BE3AC6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7FF5DE-D8A7-49AA-9009-0ADDEB4C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F067D3-8FBE-4102-A812-9FF68E8B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22308E-FC8C-4285-A78C-8F0A97B5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1E004C-7542-4680-8751-40DD9799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942191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5CEBDC-C2BD-4F02-B1D5-FF3F419F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4786D-CF9B-41E8-97C5-966FAD2D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 reters, The Form of a C Program , 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37A7C-2152-48CC-851B-E5139D1E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15E2-C35D-43EE-AA1D-22EA3BC9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8BBF0-D3A5-4A65-A04A-1E2D8595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5D89E-EA19-46CA-A0C1-C2592E4A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24902-8300-431F-A320-7FF25884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BAA18-047F-4BD2-B816-050B1D8C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F6302-9960-44DA-9C4F-B6FDDD4B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AEEBC-8367-4879-8213-D0D3EAC2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11DD2-B483-46A7-BC12-71084DDC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6CE11-5DC4-450A-9E90-0887FC8B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CA0C6-4531-4441-A5E0-D54D084A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16796-8E0D-4D78-8F2B-7865ECBF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77698-4326-4EF9-97F7-16BCA3A6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C6115-C2B1-4BF8-A7FA-A358E599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49225-AC7F-40C6-B31F-15A2EB01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66BF0-9037-42C8-B28B-58A1DB40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C2744-8DEC-4473-B66F-C306E7E9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411B7-BD90-45B2-93F2-051B7B1A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175B5-79E2-4EF9-95F0-77A2A682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07F1E-0625-4D44-85B6-5FE9405B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76BBE8-E549-4690-879C-E8D5D8E0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82638-D131-4668-804D-0EE32233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4D586-76BF-435A-A478-CDFBE0B3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8111B-53A3-4709-8762-30213B98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DF9BF-5AD4-4202-9A7C-71ED787D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2E1A01-AB66-4646-B056-1F30102D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A707F-BF15-42AC-9ACB-764049F2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5ECD37-889C-48A2-8D0B-9BDF480D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A1598C-5EE3-4FA6-A910-1904ED19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748CE1-478D-40F4-A164-6E568EA6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924026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FC65B1-9E75-41BA-9DA3-D100D222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BBE95-1138-4E23-A01D-DC1D794F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Expressions: The Basic Data Types, Modifyin...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4AAB7-173A-4720-A6BB-EAF8DF2A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482B4-8B8E-456C-BB08-39CF1C4E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FD15-EDD3-49C7-A33B-C8A09C69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D2452-EB98-4B9D-BAA1-F80A3EFB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21E73-1A46-401C-961D-098EE500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F6A90-A0F0-4BC6-870E-988C92ED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1E912-7C7F-4604-B7C3-75375C98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4E7DC-C615-4490-96A4-10CEA024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63082-A7B9-4093-A393-25C5AAA1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6CC0C-CB02-470E-BAF9-4C781D5D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C8241-1AE1-432A-BC52-19A4563A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50578-F9FB-4152-A5CE-8A7C335D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6F92C-1E12-4406-B13A-15BF8DE9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D9A2B-DAC2-4E43-A213-A55E977F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2FAA1-135A-4ACF-BA85-EB00B7DE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6DE51-5D86-4E9F-B89C-B2992126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6637D-5174-4D75-A3EA-8DDA1E6E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6F7B9-C185-4D9F-A259-A4A434D8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D0F53-5846-4122-80A6-C58695AA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AE6B0-0B28-4470-AB7F-8347C780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BEF4E-D80B-4D48-A02C-02096BB0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EDD85-A284-4831-9B0D-3D6F7F70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E6AC26-508D-4CF2-9511-847C074C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C23EAD-4BC3-4ABC-985A-C3AD476C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87AA2-1F83-493A-9EC9-239245BA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A4D489-8A24-48F9-A88F-7C241E5F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B2CDEB-195D-4D6C-94CE-1EE3C50A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1B6CB-EE34-44A0-979E-25B4B2A3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93CA6D-4DC6-48B0-B262-B0781671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35A190-F9F2-464F-9F23-082F5CE5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634505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971612-8A4B-4A30-B494-B4CD42DD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EEB47-F71F-4A58-BA37-2F144605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Computing: Computer languages, Creating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85FC5-C806-492E-B125-573F8A65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46EF6-AB4A-45BA-A219-154B172E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22D0D-210E-4658-BA82-16575961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9AA95-8CD0-476C-A7B2-FA8C3940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CB52B-B85F-4339-9986-D8544461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0A679-B9EB-4F48-9546-95AF122A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EE10E-07AF-43D9-9701-3243EBA2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31C6D-7270-468B-9A45-1DBF3C0E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9398C-C864-4AE1-A051-25D7226A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A1F8D-7FCF-4378-BE6F-2A47232E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CD37C-41D5-48D2-B767-F417A939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5706F-A23F-4D28-998C-2A660211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329C2-662B-453A-8EC8-062A0FD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E69B8-1E3A-4165-A027-FB91D347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44D30-FB8F-4CBD-B0EE-22056088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80B89-F16B-4E1C-8078-E1E2B74C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D898C-0308-4D62-9CD9-764A452A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56C11-EDCF-4FD8-8100-F9234832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1F755-7150-4FCF-840A-6290630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DF4F2-8F14-4608-9D02-252AD1BD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C02C5-B905-48ED-90A6-6EAF9ABB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61289-C7BE-428A-BF7C-C0A61959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01AC23-F8D0-4852-8E1B-B3A5BB7B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9A06C-F60F-4DCA-8AB3-1979818B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669A5-441E-4438-890D-FABC2538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6FBFB0-2541-4F06-AE62-809D1829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D1325-60B3-4EB9-8BBA-C1B31219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C1F724-684E-471B-8E23-28EE4D20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27CB1F-7B61-4CE0-A196-F6584308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CD2806-6179-408C-B9C0-8AAF87B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1212733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EF952D-D1BA-48E9-A521-FD5A0C7A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FB229-13EA-45BF-AF62-6BC964BD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Overview of C: A Brief History of C, C Is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30061-627F-4E6C-A83C-0C7C391A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67AF1-BACA-44B6-AF20-42FA77EC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D6794-C2F1-49A1-AA94-7BE2E11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B2DA9-BE09-493A-93A1-2440FDEC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8E32B-3DD6-4220-950C-7D743FA4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93744-25C3-4561-8A4A-650C0615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A7277-A242-4D19-B726-A8B65F91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AA471-72DB-469B-9172-358F724B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3A1D1-B516-433A-BE82-01394BF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F7544-5B0B-4301-A2CC-31C0926E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77ABF-B085-4E9F-9830-37024DFF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D850E-5BD6-4CC2-AE39-E285AD5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FCFF2-A18A-46B9-A7DA-19B2FC21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B13B5-F4B1-42D6-8976-6622BAE0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31846-C222-48F8-89BE-5DFA1E6D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6B8D0-7784-4859-BBB9-FC7062FC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A3105-9AF4-4C18-BE90-32A2D8AA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50B63-28B1-41BE-AA98-1DFA0EC4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F51A1-84A9-4855-8EE5-EBB778D2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1143C-AB96-473F-8505-166ED278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D17B56-2489-4FB9-A0C6-B3275C66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C0984-30C4-4918-A711-CC06971C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96734-8E10-4779-BADC-75F76164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39F27-E337-468B-B2B9-2CAD22FA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04DF8-28C2-49E6-9169-EDE4C9E5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CD9CAB-8323-4A9D-8CA5-2BA72C90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68669F-323C-4647-921E-471AF8DA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46BB9C-F1B2-43E2-AD69-4E4A9443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244548-4AEF-4800-835F-DA3DBBE6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E49011-0B0D-4A6A-9AFB-66BC1762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8343820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855E05-2701-4688-A664-F014C163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7D744-C784-4BD9-B661-47A320ED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 reters, The Form of a C Program , 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A5FC4-30EB-4107-A54B-BE19D9DF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08759-0211-42A9-BC62-79A17F99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E3B90-4E41-4FB4-8AF4-E3154F26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6059B-A522-4057-B231-7D336A22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902B0-FA9D-4351-AED4-63102B12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85B9A-01FB-4F1C-8981-D304F98F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86FCF-7251-42F9-976E-F4D43F5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7B444-0D8D-4D97-8B03-079E3163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A38B2-B96C-47DF-8F67-77FEF31A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E65F7-787B-4367-A4A0-13C2644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258A0-ABA3-4C23-8730-D5CABDDD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0810E-572C-4DBA-B23C-ECEF94D6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5E523-E898-418A-A24D-C4B17A40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18CF9-706D-4A47-A23A-36413692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154B3-9EC7-42FB-9C03-F6A8302E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2EF11-9594-48FB-A8C5-CBB1FAD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5E937-63DC-4C1F-ACA6-C2307E5A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3D755-B472-4BAF-951E-4EEBF04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A697A-EF1A-4471-A92F-607AACE4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74ABC-5DEE-42B8-872C-DA46B5F6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FA08C-E21A-4E20-BC23-46BC2295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3F741-450F-47F5-92B6-DD9690B4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223CD-4B69-481F-A6A1-DD09C063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D3E58-7A68-47FF-8B99-7385972B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8564D-22BE-42EC-AFB9-FA2A81CD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3E148B-C6DF-45B8-8EFC-242C3D2A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961151-5C92-40B9-AA5A-9BA42B9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FC998E-5AFC-40A5-8337-2A1B961B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7FF839-F80D-4D86-ABC1-7354EFAB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AD114C-CA96-4386-A107-5456F582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9009995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D758F8-D396-4C32-8890-807F6FB2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0B082-C594-4621-91D3-76ED82D4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Expressions: The Basic Data Types, Modifyin...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E8A2A-4439-4BD4-98AB-46493CBD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B2C53-01B7-4FBB-B77D-DD7CE397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1369F-B479-4937-9080-D3A69450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59D01-A788-43E2-8473-9734B092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06ACC-29DB-48CE-B4F7-257DDE5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18B37-5B10-48A7-A3D0-87FAA3DB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44612-8C65-4852-9EC7-B55998DC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1B4E7-B27B-4636-B279-6D2EFDF6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105F2-2465-4523-B52E-3BBE04CF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779AB-F495-44E3-AAD3-341D6346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75B6C-FEF6-4E96-B6DC-49F98B3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CFEB0-2DC4-4F58-AEB3-86D09000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27452-ABE5-4EED-8282-D8F6051C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231D8-74CB-47C0-A4BF-97B8F63B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159AA-A236-4892-9FA3-E28250BC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2C52B-A623-4412-9BE0-0798F380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8BF62-7189-44D5-8ED5-1569165A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71327-B754-4BCF-84D5-3D6EA9B7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A830D-B015-452E-B527-9104F7C7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46145-A8E7-4E66-9C6F-E8A9AD42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7EDED1-A397-48F7-806C-A298483C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F800C-B820-40C5-BDAB-407C0B40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299B0D-6EDE-47DB-B627-94A4152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55F16-1952-4B2B-83B3-F8BC4C5D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D7DE9-219E-4863-9DD0-D5145922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2D90FE-A0DD-42EB-B1BF-68F6530B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09312F-7869-400B-8186-8B6C5F9E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44BE32-9C0A-4AAD-B0C4-33B74F04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8865DF-E154-417E-AA65-BFEEBB58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F6FBFC-5D8C-4E05-ACA4-E313E9D1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905650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5D443A-F579-4244-B327-1B05BDD4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20594-A617-4D5E-BB9D-EA2C5323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Computing: Computer languages, Creating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B3F32-99C2-44B8-A715-503B2028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8EF56-77BF-48F9-BBAA-212D83A2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FAEFF-400E-4D88-83FB-111D54A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F8E77-19E2-4564-AB30-37D49261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E0C1A-BF59-46C6-9BB4-48B9BD67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24864-7EE2-4145-AC36-3B81F8E8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D71DB-549F-465C-8792-1B393A24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D54EC-EA33-45EC-A3A2-B2314E6A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07FD7-17B0-4780-9FFB-6D4E813A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ABEF1-2BBF-4D79-873B-4829B992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E0440-CFC4-4E28-AB19-9A5B31AB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FAC08-F7A1-4075-AB85-0A16A23F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C627F-71F0-482B-A269-A5E34D8F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E53B3-7847-4104-A568-6F78B149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73EAA-03F3-40BE-A3C7-74834557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40B483-A21A-4996-83AF-6E54C8DE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A75AC-B8CD-4B3B-B054-71FCF2AC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C4560-20C2-4684-AE5D-B366572B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7EBCD-87A6-4521-B064-BFB90DD7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EBE04-A729-48FA-BDB8-0832E9B9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68BAD-2E0E-4AF8-9F16-12BF8833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B75D7-9F8E-4F71-98F7-DE825FD4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7D67D-E033-4FC4-AF8F-274D8588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C22CB-D982-4483-B6EE-E616428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F910A-3764-4007-B36C-D88FBC3D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D95CEE-257E-44BC-B1B2-C6B2E57B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8AC917-672B-4754-BADC-FD468D2A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40A681-CD60-4CE7-83E6-AD4581E3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86B327-EE6C-49F8-960D-F63D63D6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5597F7-E687-41B5-B557-326E4271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1426420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0D8031-38EE-40D2-8E19-E3517DE2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44275-5773-4C5B-8320-679DD058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Overview of C: A Brief History of C, C Is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601B4-7984-49FA-9A1B-8D9B2D41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66BBC-A283-4769-B256-38A4781E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D8AEA-A89C-4AE7-B5E1-965FC4DC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A53C5-8706-42D4-98AA-3478469D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349F3-C37D-45BC-8272-6D629D1D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D07BE-26B4-413B-9510-09B69D65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81D27-3772-4CD6-AFC5-A75FC132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90DDB-1B75-4233-B602-C24BA3A3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B48EA-B5A2-433D-9B55-A87C37F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36039-3D2A-4DB8-BE62-5E7517DE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0B03F-9692-4E25-A44F-496D8A21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F4B19-9C19-4DB3-B9C9-5A1E1B42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EC8F7-192F-4EF2-90D9-63F2B626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E6E89-44EA-407C-9671-66D85B08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2FF3A-4592-4F63-8D67-CBCA70DD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59A79-CE8F-4181-89DA-0C4B82C0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1084D-642C-4142-9AA3-5EE83F6C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1BFA2-7C8B-4D15-ADDB-CD0B8B64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60B37-D09B-4824-9C57-C9393941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158BE-93E2-425C-AECC-04576C9A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8EB05-2936-48A7-B50F-77594AFA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C77EF-379E-4913-ACB8-BF9D0678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F0524-8B19-4233-B52C-95E2C4F3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6A24C-6402-48C7-9DBE-CD133402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C1EF5-1EE9-4501-BACD-53C5CB7E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9172E-8CB8-4D98-AC7D-1CB2FD5F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78B71-1DFE-4534-AC1B-701195FE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950CDB-5AB0-4A40-B93A-93020D6E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CD0672-AF4D-48BF-9699-264E839B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BDF83-E54E-430C-B3A7-633B7724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8530136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D7470A-E4BB-4995-A3B1-37F49385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4BDE8-3E8C-4C2C-9234-064A8D07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 reters, The Form of a C Program , 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D9225-602F-4D92-AE44-26AB9933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13DD7-462B-45E6-BFD0-5BA1C6AC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A0D92-0DCF-4D0F-A15A-FEF5D609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A2A97-7A93-48B4-90E2-0786E1C9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AEC12-BB74-4369-9FCC-5DF479C2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3783E-481F-4BC3-AB1E-7A38710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33803-87B5-44AE-9239-1F799956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18B52-4874-415C-B5D8-1BE1ADD4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A04CB-C169-428D-BE03-3CD18907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00A8E-B453-40C9-95F4-BAF8B5CD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EA8D7-E2A1-48DB-98C6-D9CC1BED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5169D-1C17-4A68-94CB-431A9276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617A9-A625-4844-98AE-13C1377D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869C7-3608-4272-AA21-F1F271F8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D811A-71C8-4A4B-B59E-94FE2E6D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DA1C8-4B3E-457A-9A47-19E37C1E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9374B-5FEC-4F98-8352-396FE92E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93EFB-050C-471D-A2A4-43109A78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99C08-E75A-4ED0-BDDC-3C350945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D4FF5-4295-4E5F-AA30-CF8109C4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31AC9-4F5A-43C5-9354-ECE1E40B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6D132-D9CA-4A13-9A28-C5BBEB96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48F74-F212-43D6-B516-63651AC9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B1B9B-E067-4FBC-A3FA-6AA82FB9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616B3-E437-4AB0-9B59-181E5D44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D6DBBE-F866-4C92-BD23-1A49A0A4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9A16B-BC3B-4879-A659-60A4A33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E8C4A-C567-45AB-BB98-E9ACCCEF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DC88C3-19D0-4707-B432-0C239DF3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3F6FB8-6BAF-46AE-BD76-D3889473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7170135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223A14-F8CB-465D-9D7C-7F0EF236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B64F2-CE61-4B4F-A68E-24A360CB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Expressions: The Basic Data Types, Modifyin...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8B8A9-8509-4276-AD79-BC20ED16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E0AF2-D395-4A3A-B66D-1DFA4275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AD937-D1D1-48E9-888B-CF22F139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A1272-9311-40B9-89E3-F57A3F0F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E4E7C-91D3-4DA7-9817-6D0B81F6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BDD3C-E05B-49ED-A898-22AD2B66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20A1A-9492-4D48-82B2-38D7A810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53F88-A993-46BC-A537-99D8500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70224-186C-4C4B-9878-E2B88682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DC2BC-36A4-4632-9A81-BCC231C9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D9B04-A572-4344-936F-E572426E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64E84-61C2-4C0B-8A1A-F22D65F7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5EA8C-D493-4AAA-8AB9-2C6983CF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A6A8E-0BE7-4DD8-B03C-4506015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8F3E7-9777-4BD3-8B37-0460C7CE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8A4DD-3427-4318-AB2E-9C0DC39A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159B5-26FA-4F95-9FC8-AAAB1F2E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C1FE7-34A6-425C-930A-6A982EF9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9C919-5693-408C-87CA-22EB5B01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EEB1C-53AF-4336-81A4-F9B25697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E4F3A-F774-4A16-8525-D27E2984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453A5-17FA-46BC-9939-ADE51B7B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826B22-90F1-452A-9A8C-A3242502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83DD0-5E18-484F-974C-18C953B6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55C04-A3F6-42CE-B477-B3942DA2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EE69A-46ED-473C-B550-FAF2EF3F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B96BB-B9CF-402D-967B-DD66D526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9C651-97A1-4604-8DBF-32DF43E2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7236E-E44B-4B98-BA8A-BBCB3269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40FB03-B3D5-4368-8B90-AEBD653C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1901140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3B51D-DAE1-48BF-ACFA-3C0D987F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7CC8D-5F4E-474C-ABD1-C38BB80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Computing: Computer languages, Creating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536EB-FDEE-4DBB-859E-CB0AA3B1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79575-414C-4E1C-BAD8-341FE3C6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DA93D-89C7-4196-A731-AEF0718F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B0ACA-8F2E-4C02-B4B2-4B8FF07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199D6-FA8B-4706-98A9-04B41875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0F165-21D9-4CA1-A481-73B27866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A8C69-D612-414F-87C6-BC6F491B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31956-B479-4D83-BE33-4FC4C1F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16F1D-AC5A-461F-B4E7-D21DE9A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D3678-16CE-42B9-9644-7C7EB711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896CD-4BF9-4032-ACF2-0B9EBC39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A3651-AA7B-4B4C-BDE2-F04CAE88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6257E-CED1-4431-9CC3-D7B37F51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9077B-6DB7-4EA8-8F7F-780DEDFF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E3F90-24E4-49F1-B824-41C0CE2E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CEE0D-924B-4C69-B1EB-9FA6E618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90A5B-CE86-402A-8991-D6562BDB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9BCD1-E529-4008-8A46-BBC2CB65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19643-11F8-4A65-B7A1-6C901233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4867B-759C-457D-84E3-F37D9720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97492-8B0C-4DEB-850B-002043A9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9F2FB9-EE0A-4A2B-8464-24BCA043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E3874-4A7F-4DE9-8BE2-68C9F597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79C5DB-2546-4493-931F-629F946B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0678B-3473-4CD1-A730-3439668F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C976B8-B8DB-495E-9C72-172E3478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B04123-DBEC-47AA-9069-B50BD02F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97C169-09CB-40B2-BB15-C2213BD4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65B146-6DBD-45FA-87E2-95803294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3923CB-9903-456A-9C9F-5F8BA808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2251570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F2096E-A529-4615-9AB3-81D5AD17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60DF1-321C-40A9-BBA0-F760AFB4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Overview of C: A Brief History of C, C Is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54135-8E2E-4BBE-B961-DC901F73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4B26C-5DFD-4787-A5E0-5F0FB34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D6680-035E-4FD2-BEE4-3D14B886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FF740-25FB-48A8-9C4B-C46A664A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766D2-72DC-454F-990F-F411986F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D2E1D-4223-4822-BB75-4B9F8BCC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5FEC6-824A-4322-B27C-FBC7240A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FA20F-3EE7-4E77-B1AC-5804CC82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D9F4F-AD8C-49E1-9218-FD901A14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8B4E5-CF89-4A4E-BFDB-F5556C3A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1A25B-17AA-4CCB-B3E8-115D6B0D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1EF61-9428-4585-90FD-7AF0491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FECC3-BCDC-492E-AA1A-D7AC3D81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239CC-E8FC-463E-9B9F-4CBDD71C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9C432-F0B2-4C8A-B9AF-5C2DB053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ED305-8032-4DA6-89C9-38F8B5E9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7F875-AECE-4895-8AB5-4293B9E3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6D3E4-A0D7-43A4-87F1-4A39F80D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32EBF-ABDC-4B3C-B2CF-537F6FE9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2A318-F366-4ED9-B752-FA210E7D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57500-CC0A-4086-BFDD-6AADF5FF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26959-C6A6-4B1E-B24A-6C127DC3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FA7CD-17FC-4F03-9824-90B86B9C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C8B9C-E79B-4A82-B4DA-79C6405F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1A6C3-053E-4C59-8E0A-F7FB19FF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7F46E-CC90-4F2A-BDE9-4BEFDD2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F9B25D-D89B-4586-B045-94735E0B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6D5746-0F3A-4E07-964C-8EDF112B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4DDCF1-0D1E-449E-83D1-F493E4F2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9A2AFF-A87F-4B0F-A965-04C2A0DF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1621126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BC4B09-30C0-4305-ACD7-977480B6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2FAF9-12EB-4153-9C74-67CFEFC6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 reters, The Form of a C Program , 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3B013-E94F-44F1-96F4-0E1F1C09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18D12-51E7-4B8B-BFC3-C1DE4E0D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A8580-6BD8-4B51-8B00-2BF75FA5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C633-66C0-4B02-82E5-9AED821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30ABC-30A9-4CC4-A8D8-5EE2C241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8C746-0672-4729-8189-55EFBB5C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A853D-AD8F-4D91-BF02-9CACFA1D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A8D2E-6AFF-4ABB-B5EE-F44D2782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374C-A644-4EE9-87A5-9ED306D5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1EBD4-41CC-4F43-939B-76B92F17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C3134-ABA5-4A10-BAB5-F5CB32F2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0D47A-62A0-4383-AE2C-54E5484D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6EE86-34D9-4A73-8C58-B2ABD4A4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4D6D7-6825-4A63-96D9-DC9586CD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5FB11-40B4-488C-89C4-3E518A86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2EFAA-4E3C-457E-B0B1-7AB27682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075B0-2E02-458E-9BD5-3DD9C450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14EAB-D143-452E-A201-5E50C372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1D48D-F300-4D50-861A-7ADD72C3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9DF63-DF79-49DE-8511-F63708F2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72055-C083-4DB5-A681-8BFC6780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5645B-B2F6-4260-850E-F133BAE2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0E6CC-17C1-46C1-B44E-E0160397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03F98-680F-4ED2-9008-529223BD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3652A-1C72-4743-96E9-A82CD450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97EF1-4504-4468-AF60-E32A4B6E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C843C-7454-41FC-B0C2-2BBFEC95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050D0-C786-4378-A407-1DD5E77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AB7A1-83ED-40B9-A35F-351194B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F43BC4-B91F-457C-9486-A97D9721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144465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2026-08-24T16:02:41.3860000Z</dcterms:created>
  <dcterms:modified xsi:type="dcterms:W3CDTF">2026-08-24T16:02:41.3860000Z</dcterms:modified>
</coreProperties>
</file>