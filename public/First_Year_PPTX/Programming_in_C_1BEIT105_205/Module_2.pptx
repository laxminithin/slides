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44aea1ef2446c6" /><Relationship Type="http://schemas.openxmlformats.org/officeDocument/2006/relationships/extended-properties" Target="/docProps/app.xml" Id="Rf6ebc82e7531411c" /><Relationship Type="http://schemas.openxmlformats.org/officeDocument/2006/relationships/officeDocument" Target="/ppt/presentation.xml" Id="Rf7a266d1145f4f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34f4e22fcf4eed"/>
  </p:sldMasterIdLst>
  <p:notesMasterIdLst>
    <p:notesMasterId xmlns:r="http://schemas.openxmlformats.org/officeDocument/2006/relationships" r:id="R7b642fc014d94e33"/>
  </p:notesMasterIdLst>
  <p:sldIdLst>
    <p:sldId xmlns:r="http://schemas.openxmlformats.org/officeDocument/2006/relationships" id="256" r:id="R468968933cec46d6"/>
    <p:sldId xmlns:r="http://schemas.openxmlformats.org/officeDocument/2006/relationships" id="257" r:id="Rbd0d6d89f9a246d1"/>
    <p:sldId xmlns:r="http://schemas.openxmlformats.org/officeDocument/2006/relationships" id="258" r:id="R9f7f613a7ef34974"/>
    <p:sldId xmlns:r="http://schemas.openxmlformats.org/officeDocument/2006/relationships" id="259" r:id="Ra22b5cc332e9472e"/>
    <p:sldId xmlns:r="http://schemas.openxmlformats.org/officeDocument/2006/relationships" id="260" r:id="Rf89bef8c203c4a50"/>
    <p:sldId xmlns:r="http://schemas.openxmlformats.org/officeDocument/2006/relationships" id="261" r:id="R2ab25e885b0f41c8"/>
    <p:sldId xmlns:r="http://schemas.openxmlformats.org/officeDocument/2006/relationships" id="262" r:id="R97edb5904a8e4823"/>
    <p:sldId xmlns:r="http://schemas.openxmlformats.org/officeDocument/2006/relationships" id="263" r:id="R1bce2762d1934c77"/>
    <p:sldId xmlns:r="http://schemas.openxmlformats.org/officeDocument/2006/relationships" id="264" r:id="Ra6efc4d9073849fe"/>
    <p:sldId xmlns:r="http://schemas.openxmlformats.org/officeDocument/2006/relationships" id="265" r:id="R6ef0012ec8184f18"/>
    <p:sldId xmlns:r="http://schemas.openxmlformats.org/officeDocument/2006/relationships" id="266" r:id="R2f96d0294f0441b3"/>
    <p:sldId xmlns:r="http://schemas.openxmlformats.org/officeDocument/2006/relationships" id="267" r:id="Rde335c2862a44975"/>
    <p:sldId xmlns:r="http://schemas.openxmlformats.org/officeDocument/2006/relationships" id="268" r:id="R3699a07d52a54d6d"/>
    <p:sldId xmlns:r="http://schemas.openxmlformats.org/officeDocument/2006/relationships" id="269" r:id="Rff9d85b29f7f40f9"/>
    <p:sldId xmlns:r="http://schemas.openxmlformats.org/officeDocument/2006/relationships" id="270" r:id="R107db69a597d40ef"/>
    <p:sldId xmlns:r="http://schemas.openxmlformats.org/officeDocument/2006/relationships" id="271" r:id="Rbb4d26a176cd4200"/>
    <p:sldId xmlns:r="http://schemas.openxmlformats.org/officeDocument/2006/relationships" id="272" r:id="R3e9a1171b2524a20"/>
    <p:sldId xmlns:r="http://schemas.openxmlformats.org/officeDocument/2006/relationships" id="273" r:id="R5a96d1ceccfe4fc6"/>
    <p:sldId xmlns:r="http://schemas.openxmlformats.org/officeDocument/2006/relationships" id="274" r:id="R54ccfbc3efc84b78"/>
    <p:sldId xmlns:r="http://schemas.openxmlformats.org/officeDocument/2006/relationships" id="275" r:id="R4c846e5ca4ac4466"/>
    <p:sldId xmlns:r="http://schemas.openxmlformats.org/officeDocument/2006/relationships" id="276" r:id="R085e594995774fd4"/>
    <p:sldId xmlns:r="http://schemas.openxmlformats.org/officeDocument/2006/relationships" id="277" r:id="Recf9f15dffa24850"/>
    <p:sldId xmlns:r="http://schemas.openxmlformats.org/officeDocument/2006/relationships" id="278" r:id="R504c98ab0c8d4707"/>
    <p:sldId xmlns:r="http://schemas.openxmlformats.org/officeDocument/2006/relationships" id="279" r:id="Rf29d9378dd784639"/>
    <p:sldId xmlns:r="http://schemas.openxmlformats.org/officeDocument/2006/relationships" id="280" r:id="R1e6ae3609c9f479a"/>
    <p:sldId xmlns:r="http://schemas.openxmlformats.org/officeDocument/2006/relationships" id="281" r:id="R175de2e755d64a1b"/>
    <p:sldId xmlns:r="http://schemas.openxmlformats.org/officeDocument/2006/relationships" id="282" r:id="R1eb7810a072647d5"/>
    <p:sldId xmlns:r="http://schemas.openxmlformats.org/officeDocument/2006/relationships" id="283" r:id="R347af6e4045c4e62"/>
    <p:sldId xmlns:r="http://schemas.openxmlformats.org/officeDocument/2006/relationships" id="284" r:id="R90f86128a49344ab"/>
    <p:sldId xmlns:r="http://schemas.openxmlformats.org/officeDocument/2006/relationships" id="285" r:id="R30003783e3a140e2"/>
    <p:sldId xmlns:r="http://schemas.openxmlformats.org/officeDocument/2006/relationships" id="286" r:id="R8aef8c627f254f11"/>
    <p:sldId xmlns:r="http://schemas.openxmlformats.org/officeDocument/2006/relationships" id="287" r:id="Rceca06637c164d95"/>
    <p:sldId xmlns:r="http://schemas.openxmlformats.org/officeDocument/2006/relationships" id="288" r:id="R6986f98d879a42df"/>
    <p:sldId xmlns:r="http://schemas.openxmlformats.org/officeDocument/2006/relationships" id="289" r:id="Rf6d00f4b5a504805"/>
    <p:sldId xmlns:r="http://schemas.openxmlformats.org/officeDocument/2006/relationships" id="290" r:id="R7a5c34c687d84dec"/>
    <p:sldId xmlns:r="http://schemas.openxmlformats.org/officeDocument/2006/relationships" id="291" r:id="Rd65ecb3c2a3b4abc"/>
    <p:sldId xmlns:r="http://schemas.openxmlformats.org/officeDocument/2006/relationships" id="292" r:id="Rda671424fb794c13"/>
    <p:sldId xmlns:r="http://schemas.openxmlformats.org/officeDocument/2006/relationships" id="293" r:id="Re66194e26a2e4672"/>
    <p:sldId xmlns:r="http://schemas.openxmlformats.org/officeDocument/2006/relationships" id="294" r:id="Rdccd40edd66f440b"/>
    <p:sldId xmlns:r="http://schemas.openxmlformats.org/officeDocument/2006/relationships" id="295" r:id="R391180bbdbfe4100"/>
    <p:sldId xmlns:r="http://schemas.openxmlformats.org/officeDocument/2006/relationships" id="296" r:id="R342bbc05594446f1"/>
    <p:sldId xmlns:r="http://schemas.openxmlformats.org/officeDocument/2006/relationships" id="297" r:id="Rb7eb66613ed540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7eada307f34594" /><Relationship Type="http://schemas.openxmlformats.org/officeDocument/2006/relationships/slideMaster" Target="/ppt/slideMasters/slideMaster1.xml" Id="R5234f4e22fcf4eed" /><Relationship Type="http://schemas.openxmlformats.org/officeDocument/2006/relationships/notesMaster" Target="/ppt/notesMasters/notesMaster1.xml" Id="R7b642fc014d94e33" /><Relationship Type="http://schemas.openxmlformats.org/officeDocument/2006/relationships/presProps" Target="/ppt/presProps.xml" Id="Rdb4d913a96c34469" /><Relationship Type="http://schemas.openxmlformats.org/officeDocument/2006/relationships/tableStyles" Target="/ppt/tableStyles.xml" Id="Ra207d874b5c6456b" /><Relationship Type="http://schemas.openxmlformats.org/officeDocument/2006/relationships/slide" Target="/ppt/slides/slide1.xml" Id="R468968933cec46d6" /><Relationship Type="http://schemas.openxmlformats.org/officeDocument/2006/relationships/slide" Target="/ppt/slides/slide2.xml" Id="Rbd0d6d89f9a246d1" /><Relationship Type="http://schemas.openxmlformats.org/officeDocument/2006/relationships/slide" Target="/ppt/slides/slide3.xml" Id="R9f7f613a7ef34974" /><Relationship Type="http://schemas.openxmlformats.org/officeDocument/2006/relationships/slide" Target="/ppt/slides/slide4.xml" Id="Ra22b5cc332e9472e" /><Relationship Type="http://schemas.openxmlformats.org/officeDocument/2006/relationships/slide" Target="/ppt/slides/slide5.xml" Id="Rf89bef8c203c4a50" /><Relationship Type="http://schemas.openxmlformats.org/officeDocument/2006/relationships/slide" Target="/ppt/slides/slide6.xml" Id="R2ab25e885b0f41c8" /><Relationship Type="http://schemas.openxmlformats.org/officeDocument/2006/relationships/slide" Target="/ppt/slides/slide7.xml" Id="R97edb5904a8e4823" /><Relationship Type="http://schemas.openxmlformats.org/officeDocument/2006/relationships/slide" Target="/ppt/slides/slide8.xml" Id="R1bce2762d1934c77" /><Relationship Type="http://schemas.openxmlformats.org/officeDocument/2006/relationships/slide" Target="/ppt/slides/slide9.xml" Id="Ra6efc4d9073849fe" /><Relationship Type="http://schemas.openxmlformats.org/officeDocument/2006/relationships/slide" Target="/ppt/slides/slide10.xml" Id="R6ef0012ec8184f18" /><Relationship Type="http://schemas.openxmlformats.org/officeDocument/2006/relationships/slide" Target="/ppt/slides/slide11.xml" Id="R2f96d0294f0441b3" /><Relationship Type="http://schemas.openxmlformats.org/officeDocument/2006/relationships/slide" Target="/ppt/slides/slide12.xml" Id="Rde335c2862a44975" /><Relationship Type="http://schemas.openxmlformats.org/officeDocument/2006/relationships/slide" Target="/ppt/slides/slide13.xml" Id="R3699a07d52a54d6d" /><Relationship Type="http://schemas.openxmlformats.org/officeDocument/2006/relationships/slide" Target="/ppt/slides/slide14.xml" Id="Rff9d85b29f7f40f9" /><Relationship Type="http://schemas.openxmlformats.org/officeDocument/2006/relationships/slide" Target="/ppt/slides/slide15.xml" Id="R107db69a597d40ef" /><Relationship Type="http://schemas.openxmlformats.org/officeDocument/2006/relationships/slide" Target="/ppt/slides/slide16.xml" Id="Rbb4d26a176cd4200" /><Relationship Type="http://schemas.openxmlformats.org/officeDocument/2006/relationships/slide" Target="/ppt/slides/slide17.xml" Id="R3e9a1171b2524a20" /><Relationship Type="http://schemas.openxmlformats.org/officeDocument/2006/relationships/slide" Target="/ppt/slides/slide18.xml" Id="R5a96d1ceccfe4fc6" /><Relationship Type="http://schemas.openxmlformats.org/officeDocument/2006/relationships/slide" Target="/ppt/slides/slide19.xml" Id="R54ccfbc3efc84b78" /><Relationship Type="http://schemas.openxmlformats.org/officeDocument/2006/relationships/slide" Target="/ppt/slides/slide20.xml" Id="R4c846e5ca4ac4466" /><Relationship Type="http://schemas.openxmlformats.org/officeDocument/2006/relationships/slide" Target="/ppt/slides/slide21.xml" Id="R085e594995774fd4" /><Relationship Type="http://schemas.openxmlformats.org/officeDocument/2006/relationships/slide" Target="/ppt/slides/slide22.xml" Id="Recf9f15dffa24850" /><Relationship Type="http://schemas.openxmlformats.org/officeDocument/2006/relationships/slide" Target="/ppt/slides/slide23.xml" Id="R504c98ab0c8d4707" /><Relationship Type="http://schemas.openxmlformats.org/officeDocument/2006/relationships/slide" Target="/ppt/slides/slide24.xml" Id="Rf29d9378dd784639" /><Relationship Type="http://schemas.openxmlformats.org/officeDocument/2006/relationships/slide" Target="/ppt/slides/slide25.xml" Id="R1e6ae3609c9f479a" /><Relationship Type="http://schemas.openxmlformats.org/officeDocument/2006/relationships/slide" Target="/ppt/slides/slide26.xml" Id="R175de2e755d64a1b" /><Relationship Type="http://schemas.openxmlformats.org/officeDocument/2006/relationships/slide" Target="/ppt/slides/slide27.xml" Id="R1eb7810a072647d5" /><Relationship Type="http://schemas.openxmlformats.org/officeDocument/2006/relationships/slide" Target="/ppt/slides/slide28.xml" Id="R347af6e4045c4e62" /><Relationship Type="http://schemas.openxmlformats.org/officeDocument/2006/relationships/slide" Target="/ppt/slides/slide29.xml" Id="R90f86128a49344ab" /><Relationship Type="http://schemas.openxmlformats.org/officeDocument/2006/relationships/slide" Target="/ppt/slides/slide30.xml" Id="R30003783e3a140e2" /><Relationship Type="http://schemas.openxmlformats.org/officeDocument/2006/relationships/slide" Target="/ppt/slides/slide31.xml" Id="R8aef8c627f254f11" /><Relationship Type="http://schemas.openxmlformats.org/officeDocument/2006/relationships/slide" Target="/ppt/slides/slide32.xml" Id="Rceca06637c164d95" /><Relationship Type="http://schemas.openxmlformats.org/officeDocument/2006/relationships/slide" Target="/ppt/slides/slide33.xml" Id="R6986f98d879a42df" /><Relationship Type="http://schemas.openxmlformats.org/officeDocument/2006/relationships/slide" Target="/ppt/slides/slide34.xml" Id="Rf6d00f4b5a504805" /><Relationship Type="http://schemas.openxmlformats.org/officeDocument/2006/relationships/slide" Target="/ppt/slides/slide35.xml" Id="R7a5c34c687d84dec" /><Relationship Type="http://schemas.openxmlformats.org/officeDocument/2006/relationships/slide" Target="/ppt/slides/slide36.xml" Id="Rd65ecb3c2a3b4abc" /><Relationship Type="http://schemas.openxmlformats.org/officeDocument/2006/relationships/slide" Target="/ppt/slides/slide37.xml" Id="Rda671424fb794c13" /><Relationship Type="http://schemas.openxmlformats.org/officeDocument/2006/relationships/slide" Target="/ppt/slides/slide38.xml" Id="Re66194e26a2e4672" /><Relationship Type="http://schemas.openxmlformats.org/officeDocument/2006/relationships/slide" Target="/ppt/slides/slide39.xml" Id="Rdccd40edd66f440b" /><Relationship Type="http://schemas.openxmlformats.org/officeDocument/2006/relationships/slide" Target="/ppt/slides/slide40.xml" Id="R391180bbdbfe4100" /><Relationship Type="http://schemas.openxmlformats.org/officeDocument/2006/relationships/slide" Target="/ppt/slides/slide41.xml" Id="R342bbc05594446f1" /><Relationship Type="http://schemas.openxmlformats.org/officeDocument/2006/relationships/slide" Target="/ppt/slides/slide42.xml" Id="Rb7eb66613ed540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b0e26f96d24e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6b4a6eaac492a" /><Relationship Type="http://schemas.openxmlformats.org/officeDocument/2006/relationships/notesMaster" Target="/ppt/notesMasters/notesMaster1.xml" Id="R7efd8b9ced294c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f9e831bdaf4e37" /><Relationship Type="http://schemas.openxmlformats.org/officeDocument/2006/relationships/notesMaster" Target="/ppt/notesMasters/notesMaster1.xml" Id="R89db5facd0e94b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2cd10a2f9b432f" /><Relationship Type="http://schemas.openxmlformats.org/officeDocument/2006/relationships/notesMaster" Target="/ppt/notesMasters/notesMaster1.xml" Id="R742dc115c54844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46e707bf0f40b3" /><Relationship Type="http://schemas.openxmlformats.org/officeDocument/2006/relationships/notesMaster" Target="/ppt/notesMasters/notesMaster1.xml" Id="Ra01d6480228c4f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f800fc58bf42f3" /><Relationship Type="http://schemas.openxmlformats.org/officeDocument/2006/relationships/notesMaster" Target="/ppt/notesMasters/notesMaster1.xml" Id="R8127d9cf977140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bb59c3554d48fc" /><Relationship Type="http://schemas.openxmlformats.org/officeDocument/2006/relationships/notesMaster" Target="/ppt/notesMasters/notesMaster1.xml" Id="R27725c53e0bf46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8a54177ddf4b30" /><Relationship Type="http://schemas.openxmlformats.org/officeDocument/2006/relationships/notesMaster" Target="/ppt/notesMasters/notesMaster1.xml" Id="R0d142d60e30446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c92f54171c45e6" /><Relationship Type="http://schemas.openxmlformats.org/officeDocument/2006/relationships/notesMaster" Target="/ppt/notesMasters/notesMaster1.xml" Id="Rbe11c50f103542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f1565d477e469f" /><Relationship Type="http://schemas.openxmlformats.org/officeDocument/2006/relationships/notesMaster" Target="/ppt/notesMasters/notesMaster1.xml" Id="R76fd18b2b90c40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488423fd9f43a4" /><Relationship Type="http://schemas.openxmlformats.org/officeDocument/2006/relationships/notesMaster" Target="/ppt/notesMasters/notesMaster1.xml" Id="R7ff6e46b679046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5218a3e6544f68" /><Relationship Type="http://schemas.openxmlformats.org/officeDocument/2006/relationships/notesMaster" Target="/ppt/notesMasters/notesMaster1.xml" Id="Rdf6d4b684f704b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72162718f24bf0" /><Relationship Type="http://schemas.openxmlformats.org/officeDocument/2006/relationships/notesMaster" Target="/ppt/notesMasters/notesMaster1.xml" Id="Rfaeeeb8070464a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724b21b3da4dec" /><Relationship Type="http://schemas.openxmlformats.org/officeDocument/2006/relationships/notesMaster" Target="/ppt/notesMasters/notesMaster1.xml" Id="R85d298c246c44b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f51e5cb66342d9" /><Relationship Type="http://schemas.openxmlformats.org/officeDocument/2006/relationships/notesMaster" Target="/ppt/notesMasters/notesMaster1.xml" Id="R62bbf798c0f24e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68faee2ea74605" /><Relationship Type="http://schemas.openxmlformats.org/officeDocument/2006/relationships/notesMaster" Target="/ppt/notesMasters/notesMaster1.xml" Id="R991984f9eb1344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1a6e106276444d" /><Relationship Type="http://schemas.openxmlformats.org/officeDocument/2006/relationships/notesMaster" Target="/ppt/notesMasters/notesMaster1.xml" Id="R7a9c29d6ca114a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77937c3bf64de2" /><Relationship Type="http://schemas.openxmlformats.org/officeDocument/2006/relationships/notesMaster" Target="/ppt/notesMasters/notesMaster1.xml" Id="R0f397ecd79bf4f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f516d9426b4bc6" /><Relationship Type="http://schemas.openxmlformats.org/officeDocument/2006/relationships/notesMaster" Target="/ppt/notesMasters/notesMaster1.xml" Id="R6414420cd3af49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21a0e62b854b25" /><Relationship Type="http://schemas.openxmlformats.org/officeDocument/2006/relationships/notesMaster" Target="/ppt/notesMasters/notesMaster1.xml" Id="Ra0e1134fab8b4c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b862cbf8c74e96" /><Relationship Type="http://schemas.openxmlformats.org/officeDocument/2006/relationships/notesMaster" Target="/ppt/notesMasters/notesMaster1.xml" Id="R8cea5877051a432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90b1ff60fa9472e" /><Relationship Type="http://schemas.openxmlformats.org/officeDocument/2006/relationships/notesMaster" Target="/ppt/notesMasters/notesMaster1.xml" Id="R73f17a3a6d814a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1624e5187ff4d73" /><Relationship Type="http://schemas.openxmlformats.org/officeDocument/2006/relationships/notesMaster" Target="/ppt/notesMasters/notesMaster1.xml" Id="R154979515108445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d29f90af8b84cd2" /><Relationship Type="http://schemas.openxmlformats.org/officeDocument/2006/relationships/notesMaster" Target="/ppt/notesMasters/notesMaster1.xml" Id="R98a96ff9fe53471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0e07a0182eb4e90" /><Relationship Type="http://schemas.openxmlformats.org/officeDocument/2006/relationships/notesMaster" Target="/ppt/notesMasters/notesMaster1.xml" Id="Rafed18deba7b409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40e007272ff42cb" /><Relationship Type="http://schemas.openxmlformats.org/officeDocument/2006/relationships/notesMaster" Target="/ppt/notesMasters/notesMaster1.xml" Id="Rb1b43bf85adf403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2d7a2950f404c17" /><Relationship Type="http://schemas.openxmlformats.org/officeDocument/2006/relationships/notesMaster" Target="/ppt/notesMasters/notesMaster1.xml" Id="R46b33580415343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9b604e361fa4b52" /><Relationship Type="http://schemas.openxmlformats.org/officeDocument/2006/relationships/notesMaster" Target="/ppt/notesMasters/notesMaster1.xml" Id="R31b611a60bda4b5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2a5d5d5509446ea" /><Relationship Type="http://schemas.openxmlformats.org/officeDocument/2006/relationships/notesMaster" Target="/ppt/notesMasters/notesMaster1.xml" Id="R136a6a4566864e4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56362bf97f74d86" /><Relationship Type="http://schemas.openxmlformats.org/officeDocument/2006/relationships/notesMaster" Target="/ppt/notesMasters/notesMaster1.xml" Id="Re2598bd96821486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b1091a8eee640e8" /><Relationship Type="http://schemas.openxmlformats.org/officeDocument/2006/relationships/notesMaster" Target="/ppt/notesMasters/notesMaster1.xml" Id="Rfa10c8bfd4264be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9bfacc9d03942e8" /><Relationship Type="http://schemas.openxmlformats.org/officeDocument/2006/relationships/notesMaster" Target="/ppt/notesMasters/notesMaster1.xml" Id="Raa7d17bcabf8407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22b4204a09f48f6" /><Relationship Type="http://schemas.openxmlformats.org/officeDocument/2006/relationships/notesMaster" Target="/ppt/notesMasters/notesMaster1.xml" Id="Rfe9f988a804a4e6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6f51516476346ce" /><Relationship Type="http://schemas.openxmlformats.org/officeDocument/2006/relationships/notesMaster" Target="/ppt/notesMasters/notesMaster1.xml" Id="R0cef60557852416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dbdeeaf942542e6" /><Relationship Type="http://schemas.openxmlformats.org/officeDocument/2006/relationships/notesMaster" Target="/ppt/notesMasters/notesMaster1.xml" Id="Rc192921aa9c34ac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e2a305cc34c4cb2" /><Relationship Type="http://schemas.openxmlformats.org/officeDocument/2006/relationships/notesMaster" Target="/ppt/notesMasters/notesMaster1.xml" Id="Rd098b79efd724bf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688792df1cc4193" /><Relationship Type="http://schemas.openxmlformats.org/officeDocument/2006/relationships/notesMaster" Target="/ppt/notesMasters/notesMaster1.xml" Id="R798bf468506247a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7540b569da443f2" /><Relationship Type="http://schemas.openxmlformats.org/officeDocument/2006/relationships/notesMaster" Target="/ppt/notesMasters/notesMaster1.xml" Id="R4da12fc110ce4f0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d91a33fba2e44a0" /><Relationship Type="http://schemas.openxmlformats.org/officeDocument/2006/relationships/notesMaster" Target="/ppt/notesMasters/notesMaster1.xml" Id="R5d4f4626cc0a4b3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59e25564eaa4fd2" /><Relationship Type="http://schemas.openxmlformats.org/officeDocument/2006/relationships/notesMaster" Target="/ppt/notesMasters/notesMaster1.xml" Id="R2a38e8faff9b4fa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3cb63dd6023471f" /><Relationship Type="http://schemas.openxmlformats.org/officeDocument/2006/relationships/notesMaster" Target="/ppt/notesMasters/notesMaster1.xml" Id="Rd7e35e0f5c18429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1aba1276493402b" /><Relationship Type="http://schemas.openxmlformats.org/officeDocument/2006/relationships/notesMaster" Target="/ppt/notesMasters/notesMaster1.xml" Id="Reaf5dec1ab60463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3abd5aff9094b89" /><Relationship Type="http://schemas.openxmlformats.org/officeDocument/2006/relationships/notesMaster" Target="/ppt/notesMasters/notesMaster1.xml" Id="R4050210accd545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f1ae590ab45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f5cd7e7fe14763" /><Relationship Type="http://schemas.openxmlformats.org/officeDocument/2006/relationships/slideLayout" Target="/ppt/slideLayouts/slideLayout1.xml" Id="Rde332c000f064f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332c000f064f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527a6c9244e47" /><Relationship Type="http://schemas.openxmlformats.org/officeDocument/2006/relationships/notesSlide" Target="/ppt/notesSlides/notesSlide1.xml" Id="R662cb5b7f61448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ef61fd7044aa4" /><Relationship Type="http://schemas.openxmlformats.org/officeDocument/2006/relationships/notesSlide" Target="/ppt/notesSlides/notesSlide2.xml" Id="R49965e042db74e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26146c3744b87" /><Relationship Type="http://schemas.openxmlformats.org/officeDocument/2006/relationships/notesSlide" Target="/ppt/notesSlides/notesSlide3.xml" Id="Rb1ca60666a3b48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05a37f1004192" /><Relationship Type="http://schemas.openxmlformats.org/officeDocument/2006/relationships/notesSlide" Target="/ppt/notesSlides/notesSlide4.xml" Id="Rb34a9b3a9e7d4b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d950a4c5f4acf" /><Relationship Type="http://schemas.openxmlformats.org/officeDocument/2006/relationships/notesSlide" Target="/ppt/notesSlides/notesSlide5.xml" Id="Rd673e2396dbc4f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879c4fb544ba7" /><Relationship Type="http://schemas.openxmlformats.org/officeDocument/2006/relationships/notesSlide" Target="/ppt/notesSlides/notesSlide6.xml" Id="R7af7d36fc98c42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993e7b53d4767" /><Relationship Type="http://schemas.openxmlformats.org/officeDocument/2006/relationships/notesSlide" Target="/ppt/notesSlides/notesSlide7.xml" Id="R85d87b63fa1445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b41c933514e9c" /><Relationship Type="http://schemas.openxmlformats.org/officeDocument/2006/relationships/notesSlide" Target="/ppt/notesSlides/notesSlide8.xml" Id="R4a88a6570d9446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bda4aa1fe49a0" /><Relationship Type="http://schemas.openxmlformats.org/officeDocument/2006/relationships/notesSlide" Target="/ppt/notesSlides/notesSlide9.xml" Id="R5d2b4b5840aa4d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8050ab13a4a47" /><Relationship Type="http://schemas.openxmlformats.org/officeDocument/2006/relationships/notesSlide" Target="/ppt/notesSlides/notesSlide10.xml" Id="Rf98a1a9e044649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992441c194823" /><Relationship Type="http://schemas.openxmlformats.org/officeDocument/2006/relationships/notesSlide" Target="/ppt/notesSlides/notesSlide11.xml" Id="Rd202897f2c1641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e451594ad4402" /><Relationship Type="http://schemas.openxmlformats.org/officeDocument/2006/relationships/notesSlide" Target="/ppt/notesSlides/notesSlide12.xml" Id="Rcb993d90ece54d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fcbb43771453d" /><Relationship Type="http://schemas.openxmlformats.org/officeDocument/2006/relationships/notesSlide" Target="/ppt/notesSlides/notesSlide13.xml" Id="R02b05ae158c645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debb1d0004b42" /><Relationship Type="http://schemas.openxmlformats.org/officeDocument/2006/relationships/notesSlide" Target="/ppt/notesSlides/notesSlide14.xml" Id="Ra2305b0f3bff40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6dfa063ff46dc" /><Relationship Type="http://schemas.openxmlformats.org/officeDocument/2006/relationships/notesSlide" Target="/ppt/notesSlides/notesSlide15.xml" Id="R522ada30050247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c7e67c3b242e7" /><Relationship Type="http://schemas.openxmlformats.org/officeDocument/2006/relationships/notesSlide" Target="/ppt/notesSlides/notesSlide16.xml" Id="R98cda66c1fd349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5614e6940412f" /><Relationship Type="http://schemas.openxmlformats.org/officeDocument/2006/relationships/notesSlide" Target="/ppt/notesSlides/notesSlide17.xml" Id="R7a0ebe488f0c4e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2ee7061674549" /><Relationship Type="http://schemas.openxmlformats.org/officeDocument/2006/relationships/notesSlide" Target="/ppt/notesSlides/notesSlide18.xml" Id="R08f58816c9b947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1ce9e583c4c9a" /><Relationship Type="http://schemas.openxmlformats.org/officeDocument/2006/relationships/notesSlide" Target="/ppt/notesSlides/notesSlide19.xml" Id="R15dc50c23823449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758d1c4ca46fb" /><Relationship Type="http://schemas.openxmlformats.org/officeDocument/2006/relationships/notesSlide" Target="/ppt/notesSlides/notesSlide20.xml" Id="R736cba93c99d421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4ff3ca2c742dc" /><Relationship Type="http://schemas.openxmlformats.org/officeDocument/2006/relationships/notesSlide" Target="/ppt/notesSlides/notesSlide21.xml" Id="Rc3329b09255a45d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ef95c7fcd4ae5" /><Relationship Type="http://schemas.openxmlformats.org/officeDocument/2006/relationships/notesSlide" Target="/ppt/notesSlides/notesSlide22.xml" Id="R3b7a69bec7ac4ec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742c3605d4108" /><Relationship Type="http://schemas.openxmlformats.org/officeDocument/2006/relationships/notesSlide" Target="/ppt/notesSlides/notesSlide23.xml" Id="R09711dcde3da4e5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850c0b59f4924" /><Relationship Type="http://schemas.openxmlformats.org/officeDocument/2006/relationships/notesSlide" Target="/ppt/notesSlides/notesSlide24.xml" Id="Rba48864c61bf43e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77ba0cb2d427e" /><Relationship Type="http://schemas.openxmlformats.org/officeDocument/2006/relationships/notesSlide" Target="/ppt/notesSlides/notesSlide25.xml" Id="Rcb4d2f0662df412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8869a4b6d4e3a" /><Relationship Type="http://schemas.openxmlformats.org/officeDocument/2006/relationships/notesSlide" Target="/ppt/notesSlides/notesSlide26.xml" Id="Rfe56b17a442549d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03e87af434704" /><Relationship Type="http://schemas.openxmlformats.org/officeDocument/2006/relationships/notesSlide" Target="/ppt/notesSlides/notesSlide27.xml" Id="R4131c364bfe7453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4418c735c4fdb" /><Relationship Type="http://schemas.openxmlformats.org/officeDocument/2006/relationships/notesSlide" Target="/ppt/notesSlides/notesSlide28.xml" Id="R8270b06e515a4f0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493e2b0d84c0f" /><Relationship Type="http://schemas.openxmlformats.org/officeDocument/2006/relationships/notesSlide" Target="/ppt/notesSlides/notesSlide29.xml" Id="R7d9862290ce64a2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8198c5d554b06" /><Relationship Type="http://schemas.openxmlformats.org/officeDocument/2006/relationships/notesSlide" Target="/ppt/notesSlides/notesSlide30.xml" Id="Rd2a5d273cc44438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ad687385d479d" /><Relationship Type="http://schemas.openxmlformats.org/officeDocument/2006/relationships/notesSlide" Target="/ppt/notesSlides/notesSlide31.xml" Id="R019f0896abf548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98e00822945b7" /><Relationship Type="http://schemas.openxmlformats.org/officeDocument/2006/relationships/notesSlide" Target="/ppt/notesSlides/notesSlide32.xml" Id="R8988805227864a1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3446b09724c30" /><Relationship Type="http://schemas.openxmlformats.org/officeDocument/2006/relationships/notesSlide" Target="/ppt/notesSlides/notesSlide33.xml" Id="Ra862a5dc99c5460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ea72492a24734" /><Relationship Type="http://schemas.openxmlformats.org/officeDocument/2006/relationships/notesSlide" Target="/ppt/notesSlides/notesSlide34.xml" Id="R0889168e15fb458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80982069a4664" /><Relationship Type="http://schemas.openxmlformats.org/officeDocument/2006/relationships/notesSlide" Target="/ppt/notesSlides/notesSlide35.xml" Id="R62359a58dae142e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29e1fb8064cdf" /><Relationship Type="http://schemas.openxmlformats.org/officeDocument/2006/relationships/notesSlide" Target="/ppt/notesSlides/notesSlide36.xml" Id="R398433e23cb94e1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e4ce6bc2b48db" /><Relationship Type="http://schemas.openxmlformats.org/officeDocument/2006/relationships/notesSlide" Target="/ppt/notesSlides/notesSlide37.xml" Id="Ree0d9442a9454a6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0498b1a134f10" /><Relationship Type="http://schemas.openxmlformats.org/officeDocument/2006/relationships/notesSlide" Target="/ppt/notesSlides/notesSlide38.xml" Id="R7c8c490cd9c24a7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ff00adc704092" /><Relationship Type="http://schemas.openxmlformats.org/officeDocument/2006/relationships/notesSlide" Target="/ppt/notesSlides/notesSlide39.xml" Id="Re3078aed65c3428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3a4640ebb4bdb" /><Relationship Type="http://schemas.openxmlformats.org/officeDocument/2006/relationships/notesSlide" Target="/ppt/notesSlides/notesSlide40.xml" Id="R81fc0f588ad84a4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38f3c85ac4cfd" /><Relationship Type="http://schemas.openxmlformats.org/officeDocument/2006/relationships/notesSlide" Target="/ppt/notesSlides/notesSlide41.xml" Id="R1294dc8103d6455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c6259b3fb4d07" /><Relationship Type="http://schemas.openxmlformats.org/officeDocument/2006/relationships/notesSlide" Target="/ppt/notesSlides/notesSlide42.xml" Id="R61e4fc3e2cff40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27184-C808-4F32-8482-010635F8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16528-2D86-4956-BF8E-1E96A33F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Console I/O: Reading and Writing Characters, Reading and Writing Strings, Formatted Console I/O, printf(), scanf(). Stat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01E4F-3F72-47A1-9334-748195DF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Programming in C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1BEIT105/205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8, 3 Number of Hours: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18555-F4B8-47D6-9D6E-10674A72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E2C15-678D-4D03-B440-82A10F79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EA4AC-6B6D-4175-A63D-070F52C0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F2FEC-B20F-4BE8-8AD4-BC1655AD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67FD0-9740-43EE-8F02-CDAA60CB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B197B-E1F2-4F1F-9CD4-EC88F078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39604-22F7-4F76-B1EC-9C0EC254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F5C5C-9A4E-4DE9-91C4-D02FCF4B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5EAA3-16A7-4FF2-856D-CC16DFC9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F8E3A-2281-4F41-B738-8DFAE532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805112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8330-ECEF-425D-B758-218B97AF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1C3F9-F861-457C-8EE4-96BE9B0A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4F3D7-281C-4264-9EC7-1196C6D9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899B7-5B6F-4F3F-A3E6-4E07954A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60EEC-F114-423D-8A02-752C776A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2F669-05F6-41D2-95A1-6C97510C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7F8D3-902A-406A-9719-82262ED3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1A8CB-BA1D-4BF9-8B01-DEA415F7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B4846-20D3-4E02-8528-343C19CB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CFE89-9A78-498B-BC7B-7D7CBA7D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8047F-1ABA-4FED-8866-0FFCF05C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3FE45-CC5F-40A8-A142-A48CCB9A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6F292-C96E-4EF1-AEE7-C8240457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48EC6-032C-44BA-A6F9-DE466425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EC6B3-F68F-49A8-832A-02FE856E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17720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B25063-B41E-40DA-A30D-EE87FFD6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22305-E223-403C-814B-8809EF16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3C226-0860-4823-9E3E-814E3FBA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C1858-DF68-42A4-896B-370C5708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85180-D1C3-49E9-8CB2-2B4BFE12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E96BA-01CD-4201-B58B-508985A6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24D88-809C-4EB2-82AA-866B93FD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967BB-5391-445B-B0E7-A286954C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C13F6-DC99-4F60-9E9F-55986731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Console I/O: Reading and Writing Characters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FBA7D-3498-40B4-92E7-8A51CFC6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07D1D-38E6-4B4F-845E-6A2E01F6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C6682-F7DC-4685-9E78-BCAC903A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Reading and Writing Strings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49495-CA3A-4FED-954E-85DE6A68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55256-2419-48A8-B65A-B3991F52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CA90F-3419-44B2-8848-0EA598D3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Formatted Console I/O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BA467-5D0B-4B73-BB9B-C9176134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2B664-F83D-4B96-965B-143AC32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1A5E8-0152-4224-B57D-23D7DBB0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scanf(). Statements: True and False in 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03C63-22DC-4FD6-95BE-366192D0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7BA74-CA5F-482F-B93D-70E96B9E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E661B-7668-4568-9735-A852BE18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Selection Statements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C9295-95F9-46F1-988C-DD8E87CB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5192BD-34E1-428B-890F-8103F209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16ABF-0719-4C36-9429-46E3DC83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Iteration Statements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A10405-49A9-472B-8BFD-21BF4495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D1457B-22E3-4B7C-AC97-046D5DD0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995E40-3E19-42A1-843D-766E6D0A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Jump Statements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D7BEC7-8FBD-4BB6-B56F-71BE0008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B5AE3C-17C7-4E1E-968C-133157A2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04758-A1A3-4179-9390-3570B786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Expression Statements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AA15BE-930F-4E34-9472-928CC147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52E1ED-E89E-4774-9AAA-FC7C75D2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9426103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B6DBA7-51B0-46A2-B744-0B1EAB47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E2E92-2CEA-4915-BB92-DC00EFB9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2C8DD-F94B-4CFA-8AC2-C90AFA03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76401-6337-4033-8335-FDB29CC0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C2BC6-4293-416E-AFC6-63DE0939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16564-A086-4295-8317-E14FA94C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DA747-E71F-4F2A-83CA-1ACEAF4F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DDE32-4EB8-4855-8652-A5D842EA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Console I/O: Reading and Writing Characters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DBFB1-7753-49D5-8B67-FE561899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8, 3 Number of Hours: 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8606C-ED74-4BD3-8F8D-96E0E188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D7669-6689-458F-9660-72FE2681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Reading and Writing Strings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3ED11-DF47-40C2-82C7-1B1C5D91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8, 3 Number of Hours: 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D270C-505E-48BF-93E1-3DF68153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C8C7D-0875-487E-96CA-2D8364EC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Formatted Console I/O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31C8F-73BC-4A88-A9D5-D502C4EF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8, 3 Number of Hours: 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FE168-8606-4D21-8A4C-6AFC9B45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044F6-1172-4039-9409-36503858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scanf(). Statements: True and False in 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782AD-7C78-4A17-B8F4-9A7B89C7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8, 3 Number of Hours: 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5498F-C9C9-415B-9EE8-17F2838E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A6802-D9E7-456A-B55D-F218D762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Selection Statements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9DF86-F087-479B-9BEB-E4195A9A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8, 3 Number of Hours: 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7765B-68BC-42ED-80CD-E6D103D2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28196-2647-44AF-9B37-4665C53B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Iteration Statements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85A6C4-9F51-4F3E-8D15-62BD84F9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8, 3 Number of Hours: 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1B1D70-200C-44A6-8EF8-630E2872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D4869-707E-4403-9671-9D6D1D61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Jump Statements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B4516-D581-4149-8BD9-07BD3A83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8, 3 Number of Hours: 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6AC97C-10F8-4EDC-8F92-F4F62726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58C327-3873-4A0C-9BA3-C1BB55AD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4819554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CC96D-A171-4EDC-BABB-E066F574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015F8-C70A-4C3D-AF50-6077E43D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F80F7-746A-40E4-A2F7-E1BE772E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66FA4-3059-4A7D-803D-10AE813A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262C7-BA6C-49EB-9ADB-52821090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Console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3F9F5-AE54-436B-89F9-57398A49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Reading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EB7A4-0BD1-42EC-B0AE-D789F2A0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Writing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238FA-4E0A-4F49-B829-8D9FE426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Characters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133FA-6ECD-40F3-A0C0-C53B16A1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1DBAE-CCF1-409B-BF05-2474CFF7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Formatted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34532-B62C-46CA-B83C-7F425F1B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printf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996B6-CA93-4C7D-8E9B-0FA0E80D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scanf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217BE-0727-41AE-8B29-2DA92226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86FC3-A2C9-4E0D-8796-BC991DAE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Statements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5B724-3550-4832-8BFC-5FC1A30F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CD15D-1683-4E74-AC91-E61F7A4B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39287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74B06-8A1D-4875-8AB6-9F98706D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6910D-28D8-43B1-BB2E-CF6AF2AD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D32A3-90A1-4EED-9D8E-49FB29FA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0FB17-6D94-4FD7-BD05-B3E4DC0A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4E2A5-31D6-4F89-8379-429C3AF3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Console I/O: Reading and Writing Characters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71573-0C21-4443-ACCA-16E6DD70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Console I/O: Reading and Writing Characte...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56666-AA88-42AC-8B0E-81FF6760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7AB25-D10A-4607-B60C-2F5E76DD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6ED24-145E-4AC0-B94B-459244CF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E0DF5-F7BA-4CB3-860E-F400399C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0A376-A40C-4F76-AB49-8DDEA703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F528D-F905-435A-B314-89ACB14C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65E58-74E1-46B4-9643-89F86CCD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CCAF3-B381-4F87-B14A-6EA502A2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0299D-6F93-4FCF-9B0A-696D4EAA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913EE-DF06-4455-95F7-2BB7EA13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042265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09E489-D23D-40F4-AD91-DD345BA3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3FE51-B101-4CF7-A121-8528CEE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DF560-0569-4143-A578-236AD286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69372-8EC4-4ED8-9398-908B3AC0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A1CB7-59AF-442C-85F2-C687D31C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A3BC8-2324-4148-AB34-C841B2F2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7F7A5-5353-490B-8C84-37980AE8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AF5CE-F70A-4DA9-8C9A-3F8A4205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1B5CA-4848-437C-9C6B-BD175424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Console I/O: Reading...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AB156-9A48-4B13-BE0B-476918E3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37104-73CF-4FBA-A76E-123B36DF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15FB3-C273-4D3C-BED6-3DBA773E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Console I/O: Rea...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8F725-9BBF-4A9A-AC89-022806D3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13041-52CF-4B19-93E2-2696E61C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23253-0F4A-438A-B74C-7241D731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Console I/O:...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3234F-C595-4733-BF09-2D9E753A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C506B-C220-4D9A-BCE3-B37D85AC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94C3B-7072-4C94-9319-A76B8E12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Console I/O:...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F0C47C-55BC-4F32-9D06-365C04F3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C6CD7-E067-4DEA-A432-B81D533C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9BFB0-9C61-414A-8502-B935C9AA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Console I/O: Readin...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89ADC-253D-4FD4-8524-C29CDA1A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EA6F8-D448-4AB8-A6A2-061FAC22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196624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D41A6-E4C6-4BBC-83CB-435684D3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01681-67EE-4ED1-86B5-705974BE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80D4C-0F1A-4216-92F0-7CCD087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399AC-E9E8-40D3-A285-13572896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732EB-74E4-4BD9-B8B1-E11272A0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D033D-9E95-4ABD-9265-820FC4AF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10B1D-E438-4B1F-B086-0BC38F0D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CBD78-D20E-4FA7-AC72-103030FE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0C9A2-AB91-41BD-8E73-4D99270E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FF688-17BD-434E-AD9F-32619F2E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FDE02-997E-40C6-AC56-1941E55B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40719-8AA1-453A-ADFD-1E95E5EF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9970E-75F2-403B-8B40-22DEA8B9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C4B39-E915-49C3-9C3F-4A5B04C3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8567D-3B62-49BD-BED9-8F1AA41E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7391440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1DCF2-5DE9-42B2-BE34-0F3DDC1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80165-B83B-4DE9-9ABF-29FF95DF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05162-AF9D-4AF3-AEEB-C32AF388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AB400-649C-49D6-A04C-3CB57D05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1869B-3B55-45F3-8271-E8CF0D92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C8FD9-45F7-49F7-A583-621DE5F5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Console I/O: Reading and Writing Characters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13639-31FA-42A0-AB7F-61CBFAC0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8747B-8EC6-42CE-AA29-DD4C00FB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486FD-F691-4646-A071-CDC520BE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941EC-9372-4155-BC6B-4A5E7956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13733-730B-424C-8C02-FF8FBB49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155600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0C5E5-DDDA-487E-B51B-BE6117E1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323F3-5B03-4240-84CD-F0709B2D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26A49-039D-4CC7-B76C-036DC90F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6C356-87FD-44B8-A0EC-C3D61C19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4052F-EF30-4994-8362-8D0B3B31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Reading and Writing Strings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516D7-0213-41CF-9DD5-B65BA1FA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Reading and Writing Strings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0C90C-7B34-4B8E-8AF3-6C578AC0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8CACD-A5A4-4CBA-8583-B7E1297B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C41CA-A730-4A01-B0FA-C4CF31B5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97B7F-2618-455B-A6FF-F4595810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71047-EC2B-401A-9E25-7BF2F3F0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55927-71BE-42CA-85F8-7592F055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99C48-4F5C-4BF1-97A9-CCFBD5C8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C989E-8CB8-4A8E-95AC-30DBE071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16853-75F1-43BE-98AB-710DA624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E4C49-4E16-47BC-ABBB-5D6254A5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402909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F7E14-D512-480A-8A3E-EEB6FC86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A8D73-5C3A-4C52-8B89-8610D53B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39E3F-4277-4EBA-BE38-F86D7C84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91B63-8BE6-40FB-B480-B3BE6E59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16687-C1F6-42D4-B3F1-5DC0D281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EC43F-713F-46E8-972B-39D3EECE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D20BD-1799-48CE-9ACD-A73B04C1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02B58-6802-4B28-A4C6-6E743CD1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6C65C-5C8B-432C-BA85-63EAD87F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Reading and Writing...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08163-5185-48E8-920F-CBDD3AF8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7F853-6118-476B-BA84-A08A0FE5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2BA3B-212C-44A0-9EE3-AE25F940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Reading and Writ...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90C55-F6F6-421C-AB26-62800D0B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25D30-0764-4FA7-8951-55F122F0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731F6-C46D-4ED9-BB74-635513A1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Reading 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73CBD-24AC-4D72-A20B-071481DD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E5A53-6BD5-4672-ADF1-53B22A13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38A8E5-8A28-4F3E-B898-0077842B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Reading and W...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2C9F0-25E4-4D88-9D50-C7CD9E25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BA3EC-AA26-4A02-AF7F-73BA8D72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22F98-C0B4-4B52-A295-FEF5388A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Reading and Writing...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EA415-91B2-4CE0-9EF6-D014133A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FD340-980E-4333-955E-63F9B9D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4774957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3D7D2-BC94-4350-B421-F5A428B2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65BD1-AC62-4B7A-A091-983C649C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C2C8C-FA79-41F0-AD51-E7127475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6385B-8494-4505-BBE7-8BE9F67C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E4A00-3535-4B6C-ABCF-20761A68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E54A2-6AF5-4FFD-9317-768C71E1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2845D-E95F-4BCE-B4BB-DA493CD9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52364-9308-4B1E-8030-38C73595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EE15F-F664-4EB9-97FD-FCFBD052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AFE3F-A177-4CC9-A6D8-054B2CD5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0779A-E325-4E1C-9B13-43CE19E6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8D782-A4EB-4DCE-A6FC-F8EB537C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03E9B-9262-4CC4-933F-07CD9781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0B4B3-20C3-428C-B035-C649C734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710B8-8B1F-44B6-BD60-FD64CC7D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5178236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AA491-B397-4035-B0E6-D2DEAEC5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5F4A8-EFE3-4250-90D4-399773E5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B424E-2FF6-475F-9D15-2A38475A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49704-5546-4189-A4F3-99794E00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B2771-35C1-486D-89DF-506713FD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B8A57-F9E3-4CFB-A328-BB04CB93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Reading and Writing Strings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7DE46-B438-47F5-A7EB-A4D7CD26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A7195-8EB4-4E89-B61D-FBF56EBD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60818-C5DF-4E93-9B31-4541B293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83ABE-DD19-43CD-AEEA-B7AD4BA4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B5AC7-DF06-4841-9A4D-5A32311E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850894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7814C-B76D-400E-9915-38EFD92E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34B82-00B1-47CE-952F-F8EA1D3B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170C0-03C9-4E52-AC1B-54EB8607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506F1-088B-4622-A740-E037BA75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771C2-251F-4D42-A1F2-46EBC5A7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Formatted Console I/O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07C28-EF2B-4F7E-97A3-B9ECAF48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Formatted Console I/O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39D8B-E4BE-42E1-8758-32619447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09430-841E-4BFE-B07E-D3866A17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F6C32-6B5F-4284-91DA-1EFEEA2B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EC52C-9220-43D1-BAE7-060C26D4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63600-8961-4268-996F-D467B985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68390-B0C8-4A7B-B89B-1F1B6B46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1C579-F967-4CC4-A16B-3CA7E980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9951F-3F5C-483B-9F11-92316894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97B1F-E1E5-4599-A1D2-E53DB514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23EC9-A734-4EF8-B0BF-520EDA7F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9069775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51237-86DA-4DBF-AF49-BA2950DC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9A28F-5CFC-4DF0-874D-BA5360A1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E68F4-9F20-4271-8DDD-4D43D2E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D4C32-8F35-4006-8851-4F8426EC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12B2F-693D-4EDB-93DD-2E3F1223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A47CA-EE88-46E6-911F-DEA4C906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3964E-7D30-4DAE-9B70-7C5E7D93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77456-85CF-4E2E-9586-5530090A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C3C48-DD91-416C-8974-8CCFC7D7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Formatted Console I/...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5D72D-0AE3-43C3-A92C-B02CC365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07F07-0F5D-404F-9A82-0FD463FD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811C3-4F86-4BF0-9374-56A0EA58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Formatted Consol...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AECFB-71C5-499C-B09F-7668B16F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B9105-FC1E-4157-A355-E01183E7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CB4E6-57D3-4CB7-AA91-C41D1333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Formatted Co...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DC62C-71A3-4E04-A2F4-476587BD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35B73-EA0F-494D-A4AE-77A6B614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5BD71-03A6-4C7F-B17E-5A3AA3A6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Formatted Con...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1A574-C333-4EB2-A535-997EFBA0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6970A-06C4-400F-AB23-586AD058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D2949-9B85-4109-925B-55FFBD0A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Formatted Console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44B7A-5708-4523-A10A-CC019ECA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0898E8-171F-46FF-8387-5399286C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0670613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360F5-5FC1-4FE1-A7E8-24F4DCF4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DE0BD-C8F0-4B02-8C2B-355EC4AC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B6CC2-C1D1-47E3-95E6-793803A7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9C6BF-0F53-458B-885C-7DD18A95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5ECA3-3F24-411C-A93D-B7889599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7D05B-2A8A-4211-8907-38F84C17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34EC4-215C-4131-877E-A068572E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B5996-20A6-42C0-8597-619AF043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F33F5-63B4-4F1B-955D-F3741A36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4FDFA-CCD9-4D3A-9F4D-3330A24A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F5B2D-952D-4A81-929F-06840AA9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97208-D908-4BF6-A981-9FD2ABC4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8C7A0-F39A-4DFC-97CC-FCAB76FF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4D110-16B1-41D0-8B46-34A0F72A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DE2D7-6B73-414D-B979-F2F40CDB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868361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84613-9D09-4280-8D1A-3DE671CE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1030F-4607-42B4-9545-1DA6FC96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43444-73AB-4C0F-9427-FCC40C65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46148-A2EC-4B8A-A739-865EC9B1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C4C0A-825D-49E7-BC71-3453F787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2CC3B-7AF9-4FF7-B4DB-752F0EC0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Formatted Console I/O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75AF2-DE83-47F9-B8A1-67B00AB0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4CD15-CDD6-4E4A-B834-C252B488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61B7F-A452-4C5C-AC9B-149D5ADF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36B13-6481-4FF3-9233-E8418E85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52473-CAA3-4353-B7F2-17FD482E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082617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52402-B571-43E5-BDB7-ABAFAD7B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189F9-8677-4C55-A42C-E3D2C2B4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2FE45-7394-44CC-9E08-B485FE05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CCCEB-1EDF-4F34-9755-139E0B80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710CF-E677-4DC7-9B8F-7E2A18EB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scanf(). Statements: True and False in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6C982-BAFB-494F-A317-8865ADE6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scanf(). Statements: True and False in C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5B8C0-F0DE-4F67-9CD4-5C89D1C8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E878D-F742-4640-A9AB-643362D5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611DB-4CBF-4D6C-9E40-63111C65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20567-DD0D-4559-8B50-8E50B109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D9354-F8DC-4AFB-A664-1ECAACF0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F50C8-8172-4E86-ABF4-541887EC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817AC-7AEB-4F6F-B29A-85FAF5CE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8837C-0EF5-4692-80A2-49F84619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B40A1-7C8F-41F8-989A-73EEC555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A2873-1931-46C5-A388-ABCB5DD4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6377352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4A169-5997-4F21-B7EB-EE014CAF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26DB7-5A39-4DCE-B677-19ED2F1A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7E0F4-0E06-466C-8755-D2F2F6F5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2BB41-0E69-4EE7-8F7C-273F5052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58DEE-9965-42F9-AD50-86543C7F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BDAC0-B1FD-4A27-8092-DFFE6D62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4D9D3-837B-4A2B-B480-C89B6031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C9611-3BF5-41AC-B459-3C545E78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8E2C0-CFEC-4A49-AE41-6E14E347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scanf(). Statements:...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AF550-9FEA-4071-9A29-05D64529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D0623-FBB5-4840-BC99-E169054D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9FB65-2B4E-453E-AA4F-73EC759E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scanf(). Stateme...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ECA13-986A-4554-B4AF-A43CE5EC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452F8-75A5-40E6-A00D-433DA8E9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2084E-917A-493C-9CFE-EEDA4065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scanf(). Sta...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FB26B-4600-45B8-AC17-BEE79FF5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72B58-0FB3-4307-BCA7-AE7A3ACD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D0E82-3FE2-4641-8693-7A2AB4DE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scanf(). Stat...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65D6F-F478-4C72-BC74-440AF241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DECDC-F3F2-4CE4-90D5-5540C65C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0A985-2C15-4AF4-98B8-33799023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scanf(). Statements...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E60A5-8EAE-4677-8F0E-695B6E18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DF826-3308-449A-8F86-3854AB71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966140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CE1CE-DD97-4035-A558-CA753776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5C349-C8C1-4693-94DA-A1B1B30C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D7AD1-1B29-472A-B16A-934A859D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4F7C9-2E34-441D-AE11-93575D73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706E1-07AA-4020-B229-C2EDD2C5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3C929-D3FB-428B-BD6A-0777785D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E1B69-8FA6-45C8-896D-E67F38FD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5C89F-F214-475C-8D61-71D01447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2C8DF-9BF1-4D2E-864E-2475EBB7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288F0-ABA8-49F5-9F67-551A4117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CC7B5-0A2E-4C57-813B-2B6F91F6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A97A3-BC7A-49ED-933C-D4FCA566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96DD9-77C5-4150-9718-948D832D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27915-042C-497D-B89F-37870730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CF24E-108A-451A-89F9-F3C33BBD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118387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C5253-38CF-4976-9A27-D0C6D53A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EF69A-A636-4971-BF20-246C29F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A0C29-DCB0-478C-9224-E1C1C5AE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03155-24FF-4492-A9E5-8C8B58FF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C8F7D-9793-4F1B-9BBC-B992AABE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0A138-ED2A-492A-B744-DAF45C55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scanf(). Statements: True and False in C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C2114-4BD4-44C5-9FFE-EC569231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D8AD2-22FE-47E9-A0D8-0FEF4D83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C2E53-6D1D-4422-98AD-BA856331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D1612-AED9-4AB7-953F-3F6A5C2C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B7294-E71A-489C-8BD3-03F973E9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5459908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AF2D7-239A-488E-928A-EE5F76FE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EBEF6-98A9-4753-87CD-6A04D9C1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93C83-75A6-4ADC-826D-7EFFA010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9D88F-57FF-4F1C-9F0C-8B006989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9ED3C-2107-4840-ACAB-CB86BF9F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Selection Statements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3BC68-7B92-4E21-8EA4-A1D84C2D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Selection Statements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DF1ED-934C-4ACB-8AD4-1F0F2612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D76F3-0353-40DA-A587-A0A59E9B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7DD98-A66F-4C28-912E-15FD89DB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5B227-9EDC-4593-A3FB-56E00B6D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53AEB-D90E-4671-8FA8-8266C78A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F7491-D3BB-430E-B34D-AD410DC2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C57EB-9F85-4690-980B-08B42FD8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AC920-5D36-406C-ADF5-CC8086B8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0FFDF-D8C3-46DC-AA4D-65E0CE81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36625-7350-4A8C-8704-8C1DA179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6057554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1EA94-6FB6-4676-B813-6C69A933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B3C44-23D2-40A3-9A80-92185B34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8835F-90C7-4D31-B4B6-25EA9783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627CD-5FB2-48A5-A7C2-3C1BB7CF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96564-3D35-4A95-8AEE-B7419160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66B0B-E6FD-4AB4-BD5D-7FEBF493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6FF5A-774D-4B1C-81DA-2CB6A36D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2F16D-1223-4F5B-B1CE-14E080DB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F8300-764C-48C2-8E63-AB2ACC2A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Selection Statements.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A2B6B-9B19-4721-B2BD-90F22EFC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8838C-615F-478E-ACD4-FCCCED1E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227A3-345B-47CE-BC2A-1F8AF3A1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Selection Statem...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F6AC0-E7F3-4271-9363-F7BF7F3C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A7FBC-350E-4833-9E9F-83667500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DFF91-6D91-46C7-B8DA-5E7DD8AF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Selection 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8F572-FC14-4EB3-BBB3-5C56EAAE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CC5C9-EA96-48FB-9276-66F93123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C27AF-7AEB-43EB-8873-C99FA5F1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Selection Sta...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CB1D2-E90A-4D2E-B1F3-F3BEF02C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4D66E-3A7C-4468-839C-673DA845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20D39A-C82C-49ED-8B98-47B88E9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Selection Statement...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D4A48-7616-4CD0-8ECA-7224826E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16AF38-B488-4BE9-90F8-CF603A7E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4335172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6EA1A-28E1-4F29-9BD7-4AB2AEE3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1EA4B-243D-49A8-B67D-BA359566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E3693-3CA0-4A0D-8C79-06213784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B6DDB-ADC1-4A80-A6C9-941C2B28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24C48-DA91-4BF4-B009-E2FB84AA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5170F-ED8D-477D-BD0A-56EA614B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F93E6-A59C-4AA6-9C5E-715C451E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F364C-D8D0-4666-9A83-F3927C33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5A92A-1768-45D2-B5E0-46198995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CAD77-B6D2-47DF-AEBA-6729DAB0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5921D-CD8C-4CB9-801E-7D863F87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B79AF-D8D4-4EE8-8287-D6686679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C0261-F16D-4890-95CC-AEE73A69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469D2-99EA-48C1-8CA3-07B4BD73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FBE12-5545-421A-A9EF-77720B84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9251346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E262C-FDEC-4E86-83D5-8E265533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340C8-3B9A-487C-8729-323C4BCE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18EB5-60A6-4B3A-9DF5-482BBE4B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6DAA2-0318-4150-8F2C-C8F5012F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FA1B8-D09D-4251-BBEE-E5C4C3DD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36278-8F67-4C23-B32A-A8B1F7FC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Selection Statements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A2762-5072-43F5-A834-0C641A01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C0FD9-D698-4C49-993E-ABA4959C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EAC30-3EA2-4FD7-B38B-664F0554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76AA7-6AF2-4977-A6E9-85DB91F7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19F8A-DEE7-4E4D-8BCD-D431C07A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048908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EF827-B606-4671-97BF-77316ECE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99DCE-5D3F-48AB-98B6-6DA67AD7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314C8-2915-4217-A771-4DE05736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89493-1DC3-4E54-ADC6-6D4FE1E5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AAD6A-9EB0-419C-B1A0-8C32EB6D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Iteration Statements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0C960-BABA-4AC0-8B52-7BAC8DF2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Iteration Statements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FC1EA-7EDD-4B67-B466-7EC45A81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9CB2E-C136-4ECD-8269-18F21794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11070-E24B-419E-A97E-868CF4E5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DAE75-3B79-4994-A9D4-5E2B4D7C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3A0FB-AC12-4F5F-9C75-0E73FAEE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778C4-5FF0-4335-8310-7987E624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41D3B-9CBA-4978-B9CD-44E30C72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48761-76B1-4ECF-97F8-430E60F8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B28B1-4737-4D69-B078-50CE1520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D5C97-4755-437D-AD78-2CF1F945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369799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F094C-2A7A-467C-87D3-046D340E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829AA-5F8D-4EB4-BAD4-59B97C89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BECCC-A29B-41EF-9A1E-CCEF0BDB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3648D-462D-4F87-BD75-1B338362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EB7E6-0603-4791-99C3-D0637A6B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96E62-A056-47B9-87B7-96FF97C2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809EE-DE42-43BD-93D2-4A15B55F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8CAC6-059D-49DA-8B98-94690269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C04F6-A7EA-4E2D-BB15-B0AFBD65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Iteration Statements.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14C7E-42A2-4555-94FD-7E541037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86DDE-FC02-4094-A8D6-69176C93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1BA69-F09A-411A-B26C-6D043C93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Iteration Statem...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EF75D-1E06-4F9A-B665-308E9750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1466F-3CE4-44CA-AF69-DB2E1E1F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D432C-88D3-4848-B174-4896BB18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Iteration 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72F55-900F-49FC-BFCA-5CC517DC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E864A-F414-42D5-8046-586B229F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8127F-3A3D-4C20-8FD3-CF00B75B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Iteration Sta...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AEF70-03E6-460D-B9FA-78B9C543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367391-94D4-44F0-B958-329F6B55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E6E30-26D6-4A69-B197-8458FF49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Iteration Statement...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C72F2-BEBC-4C40-90D8-2E766766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66ED1-3484-48DE-B813-B5F9558C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5719981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69082-E0B8-4D0B-BB66-DE612BEA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3018-C722-49C8-A2BA-C88DF987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0C0C1-478D-4092-A327-D2DF10EF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F6AE7-B79F-44E4-8E79-0B9D25A7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5333D-E82A-40D6-AE9E-6D5C2019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4ACD3-A6AA-4516-8601-42D1F2ED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A3344-2FF6-4009-A020-08DC0A68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957E4-765A-4B18-9E27-2B930BDD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714FE-E83A-46A3-AB6F-8BD244B4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55B35-4BBC-4152-8842-E4C1C8A7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DD6DE-A1D2-473E-9860-DB183295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F6745-D542-4AAE-923A-B24689BA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03426-E5FB-48EA-92B9-40810A95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2C582-4334-452C-8E28-6EEC6A8D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D42B4-707C-4227-BD2F-4715345B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485434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83402-D931-4706-87A5-57312D61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07A88-562F-47D2-8465-60288400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9637A-243C-4F94-B6F4-E7E4141A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E76AE-159C-436D-982C-DC7E505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6C088-7004-4490-92C0-6E16EF4C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1034E-035B-44F5-A0F4-D74DE9D1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Iteration Statements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7E348-8002-435B-AC6A-F880A6F2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4B99A-44E0-470C-B21C-1E8867BB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4FB9C-563F-4BFF-A5F9-F131A583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3BB51-1CAA-4319-92CB-E0661D55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23846-A6B2-4CF4-94C1-5A5EFF74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516661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F4F9E-7E2E-4BA1-BE54-CACBEA43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C1BC4-C5F2-4C4C-821F-85970CC8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BCB43-31BC-48F0-8EA7-40582AB5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13B68-977C-4489-A5B2-EAABAA00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AD078-1065-4D96-A7AA-4FBD4A6A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Jump Statements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FC4E3-41ED-4A35-B4EC-E0C49D73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 Statements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4456F-1B16-4CF5-9996-6089644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DF364-1041-4F87-81D0-9D58BC14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D876C-9894-4A4A-AB5D-64E1EA88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214CF-E86A-41E8-8EF7-BE9A11C8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5F991-2708-4598-8F18-C2042CC9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66DAA-7469-4AE3-9BD5-ABE59AB3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DF6BD-E861-4A8D-8ACC-DD54085C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BB22E-D3A0-4124-8BCA-EE25FA92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8586D-E951-41E9-AA47-AD0810A4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1E305-25F8-48E8-A758-2715BC5B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1092338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D6D6BE-3189-460D-8657-83180BD0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D2FBE-BDAD-46F0-AB62-89A81F9C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771C6-A08C-4F45-941E-E0A90A3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6DC39-3012-4816-8A75-04841EDE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F59C5-3567-43D4-A71F-028E1603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00843-BEDC-40F7-8F9C-8C488671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3FA76-A0FE-458B-92CE-C530F1EE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8F429-8E94-4199-BFBF-37925251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93073-DC5F-46E1-A71E-261A23BA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Jump Statements.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5E2AF-6519-43A4-9EC3-D032D67F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FB446-E463-4CBC-AB5C-32D4176B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DDBDA-14AB-478B-ADB9-5BC52B77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Jump Statements.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EBF3B-8ECE-4ABC-B2D9-6C017EB8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63C34-9DA8-499E-889A-3ED236B6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4EF90-4F0B-4E10-9512-0C32CCE2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Jump Stateme...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85DB3-C575-4E6E-B635-44378560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DF7D9-28C4-4F9D-A133-2F376A63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3E335-72F0-4FAC-8AF8-3CBE270B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Jump Statemen...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8F332-58CE-4F6C-A279-CD807F4A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56FC0-9175-4E16-900D-7940198A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E0EC1-7E41-4B57-80E1-E7D7A9D4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Jump Statements.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361EF-272C-44AA-AC3A-3807FA06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BA2C42-7BD8-4275-A3B7-94881D99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4321612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EFBF8-2099-4081-9897-B463AF8D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7FCFA-7B91-40C3-B206-3C0B32B2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AD270-2A96-4158-ACB8-EFF3AC3E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F349E-EDF3-44F6-909D-5D8A69F4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49D17-62A3-4C3D-B991-536F9861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E1EC1-614B-48D4-8FC3-810786C3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DE119-390A-4176-B301-A6F2827B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C5CAF-0D2A-4A69-82C1-5F7EFA89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F326B-FF5D-4AD0-BDAB-2C65468E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AA31B-B089-43E4-9515-C5FF2CC4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F4E18-EA12-4E99-B73A-A016261C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B1935-E4C3-4A79-B6BE-6D2E900A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C3B10-DA4E-4031-BFEB-14D62FC2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DE1AF-699A-4B62-A467-948BED84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CD22A-7083-4113-A021-C992825F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901688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4CC91-22BF-4A49-AD4E-EA27A304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FA0BC-16E8-4973-86AB-222F0B38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C193C-A302-40D2-914F-23824262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CF824-5D9C-45AE-BB20-A2462C64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FF267-27AA-4669-8101-8AF38E4A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D7C6E-0069-4327-8116-3AB31FDC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Jump Statements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07550-36C2-4DF9-BE38-BABF09FB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1DBFC-39F7-4D32-B863-1B7B43C8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638BB-93C1-4E8C-B1A0-D3177DAC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A3BEC-C03D-4E42-B179-D11DB1EE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7031E-40B5-4E3B-97D6-A468C2E4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8376280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EF4F5-9C67-4E90-8336-8F910460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66061-1DF0-4DDC-A483-FE87B82F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73BCC-D14C-4222-9FF4-2205E79D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7DC70-35DC-4BE5-85F2-D34A208E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40084-2A28-4D34-B976-2FD9BBB1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Expression Statements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CD049-CF4F-4356-8A5B-D4337898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Expression Statements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54AFE-EFB2-4529-BB62-606A3327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93965-7D2B-41DB-9A7C-53085DE8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3984A-C289-4A9B-A40D-9C2D4ABE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4C590-1149-4711-A053-657FB2EF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E347B-3F11-4CD3-90DB-DC18D1C0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EF8EA-4089-4390-A722-CE9C0E77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90AE0-1307-403D-9965-E25925A5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48896-5105-490C-8015-2AE825CD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87C6D-FE0A-41B4-B4EF-789D83C1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FC826-7B96-47FD-9A28-ED202588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166471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7553DC-FBDA-4898-BD67-791E8982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714B3-8F25-4186-AE21-1C31252E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05A38-A60F-47F0-B4B8-7D618A94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14070-8775-4EF7-A63D-09F3FE19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E0706-AD89-4B41-9A27-66AABBDD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E181B-9BC4-437A-82C1-C14CEC7A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505CC-5D95-4FB7-9995-3B29FF09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9CC9B-37AF-4E21-A9A0-D9D58E23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37802-7A39-4960-A272-46050985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Expression Statement...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B3075-0414-4609-8D58-DC848A10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4967E-C50C-447C-9B8D-03C5222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B1AB7-53EE-4FDE-938C-133B7500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Expression State...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D83FC-F85B-4F38-B59A-FE475922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0A87D-958F-4CA6-B3F8-B0900645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10DE2-F6B6-4755-9133-240B8C44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Expression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1A1F7-FE55-4C83-B7C4-05C21B41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02531-D1DA-413A-A399-CF7C3A3B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02B3C-D5F2-4BF0-BCC4-75B744E6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Expression St...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48399-AFD5-4E59-BF1C-F471CAC1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5A0CB-BC3F-4C68-A516-8B2D1978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9A80A-BBD8-4412-BDFF-782F356A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Expression Statemen...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50F8C-3925-4F9C-AA21-621200B1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05750-EBD2-4CAE-80CD-5DFC3F39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6783996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386B4-BA92-44E6-9BDA-5805B634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DB632-38CC-418F-894B-D39AC1F7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72B15-0772-432A-8652-0DF2A794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C3535-8E29-4937-98AC-82E74A8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8F43D-7338-4759-8753-DE0EF1B9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91EDF-EF3A-4721-BABF-EFEF0BC8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B3CA5-1E8F-46F3-9309-EC12840E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35819-B4C1-4636-81E0-6BF120BC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8E27F-46F6-4C7F-BB0A-575DBE1E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54BF9-763B-473D-87B7-8D1AA889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0EB2A-5BDD-4B3F-9361-70631622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BC4F9-E6E5-41A3-A23E-9BD90B09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D377E-A3DD-4D3F-97B2-D73264B8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B0558-9298-40A0-977F-C283884B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697AF-58DA-43FD-B882-ABB19978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3176958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5FD68-969B-4904-A986-3D34B80B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8D07D-A44E-425E-85BE-E0C50BA7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9EBBF-E116-41D8-8D92-372D524B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F4741-8609-4511-9A0A-ED8C2B79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C8D97-CB72-4AF4-82A6-8389BD8C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CCD59-3D24-42F5-B645-3F082976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Expression Statements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50D00-09D5-43EA-B7DC-05C470DE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1D0D8-8C5B-4BD2-A578-5CE2860B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6FCE2-C017-4291-9090-BB8618DE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6F3C2-586C-4D11-BC73-9A089878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2FDDE-3886-4AA5-8877-CF6C594D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70147320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CB678-205E-4FAC-B66B-4848E166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9761D-8F2C-4923-9367-4BFE68F8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92865-8A4E-4327-B2DB-26690412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D71E9-5FB5-4A07-845F-D04E3116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F4BB9-15B8-4414-88D0-2AC53730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0CE83-287F-42A4-B378-AD70DB91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3586307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22D0D-DBB6-44BD-B6C5-4FA7B5A1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23D4C-F730-40C8-97EB-A41010B2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D6D31-BF7B-4376-801C-DFFA91D8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EAE09-D409-456F-BF01-9D6E8674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76F14-8BE6-4CB8-84F8-56648C11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Console: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Reading: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Characters: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Strings: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F2102-D999-4C5E-A665-F9F6BE2D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4763025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C3F35-2CDE-499A-AEFA-4D0A0783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B79CE-4B34-4904-B566-B714DD17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99F1E-93CB-4F80-82ED-EB0F11ED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CBE3A-B9E5-4C80-A426-7FDBD500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66C14-803B-41F6-B63A-0D6BB600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E4F76-52DC-4FEE-8086-B4374C02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0014461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946F4-5BCF-49BA-A739-8323840C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3A9C3-65B1-4676-B64E-B042F24A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0B54B-02D8-446D-AEF1-02CA4196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20208-F99D-45F0-B249-8F2211FE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2DC66-1FAA-41A7-9BE8-7589D711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511B9-D217-4C24-9452-B1BD863D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42769968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8A367-704F-457B-A1F3-C2BD0315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6A396-37A4-458E-97D9-C111635F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2AC40-8BE3-40A6-B81E-E433AE01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24C67-1C67-41F8-9248-119DB666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3D798-F693-4353-9EA9-71D2A5E8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Console I/O: Reading and Writing Characters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Reading and Writing Strings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Formatted Console I/O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scanf(). Statements: True and False in C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Selection Statements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4267B-7B9B-4268-9912-91396C3B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B9014-C6FA-4E90-AEC4-BE34778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F7213-AEE0-4E64-8673-8A63177D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86876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2026-08-24T16:02:41.6510000Z</dcterms:created>
  <dcterms:modified xsi:type="dcterms:W3CDTF">2026-08-24T16:02:41.6510000Z</dcterms:modified>
</coreProperties>
</file>