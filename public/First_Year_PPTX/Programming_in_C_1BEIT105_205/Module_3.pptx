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4abe9ff644feb" /><Relationship Type="http://schemas.openxmlformats.org/officeDocument/2006/relationships/extended-properties" Target="/docProps/app.xml" Id="R91e7408f80e84417" /><Relationship Type="http://schemas.openxmlformats.org/officeDocument/2006/relationships/officeDocument" Target="/ppt/presentation.xml" Id="R1161712d972b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fe4517f0a4459"/>
  </p:sldMasterIdLst>
  <p:notesMasterIdLst>
    <p:notesMasterId xmlns:r="http://schemas.openxmlformats.org/officeDocument/2006/relationships" r:id="Rd1ae4470d94a4745"/>
  </p:notesMasterIdLst>
  <p:sldIdLst>
    <p:sldId xmlns:r="http://schemas.openxmlformats.org/officeDocument/2006/relationships" id="256" r:id="R6046feaace7240bd"/>
    <p:sldId xmlns:r="http://schemas.openxmlformats.org/officeDocument/2006/relationships" id="257" r:id="R180c51165f954a7e"/>
    <p:sldId xmlns:r="http://schemas.openxmlformats.org/officeDocument/2006/relationships" id="258" r:id="R83001578febf4a4e"/>
    <p:sldId xmlns:r="http://schemas.openxmlformats.org/officeDocument/2006/relationships" id="259" r:id="Rfdeed34d25ff4203"/>
    <p:sldId xmlns:r="http://schemas.openxmlformats.org/officeDocument/2006/relationships" id="260" r:id="Rbcc449bedff44d98"/>
    <p:sldId xmlns:r="http://schemas.openxmlformats.org/officeDocument/2006/relationships" id="261" r:id="R6821a51cf9074b03"/>
    <p:sldId xmlns:r="http://schemas.openxmlformats.org/officeDocument/2006/relationships" id="262" r:id="Re22a2b59f2a342bb"/>
    <p:sldId xmlns:r="http://schemas.openxmlformats.org/officeDocument/2006/relationships" id="263" r:id="R45c5b5eea88e4ba9"/>
    <p:sldId xmlns:r="http://schemas.openxmlformats.org/officeDocument/2006/relationships" id="264" r:id="R440df8c9b54e476e"/>
    <p:sldId xmlns:r="http://schemas.openxmlformats.org/officeDocument/2006/relationships" id="265" r:id="R29461d784a0f47a2"/>
    <p:sldId xmlns:r="http://schemas.openxmlformats.org/officeDocument/2006/relationships" id="266" r:id="Rc35dbe6751f44689"/>
    <p:sldId xmlns:r="http://schemas.openxmlformats.org/officeDocument/2006/relationships" id="267" r:id="Rf190ce90f74f42f5"/>
    <p:sldId xmlns:r="http://schemas.openxmlformats.org/officeDocument/2006/relationships" id="268" r:id="R92554e9adf504103"/>
    <p:sldId xmlns:r="http://schemas.openxmlformats.org/officeDocument/2006/relationships" id="269" r:id="R835ae19615974c95"/>
    <p:sldId xmlns:r="http://schemas.openxmlformats.org/officeDocument/2006/relationships" id="270" r:id="R0e19ed1d4c2b4f7b"/>
    <p:sldId xmlns:r="http://schemas.openxmlformats.org/officeDocument/2006/relationships" id="271" r:id="Racb8f3b1b9e042ad"/>
    <p:sldId xmlns:r="http://schemas.openxmlformats.org/officeDocument/2006/relationships" id="272" r:id="R3103a49900ea4566"/>
    <p:sldId xmlns:r="http://schemas.openxmlformats.org/officeDocument/2006/relationships" id="273" r:id="R989a7636fd6f4e7e"/>
    <p:sldId xmlns:r="http://schemas.openxmlformats.org/officeDocument/2006/relationships" id="274" r:id="R983fb2b479bb423e"/>
    <p:sldId xmlns:r="http://schemas.openxmlformats.org/officeDocument/2006/relationships" id="275" r:id="R086895bb79d04d8b"/>
    <p:sldId xmlns:r="http://schemas.openxmlformats.org/officeDocument/2006/relationships" id="276" r:id="R380f3eab204a4926"/>
    <p:sldId xmlns:r="http://schemas.openxmlformats.org/officeDocument/2006/relationships" id="277" r:id="R8a9f9a7ac6034b12"/>
    <p:sldId xmlns:r="http://schemas.openxmlformats.org/officeDocument/2006/relationships" id="278" r:id="R67ec88795fb748b4"/>
    <p:sldId xmlns:r="http://schemas.openxmlformats.org/officeDocument/2006/relationships" id="279" r:id="Re6661b5c03eb4c1c"/>
    <p:sldId xmlns:r="http://schemas.openxmlformats.org/officeDocument/2006/relationships" id="280" r:id="R113e68ecf4684593"/>
    <p:sldId xmlns:r="http://schemas.openxmlformats.org/officeDocument/2006/relationships" id="281" r:id="R9b2e6c4d5c6c43c2"/>
    <p:sldId xmlns:r="http://schemas.openxmlformats.org/officeDocument/2006/relationships" id="282" r:id="Rfc4ddbcd02df45ab"/>
    <p:sldId xmlns:r="http://schemas.openxmlformats.org/officeDocument/2006/relationships" id="283" r:id="R7da90d1d64f94f2b"/>
    <p:sldId xmlns:r="http://schemas.openxmlformats.org/officeDocument/2006/relationships" id="284" r:id="Rda04915c7b3d44fe"/>
    <p:sldId xmlns:r="http://schemas.openxmlformats.org/officeDocument/2006/relationships" id="285" r:id="R870eedfbf78545a3"/>
    <p:sldId xmlns:r="http://schemas.openxmlformats.org/officeDocument/2006/relationships" id="286" r:id="R415a37231f2e47d8"/>
    <p:sldId xmlns:r="http://schemas.openxmlformats.org/officeDocument/2006/relationships" id="287" r:id="Rb33e13e1f991490f"/>
    <p:sldId xmlns:r="http://schemas.openxmlformats.org/officeDocument/2006/relationships" id="288" r:id="R743cb3f7061743d5"/>
    <p:sldId xmlns:r="http://schemas.openxmlformats.org/officeDocument/2006/relationships" id="289" r:id="Rfad6def0225140ea"/>
    <p:sldId xmlns:r="http://schemas.openxmlformats.org/officeDocument/2006/relationships" id="290" r:id="R7e95c10cc6174ffc"/>
    <p:sldId xmlns:r="http://schemas.openxmlformats.org/officeDocument/2006/relationships" id="291" r:id="R83504349d4164dbe"/>
    <p:sldId xmlns:r="http://schemas.openxmlformats.org/officeDocument/2006/relationships" id="292" r:id="Rda90637cb4e7464e"/>
    <p:sldId xmlns:r="http://schemas.openxmlformats.org/officeDocument/2006/relationships" id="293" r:id="R2857c215e2ba4f8c"/>
    <p:sldId xmlns:r="http://schemas.openxmlformats.org/officeDocument/2006/relationships" id="294" r:id="Rb90626bad95f4049"/>
    <p:sldId xmlns:r="http://schemas.openxmlformats.org/officeDocument/2006/relationships" id="295" r:id="R7181b48010f94e83"/>
    <p:sldId xmlns:r="http://schemas.openxmlformats.org/officeDocument/2006/relationships" id="296" r:id="R8647e7f4a6aa4ec9"/>
    <p:sldId xmlns:r="http://schemas.openxmlformats.org/officeDocument/2006/relationships" id="297" r:id="R8b444863f24e44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c2518bff94149" /><Relationship Type="http://schemas.openxmlformats.org/officeDocument/2006/relationships/slideMaster" Target="/ppt/slideMasters/slideMaster1.xml" Id="Ra15fe4517f0a4459" /><Relationship Type="http://schemas.openxmlformats.org/officeDocument/2006/relationships/notesMaster" Target="/ppt/notesMasters/notesMaster1.xml" Id="Rd1ae4470d94a4745" /><Relationship Type="http://schemas.openxmlformats.org/officeDocument/2006/relationships/presProps" Target="/ppt/presProps.xml" Id="R8f146c2b2c5b44eb" /><Relationship Type="http://schemas.openxmlformats.org/officeDocument/2006/relationships/tableStyles" Target="/ppt/tableStyles.xml" Id="R24163472f4cc44a5" /><Relationship Type="http://schemas.openxmlformats.org/officeDocument/2006/relationships/slide" Target="/ppt/slides/slide1.xml" Id="R6046feaace7240bd" /><Relationship Type="http://schemas.openxmlformats.org/officeDocument/2006/relationships/slide" Target="/ppt/slides/slide2.xml" Id="R180c51165f954a7e" /><Relationship Type="http://schemas.openxmlformats.org/officeDocument/2006/relationships/slide" Target="/ppt/slides/slide3.xml" Id="R83001578febf4a4e" /><Relationship Type="http://schemas.openxmlformats.org/officeDocument/2006/relationships/slide" Target="/ppt/slides/slide4.xml" Id="Rfdeed34d25ff4203" /><Relationship Type="http://schemas.openxmlformats.org/officeDocument/2006/relationships/slide" Target="/ppt/slides/slide5.xml" Id="Rbcc449bedff44d98" /><Relationship Type="http://schemas.openxmlformats.org/officeDocument/2006/relationships/slide" Target="/ppt/slides/slide6.xml" Id="R6821a51cf9074b03" /><Relationship Type="http://schemas.openxmlformats.org/officeDocument/2006/relationships/slide" Target="/ppt/slides/slide7.xml" Id="Re22a2b59f2a342bb" /><Relationship Type="http://schemas.openxmlformats.org/officeDocument/2006/relationships/slide" Target="/ppt/slides/slide8.xml" Id="R45c5b5eea88e4ba9" /><Relationship Type="http://schemas.openxmlformats.org/officeDocument/2006/relationships/slide" Target="/ppt/slides/slide9.xml" Id="R440df8c9b54e476e" /><Relationship Type="http://schemas.openxmlformats.org/officeDocument/2006/relationships/slide" Target="/ppt/slides/slide10.xml" Id="R29461d784a0f47a2" /><Relationship Type="http://schemas.openxmlformats.org/officeDocument/2006/relationships/slide" Target="/ppt/slides/slide11.xml" Id="Rc35dbe6751f44689" /><Relationship Type="http://schemas.openxmlformats.org/officeDocument/2006/relationships/slide" Target="/ppt/slides/slide12.xml" Id="Rf190ce90f74f42f5" /><Relationship Type="http://schemas.openxmlformats.org/officeDocument/2006/relationships/slide" Target="/ppt/slides/slide13.xml" Id="R92554e9adf504103" /><Relationship Type="http://schemas.openxmlformats.org/officeDocument/2006/relationships/slide" Target="/ppt/slides/slide14.xml" Id="R835ae19615974c95" /><Relationship Type="http://schemas.openxmlformats.org/officeDocument/2006/relationships/slide" Target="/ppt/slides/slide15.xml" Id="R0e19ed1d4c2b4f7b" /><Relationship Type="http://schemas.openxmlformats.org/officeDocument/2006/relationships/slide" Target="/ppt/slides/slide16.xml" Id="Racb8f3b1b9e042ad" /><Relationship Type="http://schemas.openxmlformats.org/officeDocument/2006/relationships/slide" Target="/ppt/slides/slide17.xml" Id="R3103a49900ea4566" /><Relationship Type="http://schemas.openxmlformats.org/officeDocument/2006/relationships/slide" Target="/ppt/slides/slide18.xml" Id="R989a7636fd6f4e7e" /><Relationship Type="http://schemas.openxmlformats.org/officeDocument/2006/relationships/slide" Target="/ppt/slides/slide19.xml" Id="R983fb2b479bb423e" /><Relationship Type="http://schemas.openxmlformats.org/officeDocument/2006/relationships/slide" Target="/ppt/slides/slide20.xml" Id="R086895bb79d04d8b" /><Relationship Type="http://schemas.openxmlformats.org/officeDocument/2006/relationships/slide" Target="/ppt/slides/slide21.xml" Id="R380f3eab204a4926" /><Relationship Type="http://schemas.openxmlformats.org/officeDocument/2006/relationships/slide" Target="/ppt/slides/slide22.xml" Id="R8a9f9a7ac6034b12" /><Relationship Type="http://schemas.openxmlformats.org/officeDocument/2006/relationships/slide" Target="/ppt/slides/slide23.xml" Id="R67ec88795fb748b4" /><Relationship Type="http://schemas.openxmlformats.org/officeDocument/2006/relationships/slide" Target="/ppt/slides/slide24.xml" Id="Re6661b5c03eb4c1c" /><Relationship Type="http://schemas.openxmlformats.org/officeDocument/2006/relationships/slide" Target="/ppt/slides/slide25.xml" Id="R113e68ecf4684593" /><Relationship Type="http://schemas.openxmlformats.org/officeDocument/2006/relationships/slide" Target="/ppt/slides/slide26.xml" Id="R9b2e6c4d5c6c43c2" /><Relationship Type="http://schemas.openxmlformats.org/officeDocument/2006/relationships/slide" Target="/ppt/slides/slide27.xml" Id="Rfc4ddbcd02df45ab" /><Relationship Type="http://schemas.openxmlformats.org/officeDocument/2006/relationships/slide" Target="/ppt/slides/slide28.xml" Id="R7da90d1d64f94f2b" /><Relationship Type="http://schemas.openxmlformats.org/officeDocument/2006/relationships/slide" Target="/ppt/slides/slide29.xml" Id="Rda04915c7b3d44fe" /><Relationship Type="http://schemas.openxmlformats.org/officeDocument/2006/relationships/slide" Target="/ppt/slides/slide30.xml" Id="R870eedfbf78545a3" /><Relationship Type="http://schemas.openxmlformats.org/officeDocument/2006/relationships/slide" Target="/ppt/slides/slide31.xml" Id="R415a37231f2e47d8" /><Relationship Type="http://schemas.openxmlformats.org/officeDocument/2006/relationships/slide" Target="/ppt/slides/slide32.xml" Id="Rb33e13e1f991490f" /><Relationship Type="http://schemas.openxmlformats.org/officeDocument/2006/relationships/slide" Target="/ppt/slides/slide33.xml" Id="R743cb3f7061743d5" /><Relationship Type="http://schemas.openxmlformats.org/officeDocument/2006/relationships/slide" Target="/ppt/slides/slide34.xml" Id="Rfad6def0225140ea" /><Relationship Type="http://schemas.openxmlformats.org/officeDocument/2006/relationships/slide" Target="/ppt/slides/slide35.xml" Id="R7e95c10cc6174ffc" /><Relationship Type="http://schemas.openxmlformats.org/officeDocument/2006/relationships/slide" Target="/ppt/slides/slide36.xml" Id="R83504349d4164dbe" /><Relationship Type="http://schemas.openxmlformats.org/officeDocument/2006/relationships/slide" Target="/ppt/slides/slide37.xml" Id="Rda90637cb4e7464e" /><Relationship Type="http://schemas.openxmlformats.org/officeDocument/2006/relationships/slide" Target="/ppt/slides/slide38.xml" Id="R2857c215e2ba4f8c" /><Relationship Type="http://schemas.openxmlformats.org/officeDocument/2006/relationships/slide" Target="/ppt/slides/slide39.xml" Id="Rb90626bad95f4049" /><Relationship Type="http://schemas.openxmlformats.org/officeDocument/2006/relationships/slide" Target="/ppt/slides/slide40.xml" Id="R7181b48010f94e83" /><Relationship Type="http://schemas.openxmlformats.org/officeDocument/2006/relationships/slide" Target="/ppt/slides/slide41.xml" Id="R8647e7f4a6aa4ec9" /><Relationship Type="http://schemas.openxmlformats.org/officeDocument/2006/relationships/slide" Target="/ppt/slides/slide42.xml" Id="R8b444863f24e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fafcbdf1d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f9fdb2bc74a94" /><Relationship Type="http://schemas.openxmlformats.org/officeDocument/2006/relationships/notesMaster" Target="/ppt/notesMasters/notesMaster1.xml" Id="Rcbd925b5c782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0286c2c854d1c" /><Relationship Type="http://schemas.openxmlformats.org/officeDocument/2006/relationships/notesMaster" Target="/ppt/notesMasters/notesMaster1.xml" Id="R8d09a81abcdd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019d2f942455b" /><Relationship Type="http://schemas.openxmlformats.org/officeDocument/2006/relationships/notesMaster" Target="/ppt/notesMasters/notesMaster1.xml" Id="Ra8254f3da8d6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b775a375b94480" /><Relationship Type="http://schemas.openxmlformats.org/officeDocument/2006/relationships/notesMaster" Target="/ppt/notesMasters/notesMaster1.xml" Id="R9af82bacd33e4b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9d861977947d6" /><Relationship Type="http://schemas.openxmlformats.org/officeDocument/2006/relationships/notesMaster" Target="/ppt/notesMasters/notesMaster1.xml" Id="Re26f1babc06042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142811b61e4ef2" /><Relationship Type="http://schemas.openxmlformats.org/officeDocument/2006/relationships/notesMaster" Target="/ppt/notesMasters/notesMaster1.xml" Id="Rffd485c95f3a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1f8a109e8e4286" /><Relationship Type="http://schemas.openxmlformats.org/officeDocument/2006/relationships/notesMaster" Target="/ppt/notesMasters/notesMaster1.xml" Id="Recdd0d209dbf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112704806e4833" /><Relationship Type="http://schemas.openxmlformats.org/officeDocument/2006/relationships/notesMaster" Target="/ppt/notesMasters/notesMaster1.xml" Id="R0b292dc6c2694a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d65cb526854f05" /><Relationship Type="http://schemas.openxmlformats.org/officeDocument/2006/relationships/notesMaster" Target="/ppt/notesMasters/notesMaster1.xml" Id="R0db232d8ccfe40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a5c35e98f04331" /><Relationship Type="http://schemas.openxmlformats.org/officeDocument/2006/relationships/notesMaster" Target="/ppt/notesMasters/notesMaster1.xml" Id="R38e92380f16d49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67d3cb245e45c4" /><Relationship Type="http://schemas.openxmlformats.org/officeDocument/2006/relationships/notesMaster" Target="/ppt/notesMasters/notesMaster1.xml" Id="R5ffc4d052dfb4d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bdb06b25ce4e66" /><Relationship Type="http://schemas.openxmlformats.org/officeDocument/2006/relationships/notesMaster" Target="/ppt/notesMasters/notesMaster1.xml" Id="Rf7c69b3d941c42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e7ec0fdff64d13" /><Relationship Type="http://schemas.openxmlformats.org/officeDocument/2006/relationships/notesMaster" Target="/ppt/notesMasters/notesMaster1.xml" Id="R3aaf94f849894d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9bb1e586774b89" /><Relationship Type="http://schemas.openxmlformats.org/officeDocument/2006/relationships/notesMaster" Target="/ppt/notesMasters/notesMaster1.xml" Id="R339b8c59017d49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186670183946cd" /><Relationship Type="http://schemas.openxmlformats.org/officeDocument/2006/relationships/notesMaster" Target="/ppt/notesMasters/notesMaster1.xml" Id="R97b4548c3e694f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dbce42e8494d31" /><Relationship Type="http://schemas.openxmlformats.org/officeDocument/2006/relationships/notesMaster" Target="/ppt/notesMasters/notesMaster1.xml" Id="R6a5dc7869aef44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9fa5da03e64945" /><Relationship Type="http://schemas.openxmlformats.org/officeDocument/2006/relationships/notesMaster" Target="/ppt/notesMasters/notesMaster1.xml" Id="Rb8c90591210546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50fc28003e4f17" /><Relationship Type="http://schemas.openxmlformats.org/officeDocument/2006/relationships/notesMaster" Target="/ppt/notesMasters/notesMaster1.xml" Id="Ra2b04f75908b4f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5b1d42ba994e79" /><Relationship Type="http://schemas.openxmlformats.org/officeDocument/2006/relationships/notesMaster" Target="/ppt/notesMasters/notesMaster1.xml" Id="R3c327db7de3846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5ce87a596d4cb7" /><Relationship Type="http://schemas.openxmlformats.org/officeDocument/2006/relationships/notesMaster" Target="/ppt/notesMasters/notesMaster1.xml" Id="R5c095dc133bf42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00a9f933eb413b" /><Relationship Type="http://schemas.openxmlformats.org/officeDocument/2006/relationships/notesMaster" Target="/ppt/notesMasters/notesMaster1.xml" Id="R9fcf58880e464e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4e447424af473c" /><Relationship Type="http://schemas.openxmlformats.org/officeDocument/2006/relationships/notesMaster" Target="/ppt/notesMasters/notesMaster1.xml" Id="R5797e43325594c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26c7ef27b64c28" /><Relationship Type="http://schemas.openxmlformats.org/officeDocument/2006/relationships/notesMaster" Target="/ppt/notesMasters/notesMaster1.xml" Id="R512093608ae045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3921eb60174594" /><Relationship Type="http://schemas.openxmlformats.org/officeDocument/2006/relationships/notesMaster" Target="/ppt/notesMasters/notesMaster1.xml" Id="R8c45df33520942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824fe72aba4261" /><Relationship Type="http://schemas.openxmlformats.org/officeDocument/2006/relationships/notesMaster" Target="/ppt/notesMasters/notesMaster1.xml" Id="R3f56517f522441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7cc9c5929b412e" /><Relationship Type="http://schemas.openxmlformats.org/officeDocument/2006/relationships/notesMaster" Target="/ppt/notesMasters/notesMaster1.xml" Id="R2b1366b02bd34b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98624c62564c5b" /><Relationship Type="http://schemas.openxmlformats.org/officeDocument/2006/relationships/notesMaster" Target="/ppt/notesMasters/notesMaster1.xml" Id="R45b86c1562c946c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ff0c1bfad8487b" /><Relationship Type="http://schemas.openxmlformats.org/officeDocument/2006/relationships/notesMaster" Target="/ppt/notesMasters/notesMaster1.xml" Id="R3856e7a965fc42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8dfb73ba18d44e2" /><Relationship Type="http://schemas.openxmlformats.org/officeDocument/2006/relationships/notesMaster" Target="/ppt/notesMasters/notesMaster1.xml" Id="Red6d2074891d4b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df19e5bdd047da" /><Relationship Type="http://schemas.openxmlformats.org/officeDocument/2006/relationships/notesMaster" Target="/ppt/notesMasters/notesMaster1.xml" Id="R53d9fb3c00c24c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7c6eb0e16a4142" /><Relationship Type="http://schemas.openxmlformats.org/officeDocument/2006/relationships/notesMaster" Target="/ppt/notesMasters/notesMaster1.xml" Id="Rb8a0186211e141d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169b01478c4a61" /><Relationship Type="http://schemas.openxmlformats.org/officeDocument/2006/relationships/notesMaster" Target="/ppt/notesMasters/notesMaster1.xml" Id="R3a6451e4d41c449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2c93369bf44ad5" /><Relationship Type="http://schemas.openxmlformats.org/officeDocument/2006/relationships/notesMaster" Target="/ppt/notesMasters/notesMaster1.xml" Id="R43bdafd8798b47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3c73520b7649f7" /><Relationship Type="http://schemas.openxmlformats.org/officeDocument/2006/relationships/notesMaster" Target="/ppt/notesMasters/notesMaster1.xml" Id="R3562c44552bf44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6cc99e045d1462b" /><Relationship Type="http://schemas.openxmlformats.org/officeDocument/2006/relationships/notesMaster" Target="/ppt/notesMasters/notesMaster1.xml" Id="R0411239b5c1144f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7edaff62f84874" /><Relationship Type="http://schemas.openxmlformats.org/officeDocument/2006/relationships/notesMaster" Target="/ppt/notesMasters/notesMaster1.xml" Id="R39a965b67a4c42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a1bddb1910248e3" /><Relationship Type="http://schemas.openxmlformats.org/officeDocument/2006/relationships/notesMaster" Target="/ppt/notesMasters/notesMaster1.xml" Id="Rc78685a637954e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35a2e35cab54c2e" /><Relationship Type="http://schemas.openxmlformats.org/officeDocument/2006/relationships/notesMaster" Target="/ppt/notesMasters/notesMaster1.xml" Id="Raa1e76a0e9fc43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ff039c5a5bf4314" /><Relationship Type="http://schemas.openxmlformats.org/officeDocument/2006/relationships/notesMaster" Target="/ppt/notesMasters/notesMaster1.xml" Id="R16e8ae78337d429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aa42d835b74938" /><Relationship Type="http://schemas.openxmlformats.org/officeDocument/2006/relationships/notesMaster" Target="/ppt/notesMasters/notesMaster1.xml" Id="Ra50eca8f623b41c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f4e87fc97554a44" /><Relationship Type="http://schemas.openxmlformats.org/officeDocument/2006/relationships/notesMaster" Target="/ppt/notesMasters/notesMaster1.xml" Id="R8cb1261e1ce44bf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317543f0a24c5a" /><Relationship Type="http://schemas.openxmlformats.org/officeDocument/2006/relationships/notesMaster" Target="/ppt/notesMasters/notesMaster1.xml" Id="R7967141fe5e4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697e8b77040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8c58004af4698" /><Relationship Type="http://schemas.openxmlformats.org/officeDocument/2006/relationships/slideLayout" Target="/ppt/slideLayouts/slideLayout1.xml" Id="R5af1c01dbf16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1c01dbf16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06e1a14994e7d" /><Relationship Type="http://schemas.openxmlformats.org/officeDocument/2006/relationships/notesSlide" Target="/ppt/notesSlides/notesSlide1.xml" Id="R7b4858478aa6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f190b0654869" /><Relationship Type="http://schemas.openxmlformats.org/officeDocument/2006/relationships/notesSlide" Target="/ppt/notesSlides/notesSlide2.xml" Id="R602f9747a2ef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0c6016d5d484c" /><Relationship Type="http://schemas.openxmlformats.org/officeDocument/2006/relationships/notesSlide" Target="/ppt/notesSlides/notesSlide3.xml" Id="R338660c4c24141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b7e94bed64d51" /><Relationship Type="http://schemas.openxmlformats.org/officeDocument/2006/relationships/notesSlide" Target="/ppt/notesSlides/notesSlide4.xml" Id="R6f9f959bd7b0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173b715c49b5" /><Relationship Type="http://schemas.openxmlformats.org/officeDocument/2006/relationships/notesSlide" Target="/ppt/notesSlides/notesSlide5.xml" Id="R08de3e32992642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efd1307d46c8" /><Relationship Type="http://schemas.openxmlformats.org/officeDocument/2006/relationships/notesSlide" Target="/ppt/notesSlides/notesSlide6.xml" Id="R202c662d0815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fccbf33454009" /><Relationship Type="http://schemas.openxmlformats.org/officeDocument/2006/relationships/notesSlide" Target="/ppt/notesSlides/notesSlide7.xml" Id="Rf5b825e1129447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d7682dc6417d" /><Relationship Type="http://schemas.openxmlformats.org/officeDocument/2006/relationships/notesSlide" Target="/ppt/notesSlides/notesSlide8.xml" Id="R4fc80b683bac42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5e336d15547e3" /><Relationship Type="http://schemas.openxmlformats.org/officeDocument/2006/relationships/notesSlide" Target="/ppt/notesSlides/notesSlide9.xml" Id="Ra69b8c1512ff48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e6fae14fd4be4" /><Relationship Type="http://schemas.openxmlformats.org/officeDocument/2006/relationships/notesSlide" Target="/ppt/notesSlides/notesSlide10.xml" Id="R2e56a0d32e0a4e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fa0a756d44e6d" /><Relationship Type="http://schemas.openxmlformats.org/officeDocument/2006/relationships/notesSlide" Target="/ppt/notesSlides/notesSlide11.xml" Id="R046c562a1bee40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ecd6718184d15" /><Relationship Type="http://schemas.openxmlformats.org/officeDocument/2006/relationships/notesSlide" Target="/ppt/notesSlides/notesSlide12.xml" Id="Rbc927230b83145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4f66f2770402b" /><Relationship Type="http://schemas.openxmlformats.org/officeDocument/2006/relationships/notesSlide" Target="/ppt/notesSlides/notesSlide13.xml" Id="R14b58f14dfbe4e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240f01524ffc" /><Relationship Type="http://schemas.openxmlformats.org/officeDocument/2006/relationships/notesSlide" Target="/ppt/notesSlides/notesSlide14.xml" Id="Rcbbcfcf3a82849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a14ffe064088" /><Relationship Type="http://schemas.openxmlformats.org/officeDocument/2006/relationships/notesSlide" Target="/ppt/notesSlides/notesSlide15.xml" Id="R7e1fa6d0b48a47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57a17a1404ae6" /><Relationship Type="http://schemas.openxmlformats.org/officeDocument/2006/relationships/notesSlide" Target="/ppt/notesSlides/notesSlide16.xml" Id="R947e3307940644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b09b528b549f2" /><Relationship Type="http://schemas.openxmlformats.org/officeDocument/2006/relationships/notesSlide" Target="/ppt/notesSlides/notesSlide17.xml" Id="R070b3389dba844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b5b8f60ac4775" /><Relationship Type="http://schemas.openxmlformats.org/officeDocument/2006/relationships/notesSlide" Target="/ppt/notesSlides/notesSlide18.xml" Id="R9d6820b257ac40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628e44dab42fd" /><Relationship Type="http://schemas.openxmlformats.org/officeDocument/2006/relationships/notesSlide" Target="/ppt/notesSlides/notesSlide19.xml" Id="R5d18e8e3aa174c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33c735f1b4f7e" /><Relationship Type="http://schemas.openxmlformats.org/officeDocument/2006/relationships/notesSlide" Target="/ppt/notesSlides/notesSlide20.xml" Id="R5f47214b24c443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b3c8e90d74569" /><Relationship Type="http://schemas.openxmlformats.org/officeDocument/2006/relationships/notesSlide" Target="/ppt/notesSlides/notesSlide21.xml" Id="R6ed7c713b1f041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057e3b4384852" /><Relationship Type="http://schemas.openxmlformats.org/officeDocument/2006/relationships/notesSlide" Target="/ppt/notesSlides/notesSlide22.xml" Id="Re39426b03cad43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a027163744b0c" /><Relationship Type="http://schemas.openxmlformats.org/officeDocument/2006/relationships/notesSlide" Target="/ppt/notesSlides/notesSlide23.xml" Id="R53b46389dccf45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e3bafb5f42cb" /><Relationship Type="http://schemas.openxmlformats.org/officeDocument/2006/relationships/notesSlide" Target="/ppt/notesSlides/notesSlide24.xml" Id="Rd0e877bcc87642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08cfc82d341a5" /><Relationship Type="http://schemas.openxmlformats.org/officeDocument/2006/relationships/notesSlide" Target="/ppt/notesSlides/notesSlide25.xml" Id="Rdf238f89af494c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3f27dbfb54f12" /><Relationship Type="http://schemas.openxmlformats.org/officeDocument/2006/relationships/notesSlide" Target="/ppt/notesSlides/notesSlide26.xml" Id="R822276bb92e741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fb3631d3344a0" /><Relationship Type="http://schemas.openxmlformats.org/officeDocument/2006/relationships/notesSlide" Target="/ppt/notesSlides/notesSlide27.xml" Id="Re7112388164542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6106fad014c5c" /><Relationship Type="http://schemas.openxmlformats.org/officeDocument/2006/relationships/notesSlide" Target="/ppt/notesSlides/notesSlide28.xml" Id="Ra7f8852b649749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ca950f29e48f3" /><Relationship Type="http://schemas.openxmlformats.org/officeDocument/2006/relationships/notesSlide" Target="/ppt/notesSlides/notesSlide29.xml" Id="Rcbe2bccf4d1847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4cca0318540cc" /><Relationship Type="http://schemas.openxmlformats.org/officeDocument/2006/relationships/notesSlide" Target="/ppt/notesSlides/notesSlide30.xml" Id="R6cbaf28ad82e4cb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c3102b154208" /><Relationship Type="http://schemas.openxmlformats.org/officeDocument/2006/relationships/notesSlide" Target="/ppt/notesSlides/notesSlide31.xml" Id="R6b8634c2fc3c40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dfb2eede14be7" /><Relationship Type="http://schemas.openxmlformats.org/officeDocument/2006/relationships/notesSlide" Target="/ppt/notesSlides/notesSlide32.xml" Id="Rb7ee51c83cb44f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05d99dd6345b0" /><Relationship Type="http://schemas.openxmlformats.org/officeDocument/2006/relationships/notesSlide" Target="/ppt/notesSlides/notesSlide33.xml" Id="R35757568d7dc47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4a66d82d43be" /><Relationship Type="http://schemas.openxmlformats.org/officeDocument/2006/relationships/notesSlide" Target="/ppt/notesSlides/notesSlide34.xml" Id="R8ae29ce1d1224b2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a3cb0288a4cba" /><Relationship Type="http://schemas.openxmlformats.org/officeDocument/2006/relationships/notesSlide" Target="/ppt/notesSlides/notesSlide35.xml" Id="Rfe1b16526c3047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46f03b8a3480b" /><Relationship Type="http://schemas.openxmlformats.org/officeDocument/2006/relationships/notesSlide" Target="/ppt/notesSlides/notesSlide36.xml" Id="Ra062422adda741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b3917123741bf" /><Relationship Type="http://schemas.openxmlformats.org/officeDocument/2006/relationships/notesSlide" Target="/ppt/notesSlides/notesSlide37.xml" Id="R8bb8e4b273ed4c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b3480343d48f1" /><Relationship Type="http://schemas.openxmlformats.org/officeDocument/2006/relationships/notesSlide" Target="/ppt/notesSlides/notesSlide38.xml" Id="Red3a7c56ef304fd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2dc775a434f7d" /><Relationship Type="http://schemas.openxmlformats.org/officeDocument/2006/relationships/notesSlide" Target="/ppt/notesSlides/notesSlide39.xml" Id="R2cceebcc3e74473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b242468314813" /><Relationship Type="http://schemas.openxmlformats.org/officeDocument/2006/relationships/notesSlide" Target="/ppt/notesSlides/notesSlide40.xml" Id="R46523f0d19084ca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7b066ff1e4fad" /><Relationship Type="http://schemas.openxmlformats.org/officeDocument/2006/relationships/notesSlide" Target="/ppt/notesSlides/notesSlide41.xml" Id="Rc9620472c428456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3082328da4bf2" /><Relationship Type="http://schemas.openxmlformats.org/officeDocument/2006/relationships/notesSlide" Target="/ppt/notesSlides/notesSlide42.xml" Id="R0ffa0862eb6845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9124D-6265-4178-8F5D-E022D193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F6A64-BABA-4DCF-BCB9-CE60BA5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Arrays and Strings: Single-Dimension Arrays, Generating a Pointer to an Array, Passing Single -Dimension Arrays to Funct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7201F-6C49-46DA-AE10-31384927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4, 5 Number of Hours: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E8242-5C11-4676-8BA9-615788C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1C840-2026-41D4-BC86-C99BD6A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6836D-15C4-4B19-8D62-0765D9D1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DCED6-F77A-4910-8F72-06296A53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601D3-A76B-4EE5-B415-84D7419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FF648-B074-4488-AAEE-94B45013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0C651-CFAF-42D0-95D4-73789F68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1F0A9-1B6E-42BD-9F04-28EAE6E5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3B11A-787E-4FBE-939C-D20D6DDD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CEC88-10C4-42A7-B394-660D97B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62675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46676-B3B9-413C-A149-681F5C1E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EDEFB-5220-4F61-B3A9-53A86032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001F8-614E-43A5-88C8-1D3BC7EB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A07A-8585-4461-819F-8158F17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C337D-90B6-4CDC-9478-700058B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B36C-9146-49BD-B07C-68B5BC3A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D1C10-2532-47CC-9C87-44BE289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B5016-853C-4DEC-A758-8D7F74A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E2725-22AE-4455-898A-1EA79E6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1DD6F-8398-4AD1-BE7B-15E8B45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806A6-C89A-463C-A39F-C61CAFB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7C99B-3458-460E-A524-35A8F92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8693-C018-4C2F-B303-853F14FE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DDC7E-F064-4373-B116-51F6459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75F24-9067-48DB-8137-CB896D7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85394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95539-A5CA-4693-AC1A-2633D52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B93A6-8EF3-4E26-A1BB-39086E9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2027-0DB4-464B-9DFB-FAAD13B5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0611-33E7-4C5A-93EC-7A90E43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73609-E84F-4F4C-9E46-5092D773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90E5E-F0B3-4C01-BBE3-9424A6C3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8E3D1-D3B2-49CB-8898-7E170E23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25141-E754-4E0E-935A-C8A2157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4F53A-64D5-4DF9-8CB8-917C0F88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Arrays and Strings: Single-Dimension 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10A89-9563-4BEC-B448-3EA7C7EC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024AA-CC24-4451-B107-19EF746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E684F-2635-4E32-8C77-ACE44DE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Generating a Pointer to an Array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D0E8B-4E3F-4B58-BFFC-0B0505A6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02BE1-3627-4442-A2E3-57B66EB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23FEC-052D-47AA-B9B0-CF2B8132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Passing Single -Dimension Arrays to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4329D-9B2F-4518-B216-F3DC021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1F4C6-A77A-4545-A06F-B102C88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642B8-9B1B-4383-B505-4CBDF68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Two-Dimensional Arrays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1C953-3088-418E-BB12-507BB4D8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CAD08-1842-4A96-B8D9-83DC9A0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4B68B-A25C-44D4-9506-FF2883B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Multidimensional Arrays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FCAC5-12C5-4732-8CF2-759B2D1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EE7D6-BED8-4818-805C-8924478F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5D668-0806-468F-A422-25D04E4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 Initialization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AFE05-0D3D-4AA9-90F8-91E73975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FB18F-1FD5-4702-92FB-8DDF43B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8E508-211E-4261-A1E7-9AE561CE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Variable - Length Arrays. Pointers: What Are Pointers?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73FF5-C644-49EF-9DD7-DE42705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36421-AAC9-4FC1-9243-1CC9FC1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62157-EEB1-48F1-B4A0-06ED788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Pointer Variables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94206-DDCE-414F-8C0C-36C1CA6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0A02C-7B61-4CBC-A7DE-17D8CC4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00945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1EA3A-C9B2-49F8-BAEC-E8CFB1B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F0632-9D0C-404B-9790-9B76F33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753C7-12CA-4F34-90FD-FC40226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8EC7D-0125-45CC-B557-C68820CC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F2BC-5542-4BDB-B893-6F52AC5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8CB4D-DDE6-4594-BAC1-5EC7333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D869-EE12-4349-ABC7-271A68FE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F9AD-B1BC-43C5-8C82-CA39C8B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Arrays and Strings: Single-Dimension 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C7286-B5F7-434B-9AF6-31153B49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7B6B9-C986-434B-BE43-52774FC0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02488-E356-47DD-B22E-3A49C5F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Generating a Pointer to an Array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948A2-4645-4888-91A5-767E4320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D6672-78F3-4129-BC7B-0E491DC3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02705-AEE1-448D-8EF3-5F6D7173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Passing Single -Dimension Arrays to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DA995-874C-48C0-8862-4C89F89A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09AD6-3D75-41D7-AAAD-1BB34ED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5571F-DDD8-42BD-ACE8-E14A29D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Two-Dimensional Arrays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1600C-F3A4-4CA8-8F87-1C23E1A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D88CF-CAA6-44B0-95F6-FE423A8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72F61-465A-44C8-A4F5-1F36A7FC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Multidimensional Arrays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6E15E-AEAA-4A2D-A654-BB6438A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324C3-EE0D-4B1D-8747-CF6489A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8B0E1-B2EC-48A0-A723-B0ABE40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 Initialization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CBD33-D67A-4FA3-870E-7AA6E2D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182A1-6665-42E2-AA32-6BC5B63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0E068-D8A2-44F7-8D40-1D4A7C4A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Variable - Length Arrays. Pointers: What Are Pointers?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4B417-77F1-49F9-BB07-6576DED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4, 5 Number of Hours: 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3FAAA-5577-454B-9C0E-90E91A3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50201-E42B-44F4-8E78-03B071D1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67891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DDCE8-D18D-4697-BB7A-0EFB63AF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D70C3-AE44-4D86-BA3A-4039CC4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BEFB-5024-4FB7-8F3F-9773DF8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CC91-BF24-4403-8ED4-17640E0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C79E4-6351-4FE6-A7BA-9AFD3F2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3B83C-8BB3-4569-BF31-CA3DBB1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F3E1A-A45A-4C17-A4F8-743292AB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Single-Dimension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BEDD6-88A4-40EE-9B8C-E8D58616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43230-E87A-4B6A-8DF8-89625609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DE1DE-114B-43CE-AF1E-F7A5205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Array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C3F18-0A1F-4A82-9BEA-A758A67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4D3CC-64F7-49EE-B312-5C83238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3A47B-87E2-4B97-81E7-BA4EADF6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Dimension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52120-CD52-48FD-B0A4-3EC0EE91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AAC81-A69A-4C20-BDD4-862E1623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BA994-5688-4618-B119-CD64CDE7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83120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6E6B5-4CA2-49BD-8BE2-5157DF5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2D239-BA6F-42D7-BDDB-A84030B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ACBC4-5010-4C12-9DBD-510C972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FFF05-0DE9-4A10-87E7-8D4E72C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A5332-8EEB-4089-AD73-3ED6DA78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Arrays and Strings: Single-Dimension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7642F-371D-4E11-885B-929787C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 and Strings: Single-Dimension Arra...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E1B64-FBEA-4F0E-82D5-11C61A7B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B14AC-A415-4A7C-B5A4-25F8DB8E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926ED-DC0F-4AFA-BB50-C17CDD33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612C8-044C-49F6-9606-8C47EF6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D046-BF5D-4803-A62D-7AA375D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708AD-5B9A-4B28-A007-A3D6899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AE6B3-F4D3-4CCC-A439-F9C1D58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F7B7-1FD8-494B-87B5-D4C21336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B2789-E622-4AD6-BDFA-41001A26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05B01-96C6-4514-B15A-D7E56EA7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55644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63AE3-4913-49B3-AB2C-E8B1725F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E16BC-0B28-4E6A-9C3D-B2263BF3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A1577-CDF3-49E2-A753-9F21F9F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5F163-8B36-41C9-87FE-135AC2F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9094B-CCB3-44D1-B8E9-845B2641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65717-17D8-4D64-9CA8-942A30C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41751-C028-435C-8A2A-F5932CFB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AFEAB-E644-4684-9994-195DE62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8B5B3-F388-4D3A-960E-B56B2EB4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Arrays and Strings:...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37C9-B408-49D1-9EA1-5BD08BC1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956E1-9277-4DE0-B2D1-E06B8CD0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DE73E-E281-4264-813B-211E311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Arrays and Strin...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05861-CE05-4076-8296-ADAA5C9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690D9-98C5-4D37-96AE-DF256932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B3EE0-BB4F-4DD7-ADF9-BEEA099D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Arrays and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B1AB6-9309-422B-82C9-326323F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FC773-7F75-4AD5-9219-34709C5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BB6B8-59FA-42A7-BB95-9AFAEAD2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Arrays and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56B8E-AA72-4081-A33E-EC369EE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5A673-3FD6-4E85-A412-FC1CF3E2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9AA5C-91FC-4EE7-91D0-A543F8BD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Arrays and Strings:...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484EA-6E55-40A5-97A7-A23A7332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705F4-4770-45F0-BA88-9656EAA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04510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AF6F4-B107-472C-A5ED-BD37D71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D4600-EDA5-4FCF-9CC9-04ACD8E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9FEA6-DCE8-4AE1-ABBE-5D5F79D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8EFDB-14F3-40A2-9362-21C86C17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70A39-9097-4492-A434-8B93F09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E76AC-A9A8-4DCD-B8D1-AB1B5C1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1B512-5AEF-4208-AA10-80A93A2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87771-97D0-4BF7-9880-32157CB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B442A-397F-40E6-AF0F-6F46B480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563FA-1C2A-47DA-BF58-98213A3A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F7024-861B-4CE3-9AEF-C292286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EB710-8F49-46A3-8A0D-53E78BC7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0C5D1-C188-49CB-806A-6330D6D9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D1BFD-C573-46A1-B16A-D22C6554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3D026-9F1C-49A0-AA73-FA441DA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04447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A020-59A0-428B-80EE-9045086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A3873-A46C-4378-B63E-AF185B3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15FDA-F8AE-4460-8ABD-E03B51F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1F60-A9B9-432B-9389-45444B8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FEAEC-E74F-40F7-ABDE-F9DE280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7FC1E-6EB8-47D1-BC90-67D84EEA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Arrays and Strings: Single-Dimension Arrays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BAA81-E1C0-4FA1-A845-47DE661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96692-3D90-4A62-ADC9-FA6147C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886DE-7B2E-4CB8-8841-FE599E8C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E00CB-75C5-4690-84CB-E7FB11CB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EE413-9051-4276-88EE-C968427B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505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FF606-2AA6-4578-B11F-8584452C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47C8-A929-4BFF-9A96-F6AF1D0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E31BC-3E4A-451A-B3E3-04A57139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CAEE3-3A97-4965-ACFE-019FCC2D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72BBA-03ED-4BFC-A78D-23B09F08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Generating a Pointer to an Array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0812F-05B1-44A8-8BA6-E30145B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Generating a Pointer to an Array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0F6B7-8BD2-4494-9520-698355B2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31229-4915-4B00-85E7-345E48B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D95F0-B50E-45B3-AEE9-8D55507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3960-5D4F-4C19-8298-B12240C5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70FB-AFAE-473A-9512-11B92474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1C533-35E4-4187-B9A1-796F60D1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AFA75-0F77-4297-B562-02D8C357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DFEC6-2A11-44DB-A733-4956CCC7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E6063-27F6-4151-BFCB-E123396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B8563-ABF6-4588-8B21-035ABB2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74495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D470E-14A5-453E-8061-11631C4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E8D8A-8365-49E5-92FB-9DB83D8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1888F-D171-4A70-88E7-4FDA681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08946-81E0-4D1E-8B96-3F98A41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3AD56-0A5E-45D5-B235-AA4626FF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9892A-FDBA-4770-8480-2E1D3D18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26D97-0A31-4E4E-AB3C-8CC1BAEE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08F55-EF4B-45C1-8313-9D0822A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D9D8F-25BA-4B06-99EC-66F731B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Generating a Pointer...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F3A06-17E5-4185-B657-420A2C7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14B5A-9EA7-4FB8-8400-8B2B0F6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42B6-D62D-43D6-9088-B95A6F3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Generating a Poi...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AD9FD-8567-4FC6-AEEF-3B31567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0F5AE-4326-4E1A-94EC-F2B57EB6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20346-E2BA-4B93-A0D6-62A243F0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Generating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ED94A-6918-4E55-9509-FA0EBDE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7694D-9F16-48A4-B073-A3B9B922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3BBA4-676F-436E-B9D1-0BB75B79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Generating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59F07-08BE-4100-B6AC-BF20B0D9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CFD0D-82A5-4241-8272-30A24D4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7158A-0B68-42DE-A27B-DC1E6A1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Generating a Pointe...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18232-2A98-4020-A624-6D77613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51163-E6A2-4F44-8C2B-B9964C8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29779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A322D-11AA-496B-A9D2-A9765B40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EF532-54D4-4871-8834-40ADEFC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A6C0-B4BB-4FA8-80B7-0DB15A1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F3238-3F55-4486-99C4-A608AAB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3E35D-5C70-4CD9-9FFD-125A9F0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99DF-303C-4A59-91A0-33D01FA3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F6D0-4F4A-4FE5-B19E-3A32FC4B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C5DDA-50E5-464B-A833-7A0C1DEB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392EE-9975-4B7C-9758-618AFDEF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94022-D3F6-4725-A25C-27BC872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18490-5FC9-47DC-8284-F4F489D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CE0B4-10AF-4660-A5A4-3E066997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60A9A-FB2B-4605-B2F5-249F10A3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E7A48-5AA7-4ACB-8C8B-9D343DB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CA95F-892E-45CF-9A1B-25BA2BD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0949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5A037-FB94-4D7E-B9DD-7AFC52AC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42A7-611F-42ED-B7E4-33F6830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AC255-D56D-4A59-8C55-AFB39686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D3D5D-5946-4E7A-8044-1E7CF5A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A2A3F-9771-44F0-A28D-DDD375B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43DE3-2A72-43C6-A9E7-CB92BE1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Generating a Pointer to an Array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88540-7C58-4348-8419-790F07BB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736CC-19B1-4362-9315-1B3F8675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4EA70-05AA-4744-8E0F-97EA607C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538C6-4A06-4E76-86BD-7872B0D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C387A-88A1-4CCF-9D03-82523B8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14422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07BED-3C88-4376-8F2D-080BD83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F5CA1-73C1-4758-A4E1-51F0F00E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BE6AD-1651-4E0F-9F45-D50C8C6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465A0-DA4E-4724-BD61-BE857CEF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B8C24-8BA3-437A-A453-6D5C5104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Passing Single -Dimension Arrays to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5E977-7BC3-4974-8BEE-369C8C3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Passing Single -Dimension Arrays to Funct...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253F3-627F-4ABA-9085-13AADF61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A1991-B8AD-4514-8A91-F64221E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EF91B-88CD-4009-B709-F865F861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0280C-955E-4A45-800E-3BED4A5E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0E54-7D93-4C79-B6D7-75E9532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9DE1B-176C-4810-AF5D-8743B08C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ABD9A-AE4B-47FD-9969-9FBEB955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DDF3A-127A-4B79-8ACD-D2489CF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A67CD-A8C7-4E32-92AE-EF29F5B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DF998-52C8-47DE-A566-16BFA0F3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28905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BA50D-FBE7-44E8-9CF1-0349BF58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8C0F5-A8B6-4D59-82E8-AE0670FF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B171A-9ADA-45B1-94C2-BA0EE5C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16C3-4A88-48E9-BDF7-3EF0CB5B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CB0FF-4D0C-4A72-8E03-CAE9D4A4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EA6A7-E817-4213-91EB-0E23559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22996-8515-43D4-929C-FC072885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2548-02CA-45BD-8FEF-1AF7A82C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E3629-6950-49FD-BC48-8D434D14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Passing Single -Dime...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3CF4D-C977-4FB3-BDFA-D019C71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9B61D-9971-4DCA-8B69-C9F6FB7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BCE7F-404D-4AEA-A992-10BD19F4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Passing Single 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1160D-8A67-47E5-9F63-156157F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93E62-FBE7-4F5B-9D45-F413A07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D11D8-E261-43BA-AC4C-311F7B0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Passing Sing...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17415-4412-4CD3-9931-60B4D98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9EB41-5D7A-4503-A380-82ABEDD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25C5C-F9DB-494F-B8F4-C6F7535D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Passing Singl...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C5E4E-A960-48D4-BF41-02A4574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A0735-FB0D-4BFB-9E3B-E5770F9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8A0A8-A72C-4DB7-AD34-C615DF1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Passing Single -Dim...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CFBB0-BB0C-4B1E-99E1-67E3C87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EC7E2-6156-4D22-B136-C6E70AD2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543586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31970-38EF-4C8A-A162-51100763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6C05-7AAC-4F03-A813-7B96A3AF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7490C-53C6-43BB-AF58-F0336B3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F9C95-D6C4-42C2-96CE-55933903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E35E3-CF95-48BF-8D8A-568C990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21680-916F-4AA5-9F8F-7CC00CD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5D374-CE91-4961-A6ED-063E609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F7AB2-1833-4792-8213-CB42084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13FA1-110A-4B83-9E4C-83D8A196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402A9-DD45-43D4-AE3B-B037B36E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AB0A5-6B74-45B8-8398-DAB50085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66B2-E56C-487F-BBF9-900AB0B5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105FB-4CEE-4A51-88B2-B7340BA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90FAA-D27D-42BC-9449-5DA8830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C6E2B-477E-41AF-A93F-329EFB2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310350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DA70C-0297-4D3D-A7D0-57FB30CF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BF4A2-0918-4CAF-BB21-BA77D28A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15E5D-86F0-48AB-9B2A-E28D8312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D411-C049-45CA-AB08-C2A3B06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49814-ED94-4DF1-B88A-30D7790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5276B-8904-4E1A-8C16-C53785B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Passing Single -Dimension Arrays to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CDF89-05CB-42E3-AE39-7F33982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85915-54BD-4DDF-864D-C130CC7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6B79A-4BA0-4F3A-8AB0-52D2C1C9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8C7D5-BA7B-4672-8D4E-ED5F3BF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D9363-2E12-4227-B6BC-CCFDAA0C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745033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C4AD6-A92F-46B6-A146-DD2FD28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03F9C-41BB-496C-820C-B2143B7F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1F5D5-93C7-4913-A559-E8261B75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B37C-CA23-4D3E-90CB-330B769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845A2-8B66-442C-9236-15A46F40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Two-Dimensional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45CE6-023F-4AF7-9BE7-F8066BE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Two-Dimensional Arrays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3273C-B9DC-455C-8868-DC8BF045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844BD-40AC-43DD-B4F1-8F73C28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4FA08-E829-4C59-B763-4972C0BA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44877-AEAD-4541-ACAA-34FD718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3A5C1-147A-4C6B-BDE2-BE7BCD9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F9AFD-49D7-457C-AA7C-C157EF3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88A41-68F7-439D-AA75-77EC0585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38BA4-A63A-4FEA-AB9E-121757F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BAF0E-13B6-42D5-8807-2E95EFC6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30007-9EB5-45F6-8F76-B78C5142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886745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0F045-7364-4EB0-B126-91792DD3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9B317-0AC0-40DE-BC6A-730ABE5D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2E556-71C7-478B-9E00-8AC13D65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F41D5-9DED-43D2-9FE5-F106DC1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664B9-3143-4163-A73A-289DEDB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03CB6-1C03-4C06-B3A9-B9597BBC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CBD7B-7E91-4162-9FB4-538A343D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04BEB-DD36-4960-B1AF-A8CF9419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23558-E54E-47E9-B7F3-DC84C4B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Two-Dimensional Arra...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B00AA-3810-4518-9E3C-5A66F4C0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F619-54C3-4BE6-AD33-154BFB60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6563C-0590-46FA-89B6-799504A7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Two-Dimensional...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A4954-FF5A-44E6-9272-6352296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120C6-824A-420D-BA7E-4D9FBE67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424D3-0978-4146-ACC3-BB14FB5C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Two-Dimensio...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DEA9D-9505-4EF5-A84F-9F464022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64DE7-67E5-4C88-8B27-547F2F3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93761-C713-48C5-9994-4F64C71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Two-Dimension...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9C575-E092-4799-ACDD-72E8412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0C29E-31D7-4139-AAFC-40150D2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F0401-1DFF-4F53-A571-AC94EA0E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Two-Dimensional Arr...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CB14C-FDD4-4D0C-B0E1-CA52817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4D086-3F6C-4DE4-A815-2FAC9BB2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394215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F2C4A-6B5A-42D7-9691-DC39E4B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A0E14-C89A-4B78-B9F2-86B4E03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F56BD-9801-49BA-9CBA-E74470C3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7B068-B4E8-44B3-B938-88CA0FD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4E069-CD9F-4104-A95D-E439799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B6424-7C02-4BEC-8941-0BF1EA93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823C3-D9BC-45BA-B930-2DFCA22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9E1FB-8945-4F39-ABA4-DED67EE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0A7ED-C6AB-4728-9D5C-450C325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89786-A82E-4538-986E-EB58AF7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CE2CD-FF23-4180-A7AE-9995417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FF063-ADE5-41DB-BEC8-DDDAB0BA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C3F76-FE74-474B-920A-CA0C1FF9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6C583-35F8-4ACD-95C4-90227A4B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222AE-7870-4AEE-9CD6-452B3BC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281043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B7A3D-CE34-4B33-9C82-30ABD754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20140-6743-4A4D-8B5B-FC581A5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4D46E-B19F-4081-8A00-C0BC0FCE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DF84-E94C-47BF-AE44-96B9468B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20D63-9889-4D9E-97F2-79ED551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FEC9C-68D9-4EE0-A3C9-8C7BBF8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Two-Dimensional Arrays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A3634-7FB7-4896-B20F-AAED20F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C2FD0-165D-4E94-8328-8550BF8A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AFA8A-700D-473A-9DA3-6B1072C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063E8-F973-48E4-B3BA-EA30094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BA298-782F-4714-A024-0B72CD5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9499590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B84AA-3487-4458-BB0C-2996DAA2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69B2-454C-4EE0-BE61-37E81D3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0F7B0-62DB-401F-9553-1CD4D45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E78DD-3585-4D96-B6DA-27635543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08963-4A7E-4EE8-BD76-7EED0645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Multidimensional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A7B37-C530-4F5C-A57D-29CCA2D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Multidimensional Arrays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E39F4-4C9E-4044-AF3E-55A6C79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D8936-DE62-4334-A0C9-AA2A9AB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C91F1-2D13-4A71-ACB7-07AEA062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4F83D-1962-4AB2-BF8A-9C4E31A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D054F-2BF2-41E6-9572-561F02D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452A4-58D4-4DB2-8A68-D25C07CE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85E14-7804-4114-85E9-80962775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8542A-A405-4B8B-8E07-675189C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BC137-3164-4542-8A89-9EEECD40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B1497-C8E4-4EC2-88D8-EA12AB2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612146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13C23-965E-4F55-9011-CD02837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32572-8C5E-47A9-8476-BCB27BD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04C58-331D-4CCD-9A81-D2E1D0C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EB53A-E0BC-41B9-ABC2-C304BFA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10ACB-D8A5-4F2E-AD8F-783CE5A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A9C92-A09F-49AA-B87C-B51F4A0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F4E8F-8D6C-4E26-90BD-02F0843F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580E5-CA33-48C6-9A7E-24BA605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C0480-A134-43E4-B945-B0F3B97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Multidimensional Arr...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76C4F-A07E-45F2-8B20-71F16C6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E2C20-99EB-41CB-9FD4-566816C8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F5E30-CFE8-445E-BE1F-611EE72A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Multidimensional...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4CC75-EE83-41D9-A0A2-F6605EB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81CB1-7B5D-4335-8B94-4C4A80B5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3B7FE-C378-4371-8CD4-8796B8A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Multidimensi...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C245D-F5D3-47B1-A5BC-6875C69C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3AAD4-D35F-41E1-9150-96AF84D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C1C5A-ED02-494D-A9B7-FB221B1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Multidimensio...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AE2EC-1240-4B3A-A41C-EA7219B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32CE7-88B2-44F4-BC50-6003431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C5043-79BA-42CC-B3FC-EDF01C05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Multidimensional 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22E1C-EFF8-4AC2-BF63-A2B659A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A9C3F-FF5F-43A4-8FD0-8A15608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487088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39D5F-C923-4999-B2E7-9B8492D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96E40-4D2D-40E2-9C1A-9BD01D1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D8DCA-E451-4D06-ADF0-26F9962F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F40C5-AF64-454F-ADAF-A79CBB3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F64D2-AA56-4CD0-A954-565E7A8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C4FA-BFE2-4F77-90BE-17627E9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47F78-7385-49AB-A0E0-BE282E4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98B4F-75D2-42A0-BD4D-EF3E7EEB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53EBD-5FA0-43C0-993C-E6664F8F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F09C-F196-462D-82BD-31E62F2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45855-5328-4BF6-A943-BC03290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E25F8-5707-4EC2-A1C1-8E71A84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8E83F-9817-4BA2-9D20-14B7BED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AB16A-A21E-445D-9021-EA62219E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9F255-07E7-41EC-8CE2-D1410283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27206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041DB-9FB0-4948-8C3E-EF3AD328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80701-FE2D-4C7C-9032-337DF15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07C6-8F22-47D6-8119-45D8631F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440FE-7CDF-4A72-9DBE-C75697D4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03D10-96CB-40AC-ACF4-A2591D5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7A8A-C948-4B15-839F-119879FC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Multidimensional Arrays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EFAEB-A493-4B3A-9542-ABFD224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EFE60-4CEC-4490-AA53-0054AF1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6D61-1B75-44D1-8282-352D12B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61921-3557-4753-870F-852CBCA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64C11-A878-4B96-990F-59B30EF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308118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8AB7B-8B1D-461C-AE49-4746FC5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9C2D3-456E-436A-87AE-E3212E3F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0A3D5-49C9-4C32-861E-1D8539AE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A3613-4DBB-48DD-8EFA-45212C3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75DE1-01CC-4B31-BC72-B5D059E5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 Initialization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48249-C1F6-40A2-A097-88B820D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 Initialization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34BEF-DE6B-4876-B421-8418634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1CEBA-0C1D-40C6-8F22-E128B2DD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89A9E-CAFC-4D71-B877-94313E28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5A291-F6AD-4C73-BE09-9A45151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F776D-482F-4D18-B296-6C3DECF8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5D7C-9DB4-460F-84BD-CAEE85F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640E3-73C4-468A-BEA2-E7DAE05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94884-DD67-4658-A6C4-6674CA17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54A47-292D-4992-82C0-E63D5FA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44C43-AE05-4AD4-80F1-806AA17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638339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5585C-66D8-4427-A2C1-A2D622B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DB03A-ECD0-41A0-8C4B-84C26F30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F4C05-B767-4FA7-BB20-BCCED3F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9EFB-EE0E-41FE-8C9B-FDE726E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4BC73-0DB9-4B2E-9811-6CD53766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62C6B-6271-4521-985C-8AAE1D3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DB9AF-9E6E-42C5-955C-6E784D83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EC86F-93B6-4607-B930-26FC971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B08FE-6ED4-46C9-9DDE-0E7B8A21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 Initialization.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8A88E-6811-4564-8033-EC4BB00C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CADD5-2D4B-4EC3-A869-9D97040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12BF8-AC96-45FB-A4D2-6C59DE0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 Initializa...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AE256-43FF-40F0-B544-AF5E23F0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CBB3E-4ED9-4B4C-84DD-D33079D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13B2A-BC64-4963-8796-E0D66A0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 Initia...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039C9-575B-4657-BDF3-81769993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185B6-6334-4345-B5E0-A9A3B2E5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788CF-68D7-41EE-AEE1-44707BB4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 Initial...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D01B8-05E4-4B1D-AA73-F4424F8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AE8B5-6030-433C-8DDC-5C97D74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EA378-6635-47A5-A5F9-34A5E124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 Initializatio...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907A3-1763-4B1A-9D0A-6C099F7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55CA1-79E9-426A-99F7-5D5FDEB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530107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443D0-9B29-437E-B14D-9701E19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ED49-27E3-4DE9-AF83-7F7903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4F9C-98B5-4078-8B47-C588F0A3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69BD2-9E38-44A5-805B-764D40CC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6D54-093E-4B4A-A231-07312246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17257-5E99-416B-9444-6A17A00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04C0E-24AC-45A0-91C6-E1605EC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29105-58BC-4A3E-AD40-1BB1FCB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2867-6EA3-453E-B207-AB0903DF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B6471-E0EC-488A-8BBA-53543BF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70F3F-06C2-438D-8032-9E1559B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FED1F-26BF-463C-B6EA-02BCA19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E8657-2B32-4738-96F6-DB5D0E4A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3D511-B906-4E19-84D7-01D20E8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9BBED-8A99-433A-B383-A12B918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337489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15765-C1D2-4DDB-B091-4846469E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5C646-C8F2-49FE-B3B6-29C4A366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0D2EE-DF80-44B5-AAD3-4575A265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7107E-2EDF-4D49-84B4-A6E5C2D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6607B-DDAF-4420-8876-E40E48A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44D5F-31B7-4869-BCF0-3CD5AFB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 Initialization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44D0B-05FF-425A-AFFA-63C48AB2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191C7-9CE9-42E4-A1D5-875E0528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B061-C4CE-4993-9206-117E4A6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0CA40-A98F-41BA-8ED5-A19744C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B9C70-8961-45A7-AAAC-DE1D4C07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549309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31941-2E91-4FA7-B200-811BA38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43E7E-51EB-403F-9DC1-DF16098D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BB2D0-327D-4A36-AA14-7C5A631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EF9A8-06A2-46CD-9D9D-65AEAA47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2C5D7-C0B2-4241-BAE8-66F1AECA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Variable - Length Arrays. Pointers: What Are Pointers?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D628E-22D2-40C6-A9FB-7F61F107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 - Length Arrays. Pointers: What...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D98A0-44BF-4902-9FFD-45CDE809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A10F2-9EFF-4FFB-8F1A-C53DB66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17B11-84BD-4D07-B4D6-2C94E1A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A8459-2CF9-4BE5-B908-1A98C83F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9DC63-A46A-4228-BDB9-E839C33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B353C-537B-472C-B05B-77E50A4F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DEE94-EF77-4796-A659-653BE83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39744-7C52-4BB8-9C6D-028A0CE8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5CF2C-0603-4334-88FC-F2BFCA7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7726E-562E-4A08-9F77-B89E1EC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287375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EF9F6-F339-4617-B500-F1EF6BAF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5329B-9E48-4EDA-B967-2100839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9E980-9C40-4E30-9254-357036A0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22B3B-2CF0-4C7E-86C4-FEBDCBB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6F64-3A5E-4554-AFC6-FCCC52C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25B53-FECB-4008-8082-DAEBB1B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64053-42A9-4E17-8AE0-020394EA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BF9E1-A8E2-4932-AD5C-C9915212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1624-AC1A-4C5F-8CFE-9C21D6DB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Variable - Length 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4E583-F8D9-41C4-80A5-9D5F7E98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C0DA4-863D-4DC3-9799-8E9EFA0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1B1A2-C241-4796-BD22-4AD9657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Variable - Lengt...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8CA60-2B88-4D15-8C09-9868302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8B386-657B-4934-9CB7-F08F411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E87D6-6791-4C84-AA0F-A9E62677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Variable - 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13FFA-6961-4BD1-AA05-41393D0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452C5-2E89-4651-AF21-A8A97DA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42E6B-51E7-4E8F-BD54-7804CE0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Variable - 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583FD-E11E-456F-BB48-1563790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80BB2-7E47-428F-9083-B27906D5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F7597-4E22-412D-A43A-0F0B9DED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Variable - Length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E9620-8A85-414C-91D3-D96A1517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B063B-C8E1-446B-BA2B-D0AF2FE3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29757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ECE59-9B90-4725-80BE-C13A3359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195BA-8BDC-4AAE-A1A2-B9FEFE27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FD7D5-5095-4E43-A013-C421683A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7C5B8-874C-47E9-BB36-477968D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E0621-7CCC-499A-83DE-B37FD47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2D31-624F-48AB-97A9-73B6E4C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AC751-27DD-4E37-9522-8553ECA0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74FA4-9DF7-4814-AFF0-751B1B8C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41950-E849-42A2-BAD1-C99C1061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56416-F176-4412-83E1-CD96A73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ACED3-B797-4995-A04F-86DA0B5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EF624-FE66-4A57-AF6D-2C125CE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9D8C4-9115-411D-BCC5-8D67EF36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DA164-D2DB-4018-8277-4A9DDD4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A9ACB-B6FF-4851-B6DC-AC0EAF6C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08820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DC6E0-383E-4990-BBC0-48AF84C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BF50A-1B63-4E5D-9CD3-6BE3089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4E20D-6D62-4D04-B77C-F8EB8D31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C5FFE-5851-4269-BBF5-F59D6B2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679DF-BC07-493B-A368-196CFED2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86D6-0380-499E-9FFB-0865EE6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Variable - Length Arrays. Pointers: What Are Pointers?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77256-5DA4-40D8-A9B1-644EC0F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219C6-32D3-460F-A91C-1506D633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E71A-6056-411B-AF95-BEEF6A3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60CD6-A904-4C30-8227-44AECCC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518AC-178F-4877-B144-44EA17D0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340491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62133-AA17-4207-9297-45473AD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88A08-C1AB-48DE-AE6B-0F5028B2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0596B-0CDC-4258-8EED-BE86CFE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E622F-2822-4619-9B88-B42FC7D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35878-AC02-41BA-9A4F-52EA29B7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Pointer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0211B-EE7D-401B-ACE3-D6AE441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Pointer Variables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3240A-1164-43B2-9E1E-0B0CDB1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2E714-875E-485D-949D-DB03BE5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3AFE-6857-424D-87AF-F9A2489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21B9A-43A9-4387-8642-A222D862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E1B49-C445-4E9D-B897-C848696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D24DE-6DC4-434D-9A9F-A46B8CB3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EFCA8-1B14-48D3-AC30-D094F8D9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FFD86-4636-454E-8F7E-FBF04C9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2A816-D96E-43CF-918F-F9DD04B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BC04B-A9E2-4E9C-B071-CA1EF18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107671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A74A2-34A6-44F1-9C04-84B2254C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7B317-11B8-49B6-8A92-F71739BA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5EFFB-0277-4EE4-8D0F-09694BD7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9808-777F-491A-9E7C-546B2B5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DD7A1-7BE0-4D0B-AB6A-53359C0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40B3C-9F7C-4C14-8E73-2BD8095F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05AD7-70AA-47F4-A74D-E75CD661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6C717-EF69-4923-AF6D-F3458B90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C5AC5-C181-4B65-A691-278DCC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Pointer Variables.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7130D-EC2B-4521-9938-8D29EF5D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D8003-E4AE-4CB4-B690-DE43112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A925A-DE84-4F5D-976D-25206760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Pointer Variable...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01F23-9D70-4582-8EB7-338E100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C40A5-3393-45F1-9035-C9A6EA68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4ECC2-0306-4E19-A48D-86EF6D0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Pointer Vari...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CFAAB-A837-4EFF-A9EA-21EA4A02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43EA-E198-4DDA-A9C1-E1E4B6C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69305-F735-4612-B924-B716255C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Pointer Varia...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9A884-6769-4A8C-AC87-9B1917EC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ABA8A-BB66-4F00-A426-39E2868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9134E-FDBE-4D8D-965E-1B9685D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Pointer Variables.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2303A-D5A4-423C-86E9-8DF6859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BCAD7-ABD4-4CDE-B970-377325B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082085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81173-13DC-4CA9-87E5-1738DE2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06B71-07D1-4DF7-9C46-9D96609B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4EF34-F80A-47A7-B5F8-25D30CB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F65CE-4F54-45DB-BAEE-4B402C5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7A391-94C7-47BB-9AAD-2EA597E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D45A2-AD7D-40F7-8B6B-CB3BB557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071BF-6047-472B-B0A8-3D75B8A4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0DB21-8444-467C-9DF9-CB476AC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78078-2DAE-423A-98F1-97B52D5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9E328-5EAC-45EE-8BCE-A7C53B2C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ECF8A-C173-4914-AA59-4F3E911E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EE9D9-5C7F-4B3F-A7B0-A2389C70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7031A-B8BE-4A8D-94EC-C10F9A8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0B4FD-5E88-4147-A711-416DF96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A12F0-1D1A-4184-9C32-27E9BA9C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952471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26D39-03BA-40E4-894B-FFE439E9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CA168-ACD8-4A9A-B5DF-2E33A104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FFD9E-ECCD-4D04-A6AE-ADB0BE6A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1D424-E3DB-4D83-9A50-929E5A4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E10F5-BA39-4D8A-A7AF-E529925E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DA4E7-E069-4B36-9C38-DB12987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Pointer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B50BA-FCAA-47F9-87BF-5161A9C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410A1-288E-47A3-8B35-1B9F484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85790-8F9A-4034-B76C-9054630B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3EEA4-B9BF-42B2-A02E-8294628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521BE-41D4-431C-B7CB-831744F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503546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4A5E-7E7A-4748-BD0A-CF051F4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8F858-5295-4E34-B175-30D9D47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FEEDE-592F-43AF-8D2C-CFD2B97A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7DDF-C92C-4523-A2A5-049A67F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2F526-9B56-4BBB-B775-56BA3C0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DD9B6-1214-4586-9802-F852B4C4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848563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F2EA-F94A-448D-A119-71246D0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8E873-796E-4F39-8102-C3F4E2D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801A-8848-4650-BEAA-2DB888D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72D24-1808-4192-99C8-E9F8B3E4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22B39-9578-4083-B978-A425EAFA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Single-Dimension: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Pointer: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DDC0B-A650-41F1-9FFC-344A515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74191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47286-C9A6-46EC-898E-0F5DBDB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45512-4E87-4074-9B31-DECE7FA8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AB8E5-0C74-4778-AC31-7B199C8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FBB90-E308-4D45-9243-43C85E51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7639A-17C6-421A-A23D-1A7C6DC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011DB-3E0A-455E-838B-EBF65DC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1099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770ED-9EEB-4345-B72E-27A55505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54710-D34C-4C26-80AC-CA1833F4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538A6-0305-458A-A909-CB057BC0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8BC83-0FDD-4898-99AE-1198B3FD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1E549-541B-499E-9ED3-CCB86C9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63215-6449-41E6-BE8E-CA9125BC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841126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62AA8-A6B5-40F7-B2BF-6819267A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7FD3E-3565-4FC9-90C2-6D99DF7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ECD6-33D8-4044-AE48-732029D3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19005-8CB4-408E-88A4-539290EC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05CF6-D86E-46FD-8B27-04DC3E1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Arrays and Strings: Single-Dimension Arrays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Generating a Pointer to an Array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Passing Single -Dimension Arrays to Functions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Two-Dimensional Arrays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Multidimensional Arrays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F5600-31D2-49F3-94AE-9BB81BA1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C5E4-6BE0-40E6-B207-D429B161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F823C-0652-4C14-A84F-DE0593B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3002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2026-08-24T16:02:41.8860000Z</dcterms:created>
  <dcterms:modified xsi:type="dcterms:W3CDTF">2026-08-24T16:02:41.8860000Z</dcterms:modified>
</coreProperties>
</file>