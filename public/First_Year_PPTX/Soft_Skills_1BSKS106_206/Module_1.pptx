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319600658b4762" /><Relationship Type="http://schemas.openxmlformats.org/officeDocument/2006/relationships/extended-properties" Target="/docProps/app.xml" Id="R71bd3b44e1f84bf6" /><Relationship Type="http://schemas.openxmlformats.org/officeDocument/2006/relationships/officeDocument" Target="/ppt/presentation.xml" Id="Rd491deae8c834f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68da05efda4e15"/>
  </p:sldMasterIdLst>
  <p:notesMasterIdLst>
    <p:notesMasterId xmlns:r="http://schemas.openxmlformats.org/officeDocument/2006/relationships" r:id="R439ef030d5b24793"/>
  </p:notesMasterIdLst>
  <p:sldIdLst>
    <p:sldId xmlns:r="http://schemas.openxmlformats.org/officeDocument/2006/relationships" id="256" r:id="R2d5c278bf644434c"/>
    <p:sldId xmlns:r="http://schemas.openxmlformats.org/officeDocument/2006/relationships" id="257" r:id="Re008e6b71dcf4a6a"/>
    <p:sldId xmlns:r="http://schemas.openxmlformats.org/officeDocument/2006/relationships" id="258" r:id="Rba7cf25df7b74c03"/>
    <p:sldId xmlns:r="http://schemas.openxmlformats.org/officeDocument/2006/relationships" id="259" r:id="Ra115f6ec9278493e"/>
    <p:sldId xmlns:r="http://schemas.openxmlformats.org/officeDocument/2006/relationships" id="260" r:id="R7646c799297647d2"/>
    <p:sldId xmlns:r="http://schemas.openxmlformats.org/officeDocument/2006/relationships" id="261" r:id="Re9cd4062aafd4cb5"/>
    <p:sldId xmlns:r="http://schemas.openxmlformats.org/officeDocument/2006/relationships" id="262" r:id="Rb305cc8aee9b4cd1"/>
    <p:sldId xmlns:r="http://schemas.openxmlformats.org/officeDocument/2006/relationships" id="263" r:id="R87edd81bf2ac4712"/>
    <p:sldId xmlns:r="http://schemas.openxmlformats.org/officeDocument/2006/relationships" id="264" r:id="Rcdcd00e2cc04436d"/>
    <p:sldId xmlns:r="http://schemas.openxmlformats.org/officeDocument/2006/relationships" id="265" r:id="Rfdf71029f2234b5a"/>
    <p:sldId xmlns:r="http://schemas.openxmlformats.org/officeDocument/2006/relationships" id="266" r:id="Re5ab375886d24e24"/>
    <p:sldId xmlns:r="http://schemas.openxmlformats.org/officeDocument/2006/relationships" id="267" r:id="Rbe014d95d56542e9"/>
    <p:sldId xmlns:r="http://schemas.openxmlformats.org/officeDocument/2006/relationships" id="268" r:id="Rf85ba7b1f7c54aef"/>
    <p:sldId xmlns:r="http://schemas.openxmlformats.org/officeDocument/2006/relationships" id="269" r:id="R04a98d113d764d13"/>
    <p:sldId xmlns:r="http://schemas.openxmlformats.org/officeDocument/2006/relationships" id="270" r:id="R652e51eb9c6043e7"/>
    <p:sldId xmlns:r="http://schemas.openxmlformats.org/officeDocument/2006/relationships" id="271" r:id="Re31d69f30f404fd2"/>
    <p:sldId xmlns:r="http://schemas.openxmlformats.org/officeDocument/2006/relationships" id="272" r:id="R20489ca6aa094728"/>
    <p:sldId xmlns:r="http://schemas.openxmlformats.org/officeDocument/2006/relationships" id="273" r:id="Rd1d64b99bb9e4100"/>
    <p:sldId xmlns:r="http://schemas.openxmlformats.org/officeDocument/2006/relationships" id="274" r:id="R5da8da96a0274fd0"/>
    <p:sldId xmlns:r="http://schemas.openxmlformats.org/officeDocument/2006/relationships" id="275" r:id="Rd6af8af3e1c54935"/>
    <p:sldId xmlns:r="http://schemas.openxmlformats.org/officeDocument/2006/relationships" id="276" r:id="R10cb051ef8c544d2"/>
    <p:sldId xmlns:r="http://schemas.openxmlformats.org/officeDocument/2006/relationships" id="277" r:id="R8858f447ed7442d1"/>
    <p:sldId xmlns:r="http://schemas.openxmlformats.org/officeDocument/2006/relationships" id="278" r:id="R814b92b28cea40e9"/>
    <p:sldId xmlns:r="http://schemas.openxmlformats.org/officeDocument/2006/relationships" id="279" r:id="R8db64961bff542e9"/>
    <p:sldId xmlns:r="http://schemas.openxmlformats.org/officeDocument/2006/relationships" id="280" r:id="R3ddf6932932a47b0"/>
    <p:sldId xmlns:r="http://schemas.openxmlformats.org/officeDocument/2006/relationships" id="281" r:id="R0ad5cb4791c14bbd"/>
    <p:sldId xmlns:r="http://schemas.openxmlformats.org/officeDocument/2006/relationships" id="282" r:id="R7178acf2fd4b4deb"/>
    <p:sldId xmlns:r="http://schemas.openxmlformats.org/officeDocument/2006/relationships" id="283" r:id="R9aa0ee81720f4a36"/>
    <p:sldId xmlns:r="http://schemas.openxmlformats.org/officeDocument/2006/relationships" id="284" r:id="R49ad15814f04410a"/>
    <p:sldId xmlns:r="http://schemas.openxmlformats.org/officeDocument/2006/relationships" id="285" r:id="R53d76a207da44419"/>
    <p:sldId xmlns:r="http://schemas.openxmlformats.org/officeDocument/2006/relationships" id="286" r:id="R22e668fde34343fb"/>
    <p:sldId xmlns:r="http://schemas.openxmlformats.org/officeDocument/2006/relationships" id="287" r:id="Rf47a11f7867d4c23"/>
    <p:sldId xmlns:r="http://schemas.openxmlformats.org/officeDocument/2006/relationships" id="288" r:id="Ref518c6a73934bad"/>
    <p:sldId xmlns:r="http://schemas.openxmlformats.org/officeDocument/2006/relationships" id="289" r:id="R6f7e32ec681c46b5"/>
    <p:sldId xmlns:r="http://schemas.openxmlformats.org/officeDocument/2006/relationships" id="290" r:id="R1ef0df8d8b034dcc"/>
    <p:sldId xmlns:r="http://schemas.openxmlformats.org/officeDocument/2006/relationships" id="291" r:id="Rb9741267b24f4f8a"/>
    <p:sldId xmlns:r="http://schemas.openxmlformats.org/officeDocument/2006/relationships" id="292" r:id="Radabe00bbb384c7e"/>
    <p:sldId xmlns:r="http://schemas.openxmlformats.org/officeDocument/2006/relationships" id="293" r:id="Rcebfe46f02934454"/>
    <p:sldId xmlns:r="http://schemas.openxmlformats.org/officeDocument/2006/relationships" id="294" r:id="Rd249b2db732a4923"/>
    <p:sldId xmlns:r="http://schemas.openxmlformats.org/officeDocument/2006/relationships" id="295" r:id="Rd0887a2d13f240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e90941d5554e82" /><Relationship Type="http://schemas.openxmlformats.org/officeDocument/2006/relationships/slideMaster" Target="/ppt/slideMasters/slideMaster1.xml" Id="R6568da05efda4e15" /><Relationship Type="http://schemas.openxmlformats.org/officeDocument/2006/relationships/notesMaster" Target="/ppt/notesMasters/notesMaster1.xml" Id="R439ef030d5b24793" /><Relationship Type="http://schemas.openxmlformats.org/officeDocument/2006/relationships/presProps" Target="/ppt/presProps.xml" Id="R9d0507c857ca460d" /><Relationship Type="http://schemas.openxmlformats.org/officeDocument/2006/relationships/tableStyles" Target="/ppt/tableStyles.xml" Id="Rba58bcd21abc42e3" /><Relationship Type="http://schemas.openxmlformats.org/officeDocument/2006/relationships/slide" Target="/ppt/slides/slide1.xml" Id="R2d5c278bf644434c" /><Relationship Type="http://schemas.openxmlformats.org/officeDocument/2006/relationships/slide" Target="/ppt/slides/slide2.xml" Id="Re008e6b71dcf4a6a" /><Relationship Type="http://schemas.openxmlformats.org/officeDocument/2006/relationships/slide" Target="/ppt/slides/slide3.xml" Id="Rba7cf25df7b74c03" /><Relationship Type="http://schemas.openxmlformats.org/officeDocument/2006/relationships/slide" Target="/ppt/slides/slide4.xml" Id="Ra115f6ec9278493e" /><Relationship Type="http://schemas.openxmlformats.org/officeDocument/2006/relationships/slide" Target="/ppt/slides/slide5.xml" Id="R7646c799297647d2" /><Relationship Type="http://schemas.openxmlformats.org/officeDocument/2006/relationships/slide" Target="/ppt/slides/slide6.xml" Id="Re9cd4062aafd4cb5" /><Relationship Type="http://schemas.openxmlformats.org/officeDocument/2006/relationships/slide" Target="/ppt/slides/slide7.xml" Id="Rb305cc8aee9b4cd1" /><Relationship Type="http://schemas.openxmlformats.org/officeDocument/2006/relationships/slide" Target="/ppt/slides/slide8.xml" Id="R87edd81bf2ac4712" /><Relationship Type="http://schemas.openxmlformats.org/officeDocument/2006/relationships/slide" Target="/ppt/slides/slide9.xml" Id="Rcdcd00e2cc04436d" /><Relationship Type="http://schemas.openxmlformats.org/officeDocument/2006/relationships/slide" Target="/ppt/slides/slide10.xml" Id="Rfdf71029f2234b5a" /><Relationship Type="http://schemas.openxmlformats.org/officeDocument/2006/relationships/slide" Target="/ppt/slides/slide11.xml" Id="Re5ab375886d24e24" /><Relationship Type="http://schemas.openxmlformats.org/officeDocument/2006/relationships/slide" Target="/ppt/slides/slide12.xml" Id="Rbe014d95d56542e9" /><Relationship Type="http://schemas.openxmlformats.org/officeDocument/2006/relationships/slide" Target="/ppt/slides/slide13.xml" Id="Rf85ba7b1f7c54aef" /><Relationship Type="http://schemas.openxmlformats.org/officeDocument/2006/relationships/slide" Target="/ppt/slides/slide14.xml" Id="R04a98d113d764d13" /><Relationship Type="http://schemas.openxmlformats.org/officeDocument/2006/relationships/slide" Target="/ppt/slides/slide15.xml" Id="R652e51eb9c6043e7" /><Relationship Type="http://schemas.openxmlformats.org/officeDocument/2006/relationships/slide" Target="/ppt/slides/slide16.xml" Id="Re31d69f30f404fd2" /><Relationship Type="http://schemas.openxmlformats.org/officeDocument/2006/relationships/slide" Target="/ppt/slides/slide17.xml" Id="R20489ca6aa094728" /><Relationship Type="http://schemas.openxmlformats.org/officeDocument/2006/relationships/slide" Target="/ppt/slides/slide18.xml" Id="Rd1d64b99bb9e4100" /><Relationship Type="http://schemas.openxmlformats.org/officeDocument/2006/relationships/slide" Target="/ppt/slides/slide19.xml" Id="R5da8da96a0274fd0" /><Relationship Type="http://schemas.openxmlformats.org/officeDocument/2006/relationships/slide" Target="/ppt/slides/slide20.xml" Id="Rd6af8af3e1c54935" /><Relationship Type="http://schemas.openxmlformats.org/officeDocument/2006/relationships/slide" Target="/ppt/slides/slide21.xml" Id="R10cb051ef8c544d2" /><Relationship Type="http://schemas.openxmlformats.org/officeDocument/2006/relationships/slide" Target="/ppt/slides/slide22.xml" Id="R8858f447ed7442d1" /><Relationship Type="http://schemas.openxmlformats.org/officeDocument/2006/relationships/slide" Target="/ppt/slides/slide23.xml" Id="R814b92b28cea40e9" /><Relationship Type="http://schemas.openxmlformats.org/officeDocument/2006/relationships/slide" Target="/ppt/slides/slide24.xml" Id="R8db64961bff542e9" /><Relationship Type="http://schemas.openxmlformats.org/officeDocument/2006/relationships/slide" Target="/ppt/slides/slide25.xml" Id="R3ddf6932932a47b0" /><Relationship Type="http://schemas.openxmlformats.org/officeDocument/2006/relationships/slide" Target="/ppt/slides/slide26.xml" Id="R0ad5cb4791c14bbd" /><Relationship Type="http://schemas.openxmlformats.org/officeDocument/2006/relationships/slide" Target="/ppt/slides/slide27.xml" Id="R7178acf2fd4b4deb" /><Relationship Type="http://schemas.openxmlformats.org/officeDocument/2006/relationships/slide" Target="/ppt/slides/slide28.xml" Id="R9aa0ee81720f4a36" /><Relationship Type="http://schemas.openxmlformats.org/officeDocument/2006/relationships/slide" Target="/ppt/slides/slide29.xml" Id="R49ad15814f04410a" /><Relationship Type="http://schemas.openxmlformats.org/officeDocument/2006/relationships/slide" Target="/ppt/slides/slide30.xml" Id="R53d76a207da44419" /><Relationship Type="http://schemas.openxmlformats.org/officeDocument/2006/relationships/slide" Target="/ppt/slides/slide31.xml" Id="R22e668fde34343fb" /><Relationship Type="http://schemas.openxmlformats.org/officeDocument/2006/relationships/slide" Target="/ppt/slides/slide32.xml" Id="Rf47a11f7867d4c23" /><Relationship Type="http://schemas.openxmlformats.org/officeDocument/2006/relationships/slide" Target="/ppt/slides/slide33.xml" Id="Ref518c6a73934bad" /><Relationship Type="http://schemas.openxmlformats.org/officeDocument/2006/relationships/slide" Target="/ppt/slides/slide34.xml" Id="R6f7e32ec681c46b5" /><Relationship Type="http://schemas.openxmlformats.org/officeDocument/2006/relationships/slide" Target="/ppt/slides/slide35.xml" Id="R1ef0df8d8b034dcc" /><Relationship Type="http://schemas.openxmlformats.org/officeDocument/2006/relationships/slide" Target="/ppt/slides/slide36.xml" Id="Rb9741267b24f4f8a" /><Relationship Type="http://schemas.openxmlformats.org/officeDocument/2006/relationships/slide" Target="/ppt/slides/slide37.xml" Id="Radabe00bbb384c7e" /><Relationship Type="http://schemas.openxmlformats.org/officeDocument/2006/relationships/slide" Target="/ppt/slides/slide38.xml" Id="Rcebfe46f02934454" /><Relationship Type="http://schemas.openxmlformats.org/officeDocument/2006/relationships/slide" Target="/ppt/slides/slide39.xml" Id="Rd249b2db732a4923" /><Relationship Type="http://schemas.openxmlformats.org/officeDocument/2006/relationships/slide" Target="/ppt/slides/slide40.xml" Id="Rd0887a2d13f240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4f8a19abc54e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365cb2de504213" /><Relationship Type="http://schemas.openxmlformats.org/officeDocument/2006/relationships/notesMaster" Target="/ppt/notesMasters/notesMaster1.xml" Id="Ra491fc6e31d545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bb331b873a4c02" /><Relationship Type="http://schemas.openxmlformats.org/officeDocument/2006/relationships/notesMaster" Target="/ppt/notesMasters/notesMaster1.xml" Id="Rdcc94fde51ef4b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36bd70c4404357" /><Relationship Type="http://schemas.openxmlformats.org/officeDocument/2006/relationships/notesMaster" Target="/ppt/notesMasters/notesMaster1.xml" Id="R536ea23a250b44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bd92da2f2e4370" /><Relationship Type="http://schemas.openxmlformats.org/officeDocument/2006/relationships/notesMaster" Target="/ppt/notesMasters/notesMaster1.xml" Id="Rdee5e8c8db4a44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656228b35c41b0" /><Relationship Type="http://schemas.openxmlformats.org/officeDocument/2006/relationships/notesMaster" Target="/ppt/notesMasters/notesMaster1.xml" Id="Rb4c2ca3dbb6746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acbd36be5b40ec" /><Relationship Type="http://schemas.openxmlformats.org/officeDocument/2006/relationships/notesMaster" Target="/ppt/notesMasters/notesMaster1.xml" Id="Rfb62fb4b39ef47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4e064311a549f4" /><Relationship Type="http://schemas.openxmlformats.org/officeDocument/2006/relationships/notesMaster" Target="/ppt/notesMasters/notesMaster1.xml" Id="R2a693485442f48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decb698fee4569" /><Relationship Type="http://schemas.openxmlformats.org/officeDocument/2006/relationships/notesMaster" Target="/ppt/notesMasters/notesMaster1.xml" Id="Rd89f05b7646045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f65e13cd14e77" /><Relationship Type="http://schemas.openxmlformats.org/officeDocument/2006/relationships/notesMaster" Target="/ppt/notesMasters/notesMaster1.xml" Id="R0ff6c077f37c4b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8e6967f3b04b0e" /><Relationship Type="http://schemas.openxmlformats.org/officeDocument/2006/relationships/notesMaster" Target="/ppt/notesMasters/notesMaster1.xml" Id="Rf23ad866a4f940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5e3d211f324359" /><Relationship Type="http://schemas.openxmlformats.org/officeDocument/2006/relationships/notesMaster" Target="/ppt/notesMasters/notesMaster1.xml" Id="R3a928dda774947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be7bfcb66340ea" /><Relationship Type="http://schemas.openxmlformats.org/officeDocument/2006/relationships/notesMaster" Target="/ppt/notesMasters/notesMaster1.xml" Id="Redc1f5403e4245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968a3bb8b340ef" /><Relationship Type="http://schemas.openxmlformats.org/officeDocument/2006/relationships/notesMaster" Target="/ppt/notesMasters/notesMaster1.xml" Id="R1bcfdf4598ba49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7d29b69e21444c" /><Relationship Type="http://schemas.openxmlformats.org/officeDocument/2006/relationships/notesMaster" Target="/ppt/notesMasters/notesMaster1.xml" Id="Rf6aac59de9f444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a775e580634c5b" /><Relationship Type="http://schemas.openxmlformats.org/officeDocument/2006/relationships/notesMaster" Target="/ppt/notesMasters/notesMaster1.xml" Id="R00046e0e8b2a45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2b07379fdb457c" /><Relationship Type="http://schemas.openxmlformats.org/officeDocument/2006/relationships/notesMaster" Target="/ppt/notesMasters/notesMaster1.xml" Id="R2fc0a106c24e4d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dd52e0c67e4759" /><Relationship Type="http://schemas.openxmlformats.org/officeDocument/2006/relationships/notesMaster" Target="/ppt/notesMasters/notesMaster1.xml" Id="R118c258864a748c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1685494e134434" /><Relationship Type="http://schemas.openxmlformats.org/officeDocument/2006/relationships/notesMaster" Target="/ppt/notesMasters/notesMaster1.xml" Id="Rb3e8eaa67d6a4b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8e86c878554043" /><Relationship Type="http://schemas.openxmlformats.org/officeDocument/2006/relationships/notesMaster" Target="/ppt/notesMasters/notesMaster1.xml" Id="R99ef2c7a912e47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9ae97ad918b441e" /><Relationship Type="http://schemas.openxmlformats.org/officeDocument/2006/relationships/notesMaster" Target="/ppt/notesMasters/notesMaster1.xml" Id="R4d9f83c93d6b4aa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343f78c2c8b4382" /><Relationship Type="http://schemas.openxmlformats.org/officeDocument/2006/relationships/notesMaster" Target="/ppt/notesMasters/notesMaster1.xml" Id="R399f4e06e6a44ff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8f50c423b84985" /><Relationship Type="http://schemas.openxmlformats.org/officeDocument/2006/relationships/notesMaster" Target="/ppt/notesMasters/notesMaster1.xml" Id="Ra77ffb2fcf244ab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50c7931d6f74121" /><Relationship Type="http://schemas.openxmlformats.org/officeDocument/2006/relationships/notesMaster" Target="/ppt/notesMasters/notesMaster1.xml" Id="Rf7f556f9bf134ef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dadd034a204a75" /><Relationship Type="http://schemas.openxmlformats.org/officeDocument/2006/relationships/notesMaster" Target="/ppt/notesMasters/notesMaster1.xml" Id="R48055b2b9dd648c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6467a192efd48cd" /><Relationship Type="http://schemas.openxmlformats.org/officeDocument/2006/relationships/notesMaster" Target="/ppt/notesMasters/notesMaster1.xml" Id="R105341b74b444d6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cacea642482405d" /><Relationship Type="http://schemas.openxmlformats.org/officeDocument/2006/relationships/notesMaster" Target="/ppt/notesMasters/notesMaster1.xml" Id="Rd6364843d32a4dd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0d020af59714876" /><Relationship Type="http://schemas.openxmlformats.org/officeDocument/2006/relationships/notesMaster" Target="/ppt/notesMasters/notesMaster1.xml" Id="Rde0fe127dc9b452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cd305fa4c024d33" /><Relationship Type="http://schemas.openxmlformats.org/officeDocument/2006/relationships/notesMaster" Target="/ppt/notesMasters/notesMaster1.xml" Id="R5663a3d1af7843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5b9e42a72c44661" /><Relationship Type="http://schemas.openxmlformats.org/officeDocument/2006/relationships/notesMaster" Target="/ppt/notesMasters/notesMaster1.xml" Id="R56b3dae2538e4f2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d07c0cbea9643ba" /><Relationship Type="http://schemas.openxmlformats.org/officeDocument/2006/relationships/notesMaster" Target="/ppt/notesMasters/notesMaster1.xml" Id="Re8354636b09f454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9ae1556409340c5" /><Relationship Type="http://schemas.openxmlformats.org/officeDocument/2006/relationships/notesMaster" Target="/ppt/notesMasters/notesMaster1.xml" Id="Rc802c670a909412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a4ecbfb99a04594" /><Relationship Type="http://schemas.openxmlformats.org/officeDocument/2006/relationships/notesMaster" Target="/ppt/notesMasters/notesMaster1.xml" Id="Rfb8f170ba4a142f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aea419619ad4853" /><Relationship Type="http://schemas.openxmlformats.org/officeDocument/2006/relationships/notesMaster" Target="/ppt/notesMasters/notesMaster1.xml" Id="R1b0b610d47ca404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67ea776519847b5" /><Relationship Type="http://schemas.openxmlformats.org/officeDocument/2006/relationships/notesMaster" Target="/ppt/notesMasters/notesMaster1.xml" Id="Rf0db83a7c3af42f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67f18a08180443f" /><Relationship Type="http://schemas.openxmlformats.org/officeDocument/2006/relationships/notesMaster" Target="/ppt/notesMasters/notesMaster1.xml" Id="R5352f6c16a81493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19b8b3d37fb43fa" /><Relationship Type="http://schemas.openxmlformats.org/officeDocument/2006/relationships/notesMaster" Target="/ppt/notesMasters/notesMaster1.xml" Id="R773abddcb89848f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027e5d76b654aed" /><Relationship Type="http://schemas.openxmlformats.org/officeDocument/2006/relationships/notesMaster" Target="/ppt/notesMasters/notesMaster1.xml" Id="R5b65c65a8749415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f361cb9e47d40ef" /><Relationship Type="http://schemas.openxmlformats.org/officeDocument/2006/relationships/notesMaster" Target="/ppt/notesMasters/notesMaster1.xml" Id="Rb2b301365cb5486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275ffd5e0244eef" /><Relationship Type="http://schemas.openxmlformats.org/officeDocument/2006/relationships/notesMaster" Target="/ppt/notesMasters/notesMaster1.xml" Id="Rdfd8f256ea234e5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f5a0b2119ed4e8b" /><Relationship Type="http://schemas.openxmlformats.org/officeDocument/2006/relationships/notesMaster" Target="/ppt/notesMasters/notesMaster1.xml" Id="R00221427ea354c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bfce5609e4a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8d8a5e41ad4602" /><Relationship Type="http://schemas.openxmlformats.org/officeDocument/2006/relationships/slideLayout" Target="/ppt/slideLayouts/slideLayout1.xml" Id="R26875e961e1e4e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875e961e1e4e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bc81b0ed1495f" /><Relationship Type="http://schemas.openxmlformats.org/officeDocument/2006/relationships/notesSlide" Target="/ppt/notesSlides/notesSlide1.xml" Id="Re7ad99b007c541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ddff4db8445a9" /><Relationship Type="http://schemas.openxmlformats.org/officeDocument/2006/relationships/notesSlide" Target="/ppt/notesSlides/notesSlide2.xml" Id="R9ee9335eff1141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b8d8d99cc4a8b" /><Relationship Type="http://schemas.openxmlformats.org/officeDocument/2006/relationships/notesSlide" Target="/ppt/notesSlides/notesSlide3.xml" Id="R423f9a43cfb842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c083f4ff54b16" /><Relationship Type="http://schemas.openxmlformats.org/officeDocument/2006/relationships/notesSlide" Target="/ppt/notesSlides/notesSlide4.xml" Id="Rf2b79512279245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5e574e39c4a40" /><Relationship Type="http://schemas.openxmlformats.org/officeDocument/2006/relationships/notesSlide" Target="/ppt/notesSlides/notesSlide5.xml" Id="R88556148a3684a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016b0cd944b5b" /><Relationship Type="http://schemas.openxmlformats.org/officeDocument/2006/relationships/notesSlide" Target="/ppt/notesSlides/notesSlide6.xml" Id="R0cfce7f57be84f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d5b426cb8489c" /><Relationship Type="http://schemas.openxmlformats.org/officeDocument/2006/relationships/notesSlide" Target="/ppt/notesSlides/notesSlide7.xml" Id="R46173b70f73145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8f0e14a9b4903" /><Relationship Type="http://schemas.openxmlformats.org/officeDocument/2006/relationships/notesSlide" Target="/ppt/notesSlides/notesSlide8.xml" Id="R0a30e1b452a543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1d3bd5a874dd4" /><Relationship Type="http://schemas.openxmlformats.org/officeDocument/2006/relationships/notesSlide" Target="/ppt/notesSlides/notesSlide9.xml" Id="R24b82f4e96004d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b1ffcbdbb4884" /><Relationship Type="http://schemas.openxmlformats.org/officeDocument/2006/relationships/notesSlide" Target="/ppt/notesSlides/notesSlide10.xml" Id="R3ec8cce4908d4e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941c312aa417e" /><Relationship Type="http://schemas.openxmlformats.org/officeDocument/2006/relationships/notesSlide" Target="/ppt/notesSlides/notesSlide11.xml" Id="Re9762e34d1be44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9fc21d9f84968" /><Relationship Type="http://schemas.openxmlformats.org/officeDocument/2006/relationships/notesSlide" Target="/ppt/notesSlides/notesSlide12.xml" Id="R11864f7ebf3646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45be361784425" /><Relationship Type="http://schemas.openxmlformats.org/officeDocument/2006/relationships/notesSlide" Target="/ppt/notesSlides/notesSlide13.xml" Id="R9651b14ee10e4b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f7eab06b04f07" /><Relationship Type="http://schemas.openxmlformats.org/officeDocument/2006/relationships/notesSlide" Target="/ppt/notesSlides/notesSlide14.xml" Id="Rdf0f7b08e3c94b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423f760244786" /><Relationship Type="http://schemas.openxmlformats.org/officeDocument/2006/relationships/notesSlide" Target="/ppt/notesSlides/notesSlide15.xml" Id="R75c9553034ee43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1922ca5264c8f" /><Relationship Type="http://schemas.openxmlformats.org/officeDocument/2006/relationships/notesSlide" Target="/ppt/notesSlides/notesSlide16.xml" Id="R46217461f13349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02f9a7e544b9a" /><Relationship Type="http://schemas.openxmlformats.org/officeDocument/2006/relationships/notesSlide" Target="/ppt/notesSlides/notesSlide17.xml" Id="Rd98a4a45078e40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11d8cfdc14303" /><Relationship Type="http://schemas.openxmlformats.org/officeDocument/2006/relationships/notesSlide" Target="/ppt/notesSlides/notesSlide18.xml" Id="R0fda09aeeb964b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6dfd220874ade" /><Relationship Type="http://schemas.openxmlformats.org/officeDocument/2006/relationships/notesSlide" Target="/ppt/notesSlides/notesSlide19.xml" Id="R42ba4afa0b7648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ef5cead2e4bf2" /><Relationship Type="http://schemas.openxmlformats.org/officeDocument/2006/relationships/notesSlide" Target="/ppt/notesSlides/notesSlide20.xml" Id="Rebb7625e058d42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6248016364280" /><Relationship Type="http://schemas.openxmlformats.org/officeDocument/2006/relationships/notesSlide" Target="/ppt/notesSlides/notesSlide21.xml" Id="Rbeaea49b38be485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40a2b596849ef" /><Relationship Type="http://schemas.openxmlformats.org/officeDocument/2006/relationships/notesSlide" Target="/ppt/notesSlides/notesSlide22.xml" Id="Rdfbdd969e99440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06364ed654381" /><Relationship Type="http://schemas.openxmlformats.org/officeDocument/2006/relationships/notesSlide" Target="/ppt/notesSlides/notesSlide23.xml" Id="Rd96b79bf071943c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ebad356aa4e9f" /><Relationship Type="http://schemas.openxmlformats.org/officeDocument/2006/relationships/notesSlide" Target="/ppt/notesSlides/notesSlide24.xml" Id="R1619b856c8b8404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e2924c0834978" /><Relationship Type="http://schemas.openxmlformats.org/officeDocument/2006/relationships/notesSlide" Target="/ppt/notesSlides/notesSlide25.xml" Id="R3d2eecb866244ef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eb29fe9fd4a46" /><Relationship Type="http://schemas.openxmlformats.org/officeDocument/2006/relationships/notesSlide" Target="/ppt/notesSlides/notesSlide26.xml" Id="Re0daa272626a41a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196dd393541b4" /><Relationship Type="http://schemas.openxmlformats.org/officeDocument/2006/relationships/notesSlide" Target="/ppt/notesSlides/notesSlide27.xml" Id="R3e4c2b929c67484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c1232b7864d6e" /><Relationship Type="http://schemas.openxmlformats.org/officeDocument/2006/relationships/notesSlide" Target="/ppt/notesSlides/notesSlide28.xml" Id="Raf57a1ff6024415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7fb31d1e04cb2" /><Relationship Type="http://schemas.openxmlformats.org/officeDocument/2006/relationships/notesSlide" Target="/ppt/notesSlides/notesSlide29.xml" Id="Ref78cbac8e8442a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710fc8d8a4f89" /><Relationship Type="http://schemas.openxmlformats.org/officeDocument/2006/relationships/notesSlide" Target="/ppt/notesSlides/notesSlide30.xml" Id="R1f1c2be2d62645a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b45f08f244d4c" /><Relationship Type="http://schemas.openxmlformats.org/officeDocument/2006/relationships/notesSlide" Target="/ppt/notesSlides/notesSlide31.xml" Id="R45db4b5e9d45452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8e2504ef24129" /><Relationship Type="http://schemas.openxmlformats.org/officeDocument/2006/relationships/notesSlide" Target="/ppt/notesSlides/notesSlide32.xml" Id="R1f682fedd30e4f1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3f811ff374118" /><Relationship Type="http://schemas.openxmlformats.org/officeDocument/2006/relationships/notesSlide" Target="/ppt/notesSlides/notesSlide33.xml" Id="R05017994d11b409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2fe5e2cce4394" /><Relationship Type="http://schemas.openxmlformats.org/officeDocument/2006/relationships/notesSlide" Target="/ppt/notesSlides/notesSlide34.xml" Id="Ra867ae4f52c54bd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6e2f86d8e4987" /><Relationship Type="http://schemas.openxmlformats.org/officeDocument/2006/relationships/notesSlide" Target="/ppt/notesSlides/notesSlide35.xml" Id="R6cf5955bc1f3419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ea0fbf3cc4783" /><Relationship Type="http://schemas.openxmlformats.org/officeDocument/2006/relationships/notesSlide" Target="/ppt/notesSlides/notesSlide36.xml" Id="Rb6783842edbb46b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0b1a46d984aa1" /><Relationship Type="http://schemas.openxmlformats.org/officeDocument/2006/relationships/notesSlide" Target="/ppt/notesSlides/notesSlide37.xml" Id="R6a6f20594eaa426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eb1d4998045ad" /><Relationship Type="http://schemas.openxmlformats.org/officeDocument/2006/relationships/notesSlide" Target="/ppt/notesSlides/notesSlide38.xml" Id="R61f982363dcb44f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1600e365d4584" /><Relationship Type="http://schemas.openxmlformats.org/officeDocument/2006/relationships/notesSlide" Target="/ppt/notesSlides/notesSlide39.xml" Id="Rdac0df22d30748c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88acb8828447e" /><Relationship Type="http://schemas.openxmlformats.org/officeDocument/2006/relationships/notesSlide" Target="/ppt/notesSlides/notesSlide40.xml" Id="R9edb7293b67649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F0905-43C8-4E76-BDDE-3560003C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C606A-DB9D-4B10-9A05-0037DFED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Social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6B1E9-4B13-40EA-BD19-6D15A959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Soft Skills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1BSKS106/206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F9AFD-F3A2-45D3-93AF-FFA71422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826BB-C799-4AB9-B16C-890500BD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16C76-5606-45D8-8F46-AA556642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4A5C9-A560-41C2-8E66-2294B6F8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7AD65-CBC4-43A5-96F4-3FECC7B4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766E1-7039-49FE-9E1B-BCE074B4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326F4-BF7A-4F67-B8CB-FCEB6344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CCB5D-1875-43B7-A7F6-EBD516A5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0E014-F2BE-440C-8A59-47563881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E16A4-4397-438F-AA5F-0D17BFFB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50064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50665-E999-4EAF-8C35-1DA015C3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A0F4A-6445-4373-BB79-8BD235DD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D43BF-7188-4875-AC36-AB25404B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9D1CA-8C7F-4C55-B48B-40E57A7D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2A613-BD1B-4F1B-A2E4-272739A6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767D1-216D-4E83-B8D0-84AB5E78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4D287-9D42-4242-8B43-4A80DDBA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30B7E-5BB5-45BE-AC24-F4A9D71D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1913A-E96D-434F-BB25-1702B78C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CE163-4819-4EDF-9969-BB4D9200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4AD56-35D7-482C-9E6B-E66705A2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00C3E-F848-4D89-840A-F07CE9BA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D9F2C-23CD-49B6-BCAA-F1A4C12D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8B0C1-D4AB-4491-BEE4-0ECE9D63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86527-BFF1-462B-8E80-2398F793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75851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335D83-A478-49FD-A3EC-D142D4A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78BF5-9003-485C-B521-2A926E5F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8C6CD-E8D5-4D05-9550-071F3AAF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641C9-7746-4943-80E1-D876C94E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AA3DA-8EED-47C5-83AE-114CC3BE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3F110-0B90-4108-B4F8-0A48FE0B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39CD9-B676-4FBD-B730-4C9FF122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1B805-EBFC-4992-9E30-C32F617C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6BB82-4A19-411E-A836-6BFE7DD8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Social Skills (3 hours) 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F823D-A940-453E-BBAC-015963D6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98650-5643-4A50-8BAC-98E0E722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28BC1-6376-4165-A1C5-EC212B72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Communication: Principles of clear and effective exchange...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454DF-35C2-41C1-8C99-97F609C4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83916-14A6-49C4-A9F8-21A0258B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14D11-1BDC-47D1-AF3D-F5C6E372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Persuasion: Techniques to influence and convince through...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9DEA8-3FBE-49D1-97A3-23AB2F25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18CF92-80CA-4D48-A189-837A619E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FC822-948D-47AD-AED0-6F954D05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Awareness: Identifying personal strengths, weaknesses, op...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E9360-F04F-45F6-98CB-85B218E7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7EBA7-80F4-4C97-95F2-7ED38BB5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546C2-473B-43D6-A9A0-340A2156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Listening: Paraphrasing, questioning techniques, and demo...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04FBE-6613-4B1E-9679-BD745F1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9102F-3D02-4D33-B618-5D5C55FC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41AD6-29CB-4D77-8435-5E8B91BE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Instructional Design Each competency is taught and assess...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D6440-9BD2-4805-9E08-177BB9DB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EF6FE5-2EF4-46DF-A819-229EF0AB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6655EC-44BB-4F59-B31B-C3F17CD1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Teaching Methodology TBTL (Task -Based Teaching Learning)...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BF03FF-5604-4BBB-9613-D90A2419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4F8B6B-DEFE-40B0-B2FF-540B5C60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985832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2962E9-87DA-4ABD-9274-5BA05283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6E49E-FD50-4D3E-B43F-52FBC3A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29220-E162-46C9-8F0C-395153B8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5D80F-1ABF-499B-9949-0CDEF4B8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2BC30-74B6-4E7C-A034-F7C3C614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92EED-0998-4114-ADDA-2AEEDA52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1D00F-BCA1-44F0-9571-407128F1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8CD95-9311-46F6-BC34-F0403983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Social Skills (3 hours) 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A3748-99C8-4F7B-BE90-8E38B7AB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33268-EC23-4737-B463-193F52B2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B2DB2-54E1-4983-883C-BA78252E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Communication: Principles of clear and effective exchange...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5B31E-BC16-4CE3-B455-D1B803CF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1C4F2-457C-42D4-9B2A-F671838E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017ED-0F5D-4FB5-9526-94332C86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Persuasion: Techniques to influence and convince through....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F030A-1D7E-42AD-AF43-27F6900F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6CECF-BF8A-4ED2-842F-4453084C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E06B5-6516-43D5-98E5-9AE42433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Awareness: Identifying personal strengths, weaknesses, op...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0BE13-4543-494E-9759-878BB140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1F726-0685-4B93-B600-EC7EF2B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CC40A-E13A-4A8F-9856-E08D6AB9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Listening: Paraphrasing, questioning techniques, and demo...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299586-2186-4BAB-832D-B0A4F753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E563E-B801-48A7-AF8F-955E0092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F8374-0371-41F7-85CE-FAC4AF92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Instructional Design Each competency is taught and assess...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D497C-F920-4599-B50D-2BE0D091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D61E0-C5DA-401F-A327-AAFF8534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8804CE-5CC9-43BC-87B0-1B6E56B3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Teaching Methodology TBTL (Task -Based Teaching Learning)...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57C3DA-D487-4952-8EAA-49415E8C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23E823-ACBA-4B1A-92CF-9FC9111D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A21929-FA9A-4167-93F8-17591A2B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84053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13489-EA89-4EB8-8DDE-466DE595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C12C1-AA3E-4616-A87E-8C809989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7094E-A8AD-4D8B-9936-54B50CFE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E9C1F-A2E7-4A0F-BD82-0F30ECFC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6E1D4-F3F8-4EEE-B5DD-E43FC923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AC1C6-EB4E-42F2-B345-86DED4A8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Skills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8F802-8930-40F1-AF33-45AC7476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Communication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6A9EA-30C3-430C-BCBB-FCB7C7B4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Principles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3FB93-0661-4033-AC21-D065E36F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7E001-D83F-4E34-9EE0-E6C65B58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effective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42B61-1BF2-41FA-BAF9-958D65C8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870AD-C4BD-4445-884B-E3FE3975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ideas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31E28-175C-4971-8868-A39C6690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professional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CEA73-C880-4142-B8A6-0B2C00A6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contexts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E1F08-E7E3-40B2-9717-24C71014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3AC56-63D6-45F0-ACAF-6D9283C2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73953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6B73C-925B-4575-92BC-CE44C4A4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3D6F0-0459-498B-9B7C-5C56C630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A7D84-55C7-4A95-8F3E-B3449890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743B4-CDAB-4B4A-A47B-8120B3B3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B4369-2425-46D0-84BD-E323BE8E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Social Skills (3 hours) 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50ED2-2C72-4533-94EE-F6D25C3F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Social Skills (3 hours) •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D795E-0796-486A-8AD8-6DD87E08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1C893-33C2-4E3F-86D7-1F095473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A602F-F733-420E-9FD9-1502D49B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1703F-A12A-4C9A-98C9-8772DEA0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D9014-E33C-4541-95C1-F363546F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F2688-D0D0-4603-B0BC-B1EB85DD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D470B-EB63-4093-A93A-4EBBED16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99D37-6909-491D-87F9-7CA45633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7B248-2CEC-4574-AFFD-C0C3A0DF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1F504-EA55-46C1-AD65-F321D311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88542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F80915-B1BE-492B-93AE-D2C62BF7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C53B2-CE8D-4C8F-A275-A97023E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BC0DA-0764-4826-A620-5A560383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FD74B-CA15-4FB0-9017-58A305FB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E9DB5-1257-40ED-86A5-44ECEBDF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AD16B-8EC6-414B-9A34-EE8FA1B7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507C9-4DD4-409E-9F66-BD481D5E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F16B2-B582-45E1-AB5A-75384DF3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4BEB1-2C2F-4804-B8EB-267B2C44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Social Skills (3 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C20E7-FB9A-4DC7-B785-CC3FDB26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E5F8B-FFCA-458D-94AC-F4F1832F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DA882-C694-46EB-A49D-16221211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Social Skills...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9F3CA-00F3-484E-B44A-C097A3D7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D662D-878B-4B0E-A443-B82A1399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3ED5D-7A21-49EA-B794-A466B3C3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Social Skills (3 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0483B-5EB0-426E-992A-6127383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A9B52-2C0E-478A-8211-7705CC95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DCDD1-7CD5-4EF1-8BEC-33CECE5E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Social Skills (3...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067DC-5050-4920-BCDE-DB86843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76199-F992-4EA5-B4E5-4D6A0635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14870-BD47-4734-BBC2-D5157579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Social Skills (...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325D2-A82C-49E3-9775-8A3A9AD7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7A4DC-5F9C-4204-BCC4-2348BD27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520894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4AA42-9AE2-4441-AC6A-1AAA3E03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11D1E-0EA5-475F-BB45-7C3206DA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D8776-3098-49F2-A1BE-FF0A6671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C5B64-BBCA-4AE2-BD8A-DCD7FE79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7C4E7-EF63-4A74-AFA9-8D5BBBC6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FD443-F132-49CC-8352-4F019EEB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8865B-41EE-4976-844F-A7F452A2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E0876-7051-4A72-80D4-4C2A3DFB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8321B-6BAA-45F8-BC64-07D90D53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A438A-AA27-4E39-BC01-326FBEED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E6CE4-C56E-4F46-AA82-167FCD8B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65A91-2888-4DB0-82C5-5566C3F2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3B78D-762D-4F51-9E58-07BCEAC2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F1FFA-4B7F-4A41-B2B6-F2C557B1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70623-6714-4C3F-A1F9-FD7C7C48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51533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88DB8-5A40-4957-9C39-5A53840C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F2301-B1B9-4FB0-878F-CBE7DF93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87CCE-AB29-4B72-BD87-6300FD13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53DCA-D2C7-41BD-BF95-818B1B87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31AF2-536B-40AA-AE23-A877F44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A61B0-77E9-4A8D-A9C1-402631B4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Social Skills (3 hours) •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B21CB-A796-4B71-A75E-C88618F6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B6538-2610-472E-A273-DA388E38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8CBFF-4E08-4346-B1FB-E2BB4844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A2C3B-7077-43C4-9A68-9F43657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A32C9-A2A2-43A7-AEF8-2406AAA8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9234416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DEC01-C61D-4D04-819E-FB267E67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EE182-192B-48F9-84DA-7BC3293D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22EE4-5A5C-4BA2-9BAF-6CE96D5A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5C59E-E79A-48C3-949C-CC53C62A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57104-5690-4CC9-BADD-9DF61E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Communication: Principles of clear and effective exchange of ideas in professional and social contexts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44298-9BE6-4D73-A9A9-C7B73CD6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Communication: Principles of clear and ef...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349F4-E8BA-4211-AF87-241717A7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29259-ADE6-4BC9-8836-C6FC97A8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03C14-9FBB-4F06-A5D4-C900DCD5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BB7F9-FC58-4550-A30E-CEC5AA25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8100A-D305-4EAB-8131-A4ED3882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62858-819F-42C2-8C41-526C5FAC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DC281-3C5F-4319-9612-E65FA049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E1EBF-7E0F-4702-BBB0-2EF1D7FB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A1358-37C5-4148-88E8-7FAEAF69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5F02E-325E-4FAC-A1DE-5EE392B6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477418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8D1752-7628-4FB1-A458-C3B0CE46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44166-F308-4DE8-8DA7-453D52F7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B523D-9984-4A61-9E54-436FEAB4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7D543-EE57-4D7C-9E98-CACFAAE0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77E60-D44A-4869-BE82-4C6A0114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A983D-7EF1-41ED-A16E-93AECD10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1AEE7-E780-4694-B926-2AFC1957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B4FA9-5659-49D4-BDB2-7E71A839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3B286-5431-4F44-93E2-4A880711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Communication: Pri...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59DBF-97BD-4BE4-9222-5A8FE972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67949-193C-4F7B-8DE7-3D55CF9C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D2FEE-1F7D-49BF-8B5D-03F09ABF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Communication:...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C4672-7527-4476-97B6-9250A001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64710-10F7-4D41-96AC-A96636DD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1C170-6E80-455D-91FF-5FF56168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Communication: Pri...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AE264-5206-4D68-8C06-97FA1173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2F61D-62DB-4AAF-BE68-72638894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28D96-8DEB-4719-9455-A179DE6E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Communication: 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5B214-54CC-4D7D-AE31-37412C9E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28CF9-401A-445D-9DEB-3CFD479F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6F2F1-DDD3-4056-A038-C37B8167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Communication:...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76FA9-2B35-4A98-A597-68FD5783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57E443-44ED-4D20-B9BD-6066832D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433354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B10C6-C124-4049-89B8-A82F9E61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BCFD-5A6F-4644-96DB-91BCFA65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2C299-FA84-42E3-8A83-2351BB6F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FD20F-6E3E-4B72-AEEE-4CF41CE4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7FA2C-333A-4A70-8626-C8FA276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B1CF5-6738-4E60-94C6-ADE7E636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FA1A5-3946-4E33-825F-E8A46F88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55833-3B28-4E10-8D78-5F985C72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730FA-6D0C-4CCA-9AD8-D83BCB38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1540E-85F5-40F8-B7F4-C07A780C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4E475-4FED-4F80-B8AD-AE8EBAAF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3AC19-1839-4A6D-9138-E618221E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5A585-1BFD-431A-8F16-8BDB6049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A14C0-B2DE-4EB8-BF91-B72D6F95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BB54F-89DB-459C-9D0A-A42B5FB6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097286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CA935-533C-4381-85AF-8204F818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EBCBF-056C-4A5B-B578-F1D63742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D99FA-F974-49C1-89AF-5E2DB5D0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D1E6D-50A0-4E96-93D0-FC927214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FFF70-A289-44BB-BC27-13C7F834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72EA3-6F55-43A7-8C30-E7AA846E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Communication: Principles of clear and effective exchange...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D21AC-DAFD-44F6-813B-FF3F517B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EF59B-431B-4AA6-A748-F5290AD7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6693D-8117-456F-809F-74DCD34A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59563-84AA-43E1-9A91-973F4EB0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BD3C8-FCC7-4CD5-8877-C72B6C05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570274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98237-4E47-4E63-B8AD-1598B14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9D0D6-0A59-4771-8FF7-A536D6E6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50443-C146-47CF-8EAB-2A0D97AF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5542E-4C85-4DA2-B035-D84234BB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A1C5E-5134-419F-B80D-9A6D7346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Persuasion: Techniques to influence and convince through logical, emotional, and ethical appeals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AF043-98BE-4140-8544-995D2051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Persuasion: Techniques to influence and c...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38D4B-7E1E-4560-BA16-E6845A7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D7C9C-78E5-429B-80B9-251FFCAC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B8A50-8EB7-4713-AF60-CE3F4461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B1E19-D2BD-4DF2-9BD5-3560149B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B6776-E048-4A6A-8E2E-61D908DF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C3C05-50E9-4F54-8357-F05255EE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46323-AB1B-4D6D-9880-30A355A6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22166-A28A-466E-9BC4-3DB48646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3E4EA-9D41-4974-A142-3D088191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8E214-2492-4637-8D33-D078BFC3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137759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6CAD7-5DD5-41FF-9116-FB94F764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DF0DE-8583-4122-BC07-4020BC73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AF605-15E4-4E3B-9189-61E87978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74325-AB8C-44F6-BA29-1D55FF92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2876D-586F-4567-8850-840CEE16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7CF4F-3D6C-41F8-A8CA-414F8DE7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26B41-185F-407F-B0E7-EB1FC0BC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CA73C-D0A5-48DC-B38E-37E416D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5C4E9-80D7-41C6-98AA-D68503AA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Persuasion: Techni...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559F2-A8D8-4640-B5BC-CF2E373E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24B46-4D26-4D26-B44E-BE0384F2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38133-699C-467B-8C97-E1818BC0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Persuasion: Te...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91E5F-325C-40A3-B3F0-D0949C6D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5298F-1EE3-460B-B195-36D86AA3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678C3-D9A7-419E-B92C-517152C3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Persuasion: Techni...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2011B-5D10-4B65-8652-55AA88DF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3ACE9-F017-4984-AF3F-35A295B0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39C04-3F0A-469F-BAD1-94A7CE09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Persuasion: Techn...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49D2F-8B23-4A20-B284-5C550B9B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CCB26-0011-44CE-81D4-CB4C40EF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54FBB-3163-441B-95E9-BB1B7B17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Persuasion: Tec...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3EAD1-153D-4E7B-BDD0-5F062592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57B7E-5F0C-41A1-883B-53FBA6A0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3936715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68309-196C-48BE-A089-86A04615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BB3C1-BE74-4C1E-99AD-E5F6F09C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0E8B9-9796-4A7D-9464-4F42EDFB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76110-6556-4DB4-BE5D-5C0339E5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ADAC1-30A1-4FB3-A30E-B9460A45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DEEA3-08A0-4092-ABD3-BCB9A84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64CF1-2C87-4C6A-862B-0DEBFA61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5DE83-6DA8-47B3-9D1B-17FC2419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39D9E-0126-4313-8621-77C8EA1D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4F69B-0B49-4CF7-AD89-8735671D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218B6-2159-43BC-880A-394E1641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E8D2F-D7B7-4799-9DC6-D367485D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1B182-0061-4A59-A4A7-344BD049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79822-9E41-4EA1-9A20-E1AA9B19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C6FD2-F112-44B4-9BF7-ADFDE7DE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3029153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329CE-5762-459D-B77D-2F20AC4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E6605-F194-4CF3-99A4-835D803D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C31B4-A5D9-4D07-BE62-8C707961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178FC-4149-4B2D-B038-DFFD6231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AA71C-3101-4030-A08C-11EAB2F8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6DB39-3F17-4D7C-A0C4-E1818536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Persuasion: Techniques to influence and convince through...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B177F-B169-4B55-B92F-8A12E7BB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44592-6FCF-4F27-9E52-09CEA964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DDF41-C4A9-41EB-A5C7-7F8F384C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F55FB-90BF-416C-BA42-8A07DA27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7C206-BD3E-4DE4-9CC5-49909B8F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41517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AE51C-03FC-48B2-B141-0081DEE4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6DAE4-2127-4AEC-9CB0-BE846968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DD0D3-F42B-4E84-9D55-AB42F56F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90845-B20C-4CCA-8721-A0F9D39A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EB7FA-984E-4FFF-B8E7-981A8E75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Awareness: Identifying personal strengths, weaknesses, opportunities, and challenges (SWOC analysis)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80048-48B9-4B13-8E62-29FB3F18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Awareness: Identifying personal strengths...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8156F-9934-4FBF-905E-AC1A572D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74214-A549-4979-97AD-465D9BBA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A2771-C1F5-4D12-8A07-4A863A46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C91DC-CC9E-4A3B-B8FB-C632AB38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47A7A-5449-4EAB-9DBE-47EF2934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F4B32-F907-4D44-B220-FD1770ED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E246-8482-430F-A2C1-8CDEF9B2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FC86D-3716-40B5-B354-24143E5F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DB156-7950-448A-A773-72D2D209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A08D6-34D5-4C4C-A148-196DAC88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8796356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EE8B7-8972-4187-B26A-9FD26455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36D43-A80C-4773-A6B7-4D212A79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F74E4-FDA1-4236-81D3-E8D4D192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25BDE-FDA1-48C9-8D16-129668F4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2929E-3818-4FEE-B82E-7356067C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9DA63-09FE-4521-BABB-2235FD7B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8EDE0-1190-4C6B-99A5-7D94CE9A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8EE29-2126-4EDF-9528-618D9A88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94CDB-5E9D-495C-8413-0AE6394F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Awareness: Identif...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70A7E-A1B1-4677-AF9B-2DE57C49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8CA11-078A-4F78-B066-EAEF3D0B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C3DAA-175B-4783-B0B3-CB59687A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Awareness: Ide...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3BC1D-A7ED-4FE4-AB4D-F43266DB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A6A6C-7D9A-4077-BCB2-7831A7AF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A6D1A-9623-4065-A85B-6EFC7052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Awareness: Identif...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848D7-DFED-43C0-BE6D-6BA7FDF8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B2F03-BF99-4111-9410-507E41C5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76882-6FB5-48B1-88BF-8AF4AC48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Awareness: Identi...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D4942-B251-4178-8A09-13115135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79CDAC-B9FD-445C-8E11-FBF6DA81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C65FA-82F4-4A28-A7C8-29E36E32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Awareness: Iden...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28B44-1344-4320-B9A5-9D256CF5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D92F6-74B3-4CA2-AD30-1A419DED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111423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8DD01-631E-4F43-AE6E-1B2B21A7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95557-D6F1-4E8C-BDB2-E3F335FC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824CE-6B1E-4EB0-AE9B-4A81791D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51D3F-D861-48B7-9586-CD211B85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B44EE-20DE-4D97-BC84-F9BCB094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0B4E4-9F92-42D1-AB35-7FB44369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20519-C702-4C95-94F3-C0BA059B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7AD82-2A04-4EFC-8EEC-038566D2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119FE-C425-49F8-B095-A1A0CD34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166E6-8524-4742-A4A5-3D94A204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4585F-4E14-4D60-97B1-78DEFACA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5C391-B081-4107-967D-9761E497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9FF5B-918C-4FEE-BB6F-9FE267B8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1EFEA-33A7-4C96-8285-6A96D1CD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4E32C-C736-4F13-AFEC-E09BCDD1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749518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C889A-75E1-41D0-A24E-F67B984B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F1340-1627-4584-A093-B6D4EE52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174D8-D425-4390-8325-B844A004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610DF-3358-4990-A381-C81E115B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895AB-C05F-4AA0-B021-0379FEEF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2BE68-2062-4731-AECF-BD0EEE48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Awareness: Identifying personal strengths, weaknesses, op...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59005-E36A-4675-8C73-2E6E842A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33259-085F-44C8-B5CD-A7EFCCC7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0DFA8-1ED5-47B9-9A46-8DEE1D78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B995B-3EE2-4F89-B027-2A71BCAA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D11C5-5C6F-49B2-B5B9-9B6A02D8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751586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235B4-22FC-4564-B9A9-8CA7DA50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F061D-077D-4FDC-A616-B4373EE5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44EA6-1D68-41C9-A452-2422676B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1988A-86C1-4EB2-9927-A8B5F832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F7C9A-8149-489A-AC5A-F069C073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Listening: Paraphrasing, questioning techniques, and demonstrating attentiveness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0B4E5-6CC6-453C-87C9-E4564F26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Listening: Paraphrasing, questioning tech...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A3013-3891-4964-AEE1-460127CC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537FD-7A48-425B-A720-82F05739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610A0-E96E-4AEC-A2E1-40D86549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EBE43-25F0-43B5-A848-7263945D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E08ED-129F-4CC6-AC09-E17C6222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14736-6BFA-402A-A442-533563FA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BDB55-BC81-46D6-9426-FDA0C437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F31ED-BA6F-45FD-B325-6BEB0FD9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ADB82-9172-4976-8947-38C1CBC2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047F4-15A1-49AF-A2F8-4D978C9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759130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91C69-439E-4D80-97D0-748F01AB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F44E2-7584-4A74-B638-94806594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B48A2-45C8-4305-9A16-C139C5FA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C5290-9F11-430B-B6AA-346B14FA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D1BAD-2FFA-4F48-AC31-E6ABDD9C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2FABB-5C63-441C-B765-7F33967B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9E7AC-366A-4851-8E10-3FDF702C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6A40A-201A-4E07-8C19-95A9437F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406F1-169F-43A9-B786-0CD4A4AA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Listening: Paraphr...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33B8E-F5CF-4140-828D-A643260C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B6238-DE1E-4C8A-AE73-3D2C0914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B2C88-DAB4-436F-8DC3-E50FC35E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Listening: Par...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BB14A-8B04-4457-A0C0-8ADA9E5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D4B49-C090-48BE-99A1-C8DBDCB8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D45A1-6198-47BB-B1A1-76C56F2D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Listening: Paraphr...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A14EA-2384-4FEE-8C91-57F3B959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F2FF5-9B63-4629-A64F-F9A09BC5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DE300-42FD-4F08-A67E-39531585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Listening: Paraph...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F1D1C-98FD-400E-8453-FF409535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DBB0E-D4A0-4750-9840-6710E504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EB1BC-1741-4D50-92DA-CF7C444F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Listening: Para...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038DD-2AE5-4DA1-A04E-FDCFAA2A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3195A-D51B-4E16-8BA5-E75D197F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155146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18281-B9A6-4D93-9600-14FF55B2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018F0-8EF5-4F1C-8D6C-B49296B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B490E-9423-4FC6-81F8-2C6EB171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BA094-8B65-4C93-9161-8D1B2B17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5E7DF-B417-47DA-B28A-DFC9649F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4BCF0-E391-454B-9CE7-DDEA6227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10A69-76F7-4EF4-AB39-B8D8F4C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8F4AA-CF27-412D-91B0-D00D6BA4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FBC98-69EC-4028-AAEA-21D4543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D2CB9-58E9-4291-9D8B-C428617E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70ED1-3453-480D-BD43-985F6FBA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F866E-E738-472F-8F58-E8B8FD50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D3FDA-6120-4F0D-A50B-4DBF609F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EDB88-4B4F-4AA4-BDAE-45E94C42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26AC1-59D8-4EA3-B0DB-A7A11D6C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8532001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28E5F-7BE7-4C6F-8F49-1469514C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F72D3-8925-4E37-B3D5-D8163B3E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21D46-5BFF-47B1-946C-2990620D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615FF-9B63-4928-81AD-BEF6C7D5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A7863-07A1-43CB-AC5C-D8A55C02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1A9E9-08B8-4E6F-B760-9E51B936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Listening: Paraphrasing, questioning techniques, and demo...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28F21-6906-4DE1-8124-BDAD354F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417E9-481E-49FF-A767-B7C8DA2F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AE591-81EE-4A3B-9A0A-1C6293B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E1066-042C-466D-B151-4CA4C91B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84B0F-CE28-4DA4-A022-4DB292D3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892832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663C9-5554-4D9B-B8D6-C62397A1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3BA08-6510-4990-B7D2-C15C1A48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DE5F9-C793-44D8-80A2-A9673818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CB5DA-7176-4845-AC9E-568353A6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5B990-7D4F-4D48-A1E2-A5EC7741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Instructional Design Each competency is taught and assessed through guided visualisations, reflections, explain...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0904E-FF25-4760-B5C8-A633E13E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Instructional Design Each competency is t...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99C2F-DBBC-4B6B-9F73-952DF429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45464-546B-4FF6-8BCF-4ADCF56C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6FDF4-C569-4D5F-9C4B-ED6A91D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988CF-32BB-4D34-A04E-D625182C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D4759-1FC3-47D5-A1C9-5554862A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12826-34D6-4DE8-A676-064FBF39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0DE31-361B-4BEB-96AD-C5A246D8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5A267-FB4F-43FC-B1D0-D10B9486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7C781-84F5-4200-B7D8-8724BC0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F1A82-7687-4B50-A8E2-B6BF9350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8975947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66D20-7790-40DD-BE61-7E436D34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AD125-4DF0-42E6-8802-D83CC53B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82849-55C2-418A-91DC-06FFE3DF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2C0C3-24B0-4513-90F2-50D6E452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71D8F-B426-4980-902C-B1B26E5C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ACAD8-07C5-470E-B32E-77321F18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6CE0A-1AB0-4CFC-9608-EDC0DBF0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25FEC-DC16-4A7A-9376-8B4C69FD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2CCCA-14A5-4049-82E5-B4FE4C65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Instructional Desi...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D3F86-D5A5-45D8-96FD-30BF2445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E69F0-382E-4263-AA68-A4E380D3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BCEF3-3FB1-4847-86FC-49B07FB1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Instructional...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FA276-40EE-4F33-8812-C826C7B1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91C53-E641-4738-8A2D-4B36E7F1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619AB-6419-431F-9AE9-6C245AA9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Instructional Desi...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55761-4E7E-4F6B-9C00-4A36E31A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C7B96-8B37-427E-9F3D-22FD3A49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0F0B4-68CE-48B7-8FFB-598A9DF9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Instructional Des...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F6C1D-420C-4923-9DD1-EFEABE28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7750F-E982-4AD1-97A4-2E8B34D4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1625F-D2B2-43C0-8383-14109150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Instructional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4DD06B-2071-498B-B6E3-DCB89741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A75D7-43F9-46E1-BDAB-56774533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9301499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8A09E-3432-4033-AD3F-950CF2BF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6A324-DE41-4FA7-8BF3-B54CFA3C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3A21E-3BCB-4A3B-A102-9A7F338C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D7DA6-9227-4EC1-BAD6-AF0A2763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3E0E1-B89E-4A0C-B459-A00AC056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9DAF7-1B14-451A-903A-B504613A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9ADCD-3E75-4358-8803-2AAB8412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57B14-8E8A-4ABF-BC16-190A63BE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7E115-15B9-4B79-8340-1CB11C6F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69F4F-6AD5-4FE0-972C-272A3BF1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52220-8BE0-415C-BDCF-EEC44F41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C7E00-E441-4395-94EB-7E3E6BC9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49C18-ECC1-439D-A95C-6E0B3244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AF5B5-6D1B-4A90-B819-A8ABA05E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2355D-753C-4A96-9743-1D53A198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3149182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92156-081C-4A3D-9AE0-35A16096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F1309-4A35-4A6C-BD66-3E473731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201E5-33BA-4BDE-8238-037F1675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695C5-DD15-4EBC-8F8F-1ABEBCA8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A9A15-9728-4EBC-BCDD-815B3803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7EA0F-0DFF-4E36-A2BA-1294BE3F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Instructional Design Each competency is taught and assess...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E3F73-0B1F-4CA4-9AD2-3AEE8E2E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CC722-9A08-47E4-AA7C-FD8525E6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3E8AF-EEAE-485F-8D28-0C2F1B5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EED69-A002-4F8A-8553-649D3B04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B9057-A637-4A97-A806-CD125F82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7629252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C57B8-24C7-496A-AED2-51F9A5CD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7F631-115E-4FEE-8D5D-247D0724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150E2-2F4E-4C28-8CAF-4AB7663C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628F6-675A-4A15-BDB8-B2D23EA1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A7AB2-DC68-434A-A3E5-AB60B141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Teaching Methodology TBTL (Task -Based Teaching Learning) - interactive workshops, simulations, activities, pee...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310AC-9AE8-4143-8492-7806493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Teaching Methodology TBTL (Task -Based Te...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167B1-596F-4651-A6BF-D2308B43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5F2EC-94F6-4631-AB2D-4D2C99F0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98FA8-05BF-4A33-9814-EB0D41AC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338A0-47C4-44A7-B7BF-10E07171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16A4D-2863-4962-A30D-2CD16092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CB485-DA2C-4D86-B4A2-9416F2DB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E865D-A16B-4574-A194-04FA0D8A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9EAFB-7293-4617-AFAE-406EBC6B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CDDC9-2B35-428D-8D84-8FD99E56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BC0E2-58D5-4C01-BC0E-D066AB9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11630868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2DAB7-C450-4AD7-8639-813628CF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5CEB1-80E9-4E2F-9240-4D826078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958CC-1BF2-40C4-A6B3-1126DBA0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2A10F-125E-49EE-8072-130D5DDE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7D30E-BF4F-4535-BE82-6ACE2078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345C2-62CC-4002-B9F0-CA9313EF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5E822-C523-4711-8B52-102580E1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8DAF7-8B13-489E-9CA7-E088DC5F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3F4BF-026A-4514-BE83-31DF4DD4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Teaching Methodolo...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7D30E-BE03-4C7C-83F0-B8B2EC84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03B7E-6C82-42F1-AE2F-1174C642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3B1C6-8517-434F-9A85-F7B488F0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Teaching Metho...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3B08D-8541-4826-B950-89FCBC02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9B2D9-EE9F-4524-9457-B0F31295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1CA4A-CBCF-4F07-840A-1244E0AE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Teaching Methodolo...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6CCFE-1D31-4E9B-96DB-15511ABA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7E385-F886-4377-A659-F1BCE6B6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C0DEC-44C9-4EE9-898D-CE770F87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Teaching Methodol...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1C08B-E2B9-49CA-975B-9B255A5F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7D6C2-C02A-4FB4-8611-8E779C87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2E7EE-4765-4A83-A1A9-3495F6DD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Teaching Method...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188F8-C91E-4563-80EA-B0B3E488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415FE5-78DA-4994-A68B-8D6542AE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8863199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AFAFA-4C67-494A-8FBC-52794EA8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39280-CC17-42A1-85DA-3A360E52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1A976-DE22-46F7-BF11-319ED1FC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84238-8D98-4C4B-B95F-7CC9EFCA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15D0C-59A8-4519-9948-D31D1E08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227F8-CC00-4D46-9D87-05CCAAEF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7EB31-56A3-4D73-B1D4-4474B623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FE49E-4759-43BE-87AC-B9860C64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67CC8-40EE-426E-9628-F7F259DC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20AB0-571F-48D9-AB83-99E2826D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C65B2-4F3C-4E15-928E-F7559C28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CF902-779A-49B1-8354-6A5EC2A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9FDBC-C19A-4E1B-8770-A64235DD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7B7F8-C0CE-4B43-B634-50577BE3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25A1A-CC33-491C-80A3-5C43B7CE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815280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2ADB8-2A49-471A-8F7D-36CA8CF0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E6A69-39CC-4AD2-B1B0-56315D5E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1D13B-7168-41D3-AA0C-753DD830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48F99-80A1-4A7A-B761-77A88128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8459E-D0C7-4004-93C0-4B6DF568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E639E-7980-4272-8C0E-ACC4E767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Teaching Methodology TBTL (Task -Based Teaching Learning)...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01C3B-575B-4F1E-A9F2-DD72A206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CD145-949C-46E6-BAD4-73EBD2F3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5002C-3892-4214-9AEE-59A19D15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2F6C0-55E9-46ED-A049-0D0CFE51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0A2CA-EF65-42F7-8007-375218BD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92069942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3E707-8D3E-4316-AA18-39384743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73F14-75C4-468E-8699-E208DDCA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4E313-E165-4BA7-BA8A-B4ABB5AC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ADC62-371F-455F-AC87-600AEB7E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5AFCB-586A-4206-AEE8-49C82DB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9BA2B-5D12-4C3A-8B5E-3E18CF4C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13727841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1F46D-2401-4735-A63F-F047A24A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1812F-0295-4FAC-B672-D8ADEAE6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8F3B2-E4ED-4040-8943-91F0E83D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5AE32-E678-45DD-BBA2-B41CFCD0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65A01-EF74-4ABA-B5F4-A31D1682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Social: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Skills: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Communication: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Principles: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clear: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EE22F-D7A6-404F-A0FB-A484C1A8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7794134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B596E-5A95-4AC8-8CBA-50C41E88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8D94F-28E6-4219-B3BE-B4602E78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B3AD9-7196-4D72-B9B3-733C1B0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E74A0-6DEB-411D-BABC-A2AB86B3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1EB58-DA58-4F88-B15B-46C6C132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873AC-0B9A-411A-800B-66A2366E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93386001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2E00B-C6A0-420C-9A34-AFBB9468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2B617-69C4-470F-A552-2A34BC23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617EF-746A-479C-88C5-988797E0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86AFB-594B-4085-9BE1-703182F3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FBBAB-F422-43E3-8850-75553B85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8B6B9-06D9-4819-946C-CEE4EEB9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4468610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A8C72-D9B6-4B0B-9D91-A8199813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FAC75-00A9-48F2-BA8A-64850581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64697-8EC5-448A-93CE-1C1B57DE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02446-C33B-4706-B1C5-3759A841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D49CE-063D-425A-88AB-4C013363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Social Skills (3 hours) •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Communication: Principles of clear and effective exchange of ideas in p...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Persuasion: Techniques to influence and convince through logical, emoti...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Awareness: Identifying personal strengths, weaknesses, opportunities,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Listening: Paraphrasing, questioning techniques, and demonstrating atte...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DE96B-BD47-4DF3-95B5-56DB4BA0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65013-A4E8-49D1-ACC7-2BF77A90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52948-647E-4638-B617-D1811247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2292053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70AED6-A8AF-467F-B23E-44D8E25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ADD4A-EB59-4D9E-A654-606E2AC6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Instructional Design Each competency is tau...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9776B-F9D9-491E-B9B2-A4E69220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B1A9D-AABE-4806-BA72-34B97DEC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651CF-9F98-453E-BFE4-9ECA82C2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2FFF3-17F9-45E4-81D2-D6CD59EE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3A49D-7DE5-4D2C-BB69-65532E59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C2888-6829-48A5-BE0C-A0B43463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80F60-2FE4-469C-943E-6F610217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7310F-8701-427F-A120-B732BC31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3ABDF-8784-48D1-AA89-16F47E35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24E8F-C33F-4524-8870-09185202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8C9D1-1211-4041-8091-2D907B9E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33473-97A1-41B4-9790-BA200419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A4D88-090D-4214-BB82-A0CE8047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4BF53-5C27-4A2D-B467-189E7456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E5CB3-8EA1-4722-8627-0BD2AD8B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DD9DD-1ED9-46A6-8679-5F9645F0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76227-F733-46A1-9E53-33ADEAD0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6CC9F-7533-412C-8DCB-42E2F899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B5449-9CD3-482D-B6BD-DFEA4A7C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5BE49-0C91-48D5-B36C-1D3D11CC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4F09F0-7D64-4B4F-81F4-775836E8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B80A7-DDB0-4526-B99C-1254CC74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60045-A7DC-4DAD-8236-962F61C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BB0760-5DD8-4E3D-B902-3A027576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655ABD-B14B-4001-92E5-1EF5761A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768D2-9013-45E2-9ACB-5DF04F25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3B57F4-78D3-4C6F-8B6E-969A8147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F50818-5154-4EEE-938B-D05BC6C0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1C1D6E-F5CD-4322-B76C-8F80C2DB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D678F0-4693-462A-8304-07D5715A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468344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A5F233-63D0-49E5-9E1E-2DCE69DA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95757-0649-456E-8A9B-404C5388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Teaching Methodology TBTL (Task -Based Teac...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D3410-29C6-4D87-B92F-80E94AC0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1E620-ED7D-47EE-A63C-730FFCB6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7CE20-C12F-4A9D-B093-4E3A7872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82996-6AC6-4746-B7AD-913EB47D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F5199-366B-49B2-BABD-832AE15D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FF26E-DF05-464F-AF36-958D5638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C0CD0-3F49-4009-B45C-8913C273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53304-965C-4703-8B8D-0BBD41F5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0DC25-F16B-4AA6-932E-BE3B7587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3B95A-1171-4EE9-9320-E791DD8E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746E8-64C2-4E59-8FFB-C685033E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5904B-2FDC-4778-BB19-01894275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DDC18-8F07-4303-B426-1718EA9F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C243F-CAE2-41B8-BF57-BFB74A3A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4ADD9-2CF8-4CDE-A028-F40CAAC6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C8DE4-9E7C-4778-97F5-C99F3A43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4CBCB-3F6F-4889-98E8-9C6C8E1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1B932-5D2E-494A-A0EA-8CB28228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8D4B9-2480-4186-862C-A927089E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D2EB4-5157-41AF-BF8C-04810136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8D29F-7D22-4C5B-BD05-0C1F1191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60CE3-C8EE-4C97-8BB0-ACE40BF3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D8CB2-19C4-4520-B45D-9216F9BF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EB05DB-186C-47D9-8FA4-E7859541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3E1A56-D617-49F2-8323-64A0351C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67B12D-0EB1-4670-BF5C-3889F84B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DC7EE-8F84-4CB7-A0BF-BA43025F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E9E6C3-8F8E-452A-96D0-61E74F39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3CFACB-22DF-4E39-A507-91A6D8D8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754667-BB1A-44FE-8C29-8C411AE9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019411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2026-08-24T16:03:17.3190000Z</dcterms:created>
  <dcterms:modified xsi:type="dcterms:W3CDTF">2026-08-24T16:03:17.3190000Z</dcterms:modified>
</coreProperties>
</file>