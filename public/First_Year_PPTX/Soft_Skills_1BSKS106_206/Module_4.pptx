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266c725c784343" /><Relationship Type="http://schemas.openxmlformats.org/officeDocument/2006/relationships/extended-properties" Target="/docProps/app.xml" Id="R690528f3a17544e3" /><Relationship Type="http://schemas.openxmlformats.org/officeDocument/2006/relationships/officeDocument" Target="/ppt/presentation.xml" Id="R0936236d3cf04a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f0db6cde484e4b"/>
  </p:sldMasterIdLst>
  <p:notesMasterIdLst>
    <p:notesMasterId xmlns:r="http://schemas.openxmlformats.org/officeDocument/2006/relationships" r:id="Ra1783060e779420d"/>
  </p:notesMasterIdLst>
  <p:sldIdLst>
    <p:sldId xmlns:r="http://schemas.openxmlformats.org/officeDocument/2006/relationships" id="256" r:id="R94eeb12ef5e144e1"/>
    <p:sldId xmlns:r="http://schemas.openxmlformats.org/officeDocument/2006/relationships" id="257" r:id="R2d287f4129c6485b"/>
    <p:sldId xmlns:r="http://schemas.openxmlformats.org/officeDocument/2006/relationships" id="258" r:id="R41920677f0034414"/>
    <p:sldId xmlns:r="http://schemas.openxmlformats.org/officeDocument/2006/relationships" id="259" r:id="R95b5812fbcd74581"/>
    <p:sldId xmlns:r="http://schemas.openxmlformats.org/officeDocument/2006/relationships" id="260" r:id="Rdeda5ddf4b7a49e5"/>
    <p:sldId xmlns:r="http://schemas.openxmlformats.org/officeDocument/2006/relationships" id="261" r:id="Ra887d5570a9b47ef"/>
    <p:sldId xmlns:r="http://schemas.openxmlformats.org/officeDocument/2006/relationships" id="262" r:id="R8ea319e0232f4913"/>
    <p:sldId xmlns:r="http://schemas.openxmlformats.org/officeDocument/2006/relationships" id="263" r:id="R5c1e3537daff4515"/>
    <p:sldId xmlns:r="http://schemas.openxmlformats.org/officeDocument/2006/relationships" id="264" r:id="Rd6c343ba5f754cb1"/>
    <p:sldId xmlns:r="http://schemas.openxmlformats.org/officeDocument/2006/relationships" id="265" r:id="R8700c1b7004442b3"/>
    <p:sldId xmlns:r="http://schemas.openxmlformats.org/officeDocument/2006/relationships" id="266" r:id="Reab07d4cab6f4a47"/>
    <p:sldId xmlns:r="http://schemas.openxmlformats.org/officeDocument/2006/relationships" id="267" r:id="R0f192f6069eb4a84"/>
    <p:sldId xmlns:r="http://schemas.openxmlformats.org/officeDocument/2006/relationships" id="268" r:id="R55ed5748db3047e0"/>
    <p:sldId xmlns:r="http://schemas.openxmlformats.org/officeDocument/2006/relationships" id="269" r:id="R9f99a8886be546a4"/>
    <p:sldId xmlns:r="http://schemas.openxmlformats.org/officeDocument/2006/relationships" id="270" r:id="R94ddb973f9e14e80"/>
    <p:sldId xmlns:r="http://schemas.openxmlformats.org/officeDocument/2006/relationships" id="271" r:id="R026e1a73d786406a"/>
    <p:sldId xmlns:r="http://schemas.openxmlformats.org/officeDocument/2006/relationships" id="272" r:id="R7c1bd90d2eb8443b"/>
    <p:sldId xmlns:r="http://schemas.openxmlformats.org/officeDocument/2006/relationships" id="273" r:id="Rdd8f934b010d4f35"/>
    <p:sldId xmlns:r="http://schemas.openxmlformats.org/officeDocument/2006/relationships" id="274" r:id="Rc65b4cab5e594b23"/>
    <p:sldId xmlns:r="http://schemas.openxmlformats.org/officeDocument/2006/relationships" id="275" r:id="R11dc9e80bfd84021"/>
    <p:sldId xmlns:r="http://schemas.openxmlformats.org/officeDocument/2006/relationships" id="276" r:id="R6619f7d5ffd64156"/>
    <p:sldId xmlns:r="http://schemas.openxmlformats.org/officeDocument/2006/relationships" id="277" r:id="R100de84c4f4e4a57"/>
    <p:sldId xmlns:r="http://schemas.openxmlformats.org/officeDocument/2006/relationships" id="278" r:id="Rb48122f497f54402"/>
    <p:sldId xmlns:r="http://schemas.openxmlformats.org/officeDocument/2006/relationships" id="279" r:id="Raadb3a43e3f7460c"/>
    <p:sldId xmlns:r="http://schemas.openxmlformats.org/officeDocument/2006/relationships" id="280" r:id="Re462261049254a96"/>
    <p:sldId xmlns:r="http://schemas.openxmlformats.org/officeDocument/2006/relationships" id="281" r:id="Rc24b04ca5df04c38"/>
    <p:sldId xmlns:r="http://schemas.openxmlformats.org/officeDocument/2006/relationships" id="282" r:id="R996b0e9e75f849f1"/>
    <p:sldId xmlns:r="http://schemas.openxmlformats.org/officeDocument/2006/relationships" id="283" r:id="R796855c432534c4d"/>
    <p:sldId xmlns:r="http://schemas.openxmlformats.org/officeDocument/2006/relationships" id="284" r:id="R7eadc5e569ac4ad5"/>
    <p:sldId xmlns:r="http://schemas.openxmlformats.org/officeDocument/2006/relationships" id="285" r:id="R4d7b49e516a94b94"/>
    <p:sldId xmlns:r="http://schemas.openxmlformats.org/officeDocument/2006/relationships" id="286" r:id="Rfc1af5e2246b4ebb"/>
    <p:sldId xmlns:r="http://schemas.openxmlformats.org/officeDocument/2006/relationships" id="287" r:id="Rb27bd27e870f4fde"/>
    <p:sldId xmlns:r="http://schemas.openxmlformats.org/officeDocument/2006/relationships" id="288" r:id="R2a086056c3c544d2"/>
    <p:sldId xmlns:r="http://schemas.openxmlformats.org/officeDocument/2006/relationships" id="289" r:id="R390557238cc941e2"/>
    <p:sldId xmlns:r="http://schemas.openxmlformats.org/officeDocument/2006/relationships" id="290" r:id="R3ba5654e67ab462f"/>
    <p:sldId xmlns:r="http://schemas.openxmlformats.org/officeDocument/2006/relationships" id="291" r:id="Rcb421fa4c2be499f"/>
    <p:sldId xmlns:r="http://schemas.openxmlformats.org/officeDocument/2006/relationships" id="292" r:id="Re2c7df2356c146b9"/>
    <p:sldId xmlns:r="http://schemas.openxmlformats.org/officeDocument/2006/relationships" id="293" r:id="R3cadb6a68dfe4d37"/>
    <p:sldId xmlns:r="http://schemas.openxmlformats.org/officeDocument/2006/relationships" id="294" r:id="R6636f0be199947b1"/>
    <p:sldId xmlns:r="http://schemas.openxmlformats.org/officeDocument/2006/relationships" id="295" r:id="R92d6071be8294c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4cd84a3aea4114" /><Relationship Type="http://schemas.openxmlformats.org/officeDocument/2006/relationships/slideMaster" Target="/ppt/slideMasters/slideMaster1.xml" Id="Rf4f0db6cde484e4b" /><Relationship Type="http://schemas.openxmlformats.org/officeDocument/2006/relationships/notesMaster" Target="/ppt/notesMasters/notesMaster1.xml" Id="Ra1783060e779420d" /><Relationship Type="http://schemas.openxmlformats.org/officeDocument/2006/relationships/presProps" Target="/ppt/presProps.xml" Id="R6c348d6f895349a3" /><Relationship Type="http://schemas.openxmlformats.org/officeDocument/2006/relationships/tableStyles" Target="/ppt/tableStyles.xml" Id="R52ded545b1454836" /><Relationship Type="http://schemas.openxmlformats.org/officeDocument/2006/relationships/slide" Target="/ppt/slides/slide1.xml" Id="R94eeb12ef5e144e1" /><Relationship Type="http://schemas.openxmlformats.org/officeDocument/2006/relationships/slide" Target="/ppt/slides/slide2.xml" Id="R2d287f4129c6485b" /><Relationship Type="http://schemas.openxmlformats.org/officeDocument/2006/relationships/slide" Target="/ppt/slides/slide3.xml" Id="R41920677f0034414" /><Relationship Type="http://schemas.openxmlformats.org/officeDocument/2006/relationships/slide" Target="/ppt/slides/slide4.xml" Id="R95b5812fbcd74581" /><Relationship Type="http://schemas.openxmlformats.org/officeDocument/2006/relationships/slide" Target="/ppt/slides/slide5.xml" Id="Rdeda5ddf4b7a49e5" /><Relationship Type="http://schemas.openxmlformats.org/officeDocument/2006/relationships/slide" Target="/ppt/slides/slide6.xml" Id="Ra887d5570a9b47ef" /><Relationship Type="http://schemas.openxmlformats.org/officeDocument/2006/relationships/slide" Target="/ppt/slides/slide7.xml" Id="R8ea319e0232f4913" /><Relationship Type="http://schemas.openxmlformats.org/officeDocument/2006/relationships/slide" Target="/ppt/slides/slide8.xml" Id="R5c1e3537daff4515" /><Relationship Type="http://schemas.openxmlformats.org/officeDocument/2006/relationships/slide" Target="/ppt/slides/slide9.xml" Id="Rd6c343ba5f754cb1" /><Relationship Type="http://schemas.openxmlformats.org/officeDocument/2006/relationships/slide" Target="/ppt/slides/slide10.xml" Id="R8700c1b7004442b3" /><Relationship Type="http://schemas.openxmlformats.org/officeDocument/2006/relationships/slide" Target="/ppt/slides/slide11.xml" Id="Reab07d4cab6f4a47" /><Relationship Type="http://schemas.openxmlformats.org/officeDocument/2006/relationships/slide" Target="/ppt/slides/slide12.xml" Id="R0f192f6069eb4a84" /><Relationship Type="http://schemas.openxmlformats.org/officeDocument/2006/relationships/slide" Target="/ppt/slides/slide13.xml" Id="R55ed5748db3047e0" /><Relationship Type="http://schemas.openxmlformats.org/officeDocument/2006/relationships/slide" Target="/ppt/slides/slide14.xml" Id="R9f99a8886be546a4" /><Relationship Type="http://schemas.openxmlformats.org/officeDocument/2006/relationships/slide" Target="/ppt/slides/slide15.xml" Id="R94ddb973f9e14e80" /><Relationship Type="http://schemas.openxmlformats.org/officeDocument/2006/relationships/slide" Target="/ppt/slides/slide16.xml" Id="R026e1a73d786406a" /><Relationship Type="http://schemas.openxmlformats.org/officeDocument/2006/relationships/slide" Target="/ppt/slides/slide17.xml" Id="R7c1bd90d2eb8443b" /><Relationship Type="http://schemas.openxmlformats.org/officeDocument/2006/relationships/slide" Target="/ppt/slides/slide18.xml" Id="Rdd8f934b010d4f35" /><Relationship Type="http://schemas.openxmlformats.org/officeDocument/2006/relationships/slide" Target="/ppt/slides/slide19.xml" Id="Rc65b4cab5e594b23" /><Relationship Type="http://schemas.openxmlformats.org/officeDocument/2006/relationships/slide" Target="/ppt/slides/slide20.xml" Id="R11dc9e80bfd84021" /><Relationship Type="http://schemas.openxmlformats.org/officeDocument/2006/relationships/slide" Target="/ppt/slides/slide21.xml" Id="R6619f7d5ffd64156" /><Relationship Type="http://schemas.openxmlformats.org/officeDocument/2006/relationships/slide" Target="/ppt/slides/slide22.xml" Id="R100de84c4f4e4a57" /><Relationship Type="http://schemas.openxmlformats.org/officeDocument/2006/relationships/slide" Target="/ppt/slides/slide23.xml" Id="Rb48122f497f54402" /><Relationship Type="http://schemas.openxmlformats.org/officeDocument/2006/relationships/slide" Target="/ppt/slides/slide24.xml" Id="Raadb3a43e3f7460c" /><Relationship Type="http://schemas.openxmlformats.org/officeDocument/2006/relationships/slide" Target="/ppt/slides/slide25.xml" Id="Re462261049254a96" /><Relationship Type="http://schemas.openxmlformats.org/officeDocument/2006/relationships/slide" Target="/ppt/slides/slide26.xml" Id="Rc24b04ca5df04c38" /><Relationship Type="http://schemas.openxmlformats.org/officeDocument/2006/relationships/slide" Target="/ppt/slides/slide27.xml" Id="R996b0e9e75f849f1" /><Relationship Type="http://schemas.openxmlformats.org/officeDocument/2006/relationships/slide" Target="/ppt/slides/slide28.xml" Id="R796855c432534c4d" /><Relationship Type="http://schemas.openxmlformats.org/officeDocument/2006/relationships/slide" Target="/ppt/slides/slide29.xml" Id="R7eadc5e569ac4ad5" /><Relationship Type="http://schemas.openxmlformats.org/officeDocument/2006/relationships/slide" Target="/ppt/slides/slide30.xml" Id="R4d7b49e516a94b94" /><Relationship Type="http://schemas.openxmlformats.org/officeDocument/2006/relationships/slide" Target="/ppt/slides/slide31.xml" Id="Rfc1af5e2246b4ebb" /><Relationship Type="http://schemas.openxmlformats.org/officeDocument/2006/relationships/slide" Target="/ppt/slides/slide32.xml" Id="Rb27bd27e870f4fde" /><Relationship Type="http://schemas.openxmlformats.org/officeDocument/2006/relationships/slide" Target="/ppt/slides/slide33.xml" Id="R2a086056c3c544d2" /><Relationship Type="http://schemas.openxmlformats.org/officeDocument/2006/relationships/slide" Target="/ppt/slides/slide34.xml" Id="R390557238cc941e2" /><Relationship Type="http://schemas.openxmlformats.org/officeDocument/2006/relationships/slide" Target="/ppt/slides/slide35.xml" Id="R3ba5654e67ab462f" /><Relationship Type="http://schemas.openxmlformats.org/officeDocument/2006/relationships/slide" Target="/ppt/slides/slide36.xml" Id="Rcb421fa4c2be499f" /><Relationship Type="http://schemas.openxmlformats.org/officeDocument/2006/relationships/slide" Target="/ppt/slides/slide37.xml" Id="Re2c7df2356c146b9" /><Relationship Type="http://schemas.openxmlformats.org/officeDocument/2006/relationships/slide" Target="/ppt/slides/slide38.xml" Id="R3cadb6a68dfe4d37" /><Relationship Type="http://schemas.openxmlformats.org/officeDocument/2006/relationships/slide" Target="/ppt/slides/slide39.xml" Id="R6636f0be199947b1" /><Relationship Type="http://schemas.openxmlformats.org/officeDocument/2006/relationships/slide" Target="/ppt/slides/slide40.xml" Id="R92d6071be8294c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46ea4b61b149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37ecbe359b4c3f" /><Relationship Type="http://schemas.openxmlformats.org/officeDocument/2006/relationships/notesMaster" Target="/ppt/notesMasters/notesMaster1.xml" Id="R0047f3bc6b8441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875c99787c49cd" /><Relationship Type="http://schemas.openxmlformats.org/officeDocument/2006/relationships/notesMaster" Target="/ppt/notesMasters/notesMaster1.xml" Id="Rf4168721352040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f44f76234e4719" /><Relationship Type="http://schemas.openxmlformats.org/officeDocument/2006/relationships/notesMaster" Target="/ppt/notesMasters/notesMaster1.xml" Id="R6c8fd68fe8a74c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4963a9f575419a" /><Relationship Type="http://schemas.openxmlformats.org/officeDocument/2006/relationships/notesMaster" Target="/ppt/notesMasters/notesMaster1.xml" Id="R01b74f29cb204f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33842436944448" /><Relationship Type="http://schemas.openxmlformats.org/officeDocument/2006/relationships/notesMaster" Target="/ppt/notesMasters/notesMaster1.xml" Id="R1478f112943f46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f694505326467b" /><Relationship Type="http://schemas.openxmlformats.org/officeDocument/2006/relationships/notesMaster" Target="/ppt/notesMasters/notesMaster1.xml" Id="R848943d1a97a41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8a2815e00340e8" /><Relationship Type="http://schemas.openxmlformats.org/officeDocument/2006/relationships/notesMaster" Target="/ppt/notesMasters/notesMaster1.xml" Id="Rfd2f5bf765664c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be9221458b40e6" /><Relationship Type="http://schemas.openxmlformats.org/officeDocument/2006/relationships/notesMaster" Target="/ppt/notesMasters/notesMaster1.xml" Id="Rdfa0bc4c484c46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d7362bb862a49b6" /><Relationship Type="http://schemas.openxmlformats.org/officeDocument/2006/relationships/notesMaster" Target="/ppt/notesMasters/notesMaster1.xml" Id="R0964e9eb075844f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90df43cb5174203" /><Relationship Type="http://schemas.openxmlformats.org/officeDocument/2006/relationships/notesMaster" Target="/ppt/notesMasters/notesMaster1.xml" Id="Rb5f171eb814648b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a6b9a42b9e44d26" /><Relationship Type="http://schemas.openxmlformats.org/officeDocument/2006/relationships/notesMaster" Target="/ppt/notesMasters/notesMaster1.xml" Id="R5ab6e19671e7478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ed27fa61e744efe" /><Relationship Type="http://schemas.openxmlformats.org/officeDocument/2006/relationships/notesMaster" Target="/ppt/notesMasters/notesMaster1.xml" Id="R03f344da229f45b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8ad505d58354572" /><Relationship Type="http://schemas.openxmlformats.org/officeDocument/2006/relationships/notesMaster" Target="/ppt/notesMasters/notesMaster1.xml" Id="Rd155eb9f7e78433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3e2ceb724a74e48" /><Relationship Type="http://schemas.openxmlformats.org/officeDocument/2006/relationships/notesMaster" Target="/ppt/notesMasters/notesMaster1.xml" Id="R91e95952aa964d6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504b609fe394261" /><Relationship Type="http://schemas.openxmlformats.org/officeDocument/2006/relationships/notesMaster" Target="/ppt/notesMasters/notesMaster1.xml" Id="R1a915b7268e8424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04caaf4fd644c41" /><Relationship Type="http://schemas.openxmlformats.org/officeDocument/2006/relationships/notesMaster" Target="/ppt/notesMasters/notesMaster1.xml" Id="Raee42f1f6f08400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fea98649e0f4447" /><Relationship Type="http://schemas.openxmlformats.org/officeDocument/2006/relationships/notesMaster" Target="/ppt/notesMasters/notesMaster1.xml" Id="Ra914bdfd16b54e5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4e9f67d54734613" /><Relationship Type="http://schemas.openxmlformats.org/officeDocument/2006/relationships/notesMaster" Target="/ppt/notesMasters/notesMaster1.xml" Id="R4cde306f5b9b4ea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db7f86dff5648b0" /><Relationship Type="http://schemas.openxmlformats.org/officeDocument/2006/relationships/notesMaster" Target="/ppt/notesMasters/notesMaster1.xml" Id="Rfe02ea29b943437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0a6ca10d3644bf5" /><Relationship Type="http://schemas.openxmlformats.org/officeDocument/2006/relationships/notesMaster" Target="/ppt/notesMasters/notesMaster1.xml" Id="R7610450d05a14b4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23f2e7bae3e45de" /><Relationship Type="http://schemas.openxmlformats.org/officeDocument/2006/relationships/notesMaster" Target="/ppt/notesMasters/notesMaster1.xml" Id="R6013e45778b2438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a9e5b8e32f74910" /><Relationship Type="http://schemas.openxmlformats.org/officeDocument/2006/relationships/notesMaster" Target="/ppt/notesMasters/notesMaster1.xml" Id="R7312528e475d403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dd90701a24c422b" /><Relationship Type="http://schemas.openxmlformats.org/officeDocument/2006/relationships/notesMaster" Target="/ppt/notesMasters/notesMaster1.xml" Id="R3bb1b4b53588450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150a0e0f15c4456" /><Relationship Type="http://schemas.openxmlformats.org/officeDocument/2006/relationships/notesMaster" Target="/ppt/notesMasters/notesMaster1.xml" Id="R7a1a6a5648114ae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694d990b059466b" /><Relationship Type="http://schemas.openxmlformats.org/officeDocument/2006/relationships/notesMaster" Target="/ppt/notesMasters/notesMaster1.xml" Id="Rada5cb62afd54c0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deb761947464ef5" /><Relationship Type="http://schemas.openxmlformats.org/officeDocument/2006/relationships/notesMaster" Target="/ppt/notesMasters/notesMaster1.xml" Id="Re45b0a3795684b3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3a0d5686add47aa" /><Relationship Type="http://schemas.openxmlformats.org/officeDocument/2006/relationships/notesMaster" Target="/ppt/notesMasters/notesMaster1.xml" Id="R6bfd76eb3edf479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23879a9276f4c66" /><Relationship Type="http://schemas.openxmlformats.org/officeDocument/2006/relationships/notesMaster" Target="/ppt/notesMasters/notesMaster1.xml" Id="Rd75e5cd83a0c487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a806041397c4e8a" /><Relationship Type="http://schemas.openxmlformats.org/officeDocument/2006/relationships/notesMaster" Target="/ppt/notesMasters/notesMaster1.xml" Id="R7c15b801fa4a403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18032099e514acc" /><Relationship Type="http://schemas.openxmlformats.org/officeDocument/2006/relationships/notesMaster" Target="/ppt/notesMasters/notesMaster1.xml" Id="R4b6375306df74ae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9db6a6b52f14791" /><Relationship Type="http://schemas.openxmlformats.org/officeDocument/2006/relationships/notesMaster" Target="/ppt/notesMasters/notesMaster1.xml" Id="R9c2955a69daa4ad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5cb597d0c234f8e" /><Relationship Type="http://schemas.openxmlformats.org/officeDocument/2006/relationships/notesMaster" Target="/ppt/notesMasters/notesMaster1.xml" Id="R16e5f084525146a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eb0cb48b03e4d12" /><Relationship Type="http://schemas.openxmlformats.org/officeDocument/2006/relationships/notesMaster" Target="/ppt/notesMasters/notesMaster1.xml" Id="Re13dc9e37eb54a2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6c6bcc2dc4e4b5f" /><Relationship Type="http://schemas.openxmlformats.org/officeDocument/2006/relationships/notesMaster" Target="/ppt/notesMasters/notesMaster1.xml" Id="R1e168b9a6b2a4d2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993391993484e9d" /><Relationship Type="http://schemas.openxmlformats.org/officeDocument/2006/relationships/notesMaster" Target="/ppt/notesMasters/notesMaster1.xml" Id="R6f5b776af1bd4c7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9492ddceed44c99" /><Relationship Type="http://schemas.openxmlformats.org/officeDocument/2006/relationships/notesMaster" Target="/ppt/notesMasters/notesMaster1.xml" Id="Rce3d0ffa5d1f497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91edd5e86814f0c" /><Relationship Type="http://schemas.openxmlformats.org/officeDocument/2006/relationships/notesMaster" Target="/ppt/notesMasters/notesMaster1.xml" Id="Red64a67421a64dd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aa584cab1e34bfd" /><Relationship Type="http://schemas.openxmlformats.org/officeDocument/2006/relationships/notesMaster" Target="/ppt/notesMasters/notesMaster1.xml" Id="Rd4391852fd564f0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a31239f0ddf49c1" /><Relationship Type="http://schemas.openxmlformats.org/officeDocument/2006/relationships/notesMaster" Target="/ppt/notesMasters/notesMaster1.xml" Id="R9d44ef07a6f44d4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36750bc18b6442a" /><Relationship Type="http://schemas.openxmlformats.org/officeDocument/2006/relationships/notesMaster" Target="/ppt/notesMasters/notesMaster1.xml" Id="R41a93c7ac3524d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43ee7a5e8a40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b841b4a1804e6a" /><Relationship Type="http://schemas.openxmlformats.org/officeDocument/2006/relationships/slideLayout" Target="/ppt/slideLayouts/slideLayout1.xml" Id="Rd67e32ab22e648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7e32ab22e648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83c0c63e44781" /><Relationship Type="http://schemas.openxmlformats.org/officeDocument/2006/relationships/notesSlide" Target="/ppt/notesSlides/notesSlide1.xml" Id="Rebd2b081129e47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db745dc6dc40f9" /><Relationship Type="http://schemas.openxmlformats.org/officeDocument/2006/relationships/notesSlide" Target="/ppt/notesSlides/notesSlide2.xml" Id="Rf9454d94b76c43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0d755b84e483d" /><Relationship Type="http://schemas.openxmlformats.org/officeDocument/2006/relationships/notesSlide" Target="/ppt/notesSlides/notesSlide3.xml" Id="R196ff342098f48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5eb2439c74236" /><Relationship Type="http://schemas.openxmlformats.org/officeDocument/2006/relationships/notesSlide" Target="/ppt/notesSlides/notesSlide4.xml" Id="R7c69031e94e444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ff470c1fea4aec" /><Relationship Type="http://schemas.openxmlformats.org/officeDocument/2006/relationships/notesSlide" Target="/ppt/notesSlides/notesSlide5.xml" Id="Ra2256cd51d8e4f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cee9e3b3274a81" /><Relationship Type="http://schemas.openxmlformats.org/officeDocument/2006/relationships/notesSlide" Target="/ppt/notesSlides/notesSlide6.xml" Id="R84180bc45dbe4b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a6167cea3840bc" /><Relationship Type="http://schemas.openxmlformats.org/officeDocument/2006/relationships/notesSlide" Target="/ppt/notesSlides/notesSlide7.xml" Id="R8c9c9d26417f4a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a15f5e35d34ccb" /><Relationship Type="http://schemas.openxmlformats.org/officeDocument/2006/relationships/notesSlide" Target="/ppt/notesSlides/notesSlide8.xml" Id="R2d12ae3310e646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2e5372ea6452b" /><Relationship Type="http://schemas.openxmlformats.org/officeDocument/2006/relationships/notesSlide" Target="/ppt/notesSlides/notesSlide9.xml" Id="R8c56ec33c74142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e692d995594b93" /><Relationship Type="http://schemas.openxmlformats.org/officeDocument/2006/relationships/notesSlide" Target="/ppt/notesSlides/notesSlide10.xml" Id="R68512bc92275402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9a854c724642d0" /><Relationship Type="http://schemas.openxmlformats.org/officeDocument/2006/relationships/notesSlide" Target="/ppt/notesSlides/notesSlide11.xml" Id="R3d7959fe8aca494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146653a2e49a0" /><Relationship Type="http://schemas.openxmlformats.org/officeDocument/2006/relationships/notesSlide" Target="/ppt/notesSlides/notesSlide12.xml" Id="R111f15c1ae684f3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7c67720b34385" /><Relationship Type="http://schemas.openxmlformats.org/officeDocument/2006/relationships/notesSlide" Target="/ppt/notesSlides/notesSlide13.xml" Id="Rd7c663b5c27f477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65e8dd2ede4c7f" /><Relationship Type="http://schemas.openxmlformats.org/officeDocument/2006/relationships/notesSlide" Target="/ppt/notesSlides/notesSlide14.xml" Id="Rd4d85af9d09641e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6d0137f4749e2" /><Relationship Type="http://schemas.openxmlformats.org/officeDocument/2006/relationships/notesSlide" Target="/ppt/notesSlides/notesSlide15.xml" Id="R6f65c081172b476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4590b779d4cd9" /><Relationship Type="http://schemas.openxmlformats.org/officeDocument/2006/relationships/notesSlide" Target="/ppt/notesSlides/notesSlide16.xml" Id="R17001581eb52446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c6bda9c51e4ee4" /><Relationship Type="http://schemas.openxmlformats.org/officeDocument/2006/relationships/notesSlide" Target="/ppt/notesSlides/notesSlide17.xml" Id="Rc8aa38ea320a487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cdab075cf4ab5" /><Relationship Type="http://schemas.openxmlformats.org/officeDocument/2006/relationships/notesSlide" Target="/ppt/notesSlides/notesSlide18.xml" Id="R822d8ac4e4304af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d5605a3bc4725" /><Relationship Type="http://schemas.openxmlformats.org/officeDocument/2006/relationships/notesSlide" Target="/ppt/notesSlides/notesSlide19.xml" Id="Rcc5a4d565ad44c2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e9358a08c84b78" /><Relationship Type="http://schemas.openxmlformats.org/officeDocument/2006/relationships/notesSlide" Target="/ppt/notesSlides/notesSlide20.xml" Id="R6e005e6b0b9645f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512a765de4c35" /><Relationship Type="http://schemas.openxmlformats.org/officeDocument/2006/relationships/notesSlide" Target="/ppt/notesSlides/notesSlide21.xml" Id="R370a7765dbde4b9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cb363772546c8" /><Relationship Type="http://schemas.openxmlformats.org/officeDocument/2006/relationships/notesSlide" Target="/ppt/notesSlides/notesSlide22.xml" Id="R84e2b997f42c4fb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d3ec7f72e464e" /><Relationship Type="http://schemas.openxmlformats.org/officeDocument/2006/relationships/notesSlide" Target="/ppt/notesSlides/notesSlide23.xml" Id="R45af3de3d94e4f8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4692a5d1045da" /><Relationship Type="http://schemas.openxmlformats.org/officeDocument/2006/relationships/notesSlide" Target="/ppt/notesSlides/notesSlide24.xml" Id="Rd7cd737478b4483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a7813a69a46e6" /><Relationship Type="http://schemas.openxmlformats.org/officeDocument/2006/relationships/notesSlide" Target="/ppt/notesSlides/notesSlide25.xml" Id="Rd61a8706454d499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3c01f62eb84389" /><Relationship Type="http://schemas.openxmlformats.org/officeDocument/2006/relationships/notesSlide" Target="/ppt/notesSlides/notesSlide26.xml" Id="R39596d705ed840f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a40f7ed2b44b8" /><Relationship Type="http://schemas.openxmlformats.org/officeDocument/2006/relationships/notesSlide" Target="/ppt/notesSlides/notesSlide27.xml" Id="R51fb08893593459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936159ae9848bf" /><Relationship Type="http://schemas.openxmlformats.org/officeDocument/2006/relationships/notesSlide" Target="/ppt/notesSlides/notesSlide28.xml" Id="R49d69e975e8c4d9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b0509450745d6" /><Relationship Type="http://schemas.openxmlformats.org/officeDocument/2006/relationships/notesSlide" Target="/ppt/notesSlides/notesSlide29.xml" Id="R786e2c6829f444d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4790be05c4c65" /><Relationship Type="http://schemas.openxmlformats.org/officeDocument/2006/relationships/notesSlide" Target="/ppt/notesSlides/notesSlide30.xml" Id="Rcf102c727b60461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2adae124f1405d" /><Relationship Type="http://schemas.openxmlformats.org/officeDocument/2006/relationships/notesSlide" Target="/ppt/notesSlides/notesSlide31.xml" Id="Rba5e0d9140cf4e6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5439570fd44b0d" /><Relationship Type="http://schemas.openxmlformats.org/officeDocument/2006/relationships/notesSlide" Target="/ppt/notesSlides/notesSlide32.xml" Id="R6bf6ebf0780d4d2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cd4b825d349a1" /><Relationship Type="http://schemas.openxmlformats.org/officeDocument/2006/relationships/notesSlide" Target="/ppt/notesSlides/notesSlide33.xml" Id="R54dd2de4427341f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b293b25f04688" /><Relationship Type="http://schemas.openxmlformats.org/officeDocument/2006/relationships/notesSlide" Target="/ppt/notesSlides/notesSlide34.xml" Id="R87c927f20f97423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073c52a084226" /><Relationship Type="http://schemas.openxmlformats.org/officeDocument/2006/relationships/notesSlide" Target="/ppt/notesSlides/notesSlide35.xml" Id="Rbd7ab586388b428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812502b924dae" /><Relationship Type="http://schemas.openxmlformats.org/officeDocument/2006/relationships/notesSlide" Target="/ppt/notesSlides/notesSlide36.xml" Id="R7e05f0f2938543a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93ce6989764408" /><Relationship Type="http://schemas.openxmlformats.org/officeDocument/2006/relationships/notesSlide" Target="/ppt/notesSlides/notesSlide37.xml" Id="Re421f568df6c4ce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f61fb801644e28" /><Relationship Type="http://schemas.openxmlformats.org/officeDocument/2006/relationships/notesSlide" Target="/ppt/notesSlides/notesSlide38.xml" Id="Ra08eeb9487e34ee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92b2b810bb41b8" /><Relationship Type="http://schemas.openxmlformats.org/officeDocument/2006/relationships/notesSlide" Target="/ppt/notesSlides/notesSlide39.xml" Id="R40dd739478c6485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4197634a24ed8" /><Relationship Type="http://schemas.openxmlformats.org/officeDocument/2006/relationships/notesSlide" Target="/ppt/notesSlides/notesSlide40.xml" Id="R09944ff4153442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403362-2A40-4103-877D-0C0522A8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85F77C-43F9-47EC-A188-5572D59A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Professional Skills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947DF6-8E0A-4264-8C08-F4C16D25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Soft Skills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1BSKS106/206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2D1DD6-879B-4F36-AFB9-99CB41A9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10795-0396-4E0E-B586-FC85837D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748C3D-065B-41BE-A657-6B23290F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A97A1B-00ED-438F-A52F-D5FEE7A9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322787-C9E5-408F-9F5F-D4EE3CFF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BACECD-3677-40B3-A24C-B9D62F3F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0F9F95-45E6-4329-8F93-08DB5035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A61858-098B-4C75-9180-D0319522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A58EF2-7B32-4747-9B17-6A41D9DC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1ABAA-AE30-458F-A15B-8755CC94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7493147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42B96E-0E7E-4872-9975-E6A5777E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8FDDD1-9B43-4182-A1DD-357F6F03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BFC6E1-F4C6-4D88-939F-E303ED6D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923420-BC53-403B-8F30-77912A03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516D0-5F9A-4580-8ED8-9DFC5E18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13550B-5191-4C6B-AC97-AA8BC37D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084A06-8E23-4D7C-81BB-F7E22483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0EA3EA-E276-4896-BE60-87595C38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DCD78-D4F8-43A9-9231-1E992F7A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8291CA-2FB5-41D0-84DE-0DECE27C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5200C0-AA6A-4AF0-93F9-FF8D0B63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7E57CD-896F-45CC-83D5-2F1402BB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D20EED-158E-4486-8BDE-DD25D135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979762-3001-44EF-BEC8-7B50AC66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A2C8D6-56D1-4772-ACD5-A9E5A4FA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4390473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7FD123-2985-42B9-8512-FC77C32C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C4596A-CD66-4F4D-97D9-CBDCEB16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DB62CC-238E-44B4-B305-B9A23F49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086E6-B62E-45FD-8F2A-788D59A8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976E99-97DC-48A6-B382-E27C18BC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D9C1DD-289E-461E-AB88-88B25A3D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B2C6D2-980C-42F2-A750-331EE728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DC116B-C903-4212-BEAB-FF5DF7C9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E563D2-4575-4370-BF3B-9FCEE778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Professional Skills I (3 hours) 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2DAE4A-F7E0-4C59-98DE-C8616C68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22E443-AB1D-4DA8-BDAC-9D7AE1F0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965FCA-123A-4C75-8279-55F42693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Solving: Identifying root causes, analysing options, and...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39283F-FDCB-46A3-A92B-461BA8EF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B39C39-B488-475F-9BB0-F4056794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5B1430-2A53-4992-B21C-80214ADA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Discipline: Building consistency, accountability, and pro...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D027EA-897B-4D89-9073-CE314F87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AAEE81-3E14-4DB1-8211-738F0038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DA5082-2261-45EE-92BD-9D3FB635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Management: Prioritizing tasks (Eisenhower Matrix), sched...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A31157-48A1-4287-9C4B-F195AF6F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2D1803-51A6-450A-9CD0-29B7D28E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FE1E05-2C36-4ABD-B369-50A1F77D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Instructional Design Each competency is taught and assess...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8D4EF7-889A-4904-B0FA-A92007A6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A816F8-DB92-4963-B5EE-A2E2880F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F20BE1-0F01-412B-B2EE-EC459FFC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Teaching Methodology TBTL (Task -Based Teaching Learning)...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0E00B1-C9E6-48C6-AA20-8421E4F4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0ACD66-7776-4651-82FE-F8DF58B8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80DFB3-529D-4456-B82B-D9A06E12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Language Lab Quicklrn.com Experiential Learning Methods T...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AB111C-F1A5-49A3-BE8D-F19F87C2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21C51A-162D-4F7D-BCC7-08B7C770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2692829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5023DE-D585-48D0-91FC-8B80D554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2FD55-7EBB-44F7-97EB-CD10AF67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BC28BE-0B6A-468E-88CB-4AE7D37C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2CD3F5-DC60-4389-8C6C-EBCE12F7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6C6EEA-BA69-4836-9B8B-75C78381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91CA67-1E2A-44B0-93F8-D07F25BC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62970F-D0A7-4289-B404-726139E7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C3F15A-B908-4813-9111-4488F697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Professional Skills I (3 hours) 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53155-9660-47DD-A18B-47F43768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0EBEA0-16F6-4BBC-ADB0-74259F87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35C086-FF9B-4CD3-8AB3-53DEE94C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Solving: Identifying root causes, analysing options, and....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C31A04-0DED-4D78-8805-185D29A1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032161-63F5-4BA3-B516-68ED5183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D97E0B-E8C0-4A6B-8C2F-1B1DF3A0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Discipline: Building consistency, accountability, and pro...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22AD09-B124-41C1-AE43-785A16DF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672292-928A-4588-AA2D-E32DF213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4E78BC-228C-420D-B5AE-FE9F1B41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Management: Prioritizing tasks (Eisenhower Matrix), sched...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8A6054-D7D5-47A0-B124-8CFB458B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D6C6AD-D4F5-4AAA-B355-0F33164E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C153E8-F226-4692-A47B-2D57A015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Instructional Design Each competency is taught and assess...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57C3BB-B238-4056-8601-5E0C9816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C4182E-D678-47C5-97D0-345A3861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AD2119-9D83-43C5-AFE7-58CFFE13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Teaching Methodology TBTL (Task -Based Teaching Learning)...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4F696C-60AD-4E25-A106-9D5C8BB6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E0C541-0C57-470C-97A4-05059DC7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19876A-CB72-480E-A694-3C9041AC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Language Lab Quicklrn.com Experiential Learning Methods T...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04407B-1951-49CC-BDD3-5E271AE3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270B42-3CC4-4A37-92CF-5A435A4D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CC810F-FDCB-44A3-B5AB-61E1C295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3954603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B98980-616F-42E7-8BB9-B446A212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FDCE1-D7A7-4C11-9D44-0F661F1B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4052CF-C190-47E7-AD12-2FA67F1E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C4D58C-9BCA-4FBA-A2FA-4CB57D28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F1733A-A91A-47C2-A99F-2DCCB6EB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Professional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6BC0AA-A425-459F-8FE4-93230068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Skills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183DD3-82A7-4486-B133-545A7258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Solving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5B2579-919A-458D-ACCD-D2E87E15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Identifying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7B2064-64AD-4498-99EB-17D45E5B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root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417DB2-B31C-4957-B7B7-78323D3E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causes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6ABD9B-C436-4E45-96AC-B0CF80E7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analysing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B522B2-7E19-4450-8F3C-1F31FB98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options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E805F3-13CE-4D2D-A670-0C47A6E7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implementing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537B53-B3AE-4576-8A5C-B3CCABC2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solutions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808DEC-AAEC-4A4F-A4F1-DB1C6DC9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F674FA-DBC7-43EF-A8A0-FB9146FC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7763565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142EA1-B566-4AD5-A876-F70A0AE5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233A03-BF9B-4CAB-803D-7F21B054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E51439-CE4D-4A1C-980A-2D2EDECB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BB009D-9EE6-4A48-9D63-99951ABA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0F2604-7605-47C8-88F4-AF637250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Professional Skills I (3 hours) 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F89C4B-B1ED-4155-A26D-E912D815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Professional Skills I (3 hours) •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36DE65-C4F4-4849-A32D-3C56594C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4BD5B4-A43A-445A-824B-E57D3DAE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7FAB9F-97BB-4CD6-8999-D419FB11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5DFDA6-DF66-4835-A7F8-0987D0B7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2AFE25-A817-4765-A3C0-94E114C9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38254B-A6BF-4759-B909-E620B358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1C416E-190A-4054-A3D0-2933F37A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1E5219-A33B-4030-98D7-EEC920CF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62CCF9-B0F6-4FC8-AF96-3EFB7084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B22A50-AC25-48D3-8073-B1BD0E11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2230779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4C265B-1B1A-4D45-8E20-3A47E320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EDED6F-2336-47F0-8166-0D2A0590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E7CB23-0E82-4C8B-AE9E-B217CE80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57CC9-E964-49EA-9FC8-D90E3AE6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581F34-2A48-4BE1-A9DA-9FADB1A2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20AC9F-CF0A-4417-8EDC-44A72DAB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CF848-C7A1-43BB-9C50-F3D5BEE4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C795A4-6F31-4637-824B-811B2309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BF7F70-B5DC-44BD-AED4-AC2BE6D4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Professional Skill...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DF92E4-27AA-454E-B2A9-4ABBD3C2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9373D3-6D14-4D8E-980B-AE077BA4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A9567B-74DC-46F9-84A6-1FC3143F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Professional 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EA6C14-1552-4F33-9ABD-BC788960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7BD03D-2120-4B8F-A1E9-7FAB9FA3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F1AC9E-1AAA-4182-9ADA-45C4487E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Professional Skill...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A614F5-25D8-4A79-87EF-55E57F6A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8FCDFF-3C94-458E-BDE8-E740AF05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73510F-E40F-4A25-98EF-A389EA13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Professional Skil...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075372-C506-4AC8-87D4-EACD7AA8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81FF84-AE53-4EE5-A7E8-F7AA396D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24800A-BFE2-4E95-A7FA-C6552AF4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Professional Sk...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345E33-3E8D-4B8C-8CDC-579E6F77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2A726D-B1B5-458F-8EB9-529946E4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8360345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EBBF58-D983-41F0-97D5-C7CD7017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1D879E-F0CB-42BA-88F7-A1DDDF11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810315-D033-4AFB-ADBF-70923955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5A571E-257E-45FD-A2EC-BB0F2122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DC3157-F8EC-4E48-B118-ED5D7526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36831F-7599-49BE-970C-21D5F58B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924D5D-865A-4BA5-98BF-95DF93BC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62B68A-ADE9-4E66-952B-67BB2A97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929E13-DE0A-4AA4-8D3C-0CA4EBE5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835789-22C3-49D0-A27C-9DC48E0A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7AB44E-0B7F-4FC4-93BA-26D361FC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5F9F61-EC6B-45EA-8B40-9D95C4F1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4E087F-FF53-444A-9534-C8E328ED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3459B6-4CA8-41AA-825C-67105557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839DA5-0B87-4A81-B50B-0960353D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5613859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26D115-C12F-4165-85AF-D9322791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9A2C1A-D04F-40FE-94B3-A07D40C1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80923C-2A34-4D16-BA86-35A75206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DDCD1C-31B3-440A-AAEA-98B360AA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47EB53-BD57-4DA9-AFE4-1D463A91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90C276-77A0-4F8A-8141-137E737E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Professional Skills I (3 hours) •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7D27B7-4FFE-4FB5-B26D-FDA125BB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AEA0A6-9006-48F4-9EE4-D62502AE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708A99-6A41-430A-BA6E-2006BAAE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CF68D3-C607-42E6-BAE6-98817FD5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0E93D2-030F-481C-8FE7-EEA66449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20266172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5FC7C4-849A-40EB-8B16-598ED4DE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B1B8C2-D78E-4716-9199-0677A12A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320688-FF74-44AF-89E6-0C3E91A5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938E4A-00EF-4E55-9F17-430C8EEB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55C268-B376-48D4-AFA4-6B7AAB9C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Solving: Identifying root causes, analysing options, and implementing solutions using methods like 5 Whys and F...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80F30-6FB4-4C6C-AF88-DE9471C9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Solving: Identifying root causes, analysi...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2482E-6BA9-4A7C-968A-1618BC1D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C0383-DFE4-4278-942F-FC97CE52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14A81-E62F-4F46-B8AF-E9A98673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88DC1D-4DBB-449C-AA62-F55CC784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F45E26-97BF-44E6-9914-0D0052B7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7B51E6-082E-4F03-A5B6-6E3871C7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4D7AD4-B1D1-4D10-B02F-7BD9458D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9F1554-8C64-44F7-ABDC-59BDCF7A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6A6D4C-2826-4824-A491-FF3D25CF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DED71B-0125-4C48-BE34-734E8E80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614234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E9929B-1C6F-4F84-95A4-9AAF0244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98720-62E3-4C1D-A379-6979933A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2BCCBB-5745-4F07-ABA4-2B9182F6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F9712A-1E22-4E44-A44B-13FFA16E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38DE63-6868-4FE7-B0A0-54B548FB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5A8C4A-EE4E-428B-B794-19326557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A02B53-AA4C-4298-A7F3-A6EF8C12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39EB4-21B1-4579-A05F-EEFE325B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6A7BE0-9E4B-40C4-8925-6D9949C5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Solving: Identifyi...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7C6F87-9935-4ADB-AE42-A4F817C8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5294FD-E687-4FE9-B8EA-E0435DB4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678C57-AEBF-4F52-889A-DC8EAFAC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Solving: Ident...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B8A0F1-4245-4EFF-811A-EF5504DA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50512D-9FE4-49BC-8676-769BFF1B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377DC0-BB35-4E54-9B92-D9D8EABD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Solving: Identifyi...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DF0879-C928-48D7-B27B-35DAD087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84DD56-A1F7-444D-9CD6-B351AB0E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561D60-B0AE-4DEC-8173-F8238FFF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Solving: Identify...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8C390B-6DD3-4990-90E8-02A37CC7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415F7B-8D85-4E43-9EA6-58993AE4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78FCB0-BE8C-4CF3-B386-11944624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Solving: Identi...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D4146C-FE10-430F-95A5-9A423363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75E29C-0076-43AE-B784-2FF77D55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8859314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F1BE5A-828B-401E-9CA4-314663C5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703DE-9AF3-46E5-A7AA-5482E4BD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44343C-27CB-4A85-8CB8-9491C6AD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C29297-4D27-44E1-A287-0E70D06E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14A58-E835-4EC4-AC9D-08CD96A4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09375A-DB50-442C-A009-0E98E40B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2ED32-3D5B-4403-9A5B-9CE9E743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B3A12-FB5C-484C-8300-114CBF16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B5A4D5-38C9-41F4-9159-E08A586B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45E39F-B446-4FA6-9FEF-75D72E62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26829E-B004-479F-B414-1479AB27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D605DD-885C-4A03-8576-209B0AD5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176551-CFB0-4664-8D2D-D6025338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A736CC-A2F9-4DA0-AD5D-BEE6ED9F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E47D42-7513-4F12-9575-D150F4BF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2651395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013559-E19F-4BD5-867A-004C28C3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BFDE6-E187-40E2-9DE3-7E8106A5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E9B652-52E5-476D-8F36-960D95BB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F46DBC-71CA-4A26-9B7C-E30CCC5A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F10444-56B2-4B16-B383-F7569303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F9DB21-4674-47AB-B2EC-4FDBFB7D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Solving: Identifying root causes, analysing options, and...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15C99A-E896-4435-ABE1-7BB5682C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6D52AA-31B1-41B9-9553-3A840D6E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E88E93-2E17-47BA-A845-936D7B0F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3CF5D3-1E8A-40C2-89E9-1796278E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D19DA2-5BF7-4420-8340-34E2C286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5548160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D02CFF-B6B8-4B9F-A0C1-38BF472E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8C21A8-DA40-4B78-9E59-7F7BE234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35C37A-0155-4C85-9C75-C4433B96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34A81-6EEA-4FEC-A884-A79FDDD9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1AA9AC-E21C-4185-82D8-E0DD32CA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Discipline: Building consistency, accountability, and professional habits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446DC-E8EC-4279-9F82-6BD79820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Discipline: Building consistency, account...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954C36-B0AA-4730-AE83-3DFE9C74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0C328A-C9F7-44B1-88F5-F5C9018C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D5165D-3E88-494F-BE33-AF533F78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8D843E-7001-4697-A900-C9CA4B1B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CBA017-BAE2-436F-A48B-3CB41527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7DC17D-4D06-40E8-A38E-9922C031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7BAB6B-7509-4751-9650-85B64546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13B406-2D90-40FF-AB3E-8522C468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C7519F-C44A-4443-A1EB-FD766369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75D888-F6B7-4DB8-9820-FB99BC2E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60305737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FD9B92-BD80-46F7-81A3-07422D5F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2D9B94-7EB1-4058-82C3-C7FBACDF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741FB-591C-44D0-A073-EA64F9A2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930B21-1C4B-4278-8E5A-62E5385A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E7C537-18F0-48E8-9B82-D7BD881A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733045-3026-4E57-AFEC-D50057BF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1732B5-1687-47A3-8091-D7B1AE3A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3302F8-DAC2-442B-8405-DBD0D4C8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DC3793-4A35-44A3-BB95-37D87650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Discipline: Buildi...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BDE974-C5F7-491B-8CB8-BCFE3170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7A8D3B-632E-43E2-BF4A-44770DAE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50F926-74B5-4D91-8286-C1EEFF58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Discipline: Bu...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F96130-E2B4-4D19-9EFC-76F8E34E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5B4BE6-4904-4ED1-89CE-EF68A736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5C3215-220C-4498-A900-23641823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Discipline: Buildi...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297C38-77DB-4467-9FF2-3F2C51C9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818574-3B63-4EC9-B743-041F916B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E50CD3-4444-411B-9EE6-A325E23D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Discipline: Build...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63A4A2-88ED-4B2B-BEA3-6636A793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DA2DB1-976E-4465-8BA7-9A43244B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488E06-8F0F-47EA-B870-A6CD9631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Discipline: Bui...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1CCBB2-306F-4828-8001-0FF003C9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0AA146-2057-451A-8AA0-8A419400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75787601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4CF146-2EA5-424A-A5CD-8D9FDD0E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30FA8-1049-4609-8D33-0F5A11C6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9CF2B-CBB8-4317-97F6-FF8FD8E9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6922DE-A34D-4F64-9E74-D97F7EC3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2A3EBD-AA3C-41A7-AB40-481C1D0C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E1EE76-6614-4247-B5D7-8540BD0B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0869A2-110E-4716-99F1-34D2B987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B14671-F0B9-4452-A83E-06A87A32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2ECADF-3D08-4718-A58D-52175F82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A916BC-DDD3-4C78-952A-96DFF7B8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B5B4BA-8EDF-4842-B672-F4C30101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8EED89-EDD0-446C-B246-CFB932D5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D53BF9-FBA5-44A9-9BE3-381C7933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6EB6C8-A0CD-4899-88CC-467074BB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CD530D-0A07-4E7C-B4A2-0572FBF4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202364047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329CDF-6FA3-4634-B322-8C88F8B2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E70E52-B701-498C-821E-5B4B3F77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8F0DB-684F-416B-8B9A-CFE09FE5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19208-1586-4221-82D6-C36A08E9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9379C-0DFC-462E-8DE6-274D4EF4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8D8100-5181-47FE-815E-78B2DBF7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Discipline: Building consistency, accountability, and pro...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63FA80-FF26-46C3-8456-3D8FC467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09E7A3-6D85-4247-98A3-B638F420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16C5DB-D5F6-4E78-B774-1FC0233B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1E6CBA-EDD9-4BD1-B6B3-F666C9A8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7E413E-7363-459A-B6D7-B83948B6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47456053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F5B0AC-9003-4F65-A194-FB0FB163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7881B3-06C6-4B42-941E-05B0B5AF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C22C3A-1561-42C4-8A99-F0E22386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4085C3-8FD4-4246-A9F4-A793A71E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D8BBAB-0E49-402C-9539-4D039CF2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Management: Prioritizing tasks (Eisenhower Matrix), scheduling, avoiding procrastination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241C60-C194-4D20-A26F-75FEAF82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Management: Prioritizing tasks (Eisenhowe...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C805C0-78F0-4803-88F1-4B2C7918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95EBEE-34C6-42D4-B6AC-B23052A5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0045B0-FDD6-4545-B5F9-083C05EA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B8E1FB-E2CD-49C2-AF07-8C1708AB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F765BF-7CBA-47BC-9AFE-C8927E6E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4A41A6-DCFD-453B-BB3E-203A27F5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E52EC9-9562-499B-8FD1-1275C96D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1561B7-511B-4648-853D-18B8EF2A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E32695-BC77-4B01-B0C3-0FC5D48C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313416-1920-4FD8-84A5-C1C2D62A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28198433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7A2446-0A81-4D4E-98AC-84D7A9E5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2B4E4E-1F72-4B2D-812C-94EA7266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B4A890-9C45-4BB4-BAC6-9934A744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EE39EC-15FD-41C7-A61D-7EE851B3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940251-6B7C-4E64-99EF-3723C838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6E5BA5-7AA5-498C-8B6E-2E6BAEDA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7CE13A-1344-493D-9889-70188AEA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358667-5007-432D-A355-57908AD4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F9F3AD-2AE2-4062-A5B9-8265B1AA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Management: Priori...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1640D2-116E-4F85-B944-289A22F6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293DF0-9E5A-4D72-862F-946F89F4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CE97FB-3CDA-4E85-B4AC-856984E6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Management: Pr...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1B88A8-3C43-4BAA-AF3D-980D5937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117401-D033-494A-93CF-EAF07C52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7C9C4C-AACE-43E8-A4A6-EE455C75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Management: Priori...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EEE4BB-2DF9-4986-81C7-E13E5082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498282-345F-45CA-B744-819D659C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BF33B6-B60C-48AC-8BDC-B08290D0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Management: Prior...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412C1E-B724-41E9-AEBC-A7E62767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55AB9E-7C11-4EE7-A650-4B3CCE6E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CD6A6F-4687-4D61-9EF7-52EC777E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Management: Pri...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611AAB-C799-4C36-AAF2-E7607021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2CC5E9-423D-4B3A-91F0-5F8ABE7E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34795443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5BB8BB-6A57-4444-9FAA-29D0FD6F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977C4-73C3-44E5-A1EB-F34AA7F8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BFFF9-0B0C-4965-9F36-C97F142D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A14705-398D-4D47-BE5C-5C27851F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66D1B4-E86C-4C6C-8FA5-4F5EB40B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173569-B4AC-46DF-8663-CF86B9E7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DEEBC5-3328-4181-81D1-C18BA48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9CD987-A41F-4C16-8BEB-6F2B682D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CCF834-CEC6-40EC-9228-1167FF19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C3908F-8CCD-4583-B3C8-44106ABC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49FA3D-5542-4CEE-A502-30294F0D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A153A0-F0E5-4475-A384-68320DF1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E71346-B078-4403-9E8C-7BEEC9B6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BCE9EB-613D-4508-B90D-FCEBE9E5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5570BD-A752-4BE4-B4D4-94A1F655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32701980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90A988-953A-4B83-8798-16731EC0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6E89DC-EDA0-4DAC-BB84-3446D20E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1B18DF-9D56-43D9-A635-EF48D5C7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3AA8C1-E2CB-4089-B633-0FA75FE3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857B89-5BA5-4515-AAD6-A3B571A2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4BBDC9-255B-44ED-BDA0-D0E37968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Management: Prioritizing tasks (Eisenhower Matrix), sched...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3D06A5-4076-4AEE-94DA-76AECAB0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CF0B4F-2040-467D-99B8-0F5DD72B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743D0-8A47-41E5-82C9-CC7FA2DA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C5B112-F0B5-4AA3-A68D-F29ED744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F8A48B-9010-442B-9744-A757195C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51117188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A86301-0455-4A93-AC04-005C5D76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B36C87-ABD8-46BD-B46A-B39EC3BA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9E58E3-1F38-4F4A-A16B-F3E54DA5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03F9EE-7DB7-4747-B579-2FFB6BC6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4470F0-2DE7-4805-A26C-0EE60D6F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Instructional Design Each competency is taught and assessed through guided visualisations, reflections, explain...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A230BE-5151-4B5F-8724-C5C0554D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Instructional Design Each competency is t...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6C66B1-EEC6-44A9-9B0E-09ABB6E9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4D8034-5182-4A4E-BEC7-CF7E0CC9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4DEDDF-5BF2-4EB0-979F-DAB409DD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E7D151-90A6-43E1-A62F-35F65626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B7E0B6-0EE8-4D05-BF57-633FA9B6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112C99-96CC-4E83-91BC-1B95736D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F1165E-3EBA-4246-A4E3-EFD46777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DD4A7F-16D5-4BBE-B6CB-E6F38FA5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784F6C-25E9-4D54-A5C2-77E712B8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88F4C-055A-492D-95CF-2307FAB8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95480803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E5F63C-ABA3-460C-949C-59201551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B06F66-C1EF-4C0A-A111-785592A6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9524E7-10FD-4974-998F-BC773A1B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C2AC6-9F7C-4E07-8A8A-68DDC9AE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65DB49-DC82-40A5-AAE3-B8911DF6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35A4E3-B060-4A41-83CF-EABBF1E9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40FE93-B2A7-4D1F-8046-6A48FEBD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DB77EB-7CEC-4F35-9362-AB80E753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BFFFE7-BACA-48DD-9CBC-7ACEEB8E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Instructional Desi...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6D9032-AA48-45ED-94BF-F5E0EC7F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A3B215-1720-4547-9271-A7BB0CE5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A830C8-E40A-4CC6-8FD6-ED8AC68C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Instructional...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ECB434-3F58-4B87-A54A-432CBE48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F15FE6-E791-4E2C-8473-D0B9744D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157B4E-4D3B-47C4-83BC-DC2EF756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Instructional Desi...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C9FC49-016F-4948-B9D1-E27EDFB1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7ABE21-E5CE-4229-AC65-9D507711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C731CF-7993-49B7-A2F1-E6E8A066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Instructional Des...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C49FB8-F94B-44C3-9ACB-C6498DC8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87DEF6-6948-450A-B7CD-3CFA3120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403B12-4215-41D8-9A0F-12F5B14A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Instructional 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0A4CF4-2271-49BE-9DB3-182E26C8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EF1442-EF64-4922-B198-0E116C1E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72776499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966653-F29B-4B75-BDFD-6D7AA065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537321-1F36-4CF3-927C-B0BDBBF3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184CF-38DF-47E7-8F4B-2201DC17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5D6693-3A84-4D54-B8BD-21C30918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00BF0A-6F51-459F-92B4-FC031DAF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C8C36-877F-48F5-B3DC-8F324172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55EBA1-0EEF-436F-BFE8-87B18FCA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C80D53-9101-477E-963B-B189328B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86A5E8-9630-43FB-8AF5-43A6A10B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2C4AEC-2DB7-4B1A-9A96-F89DC0B5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98789C-177D-4A90-A994-BBA8BEE6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1E64B6-97C8-4854-ADB4-5FE03FF1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87243B-1D40-4996-B10B-9B8C4C2B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6AD854-2A17-449D-A069-9C92ED63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A29E11-8C3F-4C43-82FF-E5B9D409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52325081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4CDC16-264C-4B6F-8246-65E7237D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91FF34-1B39-42A5-829D-64730665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D25282-E1D6-401B-9FF1-E09ACD81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9DB2D-5A7E-4A2E-8D3A-69428F48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F22486-CC87-4CCD-A1C1-172886C8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4E9BDB-294B-400A-9AD7-AD36B54A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Instructional Design Each competency is taught and assess...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437BBC-9101-4FCC-AE7C-E0D64231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CB555E-8CC5-4085-B5EA-75AD7FBF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70638A-7A06-4361-B8AD-2DD8A034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D38571-EA3E-42F4-AECE-0440B8B6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0F06C0-48A1-45FA-976E-E45C1B49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70840069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6DEC4B-FB1A-425B-AE4C-5D3170CD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B5E8BC-791C-4E21-8CD0-492BCB11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D619A1-E20D-4CBD-8947-90F1E0D5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A8663C-F15B-4A0D-A50E-5F33D322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15145-2D0D-43C8-91D6-25819187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Teaching Methodology TBTL (Task -Based Teaching Learning) - interactive workshops, simulations, activities, pee...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6985B3-2178-4F22-9121-E05A199A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Teaching Methodology TBTL (Task -Based Te...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4691F0-E666-44A5-BBBF-BA09088E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4C6079-EC83-4E3C-81D0-8BAF5B12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D3E067-8380-4E5E-BE38-2CD83E3D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0DBC25-AFB0-4EB8-A55A-BFC9D6A1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41FCA0-31F3-4153-B365-0AC6F6B0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22E2F2-BCC5-40DA-B908-FB650478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681769-5E89-4FD4-A1C4-978FC4F9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21D6F9-5AF0-418D-B375-7CC10FAB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C9F30-24F9-431A-BFDD-26FEC578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98F540-C600-47AE-9A58-E4878440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67027064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F38973-FED0-43D3-A07A-32200E9F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B5039-6C60-4ABB-9416-698D6DF3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1A0E5-8B4B-4CDB-B5D9-930D588E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FF5BA-3F85-4245-9420-31AA7A15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FC7EEA-4C17-44F6-9BD6-42553056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D734F6-89B9-446C-8D16-8AE8FC60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0422F2-48AD-4902-AC28-5475ED0A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097363-68A4-47A6-A022-3E64D6D6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28BDB1-4CA9-442D-BA8D-DD8BD4E0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Teaching Methodolo...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1EE4C-2070-4EF5-9F2B-336CD70F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0C231E-3E19-4175-9011-0B898002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D48464-7C37-4842-A7E7-23AE15E5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Teaching Metho...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D183C5-88D9-4D21-B05A-FDBAD35E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8B9D3B-621B-4EB0-A4BF-85716EAC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54A1CA-72FE-4073-AF6B-DA1199E5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Teaching Methodolo...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E4A01A-C50D-4DAB-BB59-8F2EFFDE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AFBACF-3DB7-4F85-9B1C-4F378DCF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FF07D6-77D8-43A4-8C75-066EFA40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Teaching Methodol...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5B75E0-0F36-45CF-A055-BB3F68DE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C3E4AA-BEAC-48B2-B2B2-0DBB8F6F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DB465A-FB55-4375-99B8-88FE9C3E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Teaching Method...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ED9AC5-7956-4471-885A-FA3DB438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19BADC-97BC-4BD3-97EE-06A653F6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57639788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5F1449-5A5C-4592-9F97-FE766829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200F99-CE60-40B1-942A-48F26C45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6F6B71-B9DC-4934-A918-22DDC853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6BC212-1AE7-47BA-881B-5E0989F3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A66D8-FEA7-4A1D-A65F-2C8A66C8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F2307-ABB7-48A9-8226-683D2A00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1ADDBF-08DB-4BBF-A64E-E1A0D23E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95DD2F-4721-40B0-8019-C596C8B9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FA5895-C285-488E-B2B4-54A1E696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084131-E582-4DC0-AEFF-91B0A55C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F2FF97-8446-4333-96AE-256F973E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E1C5B0-A271-4FAC-AF18-1D80ADE9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14BFD8-6D39-4585-8B6F-E273A4F8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51DBFD-1FE6-4E38-8E0A-777CEA2D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BF52E0-B1E5-4976-90C0-712000D6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75146462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2B5179-5794-471E-A803-668C627F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1D78DD-9A47-42DB-8F8F-F10AFEEF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02E65F-44DB-47F0-91D3-680D9769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D67AB-0217-4577-B828-548E3F77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AD849-A4C3-4940-B642-395A78D8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800067-A10F-46A7-A15D-ED62E34B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Teaching Methodology TBTL (Task -Based Teaching Learning)...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CB32DF-9661-4C6C-82D2-239C03EE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3CE6D8-AD38-4378-B83C-4BA7BBDA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7D7284-C732-4583-A559-CCECF8AF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62DA85-58BC-4F8D-A96A-6A081ABC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BCCFDF-1945-43B6-9FA8-3F03ACD8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86119967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EE917E-27B0-4A36-9D85-2310C9EA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8D66B-9844-4AB8-8A07-87A589B3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D77F48-FDAF-4581-8146-B4456F6A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29E1AD-9BDD-4E8D-9486-0DE119D2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38EB9B-613C-4A94-9D77-2FA10CEC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Language Lab Quicklrn.com Experiential Learning Methods To embed skills, participants get hands-on through: Gui...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AB0598-86D9-48DA-B610-02FF580D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Language Lab Quicklrn.com Experiential Le...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3F3E39-F2D2-4E19-B7BB-3B3E94BE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887E2-865E-4DBB-AAD6-72459BFD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62CA7E-995D-44AB-805D-0AE902C7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298AAF-183F-4C6E-BC8E-1958675F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CC5279-3D9B-4FBB-9F35-989DA0AB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C11C33-9B82-4BEB-B0C4-1FFE3136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213CFC-69B8-4F8C-88A9-562AF79F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F71398-729D-48F2-A256-E7E5EFF8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CD032F-F0BC-4058-96C4-5BAC748A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4F5EAA-ACFF-4D98-8F93-A73DA602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30006544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59EBE9-7753-4784-99A5-30C144C8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60F741-45EB-477C-98D8-B8B2A74E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DABA8-BEC1-4A8B-8C15-A415DA79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5DE55-E0EB-4ECF-B25C-BE54EE1F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EA84DA-61AF-413A-B261-0C6F0295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8303B6-E525-4293-B3D0-D8A8CBAD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F80D48-1839-40BE-9959-EB2D3A95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094DD8-5C09-41B9-9D73-A8AB3CD8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8C3822-0374-4C71-985E-34551555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Language Lab Quick...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2950B2-5079-4EB8-8229-8492C941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46B633-F971-4B5F-9024-8428E421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9E0B0B-013F-4B84-BCF9-D4586D01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Language Lab Q...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286C10-C3FF-447B-9966-E5D3ED98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953B77-A2BB-4234-9682-C7718D65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96A357-8F0D-4B4F-94F1-D8EB2ED4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Language Lab Quick...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7C4069-AA19-4730-B665-C30B8388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B711E0-99A1-4ACA-B550-D8CFBA07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EBF164-E7B9-4916-9D04-152E07C1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Language Lab Quic...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FFD025-4054-4EE5-895A-4EEA13E2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2DF770-B4CE-44F9-A0F1-41C37DDD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87D385-C686-4701-86DB-C012A60A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Language Lab Qu...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788126-0B17-41F3-9D77-1FACCBAA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63890A-FEBD-4CE1-B338-F82515CF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6213631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916B90-93EC-4844-A767-6D5F0B6A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2D88FA-5C80-439E-A0A3-5D7F643A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629A46-6F34-474B-92D6-D1861B8A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8BEE4F-F049-4F82-8D04-E79AB673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6CA9A4-5306-407C-8F27-531DE5E2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22B0FC-9C01-4D65-A575-B749F97F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28FCAE-E241-4E33-BE6E-7CB81E09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183FAB-2AA7-4705-A077-97541C4A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CA150D-E0B7-436A-97B0-256B3F38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B7A512-D4C6-41ED-9D48-C0BF4E4F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0ADCCD-B18E-4AEC-BA6A-C17C2F54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E8AE79-E633-4945-8EDE-8AB02CBB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9C2860-9073-4DF7-A5EA-98C0CE77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193EEA-ABFC-482F-96E3-74FC07A3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62ED73-E144-4BF9-9BA6-697CB4C9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29728640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A5D53F-C23E-4820-A9CC-07F06351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8B0DDB-7B8A-429D-AF5B-00F348CC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F968CE-34C2-4CD0-9E72-3608878B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6337D6-7ACA-4F5E-ACFC-F87D9F9A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44B29D-A296-49FB-BE7C-E218B3A2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933797-E9D8-4239-89A6-F5F80D2B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Language Lab Quicklrn.com Experiential Learning Methods T...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207103-316A-4806-8EAD-339DD1C6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8748A9-F870-488D-B7BE-8D9BACC4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21A73-035C-4372-A1ED-54E22F95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733455-1DF2-4B11-954F-A4E1A041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4B487E-2C59-4DD9-9F5D-5FFE8303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24283525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F1650A-CCBD-4D3F-8454-2B4B4DB6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2748D2-934B-4AC1-B615-85316B82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B3EE04-B197-4EBA-B3AA-28B6CA67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557A21-74C4-491B-8B01-8C738CBA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A947B3-57E1-456C-BA4E-82259F68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A4E67F-4C6F-4C47-AA67-A2BB58ED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52020033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44E166-B4F9-4FE1-8523-BE611D39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1FB6EF-A548-4060-82A8-E7FBC9E2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0E6445-02E2-4F9B-BD24-12C6716F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88DC80-4238-4520-B177-25F758B1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C82937-B01E-4A6D-976F-D94915BD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Professional: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Skills: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Solving: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Identifying: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root: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961C71-2A77-4FB6-A4C4-9D5B628A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28927297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4821DB-6D5F-4CA8-AD87-B46DC0A4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3C1260-8856-4616-8EAE-A75C0F7D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EDC87F-E97D-40E0-AAB2-1CEB42D9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DAD5AE-C14E-4D76-9350-12856274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780481-16DD-4D1C-868A-25F9CE88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Context: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Stakeholder: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Concept: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Response: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Reflection: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1527D-6B43-40EB-8FEA-82073601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59866730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0842B2-91E6-4D20-8B66-5EB11BBF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77B6F3-D21F-4B6C-8D80-07002283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B473E-BB67-49EE-B2C0-7A987494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79134E-48F2-406B-9564-4B65273B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E99B5-69C7-40F5-A24A-2A30FCF3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Writing abstract definitions without a situation, example, or professional consequence.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20F38B-2246-4BEC-9E0A-7F89AFC6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8488308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35F4EA-4E19-4C4D-97C4-7E8F1663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AAFB8-1CC4-4021-A255-80E0DDD2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CD348-FD61-493A-83EC-4C97AE08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7CE9D-B848-42BF-B242-797308C7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DF6047-7F1D-4A2B-AFA1-A6F58601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Professional Skills I (3 hours) •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Solving: Identifying root causes, analysing options, and implementing s...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Discipline: Building consistency, accountability, and professional habi...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Management: Prioritizing tasks (Eisenhower Matrix), scheduling, avoidin...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Instructional Design Each competency is taught and assessed through gui...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47E2E-ADAE-4474-BAB2-4FCA4040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0EA9E8-93CA-427F-BA98-584838EC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3977CA-52E4-42F2-B3F3-B5506C93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70523734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BA94E5-4F05-4BE8-A243-D191D54E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AC6936-86F0-447C-97E7-6215AED5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Teaching Methodology TBTL (Task -Based Teac...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0E6938-7AC5-44AC-8EE7-C63E15EC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0AB7F2-74B4-4835-AEB4-21504B76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B2D81B-891F-4068-A4E6-74059D20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11DEA7-00C0-4DB1-BEC2-CE0ED4FD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0F026E-88EB-4786-B0A8-21868AA4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5D030A-D18C-41C1-94A0-924AA9DA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E9064A-A0E0-4103-9C1C-2CDAF482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91891D-2124-47A3-9380-3ED6F8EA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F61196-00EB-41F0-AD70-19F70875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11952F-4140-4014-AE67-6A84067A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927016-2AD4-46B9-8B10-E5A33009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E0765D-65C2-4EF3-8902-541A2B72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B6CF66-095F-4816-9A3D-1502FEB0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0F5013-CF8D-4238-AB8C-B405DAC3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F8D9DD-B569-467E-8F46-BB43F869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947101-4A7A-4444-B7F9-49D11A2E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E37126-F516-4C03-A8C3-7E8140F1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E1B1C9-9B62-4A09-B0AB-8E43F606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CE6FE1-AD98-4DB2-BA6D-E9A65E35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F1B071-4A19-42A3-9C3A-589E5FAC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5230AE-7A80-4AE0-B145-9704DC24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ACEFA4-7CFD-4B60-A61F-062B1031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3D1D7A-0649-4E38-8BEC-044271C1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C32968-DF52-4223-8944-D2874566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8BE40E-B7C3-49CF-9923-2DE8EFD3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0E7E7F-396F-4F74-99C5-F0F05612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5DD1DB-D7CB-474F-9A79-9A6DD0B7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4B41B6-1739-47C9-A708-4FD01AE4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ABF05B-9389-4173-A9FB-08855B77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F3453D-7F54-45C2-9571-3E67AC59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48066019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80E353-FE21-4273-868D-7893750B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DE2ADB-E029-416E-9734-F6CBC99B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Language Lab Quicklrn.com Experiential Lear...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CBF1E-836C-44C4-BB0E-6C4FFE77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EF673F-BF9B-405A-B733-07F0FA14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79677E-6CB7-4AD9-88DA-782F6793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1D78E1-7015-40CF-8A5C-B1206703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2A224-679B-464E-B15D-377A258F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DB21B6-8ADE-4626-9BAA-CA680CB8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ECDB10-884C-465F-B0AE-3A3A8351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CCDE05-DDE0-4140-B3E4-C5681ADF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C09D88-A242-455F-B5F1-9CA1CD18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F0B5B5-C48E-4DEA-A83C-33B7E2FF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4841A5-69DB-4050-9005-A49110BB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41EEE1-231C-4B77-BEB2-930BF664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C320EE-9C59-498F-AC5A-E5CD292B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365FBF-CEA3-4255-A37F-E9A6520E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97683D-0B57-4C87-91DA-510BA539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B87A81-93E4-4246-8ED5-4C19DC8F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E0C4CB-A67F-4CE4-BE82-20788F4B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9DDBC4-3171-42C9-AA5B-C9A61AE3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9FB4FA-1959-4231-BB43-0F5F1E76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80FEDF-E6A6-4D60-AE77-AF9FD352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5FB731-D033-4922-A009-C747B46F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0E7AB6-EF87-4AC1-9323-C012D129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379E16-33EF-4303-8291-5246328B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4F7365-AE38-4C82-8AEB-ABDFC446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1807BD-59BD-4582-B88A-9397550F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0DD7D8-0AB2-4E0A-BCEF-0E878D94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367FD7-D6C5-4F14-9484-225A9A78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D3B82B-37F3-4127-B876-3B520F6B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087D40-E1EF-4578-A1E2-2A0C5D34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A763B7-1B37-4584-9129-E1A97A67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1397799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2026-08-24T16:03:18.0030000Z</dcterms:created>
  <dcterms:modified xsi:type="dcterms:W3CDTF">2026-08-24T16:03:18.0030000Z</dcterms:modified>
</coreProperties>
</file>