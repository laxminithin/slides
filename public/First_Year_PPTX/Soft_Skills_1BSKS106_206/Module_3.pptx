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  <Override PartName="/ppt/slides/slide26.xml" ContentType="application/vnd.openxmlformats-officedocument.presentationml.slide+xml"/>
  <Override PartName="/ppt/notesSlides/notesSlide26.xml" ContentType="application/vnd.openxmlformats-officedocument.presentationml.notesSlide+xml"/>
  <Override PartName="/ppt/slides/slide27.xml" ContentType="application/vnd.openxmlformats-officedocument.presentationml.slide+xml"/>
  <Override PartName="/ppt/notesSlides/notesSlide27.xml" ContentType="application/vnd.openxmlformats-officedocument.presentationml.notesSlide+xml"/>
  <Override PartName="/ppt/slides/slide28.xml" ContentType="application/vnd.openxmlformats-officedocument.presentationml.slide+xml"/>
  <Override PartName="/ppt/notesSlides/notesSlide28.xml" ContentType="application/vnd.openxmlformats-officedocument.presentationml.notesSlide+xml"/>
  <Override PartName="/ppt/slides/slide29.xml" ContentType="application/vnd.openxmlformats-officedocument.presentationml.slide+xml"/>
  <Override PartName="/ppt/notesSlides/notesSlide29.xml" ContentType="application/vnd.openxmlformats-officedocument.presentationml.notesSlide+xml"/>
  <Override PartName="/ppt/slides/slide30.xml" ContentType="application/vnd.openxmlformats-officedocument.presentationml.slide+xml"/>
  <Override PartName="/ppt/notesSlides/notesSlide30.xml" ContentType="application/vnd.openxmlformats-officedocument.presentationml.notesSlide+xml"/>
  <Override PartName="/ppt/slides/slide31.xml" ContentType="application/vnd.openxmlformats-officedocument.presentationml.slide+xml"/>
  <Override PartName="/ppt/notesSlides/notesSlide31.xml" ContentType="application/vnd.openxmlformats-officedocument.presentationml.notesSlide+xml"/>
  <Override PartName="/ppt/slides/slide32.xml" ContentType="application/vnd.openxmlformats-officedocument.presentationml.slide+xml"/>
  <Override PartName="/ppt/notesSlides/notesSlide32.xml" ContentType="application/vnd.openxmlformats-officedocument.presentationml.notesSlide+xml"/>
  <Override PartName="/ppt/slides/slide33.xml" ContentType="application/vnd.openxmlformats-officedocument.presentationml.slide+xml"/>
  <Override PartName="/ppt/notesSlides/notesSlide33.xml" ContentType="application/vnd.openxmlformats-officedocument.presentationml.notesSlide+xml"/>
  <Override PartName="/ppt/slides/slide34.xml" ContentType="application/vnd.openxmlformats-officedocument.presentationml.slide+xml"/>
  <Override PartName="/ppt/notesSlides/notesSlide34.xml" ContentType="application/vnd.openxmlformats-officedocument.presentationml.notesSlide+xml"/>
  <Override PartName="/ppt/slides/slide35.xml" ContentType="application/vnd.openxmlformats-officedocument.presentationml.slide+xml"/>
  <Override PartName="/ppt/notesSlides/notesSlide35.xml" ContentType="application/vnd.openxmlformats-officedocument.presentationml.notesSlide+xml"/>
  <Override PartName="/ppt/slides/slide36.xml" ContentType="application/vnd.openxmlformats-officedocument.presentationml.slide+xml"/>
  <Override PartName="/ppt/notesSlides/notesSlide36.xml" ContentType="application/vnd.openxmlformats-officedocument.presentationml.notesSlide+xml"/>
  <Override PartName="/ppt/slides/slide37.xml" ContentType="application/vnd.openxmlformats-officedocument.presentationml.slide+xml"/>
  <Override PartName="/ppt/notesSlides/notesSlide37.xml" ContentType="application/vnd.openxmlformats-officedocument.presentationml.notesSlide+xml"/>
  <Override PartName="/ppt/slides/slide38.xml" ContentType="application/vnd.openxmlformats-officedocument.presentationml.slide+xml"/>
  <Override PartName="/ppt/notesSlides/notesSlide38.xml" ContentType="application/vnd.openxmlformats-officedocument.presentationml.notesSlide+xml"/>
  <Override PartName="/ppt/slides/slide39.xml" ContentType="application/vnd.openxmlformats-officedocument.presentationml.slide+xml"/>
  <Override PartName="/ppt/notesSlides/notesSlide39.xml" ContentType="application/vnd.openxmlformats-officedocument.presentationml.notesSlide+xml"/>
  <Override PartName="/ppt/slides/slide40.xml" ContentType="application/vnd.openxmlformats-officedocument.presentationml.slide+xml"/>
  <Override PartName="/ppt/notesSlides/notesSlide40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23335fb07f7048f5" /><Relationship Type="http://schemas.openxmlformats.org/officeDocument/2006/relationships/extended-properties" Target="/docProps/app.xml" Id="R3f6af51b7aac4574" /><Relationship Type="http://schemas.openxmlformats.org/officeDocument/2006/relationships/officeDocument" Target="/ppt/presentation.xml" Id="R0343544157954592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b99403b67ea94aa8"/>
  </p:sldMasterIdLst>
  <p:notesMasterIdLst>
    <p:notesMasterId xmlns:r="http://schemas.openxmlformats.org/officeDocument/2006/relationships" r:id="R54a94eecde8c46f3"/>
  </p:notesMasterIdLst>
  <p:sldIdLst>
    <p:sldId xmlns:r="http://schemas.openxmlformats.org/officeDocument/2006/relationships" id="256" r:id="R9b0e17b41ca5428a"/>
    <p:sldId xmlns:r="http://schemas.openxmlformats.org/officeDocument/2006/relationships" id="257" r:id="R873b0077afcc4340"/>
    <p:sldId xmlns:r="http://schemas.openxmlformats.org/officeDocument/2006/relationships" id="258" r:id="R612a0a09c3784a9b"/>
    <p:sldId xmlns:r="http://schemas.openxmlformats.org/officeDocument/2006/relationships" id="259" r:id="R5c785d3223d54631"/>
    <p:sldId xmlns:r="http://schemas.openxmlformats.org/officeDocument/2006/relationships" id="260" r:id="R31ed43918d244254"/>
    <p:sldId xmlns:r="http://schemas.openxmlformats.org/officeDocument/2006/relationships" id="261" r:id="R26f0c88296604e92"/>
    <p:sldId xmlns:r="http://schemas.openxmlformats.org/officeDocument/2006/relationships" id="262" r:id="R4cada0eb88a344a7"/>
    <p:sldId xmlns:r="http://schemas.openxmlformats.org/officeDocument/2006/relationships" id="263" r:id="Ra6df511922ec46ba"/>
    <p:sldId xmlns:r="http://schemas.openxmlformats.org/officeDocument/2006/relationships" id="264" r:id="R3384492101554ba0"/>
    <p:sldId xmlns:r="http://schemas.openxmlformats.org/officeDocument/2006/relationships" id="265" r:id="Rb6ee0d638d694d29"/>
    <p:sldId xmlns:r="http://schemas.openxmlformats.org/officeDocument/2006/relationships" id="266" r:id="R1c0a6f05ec1c4b0d"/>
    <p:sldId xmlns:r="http://schemas.openxmlformats.org/officeDocument/2006/relationships" id="267" r:id="R5fb9d8204de44fd4"/>
    <p:sldId xmlns:r="http://schemas.openxmlformats.org/officeDocument/2006/relationships" id="268" r:id="Rf1d6ae1ed16946a9"/>
    <p:sldId xmlns:r="http://schemas.openxmlformats.org/officeDocument/2006/relationships" id="269" r:id="R2cd1a76576764efe"/>
    <p:sldId xmlns:r="http://schemas.openxmlformats.org/officeDocument/2006/relationships" id="270" r:id="R00fc2d041c1c4ec4"/>
    <p:sldId xmlns:r="http://schemas.openxmlformats.org/officeDocument/2006/relationships" id="271" r:id="Raf36a53d646a463c"/>
    <p:sldId xmlns:r="http://schemas.openxmlformats.org/officeDocument/2006/relationships" id="272" r:id="Rb9fee1764e1d46a3"/>
    <p:sldId xmlns:r="http://schemas.openxmlformats.org/officeDocument/2006/relationships" id="273" r:id="R83d33eea0d9c427e"/>
    <p:sldId xmlns:r="http://schemas.openxmlformats.org/officeDocument/2006/relationships" id="274" r:id="Re8a20d28231a423d"/>
    <p:sldId xmlns:r="http://schemas.openxmlformats.org/officeDocument/2006/relationships" id="275" r:id="R39cec1a0819a4da6"/>
    <p:sldId xmlns:r="http://schemas.openxmlformats.org/officeDocument/2006/relationships" id="276" r:id="R75e55af752384c2b"/>
    <p:sldId xmlns:r="http://schemas.openxmlformats.org/officeDocument/2006/relationships" id="277" r:id="R0873442a6bec47d8"/>
    <p:sldId xmlns:r="http://schemas.openxmlformats.org/officeDocument/2006/relationships" id="278" r:id="R7908b4114f364b55"/>
    <p:sldId xmlns:r="http://schemas.openxmlformats.org/officeDocument/2006/relationships" id="279" r:id="R4e5cce8a252848f7"/>
    <p:sldId xmlns:r="http://schemas.openxmlformats.org/officeDocument/2006/relationships" id="280" r:id="Rf97462e1ed0241af"/>
    <p:sldId xmlns:r="http://schemas.openxmlformats.org/officeDocument/2006/relationships" id="281" r:id="Rba4bef14a2da4861"/>
    <p:sldId xmlns:r="http://schemas.openxmlformats.org/officeDocument/2006/relationships" id="282" r:id="Rf866c05c064749ad"/>
    <p:sldId xmlns:r="http://schemas.openxmlformats.org/officeDocument/2006/relationships" id="283" r:id="R710f11d44919460b"/>
    <p:sldId xmlns:r="http://schemas.openxmlformats.org/officeDocument/2006/relationships" id="284" r:id="Rfb005405caa44705"/>
    <p:sldId xmlns:r="http://schemas.openxmlformats.org/officeDocument/2006/relationships" id="285" r:id="Rcba60c9d569140bc"/>
    <p:sldId xmlns:r="http://schemas.openxmlformats.org/officeDocument/2006/relationships" id="286" r:id="Re7ad4d9d604b43fa"/>
    <p:sldId xmlns:r="http://schemas.openxmlformats.org/officeDocument/2006/relationships" id="287" r:id="R3529204362504213"/>
    <p:sldId xmlns:r="http://schemas.openxmlformats.org/officeDocument/2006/relationships" id="288" r:id="R0f4ebbe5cb314160"/>
    <p:sldId xmlns:r="http://schemas.openxmlformats.org/officeDocument/2006/relationships" id="289" r:id="Rd83cc62a11634abf"/>
    <p:sldId xmlns:r="http://schemas.openxmlformats.org/officeDocument/2006/relationships" id="290" r:id="Rd8f2dc94f6bd412e"/>
    <p:sldId xmlns:r="http://schemas.openxmlformats.org/officeDocument/2006/relationships" id="291" r:id="R72cfb153517f44b0"/>
    <p:sldId xmlns:r="http://schemas.openxmlformats.org/officeDocument/2006/relationships" id="292" r:id="R6e4e469e6dd64956"/>
    <p:sldId xmlns:r="http://schemas.openxmlformats.org/officeDocument/2006/relationships" id="293" r:id="R331fb0ae20174409"/>
    <p:sldId xmlns:r="http://schemas.openxmlformats.org/officeDocument/2006/relationships" id="294" r:id="R29455cdf550145f1"/>
    <p:sldId xmlns:r="http://schemas.openxmlformats.org/officeDocument/2006/relationships" id="295" r:id="R0412145ee83d4acb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7412eefe345047c4" /><Relationship Type="http://schemas.openxmlformats.org/officeDocument/2006/relationships/slideMaster" Target="/ppt/slideMasters/slideMaster1.xml" Id="Rb99403b67ea94aa8" /><Relationship Type="http://schemas.openxmlformats.org/officeDocument/2006/relationships/notesMaster" Target="/ppt/notesMasters/notesMaster1.xml" Id="R54a94eecde8c46f3" /><Relationship Type="http://schemas.openxmlformats.org/officeDocument/2006/relationships/presProps" Target="/ppt/presProps.xml" Id="Rf52adabfe0ba40c5" /><Relationship Type="http://schemas.openxmlformats.org/officeDocument/2006/relationships/tableStyles" Target="/ppt/tableStyles.xml" Id="R99312b86054245bb" /><Relationship Type="http://schemas.openxmlformats.org/officeDocument/2006/relationships/slide" Target="/ppt/slides/slide1.xml" Id="R9b0e17b41ca5428a" /><Relationship Type="http://schemas.openxmlformats.org/officeDocument/2006/relationships/slide" Target="/ppt/slides/slide2.xml" Id="R873b0077afcc4340" /><Relationship Type="http://schemas.openxmlformats.org/officeDocument/2006/relationships/slide" Target="/ppt/slides/slide3.xml" Id="R612a0a09c3784a9b" /><Relationship Type="http://schemas.openxmlformats.org/officeDocument/2006/relationships/slide" Target="/ppt/slides/slide4.xml" Id="R5c785d3223d54631" /><Relationship Type="http://schemas.openxmlformats.org/officeDocument/2006/relationships/slide" Target="/ppt/slides/slide5.xml" Id="R31ed43918d244254" /><Relationship Type="http://schemas.openxmlformats.org/officeDocument/2006/relationships/slide" Target="/ppt/slides/slide6.xml" Id="R26f0c88296604e92" /><Relationship Type="http://schemas.openxmlformats.org/officeDocument/2006/relationships/slide" Target="/ppt/slides/slide7.xml" Id="R4cada0eb88a344a7" /><Relationship Type="http://schemas.openxmlformats.org/officeDocument/2006/relationships/slide" Target="/ppt/slides/slide8.xml" Id="Ra6df511922ec46ba" /><Relationship Type="http://schemas.openxmlformats.org/officeDocument/2006/relationships/slide" Target="/ppt/slides/slide9.xml" Id="R3384492101554ba0" /><Relationship Type="http://schemas.openxmlformats.org/officeDocument/2006/relationships/slide" Target="/ppt/slides/slide10.xml" Id="Rb6ee0d638d694d29" /><Relationship Type="http://schemas.openxmlformats.org/officeDocument/2006/relationships/slide" Target="/ppt/slides/slide11.xml" Id="R1c0a6f05ec1c4b0d" /><Relationship Type="http://schemas.openxmlformats.org/officeDocument/2006/relationships/slide" Target="/ppt/slides/slide12.xml" Id="R5fb9d8204de44fd4" /><Relationship Type="http://schemas.openxmlformats.org/officeDocument/2006/relationships/slide" Target="/ppt/slides/slide13.xml" Id="Rf1d6ae1ed16946a9" /><Relationship Type="http://schemas.openxmlformats.org/officeDocument/2006/relationships/slide" Target="/ppt/slides/slide14.xml" Id="R2cd1a76576764efe" /><Relationship Type="http://schemas.openxmlformats.org/officeDocument/2006/relationships/slide" Target="/ppt/slides/slide15.xml" Id="R00fc2d041c1c4ec4" /><Relationship Type="http://schemas.openxmlformats.org/officeDocument/2006/relationships/slide" Target="/ppt/slides/slide16.xml" Id="Raf36a53d646a463c" /><Relationship Type="http://schemas.openxmlformats.org/officeDocument/2006/relationships/slide" Target="/ppt/slides/slide17.xml" Id="Rb9fee1764e1d46a3" /><Relationship Type="http://schemas.openxmlformats.org/officeDocument/2006/relationships/slide" Target="/ppt/slides/slide18.xml" Id="R83d33eea0d9c427e" /><Relationship Type="http://schemas.openxmlformats.org/officeDocument/2006/relationships/slide" Target="/ppt/slides/slide19.xml" Id="Re8a20d28231a423d" /><Relationship Type="http://schemas.openxmlformats.org/officeDocument/2006/relationships/slide" Target="/ppt/slides/slide20.xml" Id="R39cec1a0819a4da6" /><Relationship Type="http://schemas.openxmlformats.org/officeDocument/2006/relationships/slide" Target="/ppt/slides/slide21.xml" Id="R75e55af752384c2b" /><Relationship Type="http://schemas.openxmlformats.org/officeDocument/2006/relationships/slide" Target="/ppt/slides/slide22.xml" Id="R0873442a6bec47d8" /><Relationship Type="http://schemas.openxmlformats.org/officeDocument/2006/relationships/slide" Target="/ppt/slides/slide23.xml" Id="R7908b4114f364b55" /><Relationship Type="http://schemas.openxmlformats.org/officeDocument/2006/relationships/slide" Target="/ppt/slides/slide24.xml" Id="R4e5cce8a252848f7" /><Relationship Type="http://schemas.openxmlformats.org/officeDocument/2006/relationships/slide" Target="/ppt/slides/slide25.xml" Id="Rf97462e1ed0241af" /><Relationship Type="http://schemas.openxmlformats.org/officeDocument/2006/relationships/slide" Target="/ppt/slides/slide26.xml" Id="Rba4bef14a2da4861" /><Relationship Type="http://schemas.openxmlformats.org/officeDocument/2006/relationships/slide" Target="/ppt/slides/slide27.xml" Id="Rf866c05c064749ad" /><Relationship Type="http://schemas.openxmlformats.org/officeDocument/2006/relationships/slide" Target="/ppt/slides/slide28.xml" Id="R710f11d44919460b" /><Relationship Type="http://schemas.openxmlformats.org/officeDocument/2006/relationships/slide" Target="/ppt/slides/slide29.xml" Id="Rfb005405caa44705" /><Relationship Type="http://schemas.openxmlformats.org/officeDocument/2006/relationships/slide" Target="/ppt/slides/slide30.xml" Id="Rcba60c9d569140bc" /><Relationship Type="http://schemas.openxmlformats.org/officeDocument/2006/relationships/slide" Target="/ppt/slides/slide31.xml" Id="Re7ad4d9d604b43fa" /><Relationship Type="http://schemas.openxmlformats.org/officeDocument/2006/relationships/slide" Target="/ppt/slides/slide32.xml" Id="R3529204362504213" /><Relationship Type="http://schemas.openxmlformats.org/officeDocument/2006/relationships/slide" Target="/ppt/slides/slide33.xml" Id="R0f4ebbe5cb314160" /><Relationship Type="http://schemas.openxmlformats.org/officeDocument/2006/relationships/slide" Target="/ppt/slides/slide34.xml" Id="Rd83cc62a11634abf" /><Relationship Type="http://schemas.openxmlformats.org/officeDocument/2006/relationships/slide" Target="/ppt/slides/slide35.xml" Id="Rd8f2dc94f6bd412e" /><Relationship Type="http://schemas.openxmlformats.org/officeDocument/2006/relationships/slide" Target="/ppt/slides/slide36.xml" Id="R72cfb153517f44b0" /><Relationship Type="http://schemas.openxmlformats.org/officeDocument/2006/relationships/slide" Target="/ppt/slides/slide37.xml" Id="R6e4e469e6dd64956" /><Relationship Type="http://schemas.openxmlformats.org/officeDocument/2006/relationships/slide" Target="/ppt/slides/slide38.xml" Id="R331fb0ae20174409" /><Relationship Type="http://schemas.openxmlformats.org/officeDocument/2006/relationships/slide" Target="/ppt/slides/slide39.xml" Id="R29455cdf550145f1" /><Relationship Type="http://schemas.openxmlformats.org/officeDocument/2006/relationships/slide" Target="/ppt/slides/slide40.xml" Id="R0412145ee83d4acb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a8348b742f814fd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806b48879b1434e" /><Relationship Type="http://schemas.openxmlformats.org/officeDocument/2006/relationships/notesMaster" Target="/ppt/notesMasters/notesMaster1.xml" Id="Rd465cb980d724b0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76a166d8d1349a4" /><Relationship Type="http://schemas.openxmlformats.org/officeDocument/2006/relationships/notesMaster" Target="/ppt/notesMasters/notesMaster1.xml" Id="Rb83f37000ca1456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6cf1054efb2243c9" /><Relationship Type="http://schemas.openxmlformats.org/officeDocument/2006/relationships/notesMaster" Target="/ppt/notesMasters/notesMaster1.xml" Id="Rc0526d3a9089492b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a5ac914e0cde46cd" /><Relationship Type="http://schemas.openxmlformats.org/officeDocument/2006/relationships/notesMaster" Target="/ppt/notesMasters/notesMaster1.xml" Id="R6797ab8940ed497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9c14eea2c845437c" /><Relationship Type="http://schemas.openxmlformats.org/officeDocument/2006/relationships/notesMaster" Target="/ppt/notesMasters/notesMaster1.xml" Id="R13dcc88e7b354098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872904727a014cbb" /><Relationship Type="http://schemas.openxmlformats.org/officeDocument/2006/relationships/notesMaster" Target="/ppt/notesMasters/notesMaster1.xml" Id="R1c4a054ee1a94705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77a38676ff04c90" /><Relationship Type="http://schemas.openxmlformats.org/officeDocument/2006/relationships/notesMaster" Target="/ppt/notesMasters/notesMaster1.xml" Id="R6d6838f31ce844de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089aff5adf0f46d3" /><Relationship Type="http://schemas.openxmlformats.org/officeDocument/2006/relationships/notesMaster" Target="/ppt/notesMasters/notesMaster1.xml" Id="Rfc3748349c64447b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32f2ce0e04174087" /><Relationship Type="http://schemas.openxmlformats.org/officeDocument/2006/relationships/notesMaster" Target="/ppt/notesMasters/notesMaster1.xml" Id="Re967281c26c1446b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ed6951cd0ba46f4" /><Relationship Type="http://schemas.openxmlformats.org/officeDocument/2006/relationships/notesMaster" Target="/ppt/notesMasters/notesMaster1.xml" Id="R5ea22033547b411c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b38887a62206471b" /><Relationship Type="http://schemas.openxmlformats.org/officeDocument/2006/relationships/notesMaster" Target="/ppt/notesMasters/notesMaster1.xml" Id="Re882965774fd4a5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f32341fc4b8843c3" /><Relationship Type="http://schemas.openxmlformats.org/officeDocument/2006/relationships/notesMaster" Target="/ppt/notesMasters/notesMaster1.xml" Id="Radd57d21cac94cd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7a2005fce96f4d8a" /><Relationship Type="http://schemas.openxmlformats.org/officeDocument/2006/relationships/notesMaster" Target="/ppt/notesMasters/notesMaster1.xml" Id="Reb0aa4068c504a28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2502988f251b4901" /><Relationship Type="http://schemas.openxmlformats.org/officeDocument/2006/relationships/notesMaster" Target="/ppt/notesMasters/notesMaster1.xml" Id="Rbc7a01a210c0484c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c7b8027797374518" /><Relationship Type="http://schemas.openxmlformats.org/officeDocument/2006/relationships/notesMaster" Target="/ppt/notesMasters/notesMaster1.xml" Id="R30fd4ec401d34291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b713680feff143c5" /><Relationship Type="http://schemas.openxmlformats.org/officeDocument/2006/relationships/notesMaster" Target="/ppt/notesMasters/notesMaster1.xml" Id="R3f2282b726b74fa4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a53ce8772ee04281" /><Relationship Type="http://schemas.openxmlformats.org/officeDocument/2006/relationships/notesMaster" Target="/ppt/notesMasters/notesMaster1.xml" Id="R61d362abbce147c2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05734bff4dd34f37" /><Relationship Type="http://schemas.openxmlformats.org/officeDocument/2006/relationships/notesMaster" Target="/ppt/notesMasters/notesMaster1.xml" Id="R01f39db19bcb433f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6d6fd2a63cca47ea" /><Relationship Type="http://schemas.openxmlformats.org/officeDocument/2006/relationships/notesMaster" Target="/ppt/notesMasters/notesMaster1.xml" Id="Rcc80393e88b8459d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b285f05c9d3449d2" /><Relationship Type="http://schemas.openxmlformats.org/officeDocument/2006/relationships/notesMaster" Target="/ppt/notesMasters/notesMaster1.xml" Id="Ra67da943e4e64e2e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738b5cb54af94a0c" /><Relationship Type="http://schemas.openxmlformats.org/officeDocument/2006/relationships/notesMaster" Target="/ppt/notesMasters/notesMaster1.xml" Id="Rc60a733cc1004594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ec64ca7bbce34eeb" /><Relationship Type="http://schemas.openxmlformats.org/officeDocument/2006/relationships/notesMaster" Target="/ppt/notesMasters/notesMaster1.xml" Id="R9f6637fe50ea4144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b6ffff13bfc74c74" /><Relationship Type="http://schemas.openxmlformats.org/officeDocument/2006/relationships/notesMaster" Target="/ppt/notesMasters/notesMaster1.xml" Id="Ra3c384a83c0d43bc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83ca22dce1cc4a10" /><Relationship Type="http://schemas.openxmlformats.org/officeDocument/2006/relationships/notesMaster" Target="/ppt/notesMasters/notesMaster1.xml" Id="R674531f548b74bf4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67e36b7024d84a1b" /><Relationship Type="http://schemas.openxmlformats.org/officeDocument/2006/relationships/notesMaster" Target="/ppt/notesMasters/notesMaster1.xml" Id="Rd604980889474dde" /></Relationships>
</file>

<file path=ppt/notesSlides/_rels/notesSlide26.xml.rels>&#65279;<?xml version="1.0" encoding="utf-8"?><Relationships xmlns="http://schemas.openxmlformats.org/package/2006/relationships"><Relationship Type="http://schemas.openxmlformats.org/officeDocument/2006/relationships/slide" Target="/ppt/slides/slide26.xml" Id="R39dfdcaf793541fd" /><Relationship Type="http://schemas.openxmlformats.org/officeDocument/2006/relationships/notesMaster" Target="/ppt/notesMasters/notesMaster1.xml" Id="Rcf7f0654f51c42ed" /></Relationships>
</file>

<file path=ppt/notesSlides/_rels/notesSlide27.xml.rels>&#65279;<?xml version="1.0" encoding="utf-8"?><Relationships xmlns="http://schemas.openxmlformats.org/package/2006/relationships"><Relationship Type="http://schemas.openxmlformats.org/officeDocument/2006/relationships/slide" Target="/ppt/slides/slide27.xml" Id="Re6a3a3f8508842b1" /><Relationship Type="http://schemas.openxmlformats.org/officeDocument/2006/relationships/notesMaster" Target="/ppt/notesMasters/notesMaster1.xml" Id="Rd889c5d26daa4365" /></Relationships>
</file>

<file path=ppt/notesSlides/_rels/notesSlide28.xml.rels>&#65279;<?xml version="1.0" encoding="utf-8"?><Relationships xmlns="http://schemas.openxmlformats.org/package/2006/relationships"><Relationship Type="http://schemas.openxmlformats.org/officeDocument/2006/relationships/slide" Target="/ppt/slides/slide28.xml" Id="Rfc7299cf4cce472c" /><Relationship Type="http://schemas.openxmlformats.org/officeDocument/2006/relationships/notesMaster" Target="/ppt/notesMasters/notesMaster1.xml" Id="R3e97f5bb207e4c56" /></Relationships>
</file>

<file path=ppt/notesSlides/_rels/notesSlide29.xml.rels>&#65279;<?xml version="1.0" encoding="utf-8"?><Relationships xmlns="http://schemas.openxmlformats.org/package/2006/relationships"><Relationship Type="http://schemas.openxmlformats.org/officeDocument/2006/relationships/slide" Target="/ppt/slides/slide29.xml" Id="Rfee93ffae0254070" /><Relationship Type="http://schemas.openxmlformats.org/officeDocument/2006/relationships/notesMaster" Target="/ppt/notesMasters/notesMaster1.xml" Id="R5480cabc030c4ac6" /></Relationships>
</file>

<file path=ppt/notesSlides/_rels/notesSlide30.xml.rels>&#65279;<?xml version="1.0" encoding="utf-8"?><Relationships xmlns="http://schemas.openxmlformats.org/package/2006/relationships"><Relationship Type="http://schemas.openxmlformats.org/officeDocument/2006/relationships/slide" Target="/ppt/slides/slide30.xml" Id="R676b14ffae8d4e99" /><Relationship Type="http://schemas.openxmlformats.org/officeDocument/2006/relationships/notesMaster" Target="/ppt/notesMasters/notesMaster1.xml" Id="Rdb95f1c6aaee4910" /></Relationships>
</file>

<file path=ppt/notesSlides/_rels/notesSlide31.xml.rels>&#65279;<?xml version="1.0" encoding="utf-8"?><Relationships xmlns="http://schemas.openxmlformats.org/package/2006/relationships"><Relationship Type="http://schemas.openxmlformats.org/officeDocument/2006/relationships/slide" Target="/ppt/slides/slide31.xml" Id="R67802671a130407c" /><Relationship Type="http://schemas.openxmlformats.org/officeDocument/2006/relationships/notesMaster" Target="/ppt/notesMasters/notesMaster1.xml" Id="Rf745141dbcaf48c1" /></Relationships>
</file>

<file path=ppt/notesSlides/_rels/notesSlide32.xml.rels>&#65279;<?xml version="1.0" encoding="utf-8"?><Relationships xmlns="http://schemas.openxmlformats.org/package/2006/relationships"><Relationship Type="http://schemas.openxmlformats.org/officeDocument/2006/relationships/slide" Target="/ppt/slides/slide32.xml" Id="Rc29c2dcf8b6f4468" /><Relationship Type="http://schemas.openxmlformats.org/officeDocument/2006/relationships/notesMaster" Target="/ppt/notesMasters/notesMaster1.xml" Id="R9357d94dcf1c437f" /></Relationships>
</file>

<file path=ppt/notesSlides/_rels/notesSlide33.xml.rels>&#65279;<?xml version="1.0" encoding="utf-8"?><Relationships xmlns="http://schemas.openxmlformats.org/package/2006/relationships"><Relationship Type="http://schemas.openxmlformats.org/officeDocument/2006/relationships/slide" Target="/ppt/slides/slide33.xml" Id="Rfa2742b4d7d1410c" /><Relationship Type="http://schemas.openxmlformats.org/officeDocument/2006/relationships/notesMaster" Target="/ppt/notesMasters/notesMaster1.xml" Id="R935e0349be5b4de6" /></Relationships>
</file>

<file path=ppt/notesSlides/_rels/notesSlide34.xml.rels>&#65279;<?xml version="1.0" encoding="utf-8"?><Relationships xmlns="http://schemas.openxmlformats.org/package/2006/relationships"><Relationship Type="http://schemas.openxmlformats.org/officeDocument/2006/relationships/slide" Target="/ppt/slides/slide34.xml" Id="R4ab16c69ae5e4b3a" /><Relationship Type="http://schemas.openxmlformats.org/officeDocument/2006/relationships/notesMaster" Target="/ppt/notesMasters/notesMaster1.xml" Id="R126887dfe19142ae" /></Relationships>
</file>

<file path=ppt/notesSlides/_rels/notesSlide35.xml.rels>&#65279;<?xml version="1.0" encoding="utf-8"?><Relationships xmlns="http://schemas.openxmlformats.org/package/2006/relationships"><Relationship Type="http://schemas.openxmlformats.org/officeDocument/2006/relationships/slide" Target="/ppt/slides/slide35.xml" Id="Rb417f9fc2d0b4835" /><Relationship Type="http://schemas.openxmlformats.org/officeDocument/2006/relationships/notesMaster" Target="/ppt/notesMasters/notesMaster1.xml" Id="R7e54232ad30e495b" /></Relationships>
</file>

<file path=ppt/notesSlides/_rels/notesSlide36.xml.rels>&#65279;<?xml version="1.0" encoding="utf-8"?><Relationships xmlns="http://schemas.openxmlformats.org/package/2006/relationships"><Relationship Type="http://schemas.openxmlformats.org/officeDocument/2006/relationships/slide" Target="/ppt/slides/slide36.xml" Id="Re5d64ac1703c4c47" /><Relationship Type="http://schemas.openxmlformats.org/officeDocument/2006/relationships/notesMaster" Target="/ppt/notesMasters/notesMaster1.xml" Id="R915a3041e5514b53" /></Relationships>
</file>

<file path=ppt/notesSlides/_rels/notesSlide37.xml.rels>&#65279;<?xml version="1.0" encoding="utf-8"?><Relationships xmlns="http://schemas.openxmlformats.org/package/2006/relationships"><Relationship Type="http://schemas.openxmlformats.org/officeDocument/2006/relationships/slide" Target="/ppt/slides/slide37.xml" Id="R39754e9d367e4443" /><Relationship Type="http://schemas.openxmlformats.org/officeDocument/2006/relationships/notesMaster" Target="/ppt/notesMasters/notesMaster1.xml" Id="R753dc25d83a64818" /></Relationships>
</file>

<file path=ppt/notesSlides/_rels/notesSlide38.xml.rels>&#65279;<?xml version="1.0" encoding="utf-8"?><Relationships xmlns="http://schemas.openxmlformats.org/package/2006/relationships"><Relationship Type="http://schemas.openxmlformats.org/officeDocument/2006/relationships/slide" Target="/ppt/slides/slide38.xml" Id="R43ecad34fac24d38" /><Relationship Type="http://schemas.openxmlformats.org/officeDocument/2006/relationships/notesMaster" Target="/ppt/notesMasters/notesMaster1.xml" Id="R166b4acc54e54cfa" /></Relationships>
</file>

<file path=ppt/notesSlides/_rels/notesSlide39.xml.rels>&#65279;<?xml version="1.0" encoding="utf-8"?><Relationships xmlns="http://schemas.openxmlformats.org/package/2006/relationships"><Relationship Type="http://schemas.openxmlformats.org/officeDocument/2006/relationships/slide" Target="/ppt/slides/slide39.xml" Id="R5351314093464898" /><Relationship Type="http://schemas.openxmlformats.org/officeDocument/2006/relationships/notesMaster" Target="/ppt/notesMasters/notesMaster1.xml" Id="R5393ebd6da1e4881" /></Relationships>
</file>

<file path=ppt/notesSlides/_rels/notesSlide40.xml.rels>&#65279;<?xml version="1.0" encoding="utf-8"?><Relationships xmlns="http://schemas.openxmlformats.org/package/2006/relationships"><Relationship Type="http://schemas.openxmlformats.org/officeDocument/2006/relationships/slide" Target="/ppt/slides/slide40.xml" Id="R438fe389f80948eb" /><Relationship Type="http://schemas.openxmlformats.org/officeDocument/2006/relationships/notesMaster" Target="/ppt/notesMasters/notesMaster1.xml" Id="R761999fba1364dd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21e0ee5bd1f4aef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74ff1cc266b54232" /><Relationship Type="http://schemas.openxmlformats.org/officeDocument/2006/relationships/slideLayout" Target="/ppt/slideLayouts/slideLayout1.xml" Id="R7fba2e11adba4af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7fba2e11adba4af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b2f29985c8c44be" /><Relationship Type="http://schemas.openxmlformats.org/officeDocument/2006/relationships/notesSlide" Target="/ppt/notesSlides/notesSlide1.xml" Id="Ra58a16aab50e432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5c696856cf243e2" /><Relationship Type="http://schemas.openxmlformats.org/officeDocument/2006/relationships/notesSlide" Target="/ppt/notesSlides/notesSlide2.xml" Id="Ra93d5e8865994c7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ec2e25e7d24b5f" /><Relationship Type="http://schemas.openxmlformats.org/officeDocument/2006/relationships/notesSlide" Target="/ppt/notesSlides/notesSlide3.xml" Id="R23896f99ac704a2d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d17306e85b841ca" /><Relationship Type="http://schemas.openxmlformats.org/officeDocument/2006/relationships/notesSlide" Target="/ppt/notesSlides/notesSlide4.xml" Id="R14f94db6cb964162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374f79fef29441e" /><Relationship Type="http://schemas.openxmlformats.org/officeDocument/2006/relationships/notesSlide" Target="/ppt/notesSlides/notesSlide5.xml" Id="Rd56de70830d94dd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e1464c4a9c469f" /><Relationship Type="http://schemas.openxmlformats.org/officeDocument/2006/relationships/notesSlide" Target="/ppt/notesSlides/notesSlide6.xml" Id="R7dd0355e943e4565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6f9e7cc14254750" /><Relationship Type="http://schemas.openxmlformats.org/officeDocument/2006/relationships/notesSlide" Target="/ppt/notesSlides/notesSlide7.xml" Id="R133d75f3aba64264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91ff6a3ca5e4edc" /><Relationship Type="http://schemas.openxmlformats.org/officeDocument/2006/relationships/notesSlide" Target="/ppt/notesSlides/notesSlide8.xml" Id="R5a4ad20582ee4b96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c111b34e21a4ea6" /><Relationship Type="http://schemas.openxmlformats.org/officeDocument/2006/relationships/notesSlide" Target="/ppt/notesSlides/notesSlide9.xml" Id="R44dd5e4b43f64ed3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d74f63c6714fbe" /><Relationship Type="http://schemas.openxmlformats.org/officeDocument/2006/relationships/notesSlide" Target="/ppt/notesSlides/notesSlide10.xml" Id="R0b2a8c88559f4658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4bcdba2d0742f9" /><Relationship Type="http://schemas.openxmlformats.org/officeDocument/2006/relationships/notesSlide" Target="/ppt/notesSlides/notesSlide11.xml" Id="Rdd242e5d58e648c0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7675f30def4aa6" /><Relationship Type="http://schemas.openxmlformats.org/officeDocument/2006/relationships/notesSlide" Target="/ppt/notesSlides/notesSlide12.xml" Id="R6c27e4fa910b4953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1adcb80e90437c" /><Relationship Type="http://schemas.openxmlformats.org/officeDocument/2006/relationships/notesSlide" Target="/ppt/notesSlides/notesSlide13.xml" Id="R81a77ed532b740e1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e19b739cc294721" /><Relationship Type="http://schemas.openxmlformats.org/officeDocument/2006/relationships/notesSlide" Target="/ppt/notesSlides/notesSlide14.xml" Id="R5ed92ef2a3d8422f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68980ae261d4781" /><Relationship Type="http://schemas.openxmlformats.org/officeDocument/2006/relationships/notesSlide" Target="/ppt/notesSlides/notesSlide15.xml" Id="R0a5c445150214dd9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f76730040445be" /><Relationship Type="http://schemas.openxmlformats.org/officeDocument/2006/relationships/notesSlide" Target="/ppt/notesSlides/notesSlide16.xml" Id="R470f584f64464a04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7c4b19bc53e4583" /><Relationship Type="http://schemas.openxmlformats.org/officeDocument/2006/relationships/notesSlide" Target="/ppt/notesSlides/notesSlide17.xml" Id="R4f17ae9fbef74220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c0d05c4f6df424f" /><Relationship Type="http://schemas.openxmlformats.org/officeDocument/2006/relationships/notesSlide" Target="/ppt/notesSlides/notesSlide18.xml" Id="R5420187dbcec44f2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10e951260c469b" /><Relationship Type="http://schemas.openxmlformats.org/officeDocument/2006/relationships/notesSlide" Target="/ppt/notesSlides/notesSlide19.xml" Id="R0e2fb1fd96ef48e8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ccaa51f3a54230" /><Relationship Type="http://schemas.openxmlformats.org/officeDocument/2006/relationships/notesSlide" Target="/ppt/notesSlides/notesSlide20.xml" Id="Rf8bb934043a04f28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84a62b9fe5146ff" /><Relationship Type="http://schemas.openxmlformats.org/officeDocument/2006/relationships/notesSlide" Target="/ppt/notesSlides/notesSlide21.xml" Id="R0c383961756341bb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3ce253cc5a4b28" /><Relationship Type="http://schemas.openxmlformats.org/officeDocument/2006/relationships/notesSlide" Target="/ppt/notesSlides/notesSlide22.xml" Id="Reed838d8a1f84645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8ef9ab47c3e4507" /><Relationship Type="http://schemas.openxmlformats.org/officeDocument/2006/relationships/notesSlide" Target="/ppt/notesSlides/notesSlide23.xml" Id="R090a24a9986046e3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9d9089c66884040" /><Relationship Type="http://schemas.openxmlformats.org/officeDocument/2006/relationships/notesSlide" Target="/ppt/notesSlides/notesSlide24.xml" Id="R074f8540d9ae45ee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8b12d341e7940f2" /><Relationship Type="http://schemas.openxmlformats.org/officeDocument/2006/relationships/notesSlide" Target="/ppt/notesSlides/notesSlide25.xml" Id="R1bfe561ff1d649bc" /></Relationships>
</file>

<file path=ppt/slides/_rels/slide2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6e8a190c5f3452d" /><Relationship Type="http://schemas.openxmlformats.org/officeDocument/2006/relationships/notesSlide" Target="/ppt/notesSlides/notesSlide26.xml" Id="Rf242cfda26ec46ef" /></Relationships>
</file>

<file path=ppt/slides/_rels/slide2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e61193ce20e49b6" /><Relationship Type="http://schemas.openxmlformats.org/officeDocument/2006/relationships/notesSlide" Target="/ppt/notesSlides/notesSlide27.xml" Id="R8a5dd1268abc4ecb" /></Relationships>
</file>

<file path=ppt/slides/_rels/slide2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df62ce8fbfe41c0" /><Relationship Type="http://schemas.openxmlformats.org/officeDocument/2006/relationships/notesSlide" Target="/ppt/notesSlides/notesSlide28.xml" Id="R56da89c2576142b6" /></Relationships>
</file>

<file path=ppt/slides/_rels/slide2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0794fc59a68466f" /><Relationship Type="http://schemas.openxmlformats.org/officeDocument/2006/relationships/notesSlide" Target="/ppt/notesSlides/notesSlide29.xml" Id="R4d3720d5b67a4e2a" /></Relationships>
</file>

<file path=ppt/slides/_rels/slide3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feb6aa74b4446a" /><Relationship Type="http://schemas.openxmlformats.org/officeDocument/2006/relationships/notesSlide" Target="/ppt/notesSlides/notesSlide30.xml" Id="Rbb8f1f1e6e1c4167" /></Relationships>
</file>

<file path=ppt/slides/_rels/slide3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4485da3fd124c13" /><Relationship Type="http://schemas.openxmlformats.org/officeDocument/2006/relationships/notesSlide" Target="/ppt/notesSlides/notesSlide31.xml" Id="Rb47d2a65b6934e62" /></Relationships>
</file>

<file path=ppt/slides/_rels/slide3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c12a230e1c94209" /><Relationship Type="http://schemas.openxmlformats.org/officeDocument/2006/relationships/notesSlide" Target="/ppt/notesSlides/notesSlide32.xml" Id="R96e81d020cd34d71" /></Relationships>
</file>

<file path=ppt/slides/_rels/slide3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71b59ebede4f70" /><Relationship Type="http://schemas.openxmlformats.org/officeDocument/2006/relationships/notesSlide" Target="/ppt/notesSlides/notesSlide33.xml" Id="R249b061044bd4330" /></Relationships>
</file>

<file path=ppt/slides/_rels/slide3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231dc1260ed4edf" /><Relationship Type="http://schemas.openxmlformats.org/officeDocument/2006/relationships/notesSlide" Target="/ppt/notesSlides/notesSlide34.xml" Id="R1bf4020454744d73" /></Relationships>
</file>

<file path=ppt/slides/_rels/slide3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c2c949bfb504e84" /><Relationship Type="http://schemas.openxmlformats.org/officeDocument/2006/relationships/notesSlide" Target="/ppt/notesSlides/notesSlide35.xml" Id="R0c71a60412a54795" /></Relationships>
</file>

<file path=ppt/slides/_rels/slide3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fd7dc26c7fb433c" /><Relationship Type="http://schemas.openxmlformats.org/officeDocument/2006/relationships/notesSlide" Target="/ppt/notesSlides/notesSlide36.xml" Id="Rba4a4b8b53e04175" /></Relationships>
</file>

<file path=ppt/slides/_rels/slide3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4ccafac6ecc41ed" /><Relationship Type="http://schemas.openxmlformats.org/officeDocument/2006/relationships/notesSlide" Target="/ppt/notesSlides/notesSlide37.xml" Id="Reae2ffd6951d4a17" /></Relationships>
</file>

<file path=ppt/slides/_rels/slide3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dfa4f5d3ac24a77" /><Relationship Type="http://schemas.openxmlformats.org/officeDocument/2006/relationships/notesSlide" Target="/ppt/notesSlides/notesSlide38.xml" Id="R4ae71dbf91bf4ca5" /></Relationships>
</file>

<file path=ppt/slides/_rels/slide3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e2f2cc949c24ede" /><Relationship Type="http://schemas.openxmlformats.org/officeDocument/2006/relationships/notesSlide" Target="/ppt/notesSlides/notesSlide39.xml" Id="R6847a282ea564c9d" /></Relationships>
</file>

<file path=ppt/slides/_rels/slide4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a0ed6aeba648f4" /><Relationship Type="http://schemas.openxmlformats.org/officeDocument/2006/relationships/notesSlide" Target="/ppt/notesSlides/notesSlide40.xml" Id="Ra78bdfa8f97f48d9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8B029A8-C5DD-499D-92DB-9EFD692491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704850"/>
            <a:ext cx="409575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3750" b="1">
                <a:solidFill>
                  <a:srgbClr val="6D28D9"/>
                </a:solidFill>
              </a:defRPr>
            </a:pPr>
            <a:r>
              <a:rPr sz="3750" b="1">
                <a:solidFill>
                  <a:srgbClr val="6D28D9"/>
                </a:solidFill>
              </a:rPr>
              <a:t>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5B02C9B-3377-41A0-91F1-2DC35CD43B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466850"/>
            <a:ext cx="7334250" cy="1104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Emotional Skills II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C4979E1B-D6FC-4220-986E-22E50546B8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3143250"/>
            <a:ext cx="5810250" cy="1657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Subject: Soft Skills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Code: 1BSKS106/206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Depth pass: 9 -&gt; 40 slides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Source basis: official syllabus; Official syllabus; no local prescribed textbook PDF matched for this module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2802CC4-9414-49BA-A5E8-4948B5D341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Problem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938AE5F-945A-4BF5-BB0F-32F4A8CD9B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BF6E76E-98B1-4A7E-8EE1-3AD24BFB64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Foundation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69A2FF5-6AD3-4A22-9252-8EE8D0C463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A09ECD4-7637-4577-8CC3-32F050EACF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B83851-A7AA-4826-BFB4-273A2B337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61C4D0B-DEE1-41B3-A7E9-514902A84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Worked example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337D66E-DEE5-439E-9767-0BD02198F5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410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9B3069B-4265-44A1-8379-7A27BAA5E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219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Exam view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8EC7D007-E486-422B-BD77-4E7DD83009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Soft Skills</a:t>
            </a:r>
          </a:p>
        </p:txBody>
      </p:sp>
    </p:spTree>
    <p:extLst>
      <p:ext uri="{BB962C8B-B14F-4D97-AF65-F5344CB8AC3E}">
        <p14:creationId xmlns:p14="http://schemas.microsoft.com/office/powerpoint/2010/main" val="1266615575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A65DEDD-D017-4FE5-9A52-C67399293C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1BSKS106/206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6AE2035-3586-44B1-916B-0B10B860C3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Teaching journey for the module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6743AE2-8F5F-4498-9165-B9479487C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D439481-D65B-44A7-92C4-7B084D8DDF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19019B4-92E1-4F56-BED7-0D1B1A5261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Motivation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23442B1-0115-45FA-A363-61D019F71C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78086CB-37A7-4351-8C9A-422412FE3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68060ED-1ACD-4D1E-B3B1-AACFDC6BFF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E404144-4B54-4524-9A48-DD43EE6EAF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Mechanism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4CA491-CC75-4D13-A56D-AFA81A1BA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793311D-BE21-4261-AEE7-AC61027450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Example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1CA620E-64F2-4717-9A95-9C0ED34C8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574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55CFB7-5A66-4F13-AF67-03410047C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669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Recap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20BF617-42C3-4871-8D81-8338EB4E14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905250"/>
            <a:ext cx="914400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Every major syllabus topic is expanded through purpose, structure, working, example, application, and exam perspective.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Topics are scoped to the official syllabus; no unverified previous-year questions are inserted.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Where the syllabus names textbook sections, the deck records that mapping for lecturer traceability.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42E0E37-3A62-4DD9-8162-6D58A5E0D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Soft Skills</a:t>
            </a:r>
          </a:p>
        </p:txBody>
      </p:sp>
    </p:spTree>
    <p:extLst>
      <p:ext uri="{BB962C8B-B14F-4D97-AF65-F5344CB8AC3E}">
        <p14:creationId xmlns:p14="http://schemas.microsoft.com/office/powerpoint/2010/main" val="1252108605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66D657DB-C797-4215-A40B-5E3F94FC54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1BSKS106/206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3ED4380-09E9-4DEA-84EB-AC1D0E57DB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Official syllabus topic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F925277-89AA-4B59-84D6-3C46F1F137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F6515B8-CAE6-4283-AEEF-2EC241CD6A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9930A7-C1CA-48C2-9298-6D5B5F0011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5240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#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AF6363A-AEDC-42C5-8270-1DB54BF60B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15240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Syllabus topic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80DBDD-3A7F-4438-9438-789BC4E5DC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15240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Treatment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5EAAD9-3C95-4E75-B802-B9ED26E50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0193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68473C5-80A4-4559-B176-9363AFF91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0193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Emotional Skills II (3 hours) •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7014265-CA2B-4FB3-B2D9-46FAD0EB51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0193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30C7A6-4A16-4514-B2B1-D96D43E6EE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5146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1942124-223B-4A67-B607-8CD4F60A17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25146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Setting: Defining personal and professional aspirations,...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74DAB6A-0475-474A-8820-97B5E8B46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25146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F94B879-B88B-4A90-961B-E264F4BDDD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0099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E0C751D3-FA1C-432E-977F-34FE38870D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0099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Empathy: Understanding emotional perspectives, differenti...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6FDFD99C-7EBC-41B6-B8CA-C1CB80604F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0099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113E30F-52A5-415E-8A01-09C9854634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35052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094702B-2000-47DD-83E1-C21683885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35052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Innovation: Generating original ideas, problem -solving,...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D3C1139-E2AC-44B2-B881-1707D2CC11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35052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81E55AB-99B3-4F6D-B500-F3F79AA149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0005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ED84D889-C780-4E7A-81EF-D5F7A8F3CE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0005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Instructional Design Each competency is taught and assess...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CD70CBE-27EB-4B23-9EE8-CD3C4E9B9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0005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50FE36B-D757-42D0-B3D8-D274B59DAE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4958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6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27F38EA-A2CB-4510-ABBB-1D55D3BCE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4958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Teaching Methodology TBTL (Task -Based Teaching Learning)...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41F332B-C673-4E97-93B5-33A71FC626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4958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02B337D-F057-4E96-9740-62ADAD9A3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4991100"/>
            <a:ext cx="6667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7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9A72CF93-9EF3-4F7C-926F-8ACDCC3DB5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991100"/>
            <a:ext cx="6191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Eclectic Approach Language Lab Quicklrn.com Experiential...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096B04F8-3BEC-41A0-ABBD-7C0CB9759B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39050" y="4991100"/>
            <a:ext cx="3524250" cy="495300"/>
          </a:xfrm>
          <a:prstGeom xmlns:a="http://schemas.openxmlformats.org/drawingml/2006/main" prst="roundRect">
            <a:avLst>
              <a:gd name="adj" fmla="val 15385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Concept + mechanism + worked explanation + exam view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532A62B4-0180-43FD-A6B8-7A5A0FB82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Soft Skills</a:t>
            </a:r>
          </a:p>
        </p:txBody>
      </p:sp>
    </p:spTree>
    <p:extLst>
      <p:ext uri="{BB962C8B-B14F-4D97-AF65-F5344CB8AC3E}">
        <p14:creationId xmlns:p14="http://schemas.microsoft.com/office/powerpoint/2010/main" val="625686088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BD5CDD06-7ED0-4802-B678-C5BAE347D1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1BSKS106/206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28D77D3-ABD9-404E-8282-7172E432B2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Textbook and source mapping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69EAFCE-BE88-48E3-AADD-DAF1B121D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678A190-25F0-4CD8-91C3-6D308D99D5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0BCB1C-5720-4EE9-B5A2-A4267930D3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5049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Syllabus topic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A0B364F-3887-47BA-85A2-752BD26C3A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15049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Prescribed source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542D1A-E3D2-464F-B4D0-2F670235D5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15049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1">
                <a:solidFill>
                  <a:srgbClr val="182033"/>
                </a:solidFill>
              </a:defRPr>
            </a:pPr>
            <a:r>
              <a:rPr sz="975" b="1">
                <a:solidFill>
                  <a:srgbClr val="182033"/>
                </a:solidFill>
              </a:rPr>
              <a:t>PPTX treatment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3675B88C-31FA-457E-B9F0-945838362B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0574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Emotional Skills II (3 hours) •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C322DEC-89CB-4F08-B96F-35141890F7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0574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E323832-DFED-4188-BB47-B9F7987DAE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0574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63FC035-0D2B-4B5E-B599-BFD0D4FA1F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6098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Setting: Defining personal and professional aspirations,....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5F0855B-1171-4D21-B501-90FDF4BEC4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098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051AF99-35EF-4EBB-A44C-BC22A93BEB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26098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EE6C1F5-E0BA-44AA-BD54-AFB4E5C608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1623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Empathy: Understanding emotional perspectives, differenti...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1225FE9-D074-4EFB-94ED-FE77699946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1623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266F1B2-FAD6-42D6-8B8D-6B11C0795B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1623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78F7E7E-18D7-4643-BDB6-F43B2D3E6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7147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Innovation: Generating original ideas, problem -solving,....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E8C471D-E640-408A-A163-364D0BC083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37147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497D3CA7-25D6-4063-B18D-22A3A80A3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37147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2960808-D809-40D4-99F1-5EF9C845C2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672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Instructional Design Each competency is taught and assess...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1A6CF13-C8E2-4C9B-9D3D-D39E135B7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2672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1FC9FC7-1938-4B55-A383-5D4C0DEF1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2672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7792134-E3F7-43E2-8AC8-2D968EC85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81965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Teaching Methodology TBTL (Task -Based Teaching Learning)...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43E3194-E540-4719-B443-E8BCBF70C7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481965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066EF3A-56EA-4F84-8E14-B1E2FE68B3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81965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E3ECCFF-5F0E-4BF2-9755-7856A3CD8B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372100"/>
            <a:ext cx="37147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Eclectic Approach Language Lab Quicklrn.com Experiential....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AAEE673-3313-44E5-BC79-FA22BCE721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5372100"/>
            <a:ext cx="390525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Official syllabus; no local prescribed textbook PDF match...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2FA8F3D-9E2D-4FD2-A42C-FC233062E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5372100"/>
            <a:ext cx="2857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00" b="0">
                <a:solidFill>
                  <a:srgbClr val="182033"/>
                </a:solidFill>
              </a:defRPr>
            </a:pPr>
            <a:r>
              <a:rPr sz="900" b="0">
                <a:solidFill>
                  <a:srgbClr val="182033"/>
                </a:solidFill>
              </a:rPr>
              <a:t>Expanded in topic teaching cluster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149EAA2-E0CD-4E38-9F4B-B27391B424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Soft Skills</a:t>
            </a:r>
          </a:p>
        </p:txBody>
      </p:sp>
    </p:spTree>
    <p:extLst>
      <p:ext uri="{BB962C8B-B14F-4D97-AF65-F5344CB8AC3E}">
        <p14:creationId xmlns:p14="http://schemas.microsoft.com/office/powerpoint/2010/main" val="2133489440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438A974-2B19-420D-B12D-C7498D31B2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1BSKS106/206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E149B0A-7CCB-4F20-9097-7A2C21B98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Key terms before detailed teaching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6FD4EBA-633D-44D5-9218-2E80DA775E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5182C67-C004-4801-912F-E8C4D75B64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91D54A-680E-4188-A2D0-5E6F8E574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Emotional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A909340-9A9B-46FB-996D-86605A0DB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Skills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77FBD1B-B976-46C5-AE00-88FF4DB1A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Ambition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EEBE035-6F34-4B20-B306-216692E842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Goal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B82877-961A-47B1-861A-86D532FC5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169545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Setting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4182EB3C-58BD-4AF8-9A86-F9614F86BC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Defining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848735C-A484-4191-B341-48C7248029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personal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317941B-9297-44AC-8BAF-3F838AC53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63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professional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4B8B5E9-750B-4CFB-9D7A-7FF9EB3F7B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aspirations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A649281-3720-42A4-B875-7034CC2AA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743200"/>
            <a:ext cx="1676400" cy="590550"/>
          </a:xfrm>
          <a:prstGeom xmlns:a="http://schemas.openxmlformats.org/drawingml/2006/main" prst="roundRect">
            <a:avLst>
              <a:gd name="adj" fmla="val 12903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200" b="1">
                <a:solidFill>
                  <a:srgbClr val="182033"/>
                </a:solidFill>
              </a:defRPr>
            </a:pPr>
            <a:r>
              <a:rPr sz="1200" b="1">
                <a:solidFill>
                  <a:srgbClr val="182033"/>
                </a:solidFill>
              </a:rPr>
              <a:t>creating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5F2136A-F3A2-49C4-AC98-A177A3B002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19200" y="4400550"/>
            <a:ext cx="9144000" cy="952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Use these terms consistently in derivations, diagrams, programs, explanations, and exam answers.</a:t>
            </a:r>
          </a:p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• Students should be able to define, connect, and apply each term by the end of the module.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952B8D5-7770-4B88-AF5D-F205AC1096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Soft Skills</a:t>
            </a:r>
          </a:p>
        </p:txBody>
      </p:sp>
    </p:spTree>
    <p:extLst>
      <p:ext uri="{BB962C8B-B14F-4D97-AF65-F5344CB8AC3E}">
        <p14:creationId xmlns:p14="http://schemas.microsoft.com/office/powerpoint/2010/main" val="1788368481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FC147A1-8ED1-4F44-8DB7-AD192A36FC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1BSKS106/206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4A5CF63B-624C-4AAC-B695-F10EF0DC9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103D666-7C2B-4CF1-8DCD-4B0FC63F4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AE1FFF-F679-4AF3-9D5B-01863AB8AB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CAF01B0-821C-4B96-B0FF-8C393C23A8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Emotional Skills II (3 hours) •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65C7F30-F2D2-45D7-8A8B-9E36D5DE69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Emotional Skills II (3 hours) • matters because professional communication and ethics are tested through situations, choices, and reflection.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A6AE9C9-B1CD-4D51-8EAD-3D7439F530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Context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AC56ABC-E09A-424A-A5FF-5CB507CF73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43D9480-78C8-4C3F-8BD2-5D91306467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Stakeholder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BAB39B6-56BE-4D4B-950E-E1DEA07096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555F27B-6433-455C-A2BA-D3AA8F30D9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9EF8B8C-8724-4F28-B354-FCF6672B29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DC341B5-6A22-445F-9F2D-A7153F64B6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Response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3958174-C60F-484C-9A8C-DB3D909D5F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C224257-8B1B-4F98-A54B-4E97F7783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Reflection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030AC0BE-59FF-4876-A1F6-B3D931B5FE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Soft Skills</a:t>
            </a:r>
          </a:p>
        </p:txBody>
      </p:sp>
    </p:spTree>
    <p:extLst>
      <p:ext uri="{BB962C8B-B14F-4D97-AF65-F5344CB8AC3E}">
        <p14:creationId xmlns:p14="http://schemas.microsoft.com/office/powerpoint/2010/main" val="202155059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E906CA5-52E0-44FE-AAD7-DD33EAE5A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1BSKS106/206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00E3C3C-C344-4D81-A187-7B93DC74B5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23D95C8-8EBC-4579-A71F-83ED322BB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06959F3-4A8B-495C-8000-26AD31FF5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40ECC40-CAEB-4063-9821-FEAD7D453A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F6D3E0-0A7D-44C6-A602-442344965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089951-0AD3-48AA-81D1-FB000EF7EA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B1D4E0C-1761-4D82-80F4-76E945C863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Context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5933DAE-AA06-4DCF-A481-202F189206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Context explains one necessary part of Emotional Skills I...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293EA5B-B750-49AD-82D0-BE7E7FE6D8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74A40C8-D67C-466A-B9F3-5165B4CD4B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Stakeholder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2CD0B75-C62B-426C-A8D7-1437D26FB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Stakeholder explains one necessary part of Emotional Skil...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115A33E-E7CE-4A21-8831-A72AE6B0A8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1076474-6D6A-445E-9F7E-0A71C75E1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11E9435-ACFE-4443-B131-05401DF3F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Concept explains one necessary part of Emotional Skills I...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770644A-9C23-4551-A7D2-09E1F825C4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B3631366-CC4E-478D-B872-6306C7D52B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Response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8D4762C-F59C-402E-BF1B-FF0799BC2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Response explains one necessary part of Emotional Skills...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A01728B-66BA-4064-A62D-335EBE19D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8B14104-01E7-4D39-BFF0-C23D979C6E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Reflection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5A3EAC4-8555-46A4-B2E5-EECAE54D3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Reflection explains one necessary part of Emotional Skill...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206E316-6F5B-42E0-80A0-3C2734778F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0EB3E3AE-932E-46B9-9F60-0B65094D6C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Soft Skills</a:t>
            </a:r>
          </a:p>
        </p:txBody>
      </p:sp>
    </p:spTree>
    <p:extLst>
      <p:ext uri="{BB962C8B-B14F-4D97-AF65-F5344CB8AC3E}">
        <p14:creationId xmlns:p14="http://schemas.microsoft.com/office/powerpoint/2010/main" val="511715055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3B12CB2-7289-4695-BB9A-5E42445EF3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1BSKS106/206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74E192C-0B4E-433D-9E11-26810C294C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FF5EF4-D56F-4792-A4B4-6F5683ACAC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9B79BCB-C037-4A36-8621-760631A95D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BE6AED7-3F2D-4F6E-81F7-01F2A851A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4F2505C-F533-4238-BC0B-2B43F6648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6EC0502-2DCE-4E9F-88E4-DB7768E57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F4913E2-36E9-446A-BC41-C949C4BB72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F0090C-EEF3-4C02-B407-CD02CC8498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3F35A7C-8CD3-4C23-8713-41D2E545A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C180B5B-4908-4781-B99E-CC3A36F8A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93AD378-B2A5-4AF9-8E0A-F1D3A7CBC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BD5752-C353-4824-BC8D-6297E0419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BE0E6FF-9EA1-4BB0-BD92-ED6BA957C4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Set scenario: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Identify issue: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concept: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Compare responses: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Choose better wording/action: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Reflect on outcome: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3468BD2-42E2-42E3-B169-4C90C56B59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Soft Skills</a:t>
            </a:r>
          </a:p>
        </p:txBody>
      </p:sp>
    </p:spTree>
    <p:extLst>
      <p:ext uri="{BB962C8B-B14F-4D97-AF65-F5344CB8AC3E}">
        <p14:creationId xmlns:p14="http://schemas.microsoft.com/office/powerpoint/2010/main" val="1196001194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5A50EB3-29E1-4CC6-A7DC-17F585F1BE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1BSKS106/206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C48DD85-DD9B-4793-92E6-7DA087F7A7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1.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06346F-50EE-41D0-9DD0-4F7D88CD8F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A65FD0D-50D3-481D-8AAF-6BA7775CA2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540AE0C-BF12-4EC1-A217-7945946F0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2D2C11B-94BE-4C3C-9334-58B1675700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Emotional Skills II (3 hours) •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9CF05FD-E23B-422B-8206-67792B89C3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7D5B867-81FD-459D-A842-3EFB3544DB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Writing abstract definitions without a situation, example, or professional consequence.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37CC6D1-97CA-4805-A210-9600B367BD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11A2472-A3BC-4E46-82CE-DC13A1E83C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66AA249-49F6-4CA6-8750-255F404EFD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Soft Skills</a:t>
            </a:r>
          </a:p>
        </p:txBody>
      </p:sp>
    </p:spTree>
    <p:extLst>
      <p:ext uri="{BB962C8B-B14F-4D97-AF65-F5344CB8AC3E}">
        <p14:creationId xmlns:p14="http://schemas.microsoft.com/office/powerpoint/2010/main" val="1136246068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9A7E037-0ABC-4E60-B1F4-DCC7EC0473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1BSKS106/206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B86198B-C259-4F52-83BA-B50B46FE7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A14C54B-0972-4990-95E4-0B319445D8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13EEB79-4841-4B1F-8CE5-75A3601D9A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98B7C6F-8B0C-4936-95A7-C1BEB9472B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Setting: Defining personal and professional aspirations, creating SMART goals, and aligning actions with long-t...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55C7A61-9FA1-4090-9E95-A3D48D48D1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Setting: Defining personal and profession... matters because professional communication and ethics are tested through situations, choices, and reflection.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1C88E6E-C9F3-42C6-A110-987E8AD34F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Context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0A7FC29-A19A-473D-ABD8-D7B14AA43B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5EC5E0A-5B90-4411-A17E-25856F962C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Stakeholder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1F7E64D-FFD5-498C-BA5D-23C779395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FFBF83C-02C7-4857-A3F0-FA15EAA90F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037792C-A09A-41A4-93C2-5448470B6D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2C9E07-1942-4A75-8134-AB00EC8784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Response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7DBAF16-020C-40D7-B8C2-2B3B252B5F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CEF6A73-1800-4FA1-A594-EC56223382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Reflection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14A3DF5-1F39-4B50-9220-B69E3FA36C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Soft Skills</a:t>
            </a:r>
          </a:p>
        </p:txBody>
      </p:sp>
    </p:spTree>
    <p:extLst>
      <p:ext uri="{BB962C8B-B14F-4D97-AF65-F5344CB8AC3E}">
        <p14:creationId xmlns:p14="http://schemas.microsoft.com/office/powerpoint/2010/main" val="113880580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36D14C8-C956-4321-87E7-2BAA7590A9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1BSKS106/206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E30B332-F72F-437B-9682-4E95312DA5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97FF3ED-A65C-47BF-A0F4-0D32C89D91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D7A043-B954-4170-A1B1-C8C8106190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4B2AE5A-5013-42F3-9D27-CB125D1B0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20B9B1-E169-4150-BD7B-CD8C4DD237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E8CC48A-307D-45E1-B59B-6BFA0B0F46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2EC4E98-954B-410A-8468-BCAB844AEA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Context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7E7DBF5-86EA-4FEB-BB49-E77B369B47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Context explains one necessary part of Setting: Defining...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47FBCC-4B6C-4AD2-A9E0-705BCF9DD6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A6E728F-DC3B-4A32-9BF2-1A1563E9B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Stakeholder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294FD0-76C5-427D-8801-04D954765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Stakeholder explains one necessary part of Setting: Defin...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7F22712-C0D2-4CFF-A85B-9BE1CE95CB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61D4CB6-9F3E-42C2-A2E2-C8A904BCB0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07DC970-9EFF-432C-B22C-8E190BEFF7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Concept explains one necessary part of Setting: Defining...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91C54A9-56F2-4A18-9D8C-3B28D5FB03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D218096C-45F6-4D8E-A1A2-CC5D7E654C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Response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9D837C6-7436-4A2F-8ED7-FF039B54BD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Response explains one necessary part of Setting: Defining...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7134DD3D-69FB-4CD2-B8F0-985AF34E8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A9E972B8-1439-4EF9-8A69-4DC73D2C0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Reflection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1709772-3CF0-4FA4-BEE1-41EF84D5B3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Reflection explains one necessary part of Setting: Defini...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5CE77E1-8F4E-4682-9DDE-75F9B4171A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735ECA7-7C5A-4C8F-A63E-B08BC29DA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Soft Skills</a:t>
            </a:r>
          </a:p>
        </p:txBody>
      </p:sp>
    </p:spTree>
    <p:extLst>
      <p:ext uri="{BB962C8B-B14F-4D97-AF65-F5344CB8AC3E}">
        <p14:creationId xmlns:p14="http://schemas.microsoft.com/office/powerpoint/2010/main" val="1917427821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C46F1FA-6451-474F-9AF3-58769749FE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1BSKS106/206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F8187F-70F8-4632-A1F6-C6D5A6CF4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DC77FEE-1865-4705-B961-7CCE482D8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D467270-3AF5-4BC5-88CC-9EE8DDF8F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5A6AD9-EA3F-40C3-BF9D-4B19D63CE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9FD7061-57DF-4872-9B90-7732467B67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F775FF1-A217-4BB9-9A89-1914ACCB6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3E1CDF7-5E7F-41DA-AA4C-391A84FB5D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6938CC76-D3D5-4443-8F82-422C96649E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EF6FAF6-F4F6-4F6A-843D-D149B0A0B6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1475EDE-5E14-4691-8006-AC569B359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7511BBF-BBB9-4BA0-AAA4-2DECF00E87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BC25D41-A592-4F83-ADBF-22C2191DBE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CE0CA3F2-0B68-48ED-A760-BF051BC1E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Set scenario: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Identify issue: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concept: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Compare responses: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Choose better wording/action: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Reflect on outcome: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3FC01ED-CA26-4FE7-A5E4-1E86842C1D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Soft Skills</a:t>
            </a:r>
          </a:p>
        </p:txBody>
      </p:sp>
    </p:spTree>
    <p:extLst>
      <p:ext uri="{BB962C8B-B14F-4D97-AF65-F5344CB8AC3E}">
        <p14:creationId xmlns:p14="http://schemas.microsoft.com/office/powerpoint/2010/main" val="847006349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869F116-396B-4674-980A-8889CD452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1BSKS106/206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80D502C-D14C-4DF6-AB41-5B1168CA44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2.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FD6EB7E-0900-4FF2-953E-E47731219F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1366851-E5C3-4015-8479-2551EEF59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035572B-4465-49F5-BD8D-E4576239D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DE4812-2739-4273-B6C9-BC47A2D550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Setting: Defining personal and professional aspirations,...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28B54C7-247A-459E-9950-75C7AB134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8A72C3E-4BDB-4E61-B662-236FC0054D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Writing abstract definitions without a situation, example, or professional consequence.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271EA73-6926-48C8-82FB-17A3F9385E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276A873-9035-4AF4-8B31-DEF9130405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0CA7EA3-9C45-4860-91A6-9DB5EA0D80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Soft Skills</a:t>
            </a:r>
          </a:p>
        </p:txBody>
      </p:sp>
    </p:spTree>
    <p:extLst>
      <p:ext uri="{BB962C8B-B14F-4D97-AF65-F5344CB8AC3E}">
        <p14:creationId xmlns:p14="http://schemas.microsoft.com/office/powerpoint/2010/main" val="37319044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98E2056-6C2A-4279-AF59-B3F2F1E75E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1BSKS106/206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1682E0D-5A4E-4C1C-BF5D-D17DA97C4B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0CDCB37-58F9-48CA-A422-B491E737E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C1FEA08-83B1-4012-9862-3CA440893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22D6ACA-1A4A-4667-9DA7-299C28A36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Empathy: Understanding emotional perspectives, differentiating between the two, and applying them in workplace...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E8E0D5B-9506-4DFD-9F84-B89D1A3F2A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Empathy: Understanding emotional perspect... matters because professional communication and ethics are tested through situations, choices, and reflection.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1E39DD-3216-4C68-B96F-F3886F3AD0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Context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F6AAADE-36D7-4EEE-AEFA-336D0D437D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9133171-FB7A-4EE5-AD61-09255CE6E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Stakeholder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468A2AD-46F3-437F-A530-C3373913B7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63A0D05-16DD-4004-AE16-31A821B3B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C7106F2-0810-450F-ACA6-ED0AFE9EED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5799F123-B776-4D4D-89E7-AC1FC63445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Response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8C28140-6131-4212-89C4-D04744A2A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418D566-1620-4103-8A34-51C3CADD6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Reflection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F652348-E887-477E-B6B5-1F299C6AAD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Soft Skills</a:t>
            </a:r>
          </a:p>
        </p:txBody>
      </p:sp>
    </p:spTree>
    <p:extLst>
      <p:ext uri="{BB962C8B-B14F-4D97-AF65-F5344CB8AC3E}">
        <p14:creationId xmlns:p14="http://schemas.microsoft.com/office/powerpoint/2010/main" val="66269239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BD27EDD-60B4-4E3A-B4B6-8A328302BC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1BSKS106/206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C532675-DBAF-4AC3-ADA9-B6406DB4ED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4702AE1-BC3F-4686-B8A4-7DA4D3B967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03E83C4-6032-4BF2-BE0A-5940ACBF9F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B4CE42E-7916-4464-BF88-DB5DF569D9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B9085E3-7B18-4D0D-95AF-B74B1FB3FB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9AA7599-AF7C-4068-A051-2EBF0AD59D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0F2AFA3-EC5D-487D-864E-6C8596F451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Context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95917EAD-9B92-4CFD-8B98-F4022F51D1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Context explains one necessary part of Empathy: Understan...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58C189E-8E68-463B-8AB0-102663525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DEB336E-4861-489B-9312-6554C7292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Stakeholder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A1D46F0-5C39-4324-98EA-BA45B9F5E3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Stakeholder explains one necessary part of Empathy: Under...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827B502-4A90-43FA-A54D-DC90A5773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48FD51C-DB95-4FCB-A0C6-B7DF92270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95AC194-AC94-4B97-A432-17C58BDB77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Concept explains one necessary part of Empathy: Understan...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0BA0D1A-A66D-4105-8C1A-9DE3737EB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46E30366-2311-4162-A078-E8FAB46C9C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Response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064B4AA-CFFE-4A6A-BC20-E3CA83428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Response explains one necessary part of Empathy: Understa...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245A31C-97D6-4341-8E5F-15FDE36E91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51E0483D-30AA-43AB-A6C0-4D4A4D5E49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Reflection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2F7EBAB-D215-406E-85AA-287D652BB5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Reflection explains one necessary part of Empathy: Unders...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63A7D66-B0E4-4D8B-B441-2C0B4C68A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970E293-B4A0-4329-85FC-08AA6D426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Soft Skills</a:t>
            </a:r>
          </a:p>
        </p:txBody>
      </p:sp>
    </p:spTree>
    <p:extLst>
      <p:ext uri="{BB962C8B-B14F-4D97-AF65-F5344CB8AC3E}">
        <p14:creationId xmlns:p14="http://schemas.microsoft.com/office/powerpoint/2010/main" val="597165837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7E16992-6E0A-438F-A436-09C0D741DD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1BSKS106/206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150843A-8B0F-47B6-B321-35A6096CF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A0FB52-1277-40EE-8472-7214C9858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22933B8-FC13-4A61-B36C-4DF3D8E14D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3C55D91-9475-4C81-B0C2-23CCCB0ED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A21BABD-A91A-4FDD-A80C-E8B1C0F0AC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BE446B-0267-4C23-AA44-EBF1237C18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8418F5E-660E-4BDC-8F06-EA7F69D2BF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EFD603D-7FA7-4EC0-9486-C66E34DD2B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8B77DE3-E086-48F1-ACED-ACBC837B6D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568E0E74-164B-4826-A94E-59FED3CF8C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0614FBF0-27FE-48BC-91F1-F43DDED53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A8A1F4-8D03-4614-84DB-B6E1D9100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373D1B0-F515-4700-AF77-619295BD22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Set scenario: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Identify issue: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concept: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Compare responses: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Choose better wording/action: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Reflect on outcome: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85CE061-B58B-4047-BEC8-B8F1E5193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Soft Skills</a:t>
            </a:r>
          </a:p>
        </p:txBody>
      </p:sp>
    </p:spTree>
    <p:extLst>
      <p:ext uri="{BB962C8B-B14F-4D97-AF65-F5344CB8AC3E}">
        <p14:creationId xmlns:p14="http://schemas.microsoft.com/office/powerpoint/2010/main" val="1200912006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13EBE42-D86D-47A3-A7C7-7D98B74658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1BSKS106/206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D286191-625E-4619-88D9-1C21E04E71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3.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BC67351-4046-4484-A125-80403ED2BC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9A9A90E-7CE0-47A6-B125-2857BA853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908FB7F-85AA-4509-BD96-8AAC193E96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C74406-77F3-4624-B567-122628DCC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Empathy: Understanding emotional perspectives, differenti...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A7FCD56-790F-4BD9-B36A-041593BC8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52C4508-CCC6-4247-BDC4-B3C6C90392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Writing abstract definitions without a situation, example, or professional consequence.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A4FD336-F186-478E-BBB8-9653DDB956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F7213C-8BC7-4AC6-972F-A946D0707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046DAB1-B531-4487-ACA1-BABFFA6A6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Soft Skills</a:t>
            </a:r>
          </a:p>
        </p:txBody>
      </p:sp>
    </p:spTree>
    <p:extLst>
      <p:ext uri="{BB962C8B-B14F-4D97-AF65-F5344CB8AC3E}">
        <p14:creationId xmlns:p14="http://schemas.microsoft.com/office/powerpoint/2010/main" val="944283064"/>
      </p:ext>
    </p:extLst>
  </p:cSld>
</p:sld>
</file>

<file path=ppt/slides/slide1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208A86F-03F3-43E3-9F70-E17C8D3839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1BSKS106/206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7327BD6-F7D7-467C-8DE2-8087C9E574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5C5F6B1-27F1-4E0B-A869-7E9706921E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ED416E-AED7-4D6C-8E50-0F5508E6C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6295892-0BCC-491D-9C92-B6C08C5F01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Innovation: Generating original ideas, problem -solving, and applying creative thinking techniques (mind-mappin...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5565B1F-E6CC-45E8-80B0-6A02193630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Innovation: Generating original ideas, pr... matters because professional communication and ethics are tested through situations, choices, and reflection.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6F3864-EE10-40B6-934A-05E1A93097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Context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5D59EBE-631B-4A01-8349-53E3F75233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5858C54-ADB6-47DF-80C1-F8746AE87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Stakeholder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47AAB78-2C60-4B24-92D9-BA977D6A1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60DA680-31C0-452F-8129-5E99CEB6A0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C99EA00-0E21-471F-B20D-43D37188CD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7AF0B2F-0F99-4D57-B531-52FCD1AAA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Response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B42800A-00FD-4AE6-B670-6503BDFFE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2080F6A-1619-4F4C-BBB7-696272324F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Reflection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173D519-A763-4648-853D-F5530F2EF3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Soft Skills</a:t>
            </a:r>
          </a:p>
        </p:txBody>
      </p:sp>
    </p:spTree>
    <p:extLst>
      <p:ext uri="{BB962C8B-B14F-4D97-AF65-F5344CB8AC3E}">
        <p14:creationId xmlns:p14="http://schemas.microsoft.com/office/powerpoint/2010/main" val="1955823381"/>
      </p:ext>
    </p:extLst>
  </p:cSld>
</p:sld>
</file>

<file path=ppt/slides/slide1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0BE4C2C8-706D-4AF0-B027-0D6C8780BC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1BSKS106/206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4400C6-7B1A-451A-B7B1-8A90EAD207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DF62045-A537-4C0F-AC99-FDA0CE886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59B316C-72E4-436B-8C4A-11C2615B19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19/40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22B6A6-2817-4B09-8456-B19CADB6A8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6A2582D-2F35-470A-BBAE-244C338870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3404B3-2C76-4E3B-A132-47B319E70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C8BB5C6-97D7-47B6-8174-284F809319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Context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E649DF8-739C-42CA-AFAD-DF16569CA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Context explains one necessary part of Innovation: Genera...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654DB0-0509-4B4E-AD21-0B7FA16202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5B6354-7C44-478C-B17B-D562A29978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Stakeholder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F01894B-10A5-4F72-8591-B2B18EE69A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Stakeholder explains one necessary part of Innovation: Ge...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4CA181-A352-4D68-AABE-8AB3FA2BCE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6AE935E-0DBC-420C-B099-EF9C254EC4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4618B648-B660-4FEF-B03C-175050B71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Concept explains one necessary part of Innovation: Genera...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A56F71F-128B-4B01-882E-DDA7A6BEC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61384EC-DDD8-4B2F-8A2A-A3C4E058E7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Response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601E817-7363-42E3-8950-2D9670CEE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Response explains one necessary part of Innovation: Gener...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A96A01A8-7DEF-4837-9269-E78DCB4C8D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8685EBC-DCAE-4AD3-A45D-6925AF783F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Reflection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7A75D59-0338-444E-8D8B-C512994DEE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Reflection explains one necessary part of Innovation: Gen...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C5C2A93-8631-4C58-8EF5-D3E4E5590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90FFEA7-D5E6-44BA-AA24-333EEE9B03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Soft Skills</a:t>
            </a:r>
          </a:p>
        </p:txBody>
      </p:sp>
    </p:spTree>
    <p:extLst>
      <p:ext uri="{BB962C8B-B14F-4D97-AF65-F5344CB8AC3E}">
        <p14:creationId xmlns:p14="http://schemas.microsoft.com/office/powerpoint/2010/main" val="2124286307"/>
      </p:ext>
    </p:extLst>
  </p:cSld>
</p:sld>
</file>

<file path=ppt/slides/slide2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2856B77-5A29-4F34-95A1-5ED1D295C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1BSKS106/206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5A60B40-B279-47A5-B14F-B27F62E5B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46B55B1-9C97-46B6-99DA-CA67A6FAE1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08F67DA-9B53-493C-8581-F427FC66F1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4998B5-D1A6-4188-848B-202836682D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C1A2F01-9BBF-4932-AF26-B26709B92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D4AF30-B22F-4C9A-A9FB-DF8C564874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D22894C-101C-4822-AD1F-C1E3AAEE89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1B5C3C2-BA17-4921-A3E5-B8ADECEAEC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F417C92-8A1C-4AD1-B07F-B2300E478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303A1F58-35FA-4169-B3A2-99E8F336F3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09A9A5B-04A2-4C04-9CC0-50C7734A3E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4FE9AAD-8F58-4512-A0E1-BDFF3E97E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0C4BB64-FCCC-4CA8-9474-C3E03167E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Set scenario: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Identify issue: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concept: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Compare responses: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Choose better wording/action: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Reflect on outcome: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51A685C-41F1-49F6-80D5-43D014C923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Soft Skills</a:t>
            </a:r>
          </a:p>
        </p:txBody>
      </p:sp>
    </p:spTree>
    <p:extLst>
      <p:ext uri="{BB962C8B-B14F-4D97-AF65-F5344CB8AC3E}">
        <p14:creationId xmlns:p14="http://schemas.microsoft.com/office/powerpoint/2010/main" val="1912008439"/>
      </p:ext>
    </p:extLst>
  </p:cSld>
</p:sld>
</file>

<file path=ppt/slides/slide2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AE3CB75-BAA0-4612-BA82-0AE7AD63A8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1BSKS106/206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28C308A-DFAC-4F0C-AD83-EEB64999D7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4.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22592BB-3FBC-4EA4-9022-C87797F9DF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E8C81F-E795-4F7C-82CF-1764C9D78F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ACA3FF-8796-4C57-9642-BC5DEE451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F96DB63-EF7A-4AE5-A8BE-85B7B4BF4A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Innovation: Generating original ideas, problem -solving,...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903B575-9CEE-4B1A-B084-CFEA7C03B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F4946AF-8E71-4671-941F-EA9193730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Writing abstract definitions without a situation, example, or professional consequence.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41CFBD0-9403-47D9-8550-149B09BD08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C8BA51C-818F-46F4-B2F5-7E3E3A3D3C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2ACA843-4BE6-4912-98E3-6C2B4500D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Soft Skills</a:t>
            </a:r>
          </a:p>
        </p:txBody>
      </p:sp>
    </p:spTree>
    <p:extLst>
      <p:ext uri="{BB962C8B-B14F-4D97-AF65-F5344CB8AC3E}">
        <p14:creationId xmlns:p14="http://schemas.microsoft.com/office/powerpoint/2010/main" val="14467871"/>
      </p:ext>
    </p:extLst>
  </p:cSld>
</p:sld>
</file>

<file path=ppt/slides/slide2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59020C8-0DBE-4588-92A7-8193AF0799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1BSKS106/206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493705C-A548-41CC-B236-A96BB72CA6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04BBA31-D5C3-4277-A1CA-0567B46FE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AC6B0D3-D860-4892-B139-17EE8AAF51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D4739C8-CEE3-4AA0-88D9-B1BC48535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Instructional Design Each competency is taught and assessed through guided visualisations, reflections, explain...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2DB42912-88B9-47ED-A6E9-9F341309A0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Instructional Design Each competency is t... matters because professional communication and ethics are tested through situations, choices, and reflection.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E0320D-7A88-4705-AFA7-ECB541899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Context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93ABEDC-6B85-461F-86C4-7D73B6FAD8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408EA23-69F0-4D77-BC9A-70F371DAB7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Stakeholder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78AD65-97CA-4AB0-80E2-BF4C27979F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57A1191-64C1-49E0-902D-291570EFF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FCCCE45-EA62-4744-AF08-428E9582DB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5BD930E-4707-4A8A-871C-0B8D045619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Response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A6572CD-F9E9-46D2-A872-22932C5A61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657989-BA28-41D2-A29B-8715D15B86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Reflection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011AF3E-63EB-4F55-B64B-55CCFA4B2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Soft Skills</a:t>
            </a:r>
          </a:p>
        </p:txBody>
      </p:sp>
    </p:spTree>
    <p:extLst>
      <p:ext uri="{BB962C8B-B14F-4D97-AF65-F5344CB8AC3E}">
        <p14:creationId xmlns:p14="http://schemas.microsoft.com/office/powerpoint/2010/main" val="371313869"/>
      </p:ext>
    </p:extLst>
  </p:cSld>
</p:sld>
</file>

<file path=ppt/slides/slide2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2331B67E-87F2-48A6-BE87-DFFB5B11E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1BSKS106/206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4758C59-2513-4D47-8E53-D5B5DA1AA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4DE5526-3F8B-4A41-9036-5B5F475705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F9C181-4504-445E-8545-9958C428D5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91C2D54-F94D-4691-A68A-BD47F8D79C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63696B5-0E70-4C9B-A5F0-D788D6634C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7AE3B7-30CF-416B-98C9-11658B76A3A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1C63A4F-DFB6-4F9A-9675-4C6403BB8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Context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A866583-0142-446B-A4D7-39F5EA17D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Context explains one necessary part of Instructional Desi...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CDC1463-59EE-49E7-9908-E94CFE299F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31D6ABA-EFD6-4621-9E9F-9C583E658A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Stakeholder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6F1991F-1E03-4A00-AA90-9232FD3AE1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Stakeholder explains one necessary part of Instructional...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3ABD285-CA80-4219-A000-27D4EB2B0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AAC9869-CDEF-44E2-BF22-5D07795B1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57F9FC44-82D2-4C7E-BEEB-991411843F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Concept explains one necessary part of Instructional Desi...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F12C22A-3737-4131-8566-F38469EF5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6600ADF-08FF-47AD-90E2-9A88EB140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Response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4C7DD66-9EC5-47FD-B49D-2A69AEC00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Response explains one necessary part of Instructional Des...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4C60933-0D4D-42D8-928B-68839D553F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8A902C45-BCE1-4001-90BD-8A80B2C7D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Reflection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492C17F-F61E-41BE-89C5-DE0C07968C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Reflection explains one necessary part of Instructional D...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A220403-F6FE-4223-942A-B4EAF95B6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9B08577-FF9C-49D2-B6B3-546B97C42E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Soft Skills</a:t>
            </a:r>
          </a:p>
        </p:txBody>
      </p:sp>
    </p:spTree>
    <p:extLst>
      <p:ext uri="{BB962C8B-B14F-4D97-AF65-F5344CB8AC3E}">
        <p14:creationId xmlns:p14="http://schemas.microsoft.com/office/powerpoint/2010/main" val="172682553"/>
      </p:ext>
    </p:extLst>
  </p:cSld>
</p:sld>
</file>

<file path=ppt/slides/slide2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4A19059-17EB-4EEA-9139-FF558DA039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1BSKS106/206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A2A8A4C-06C6-441A-88CF-C49358C0D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15FFA06-4565-49CD-98C0-2CE0B5457F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501DFFF-45C6-4277-8F53-1B7CD185CF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8C032D5-5FC7-475A-8E7C-85A1C6CCE8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8950766-3399-4726-9B8D-BD5DB74C3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351C6F9-B8DD-4AC9-8C15-28AD46756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C1C2F8C-9D7A-4A38-BFC9-F2EDD7DA8F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12E6E74-0858-4378-B488-BD05F7DB1E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CE83C90-78A5-4C52-9261-FC606A8EB3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FA26DAF-AB61-4753-91C6-471A053E6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B219E7C-951F-4E6D-B7C9-1DA83F7D4B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3495CA91-71D1-4AE0-8056-9861D82D4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64726CC-0849-42C5-ABD3-81A069A24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Set scenario: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Identify issue: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concept: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Compare responses: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Choose better wording/action: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Reflect on outcome: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57CAF7E-2B9A-4DF3-842C-B6FA89D5E9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Soft Skills</a:t>
            </a:r>
          </a:p>
        </p:txBody>
      </p:sp>
    </p:spTree>
    <p:extLst>
      <p:ext uri="{BB962C8B-B14F-4D97-AF65-F5344CB8AC3E}">
        <p14:creationId xmlns:p14="http://schemas.microsoft.com/office/powerpoint/2010/main" val="1541159776"/>
      </p:ext>
    </p:extLst>
  </p:cSld>
</p:sld>
</file>

<file path=ppt/slides/slide2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6462CE0-3512-4A4B-9EC2-A3FD81DC33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1BSKS106/206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1C1F2C3-1F49-440B-8BB9-B03ADEF03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5.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20D42F3-7E49-4BB9-B559-644D0128D9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2FE7426-3E93-41D0-984A-2E27C8A763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E0FA5B-75F9-49A4-BE23-6B417B26E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153AD4E-F508-4A92-B26A-3812EF68EF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Instructional Design Each competency is taught and assess...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BCD7E06-7FE7-4BCE-AD73-4E842D3A4E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269C56D-60DE-4205-893C-6BA11EA185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Writing abstract definitions without a situation, example, or professional consequence.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2355AAD-144E-4C24-AB5C-DA1071BC2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381FB0C8-9699-4CFD-8C6D-0826DDE21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EC19AE7-8308-4076-ACF2-06BD5B0EB3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Soft Skills</a:t>
            </a:r>
          </a:p>
        </p:txBody>
      </p:sp>
    </p:spTree>
    <p:extLst>
      <p:ext uri="{BB962C8B-B14F-4D97-AF65-F5344CB8AC3E}">
        <p14:creationId xmlns:p14="http://schemas.microsoft.com/office/powerpoint/2010/main" val="1250873945"/>
      </p:ext>
    </p:extLst>
  </p:cSld>
</p:sld>
</file>

<file path=ppt/slides/slide2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CD349EA-8237-43BD-B293-96E36F6246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1BSKS106/206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E854A6-0D24-4595-BDC0-AF6060436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2469D62-3272-4C20-A8B0-05BD4CC7F6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CDFBD91-F579-49B5-AE29-F826DE3711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6AFB9BD-F3A9-4DFB-BF4C-DE8D6DDFD3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Teaching Methodology TBTL (Task -Based Teaching Learning) - interactive workshops, simulations, activities, pee...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6704060-C0FD-4F9B-A866-8886A2DDE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Teaching Methodology TBTL (Task -Based Te... matters because professional communication and ethics are tested through situations, choices, and reflection.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74AF76B-CEF4-49AA-AAE5-CC877EDA99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Context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1FC3DD4-4E87-4C64-AA7A-702A8A31F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76D5B8-7ABE-4156-8A01-FCD20ACEA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Stakeholder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737C1FA2-58E2-495F-9CAB-40D9B44F8A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6390F18-DEC2-434B-A6B1-138EB0E98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B7F937EE-C2A1-495C-84F5-4DFAF8BD43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F47D08C-CD9F-4117-999E-24BB3F9A1B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Response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25A4171-ABC0-467C-B128-5B789E6ED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4DAED53-07D4-4F0C-91F2-A2BA7D02AB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Reflection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BA4E04E-E9A5-4541-B8D7-054CED859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Soft Skills</a:t>
            </a:r>
          </a:p>
        </p:txBody>
      </p:sp>
    </p:spTree>
    <p:extLst>
      <p:ext uri="{BB962C8B-B14F-4D97-AF65-F5344CB8AC3E}">
        <p14:creationId xmlns:p14="http://schemas.microsoft.com/office/powerpoint/2010/main" val="1372622208"/>
      </p:ext>
    </p:extLst>
  </p:cSld>
</p:sld>
</file>

<file path=ppt/slides/slide2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2CC710E-B493-4907-A092-8FDBD3101E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1BSKS106/206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DCE5874-2340-45FF-B45D-A00CAA9839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FE4E577-6B22-452F-87AC-9C52A4F5BD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5F292AF-E611-4C98-9A5D-019ED0647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AB114A-8E02-45DE-A258-3721EB5208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0FD5B84-5C25-4A09-AD3C-C9D64600E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74D4452-CCEF-4B66-B3C2-0F0F73D46B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C2879C0-6981-4FDA-B3A4-6A3BBF6BC2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Context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A5957FC-A8C5-4BBF-8978-39E88F84F6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Context explains one necessary part of Teaching Methodolo...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308399E-FA12-4493-9DAD-BA94A5AA4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49925328-7FA5-43C9-9FCA-927388B22B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Stakeholder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8D4E280-E8FA-479E-96B7-4B308B8E9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Stakeholder explains one necessary part of Teaching Metho...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B37A83A-2AEB-48A1-909E-C49CEF748A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17B7ECF-6914-40A6-8837-650B861BA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0BB051A-AEE5-40E7-A973-65DC5F4437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Concept explains one necessary part of Teaching Methodolo...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1F2613DE-BD57-433C-96E1-8EAF03899E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F2BE7FE-6424-45BE-A1E7-6B9E1CEED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Response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0FF44D8A-5D57-4354-8A01-B4B6521996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Response explains one necessary part of Teaching Methodol...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C2D28C1-48EC-4EE4-83E0-7003152235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29F3F60-E362-469C-91B3-F340E660D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Reflection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9DF4898-C23F-4946-BD13-6072CDED29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Reflection explains one necessary part of Teaching Method...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4550EAD-9006-4354-92B3-F93ABC460C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8E5C7942-8BCE-44A0-AD84-AAD2A82EA0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Soft Skills</a:t>
            </a:r>
          </a:p>
        </p:txBody>
      </p:sp>
    </p:spTree>
    <p:extLst>
      <p:ext uri="{BB962C8B-B14F-4D97-AF65-F5344CB8AC3E}">
        <p14:creationId xmlns:p14="http://schemas.microsoft.com/office/powerpoint/2010/main" val="77545279"/>
      </p:ext>
    </p:extLst>
  </p:cSld>
</p:sld>
</file>

<file path=ppt/slides/slide2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5130250-464D-464D-AB84-6C3FF7EDEB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1BSKS106/206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DD684EC-7F03-472C-8375-198596B2A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5B2076-DD06-415A-B9D1-706EC107F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0F4927E-7414-4136-B5A6-1EBD93A48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7B29EC4-EA7C-4233-9417-52A2036A0E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75B7092-F50E-45D0-A6B0-50506E7F29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5606AE40-8433-4D58-8A1B-A763C73E8F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6770C40-D81C-4FF9-AB8D-6278C93BCE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B4C9CB8-2E41-40CE-9A93-674B27789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F490F2B-602C-4D9B-B92E-66E4AF6D31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0CA4C6C-2534-42D3-8678-651D0D524F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BE426F-34A6-4A37-A646-C513DF1F3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519094A-F601-4F5B-8A4C-742AEA0572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4268C6E-C995-4BB7-BC46-F7117302F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Set scenario: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Identify issue: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concept: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Compare responses: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Choose better wording/action: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Reflect on outcome: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0EDFB00-BAA1-4DF7-8BA1-B49704F7D0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Soft Skills</a:t>
            </a:r>
          </a:p>
        </p:txBody>
      </p:sp>
    </p:spTree>
    <p:extLst>
      <p:ext uri="{BB962C8B-B14F-4D97-AF65-F5344CB8AC3E}">
        <p14:creationId xmlns:p14="http://schemas.microsoft.com/office/powerpoint/2010/main" val="149133499"/>
      </p:ext>
    </p:extLst>
  </p:cSld>
</p:sld>
</file>

<file path=ppt/slides/slide2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DEC0B8B-8B2E-4B42-ACDC-46DB226EA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1BSKS106/206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523D413-2547-4E1F-8853-3C1700A57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6.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AEE31D94-76B3-4A56-829D-B68E3E806B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3EE0D44-931D-4F0D-BE5C-FB291F4A5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29/40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71F6E34F-1C11-4C78-961E-6C2B867591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7BF31CE-BC0B-4AAC-8DEF-17BAE4648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Teaching Methodology TBTL (Task -Based Teaching Learning)...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F4B71CE-B923-41CE-A923-4CBFBA0EB7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5FA6FB-AA4C-454E-926C-A8C842822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Writing abstract definitions without a situation, example, or professional consequence.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21A7A2C-FB0B-492A-91DE-FBE1CA2946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90B4DD8-990C-4908-9972-5777C5B8C7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4E4B37-70C4-40F5-B5A8-B9A5B5FD20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Soft Skills</a:t>
            </a:r>
          </a:p>
        </p:txBody>
      </p:sp>
    </p:spTree>
    <p:extLst>
      <p:ext uri="{BB962C8B-B14F-4D97-AF65-F5344CB8AC3E}">
        <p14:creationId xmlns:p14="http://schemas.microsoft.com/office/powerpoint/2010/main" val="866709887"/>
      </p:ext>
    </p:extLst>
  </p:cSld>
</p:sld>
</file>

<file path=ppt/slides/slide3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66BE53D-B35E-4ECF-9388-DAF24EA7BC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1BSKS106/206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870B66A-C35D-413C-AB5F-1F388245E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7. Why this topic matters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A0B0630-8607-4EBD-A9C4-5BF677CAFA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2F043DB-827B-4CEF-A8EA-D3A448C62B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612DB1-1B2B-4AA9-9B48-247DAEEE3A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1600200"/>
            <a:ext cx="99060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100" b="1">
                <a:solidFill>
                  <a:srgbClr val="182033"/>
                </a:solidFill>
              </a:defRPr>
            </a:pPr>
            <a:r>
              <a:rPr sz="2100" b="1">
                <a:solidFill>
                  <a:srgbClr val="182033"/>
                </a:solidFill>
              </a:rPr>
              <a:t>Eclectic Approach Language Lab Quicklrn.com Experiential Learning Methods • To embed skills, participants get h...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CD3D55-7E05-4A45-BACB-B72CBCA725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2686050"/>
            <a:ext cx="9334500" cy="160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Eclectic Approach Language Lab Quicklrn.c... matters because professional communication and ethics are tested through situations, choices, and reflection.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Connect the idea to the module problem before definitions.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Students should be able to say what changes, what is measured, and why the result matters.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A8B16D6-A562-4A04-BC7A-E5E255B0EA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Context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BBDBDB-5760-473F-BBB5-AA986F7322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59440C-0EAA-47EB-B2CF-F0DB421ABF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Stakeholder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71E7962-ED36-4BAA-8D89-7E1ECE637D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86CD75A-747A-487A-8363-C23AA83530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92D109B-6528-42BB-9BC5-AF5CA81C9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2FA344FB-5006-48F8-AC87-81306ADB99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Response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FDD1B40-6F15-4F7A-A760-4BEE1FD0E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52006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1609789-B835-4CBF-B2A4-62BBB25466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50101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Reflection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2282998-E672-43E9-96F0-A23D93310E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Soft Skills</a:t>
            </a:r>
          </a:p>
        </p:txBody>
      </p:sp>
    </p:spTree>
    <p:extLst>
      <p:ext uri="{BB962C8B-B14F-4D97-AF65-F5344CB8AC3E}">
        <p14:creationId xmlns:p14="http://schemas.microsoft.com/office/powerpoint/2010/main" val="476258638"/>
      </p:ext>
    </p:extLst>
  </p:cSld>
</p:sld>
</file>

<file path=ppt/slides/slide31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53CB1C4C-BE20-47BF-AD42-51F3EC4664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1BSKS106/206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2A906A4-E844-4DCA-AEA0-24A8042737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7. Concept structure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E5D9DD2-8CA6-42F0-B946-E768708242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4F8C0B8-2A51-4F46-8FD2-DB4AA77370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31/40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A8D221A-F3DD-4F68-B485-A3A3C9D8B9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383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Part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D5D6389-054B-4155-B9C6-4082C5AD98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16383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Classroom explanation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82EE6FB9-AEE6-473E-83C2-6D383BA4D6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16383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Check question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9A10C5F-3377-4D30-A6B3-9B5CCCE35A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1907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Context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B2BF7D5A-783A-4EFB-A009-B6913E0AC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1907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Context explains one necessary part of Eclectic Approach...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8BEBBC34-B83D-4F6C-9633-A2E3024EF7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1907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is given?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A7FF37-922A-4CD4-8804-3BF2EA504D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7432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Stakeholder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689DC0A-CFB8-41FA-AA2A-C8F01B6691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27432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Stakeholder explains one necessary part of Eclectic Appro...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9EA44E5-7950-49BB-A17E-2916610D15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27432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D35E2C5-53FA-4B08-8F91-279AB0777A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2956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Concept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3D4EA63F-DF60-40F5-9E57-C6B7FB2BD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2956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Concept explains one necessary part of Eclectic Approach...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DE8378E-5B9A-49DE-9A8A-824FA119B8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2956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72D4C4A-7BE8-4FCC-9F1E-204BC1E834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384810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Response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252D2FF-A779-4D64-B7E6-5A7054C76E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384810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Response explains one necessary part of Eclectic Approach...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C62AE3B-BE5D-4996-96BD-339BC6F36B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384810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How does this step change the result?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F59BF8B-721F-4DBB-9B5D-220A86472B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4400550"/>
            <a:ext cx="2095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Reflection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A4FAB8B-B846-4A18-B010-70445D09E4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9900" y="4400550"/>
            <a:ext cx="49530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Reflection explains one necessary part of Eclectic Approa...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2BF192AB-CED2-4D75-9487-2721E78EAB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62900" y="4400550"/>
            <a:ext cx="3238500" cy="552450"/>
          </a:xfrm>
          <a:prstGeom xmlns:a="http://schemas.openxmlformats.org/drawingml/2006/main" prst="roundRect">
            <a:avLst>
              <a:gd name="adj" fmla="val 13793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0">
                <a:solidFill>
                  <a:srgbClr val="182033"/>
                </a:solidFill>
              </a:defRPr>
            </a:pPr>
            <a:r>
              <a:rPr sz="1050" b="0">
                <a:solidFill>
                  <a:srgbClr val="182033"/>
                </a:solidFill>
              </a:rPr>
              <a:t>What does it mean?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7BE4496-D787-421E-A61F-7BE7F23897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Soft Skills</a:t>
            </a:r>
          </a:p>
        </p:txBody>
      </p:sp>
    </p:spTree>
    <p:extLst>
      <p:ext uri="{BB962C8B-B14F-4D97-AF65-F5344CB8AC3E}">
        <p14:creationId xmlns:p14="http://schemas.microsoft.com/office/powerpoint/2010/main" val="1086272222"/>
      </p:ext>
    </p:extLst>
  </p:cSld>
</p:sld>
</file>

<file path=ppt/slides/slide32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0C006B5-889E-4CA4-AAF5-0F21C9169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1BSKS106/206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016ABB1-3C16-43FD-BCF6-E78E84348E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7. Worked teaching sequence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BB40F1A7-DEB4-4525-95EF-B2AC12EE6D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7A8BDA-063C-4F17-B59C-996D6DC292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32/40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BB40446-5494-4962-9E52-F8E1E7DC59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8559920-5714-4DCE-B415-A662F2A126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DAE9A3E-552A-47BA-9BBC-2D8C8AA0EF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73C0E0B-A386-4177-9B60-F6F0FF57C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888D1EF-F334-4D36-A82A-03B2915FE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C85B20-D16E-4C03-9209-4B53EC3CC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839C856-C426-4CDB-8694-786DFBB99A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43C36D6-E71C-4357-AB17-E066D00305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198120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EF1101D-0E68-44A9-8839-AFB03E0A70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79070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1255DA4-52C9-47A2-B90C-AD1FA68ADC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1100" y="3714750"/>
            <a:ext cx="9334500" cy="1905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1. Set scenario: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2. Identify issue: make the starting point explicit.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3. Apply concept: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4. Compare responses: show the intermediate reasoning.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5. Choose better wording/action: close with interpretation.</a:t>
            </a:r>
          </a:p>
          <a:p xmlns:a="http://schemas.openxmlformats.org/drawingml/2006/main">
            <a:pPr algn="l">
              <a:defRPr sz="1425" b="0">
                <a:solidFill>
                  <a:srgbClr val="182033"/>
                </a:solidFill>
              </a:defRPr>
            </a:pPr>
            <a:r>
              <a:rPr sz="1425" b="0">
                <a:solidFill>
                  <a:srgbClr val="182033"/>
                </a:solidFill>
              </a:rPr>
              <a:t>• 6. Reflect on outcome: close with interpretation.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FF3F84C-3D13-4C65-8E34-DA2063C785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Soft Skills</a:t>
            </a:r>
          </a:p>
        </p:txBody>
      </p:sp>
    </p:spTree>
    <p:extLst>
      <p:ext uri="{BB962C8B-B14F-4D97-AF65-F5344CB8AC3E}">
        <p14:creationId xmlns:p14="http://schemas.microsoft.com/office/powerpoint/2010/main" val="1081376824"/>
      </p:ext>
    </p:extLst>
  </p:cSld>
</p:sld>
</file>

<file path=ppt/slides/slide33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5B85083-69E2-4C60-871D-05AD8ED94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1BSKS106/206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554AEE3-F6C0-4DB1-933A-7C64FA6D68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7. Application, confusion, exam view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6DFA765-81A6-4AF9-AB3E-61CA1FA04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6109556-2B39-4E0E-835E-D1B3B39F76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33/40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BFD2EBB-2389-4FA0-9FB5-6AEAE1284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1619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DCFCE7"/>
          </a:solidFill>
          <a:ln xmlns:a="http://schemas.openxmlformats.org/drawingml/2006/main" w="9525">
            <a:solidFill>
              <a:srgbClr val="15803D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Application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440F8E97-BB0B-409D-8CE6-16A92033A4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305050"/>
            <a:ext cx="4343400" cy="1047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Use Eclectic Approach Language Lab Quicklrn.com Experiential... when a problem asks students to explain, compute, design, compare, or justify a result.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E12965CB-4509-471E-9751-A42331753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1619250"/>
            <a:ext cx="26670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E2E2"/>
          </a:solidFill>
          <a:ln xmlns:a="http://schemas.openxmlformats.org/drawingml/2006/main" w="9525">
            <a:solidFill>
              <a:srgbClr val="B91C1C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Common mistake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94B2397-29E4-4DA3-9F86-962CE5B462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34150" y="2305050"/>
            <a:ext cx="4095750" cy="11811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Writing abstract definitions without a situation, example, or professional consequence.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D31D985-3CD7-45E6-AB7B-A22B9993F8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81150" y="4667250"/>
            <a:ext cx="2476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500" b="1">
                <a:solidFill>
                  <a:srgbClr val="182033"/>
                </a:solidFill>
              </a:defRPr>
            </a:pPr>
            <a:r>
              <a:rPr sz="1500" b="1">
                <a:solidFill>
                  <a:srgbClr val="182033"/>
                </a:solidFill>
              </a:rPr>
              <a:t>Exam takeaway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73E436B-8AFC-46FC-9ECE-4136B42052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5300" y="4629150"/>
            <a:ext cx="6191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75" b="0">
                <a:solidFill>
                  <a:srgbClr val="182033"/>
                </a:solidFill>
              </a:defRPr>
            </a:pPr>
            <a:r>
              <a:rPr sz="1575" b="0">
                <a:solidFill>
                  <a:srgbClr val="182033"/>
                </a:solidFill>
              </a:rPr>
              <a:t>A complete answer defines the topic, shows the mechanism or working, includes a labeled example, and states the final interpretation.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8AE28F1-5D3F-4B8F-AD26-B04BF5C339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Soft Skills</a:t>
            </a:r>
          </a:p>
        </p:txBody>
      </p:sp>
    </p:spTree>
    <p:extLst>
      <p:ext uri="{BB962C8B-B14F-4D97-AF65-F5344CB8AC3E}">
        <p14:creationId xmlns:p14="http://schemas.microsoft.com/office/powerpoint/2010/main" val="1759915727"/>
      </p:ext>
    </p:extLst>
  </p:cSld>
</p:sld>
</file>

<file path=ppt/slides/slide34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496AEF-B71D-436E-96D0-1AC7B8FC6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1BSKS106/206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97DD785-6B38-4785-AFC4-D85666369B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Module concept map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B4AA700-BDC3-49D4-B4C2-D6E18AAE30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BC6DC38-8861-463B-9FC0-B87B21F79B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34/40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1558FEB-4337-4013-AAFF-1466716D24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Problem or need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Core ideas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Mechanism / method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Worked example pattern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Applications and exam answer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DB739E6-45CE-4345-BCB1-E8D135ECE1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Soft Skills</a:t>
            </a:r>
          </a:p>
        </p:txBody>
      </p:sp>
    </p:spTree>
    <p:extLst>
      <p:ext uri="{BB962C8B-B14F-4D97-AF65-F5344CB8AC3E}">
        <p14:creationId xmlns:p14="http://schemas.microsoft.com/office/powerpoint/2010/main" val="529371245"/>
      </p:ext>
    </p:extLst>
  </p:cSld>
</p:sld>
</file>

<file path=ppt/slides/slide35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6D748D6-E1A2-432B-BBD5-EDE099409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1BSKS106/206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6AC4870-91D2-4288-B8C6-B14E6CE104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Key definitions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DBA898-84F6-43BE-B5A2-DCF46377F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BBFCA7F-7C1A-4F24-81BF-6FA7287934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35/40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DE3F443-E1D7-426C-B164-0D0BA5A33F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Emotional: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Skills: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Ambition: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Goal: define using the syllabus context and one example.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Setting: define using the syllabus context and one example.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CA965F2-1A34-48BF-B61C-0EE0B28D7F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Soft Skills</a:t>
            </a:r>
          </a:p>
        </p:txBody>
      </p:sp>
    </p:spTree>
    <p:extLst>
      <p:ext uri="{BB962C8B-B14F-4D97-AF65-F5344CB8AC3E}">
        <p14:creationId xmlns:p14="http://schemas.microsoft.com/office/powerpoint/2010/main" val="872432262"/>
      </p:ext>
    </p:extLst>
  </p:cSld>
</p:sld>
</file>

<file path=ppt/slides/slide36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499DEF6-69BB-48F2-93C9-9CF070BDA2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1BSKS106/206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5632489-A0D7-4ADC-87B3-06E6C0DC32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Important formulae / diagrams / algorithms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EEBC3FF-E70B-44F2-9D4A-5730690D5D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43FBB6E-8FF3-40BD-B006-7C0DD7AE21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36/40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B1889C9-382D-408C-BA17-B5538B4596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Context: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Stakeholder: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Concept: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Response: prepare a labeled board version for exams and classroom explanation.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Reflection: prepare a labeled board version for exams and classroom explanation.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A88319D-B1A2-4D7B-8DD0-128536973B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Soft Skills</a:t>
            </a:r>
          </a:p>
        </p:txBody>
      </p:sp>
    </p:spTree>
    <p:extLst>
      <p:ext uri="{BB962C8B-B14F-4D97-AF65-F5344CB8AC3E}">
        <p14:creationId xmlns:p14="http://schemas.microsoft.com/office/powerpoint/2010/main" val="1548684014"/>
      </p:ext>
    </p:extLst>
  </p:cSld>
</p:sld>
</file>

<file path=ppt/slides/slide37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24F8694-BCD2-4286-A7B7-34F6F9F955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1BSKS106/206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641F034-6DD9-4A70-9D56-3572176D1C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Common mistakes and corrections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93D2AE3-8A60-4AB1-9559-5E0C96CEE8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BE22A6-02D8-4F0B-9C47-A3F3CFC877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37/40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AEC857-AE5E-4FEC-84ED-B72012CC54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Writing abstract definitions without a situation, example, or professional consequence.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Use diagrams, units, intermediate steps, or scenario context wherever the answer demands them.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Do not replace explanation with topic-name listing.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66E5C48-6A5C-47BA-8463-92A511CFF8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Soft Skills</a:t>
            </a:r>
          </a:p>
        </p:txBody>
      </p:sp>
    </p:spTree>
    <p:extLst>
      <p:ext uri="{BB962C8B-B14F-4D97-AF65-F5344CB8AC3E}">
        <p14:creationId xmlns:p14="http://schemas.microsoft.com/office/powerpoint/2010/main" val="1991893308"/>
      </p:ext>
    </p:extLst>
  </p:cSld>
</p:sld>
</file>

<file path=ppt/slides/slide38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7BDAFE4-99F1-4960-B967-DB8BE6982A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1BSKS106/206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BC92FFE-2110-4A94-B84B-4779F95EE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Practice questions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6D64940-08B5-4903-8312-3FA4123505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DBF59C4E-3E63-4087-B173-0A0D542AE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38/40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83C04E6-4655-4295-AD09-B3BBD5C32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1695450"/>
            <a:ext cx="9334500" cy="2857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1. Explain Emotional Skills II (3 hours) •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2. Explain Setting: Defining personal and professional aspirations, creating SMART...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3. Explain Empathy: Understanding emotional perspectives, differentiating between...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4. Explain Innovation: Generating original ideas, problem -solving, and applying c... with a labeled example and exam-ready conclusion.</a:t>
            </a:r>
          </a:p>
          <a:p xmlns:a="http://schemas.openxmlformats.org/drawingml/2006/main">
            <a:pPr algn="l">
              <a:defRPr sz="1650" b="0">
                <a:solidFill>
                  <a:srgbClr val="182033"/>
                </a:solidFill>
              </a:defRPr>
            </a:pPr>
            <a:r>
              <a:rPr sz="1650" b="0">
                <a:solidFill>
                  <a:srgbClr val="182033"/>
                </a:solidFill>
              </a:rPr>
              <a:t>• 5. Explain Instructional Design Each competency is taught and assessed through gui... with a labeled example and exam-ready conclusion.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D2423EB-E72F-4212-8689-5C6288D7E7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5124450"/>
            <a:ext cx="2095500" cy="457200"/>
          </a:xfrm>
          <a:prstGeom xmlns:a="http://schemas.openxmlformats.org/drawingml/2006/main" prst="roundRect">
            <a:avLst>
              <a:gd name="adj" fmla="val 16667"/>
            </a:avLst>
          </a:prstGeom>
          <a:solidFill xmlns:a="http://schemas.openxmlformats.org/drawingml/2006/main">
            <a:srgbClr val="FEF3C7"/>
          </a:solidFill>
          <a:ln xmlns:a="http://schemas.openxmlformats.org/drawingml/2006/main" w="9525">
            <a:solidFill>
              <a:srgbClr val="B45309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425" b="1">
                <a:solidFill>
                  <a:srgbClr val="182033"/>
                </a:solidFill>
              </a:defRPr>
            </a:pPr>
            <a:r>
              <a:rPr sz="1425" b="1">
                <a:solidFill>
                  <a:srgbClr val="182033"/>
                </a:solidFill>
              </a:rPr>
              <a:t>Note on PYQs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3FA14E9-371F-4036-BE26-E44EF194CB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62350" y="5124450"/>
            <a:ext cx="6667500" cy="476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1500" b="0">
                <a:solidFill>
                  <a:srgbClr val="182033"/>
                </a:solidFill>
              </a:defRPr>
            </a:pPr>
            <a:r>
              <a:rPr sz="1500" b="0">
                <a:solidFill>
                  <a:srgbClr val="182033"/>
                </a:solidFill>
              </a:rPr>
              <a:t>No repository-verified VTU previous-year question source was found for this module; these are practice questions.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289E50D-F096-49BD-BF94-47829F2F2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Soft Skills</a:t>
            </a:r>
          </a:p>
        </p:txBody>
      </p:sp>
    </p:spTree>
    <p:extLst>
      <p:ext uri="{BB962C8B-B14F-4D97-AF65-F5344CB8AC3E}">
        <p14:creationId xmlns:p14="http://schemas.microsoft.com/office/powerpoint/2010/main" val="537534229"/>
      </p:ext>
    </p:extLst>
  </p:cSld>
</p:sld>
</file>

<file path=ppt/slides/slide39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4C99A791-15D9-4598-95B5-DBAD7F364B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1BSKS106/206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3007ACB-9C6C-40C7-BAD2-6FAC29B23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Teaching Methodology TBTL (Task -Based Teac...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F7C6D8-0A57-4F34-B942-246C6CF2C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C53860F-CF3E-41CE-9509-40DF065A7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39/40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6B3CDEA-1489-4B0D-B20C-DFA0CACC2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B994569-4C75-4A97-AFE3-830EBCADC6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3BD35D7-2EA8-4894-9F0C-5583879E4D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8CB4D19-7AF7-4976-B81A-971DC0DA9C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5654A69-52A8-401E-9057-2C7E5AA3CB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588C2A3-FC56-43EF-BEF8-A586915B3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44CE33E-4FC6-44CD-A61E-B95095528F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D378704-7BC2-4EDA-8768-24AD96CAB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A47F6E-DB1D-4977-9F50-6889E272C5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220ADE9-3D76-4F9A-ADB8-E6E895A747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BB88075A-FCB0-46B0-9BB3-1148B5C612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70EEC2D1-F758-4F05-8D55-BB6FD5FF9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3921AC0-CF76-4046-AA2D-2EEB465DCC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DB6D3DB-44D5-40BE-9DEC-8C4FD18A3F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C4B47DD-CB68-46EC-936F-0C12383E1D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F0EDD84-67CB-40AF-A318-E6B232476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F35DD169-7D2B-46D0-8991-6B70EFE534B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AFA53D7C-ACCF-4FC1-938E-D86681CEE5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20CED0F-1425-4CBB-8695-44AF7F502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B18CFE2E-FBBB-4485-A678-A56846AC82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24E09935-085E-47D9-99E0-AC3464C2E8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E4B073E7-D8E5-4B20-A40C-209D34CC4D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EEE4962-0BE4-46A3-B169-C43ED1DD8E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C22ECF5-39C0-4EBF-9D1F-A1AFAAA1BF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789B1620-8445-4061-9B63-F0CE4D43C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C02C8C5-87B2-413A-B08E-8B386738B7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B8A147E-0547-4962-A356-7032B81639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C77E085E-F811-4999-BD43-8A9DE071F1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Soft Skills</a:t>
            </a:r>
          </a:p>
        </p:txBody>
      </p:sp>
    </p:spTree>
    <p:extLst>
      <p:ext uri="{BB962C8B-B14F-4D97-AF65-F5344CB8AC3E}">
        <p14:creationId xmlns:p14="http://schemas.microsoft.com/office/powerpoint/2010/main" val="1176712224"/>
      </p:ext>
    </p:extLst>
  </p:cSld>
</p:sld>
</file>

<file path=ppt/slides/slide40.xml><?xml version="1.0" encoding="utf-8"?>
<p:sld xmlns:p="http://schemas.openxmlformats.org/presentationml/2006/main">
  <p:cSld>
    <p:bg>
      <p:bgPr>
        <a:solidFill xmlns:a="http://schemas.openxmlformats.org/drawingml/2006/main">
          <a:srgbClr val="F8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E31C18B7-65E2-46B2-9F1C-23F93C4E9E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247650"/>
            <a:ext cx="59055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975" b="1">
                <a:solidFill>
                  <a:srgbClr val="6D28D9"/>
                </a:solidFill>
              </a:defRPr>
            </a:pPr>
            <a:r>
              <a:rPr sz="975" b="1">
                <a:solidFill>
                  <a:srgbClr val="6D28D9"/>
                </a:solidFill>
              </a:rPr>
              <a:t>1BSKS106/206 | Module 3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79610DF-445A-4BAB-B38B-23BA7C4E5E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552450"/>
            <a:ext cx="10287000" cy="5524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2625" b="1">
                <a:solidFill>
                  <a:srgbClr val="182033"/>
                </a:solidFill>
              </a:defRPr>
            </a:pPr>
            <a:r>
              <a:rPr sz="2625" b="1">
                <a:solidFill>
                  <a:srgbClr val="182033"/>
                </a:solidFill>
              </a:rPr>
              <a:t>Board-work expansion: Eclectic Approach Language Lab Quicklrn.com...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05FB03F-2F01-46AA-A6AF-427848016A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1181100"/>
            <a:ext cx="109728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8DEE8"/>
          </a:solidFill>
          <a:ln xmlns:a="http://schemas.openxmlformats.org/drawingml/2006/main" w="0">
            <a:solidFill>
              <a:srgbClr val="D8DEE8"/>
            </a:solidFill>
            <a:prstDash val="solid"/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FCCFD36-7954-40A4-A214-B3E67C0DE7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839450" y="361950"/>
            <a:ext cx="7429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r">
              <a:defRPr sz="975" b="0">
                <a:solidFill>
                  <a:srgbClr val="64748B"/>
                </a:solidFill>
              </a:defRPr>
            </a:pPr>
            <a:r>
              <a:rPr sz="975" b="0">
                <a:solidFill>
                  <a:srgbClr val="64748B"/>
                </a:solidFill>
              </a:rPr>
              <a:t>40/40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6695B2A-C28A-4F6C-AA8E-4BB99A21F0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47543FC-2308-42E0-B324-2BF3D924F6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956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24CA3BA-D15D-4AB6-9871-101F8587C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B858296B-860A-4E68-A3BE-A1A4FF2779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80BB18D-9492-4E94-9860-CA84C0FA5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816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8981138-B20B-450E-9389-0E9BFD0768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104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A2AEA939-7B93-4496-93F3-9115ADD778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CCFBF1"/>
          </a:solidFill>
          <a:ln xmlns:a="http://schemas.openxmlformats.org/drawingml/2006/main" w="9525">
            <a:solidFill>
              <a:srgbClr val="0F766E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614554-8816-4CB9-837C-3AC64E2210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67800" y="2000250"/>
            <a:ext cx="2286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650" b="1">
                <a:solidFill>
                  <a:srgbClr val="64748B"/>
                </a:solidFill>
              </a:defRPr>
            </a:pPr>
            <a:r>
              <a:rPr sz="1650" b="1">
                <a:solidFill>
                  <a:srgbClr val="64748B"/>
                </a:solidFill>
              </a:rPr>
              <a:t>-&gt;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90F4BFF-2621-4BCA-88A6-ACBB777C99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96400" y="1809750"/>
            <a:ext cx="1790700" cy="685800"/>
          </a:xfrm>
          <a:prstGeom xmlns:a="http://schemas.openxmlformats.org/drawingml/2006/main" prst="roundRect">
            <a:avLst>
              <a:gd name="adj" fmla="val 11111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125" b="1">
                <a:solidFill>
                  <a:srgbClr val="182033"/>
                </a:solidFill>
              </a:defRPr>
            </a:pPr>
            <a:r>
              <a:rPr sz="1125" b="1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01B8933-266B-46EF-A570-33EA1CA8B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909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Step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116F25B-AE1B-4261-9837-4E68682D95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3909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Lecturer writes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4545A94-C1C7-4538-ACB0-B38736404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3909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DBEAFE"/>
          </a:solidFill>
          <a:ln xmlns:a="http://schemas.openxmlformats.org/drawingml/2006/main" w="9525">
            <a:solidFill>
              <a:srgbClr val="1D4ED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1050" b="1">
                <a:solidFill>
                  <a:srgbClr val="182033"/>
                </a:solidFill>
              </a:defRPr>
            </a:pPr>
            <a:r>
              <a:rPr sz="1050" b="1">
                <a:solidFill>
                  <a:srgbClr val="182033"/>
                </a:solidFill>
              </a:rPr>
              <a:t>Student checks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E0B65EF-565E-4075-BFA0-1435C416F7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100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1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6E87DE00-9B1A-4537-BF87-F2345C2754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38100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Set scenario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30771AE-3EA9-4513-A18E-B0142FCF36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38100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DB8E5E7-7D3C-42E8-BADA-00365228EC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2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F15D86F-6E8C-46F9-9053-2CFA73AC39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2291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Identify issue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A83D15A-4997-4095-9758-CB58BA176E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2291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Known information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0A769A1-BB48-40B2-BD04-8CB756624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6482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3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F9A1E46-06F3-4E25-B686-02B90FDF3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46482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Apply concept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7B012BDB-A10A-41B5-BFF9-E013FE44A2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46482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ACAF890-38C8-4C83-9DBD-EB5435736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673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8B5516B4-5FF3-48C0-9421-6336DD73CF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0673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Compare responses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1F920BCD-9CDA-40DF-847B-82934E684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0673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Intermediate working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73B7170-7D19-4FD2-846F-4914FA89DA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86400"/>
            <a:ext cx="8572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5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F08709B-7EA5-4C7F-9466-F8797146A5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24050" y="5486400"/>
            <a:ext cx="447675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Choose better wording/action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476B25C-5E49-4AA1-B97E-0C0D515A7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00800" y="5486400"/>
            <a:ext cx="4000500" cy="419100"/>
          </a:xfrm>
          <a:prstGeom xmlns:a="http://schemas.openxmlformats.org/drawingml/2006/main" prst="roundRect">
            <a:avLst>
              <a:gd name="adj" fmla="val 18182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8DEE8"/>
            </a:solidFill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ctr">
              <a:defRPr sz="975" b="0">
                <a:solidFill>
                  <a:srgbClr val="182033"/>
                </a:solidFill>
              </a:defRPr>
            </a:pPr>
            <a:r>
              <a:rPr sz="975" b="0">
                <a:solidFill>
                  <a:srgbClr val="182033"/>
                </a:solidFill>
              </a:rPr>
              <a:t>Meaning of result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D384ACE3-4978-443D-8DB0-99C088C354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" y="6534150"/>
            <a:ext cx="7239000" cy="190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algn="l">
              <a:defRPr sz="825" b="0">
                <a:solidFill>
                  <a:srgbClr val="64748B"/>
                </a:solidFill>
              </a:defRPr>
            </a:pPr>
            <a:r>
              <a:rPr sz="825" b="0">
                <a:solidFill>
                  <a:srgbClr val="64748B"/>
                </a:solidFill>
              </a:rPr>
              <a:t>Soft Skills</a:t>
            </a:r>
          </a:p>
        </p:txBody>
      </p:sp>
    </p:spTree>
    <p:extLst>
      <p:ext uri="{BB962C8B-B14F-4D97-AF65-F5344CB8AC3E}">
        <p14:creationId xmlns:p14="http://schemas.microsoft.com/office/powerpoint/2010/main" val="207207276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2026-08-24T16:03:17.7740000Z</dcterms:created>
  <dcterms:modified xsi:type="dcterms:W3CDTF">2026-08-24T16:03:17.7740000Z</dcterms:modified>
</coreProperties>
</file>