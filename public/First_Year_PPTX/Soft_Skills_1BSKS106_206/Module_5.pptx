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19a15c91dc4aae" /><Relationship Type="http://schemas.openxmlformats.org/officeDocument/2006/relationships/extended-properties" Target="/docProps/app.xml" Id="R47a9e94122364dad" /><Relationship Type="http://schemas.openxmlformats.org/officeDocument/2006/relationships/officeDocument" Target="/ppt/presentation.xml" Id="Rf01640f9e23c4d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997b3d25a4100"/>
  </p:sldMasterIdLst>
  <p:notesMasterIdLst>
    <p:notesMasterId xmlns:r="http://schemas.openxmlformats.org/officeDocument/2006/relationships" r:id="Rd17bb50926744aa7"/>
  </p:notesMasterIdLst>
  <p:sldIdLst>
    <p:sldId xmlns:r="http://schemas.openxmlformats.org/officeDocument/2006/relationships" id="256" r:id="Ra746819c137f4fae"/>
    <p:sldId xmlns:r="http://schemas.openxmlformats.org/officeDocument/2006/relationships" id="257" r:id="Racdfa9f46be94404"/>
    <p:sldId xmlns:r="http://schemas.openxmlformats.org/officeDocument/2006/relationships" id="258" r:id="R0f23460fae194e49"/>
    <p:sldId xmlns:r="http://schemas.openxmlformats.org/officeDocument/2006/relationships" id="259" r:id="Re77480704dfa408d"/>
    <p:sldId xmlns:r="http://schemas.openxmlformats.org/officeDocument/2006/relationships" id="260" r:id="R5a84a04eafc4431e"/>
    <p:sldId xmlns:r="http://schemas.openxmlformats.org/officeDocument/2006/relationships" id="261" r:id="R0dc2d3aecdad45b3"/>
    <p:sldId xmlns:r="http://schemas.openxmlformats.org/officeDocument/2006/relationships" id="262" r:id="Rb88ac349097b4221"/>
    <p:sldId xmlns:r="http://schemas.openxmlformats.org/officeDocument/2006/relationships" id="263" r:id="R71cd9255201b4724"/>
    <p:sldId xmlns:r="http://schemas.openxmlformats.org/officeDocument/2006/relationships" id="264" r:id="R27185f47793742f0"/>
    <p:sldId xmlns:r="http://schemas.openxmlformats.org/officeDocument/2006/relationships" id="265" r:id="Rb3ac725634224c24"/>
    <p:sldId xmlns:r="http://schemas.openxmlformats.org/officeDocument/2006/relationships" id="266" r:id="R19fe15773bbd4610"/>
    <p:sldId xmlns:r="http://schemas.openxmlformats.org/officeDocument/2006/relationships" id="267" r:id="R3d1c5b5779fb4e32"/>
    <p:sldId xmlns:r="http://schemas.openxmlformats.org/officeDocument/2006/relationships" id="268" r:id="R407d8b66b6d546c2"/>
    <p:sldId xmlns:r="http://schemas.openxmlformats.org/officeDocument/2006/relationships" id="269" r:id="R5dff3524c39d4dc9"/>
    <p:sldId xmlns:r="http://schemas.openxmlformats.org/officeDocument/2006/relationships" id="270" r:id="Rdefb055c6f8249d9"/>
    <p:sldId xmlns:r="http://schemas.openxmlformats.org/officeDocument/2006/relationships" id="271" r:id="R2ff7633f1bb24865"/>
    <p:sldId xmlns:r="http://schemas.openxmlformats.org/officeDocument/2006/relationships" id="272" r:id="R554a08a812f84a99"/>
    <p:sldId xmlns:r="http://schemas.openxmlformats.org/officeDocument/2006/relationships" id="273" r:id="Rcb0d5e278f794ab8"/>
    <p:sldId xmlns:r="http://schemas.openxmlformats.org/officeDocument/2006/relationships" id="274" r:id="R408b5045c3b743d1"/>
    <p:sldId xmlns:r="http://schemas.openxmlformats.org/officeDocument/2006/relationships" id="275" r:id="Rd2154246977544d6"/>
    <p:sldId xmlns:r="http://schemas.openxmlformats.org/officeDocument/2006/relationships" id="276" r:id="R4aa3e9cd64c9454f"/>
    <p:sldId xmlns:r="http://schemas.openxmlformats.org/officeDocument/2006/relationships" id="277" r:id="R279da490eebd43a3"/>
    <p:sldId xmlns:r="http://schemas.openxmlformats.org/officeDocument/2006/relationships" id="278" r:id="R39f77e0383224720"/>
    <p:sldId xmlns:r="http://schemas.openxmlformats.org/officeDocument/2006/relationships" id="279" r:id="Rda1e507824ca4871"/>
    <p:sldId xmlns:r="http://schemas.openxmlformats.org/officeDocument/2006/relationships" id="280" r:id="Rb01b3802480645fd"/>
    <p:sldId xmlns:r="http://schemas.openxmlformats.org/officeDocument/2006/relationships" id="281" r:id="R24eebd5b79d046d1"/>
    <p:sldId xmlns:r="http://schemas.openxmlformats.org/officeDocument/2006/relationships" id="282" r:id="R778d490696084354"/>
    <p:sldId xmlns:r="http://schemas.openxmlformats.org/officeDocument/2006/relationships" id="283" r:id="Rdc2540216e5c4f2a"/>
    <p:sldId xmlns:r="http://schemas.openxmlformats.org/officeDocument/2006/relationships" id="284" r:id="R24d2d16513dc463c"/>
    <p:sldId xmlns:r="http://schemas.openxmlformats.org/officeDocument/2006/relationships" id="285" r:id="Re03d0d76902c4366"/>
    <p:sldId xmlns:r="http://schemas.openxmlformats.org/officeDocument/2006/relationships" id="286" r:id="R5e629af03cf647b1"/>
    <p:sldId xmlns:r="http://schemas.openxmlformats.org/officeDocument/2006/relationships" id="287" r:id="R03bad24e9c3045d9"/>
    <p:sldId xmlns:r="http://schemas.openxmlformats.org/officeDocument/2006/relationships" id="288" r:id="R8997d8e79b2f468e"/>
    <p:sldId xmlns:r="http://schemas.openxmlformats.org/officeDocument/2006/relationships" id="289" r:id="Rc6aea19a87764055"/>
    <p:sldId xmlns:r="http://schemas.openxmlformats.org/officeDocument/2006/relationships" id="290" r:id="R53f998fe79e04285"/>
    <p:sldId xmlns:r="http://schemas.openxmlformats.org/officeDocument/2006/relationships" id="291" r:id="R2e2cc88c8a6a4bac"/>
    <p:sldId xmlns:r="http://schemas.openxmlformats.org/officeDocument/2006/relationships" id="292" r:id="Rf7b8e8a9e4b84774"/>
    <p:sldId xmlns:r="http://schemas.openxmlformats.org/officeDocument/2006/relationships" id="293" r:id="R2ee3714f4dd94f03"/>
    <p:sldId xmlns:r="http://schemas.openxmlformats.org/officeDocument/2006/relationships" id="294" r:id="R17751867a7ce4127"/>
    <p:sldId xmlns:r="http://schemas.openxmlformats.org/officeDocument/2006/relationships" id="295" r:id="R4221edfc40c846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8c75a3a864d91" /><Relationship Type="http://schemas.openxmlformats.org/officeDocument/2006/relationships/slideMaster" Target="/ppt/slideMasters/slideMaster1.xml" Id="R746997b3d25a4100" /><Relationship Type="http://schemas.openxmlformats.org/officeDocument/2006/relationships/notesMaster" Target="/ppt/notesMasters/notesMaster1.xml" Id="Rd17bb50926744aa7" /><Relationship Type="http://schemas.openxmlformats.org/officeDocument/2006/relationships/presProps" Target="/ppt/presProps.xml" Id="Rf2e81263292147a0" /><Relationship Type="http://schemas.openxmlformats.org/officeDocument/2006/relationships/tableStyles" Target="/ppt/tableStyles.xml" Id="Recb2d719afe9432a" /><Relationship Type="http://schemas.openxmlformats.org/officeDocument/2006/relationships/slide" Target="/ppt/slides/slide1.xml" Id="Ra746819c137f4fae" /><Relationship Type="http://schemas.openxmlformats.org/officeDocument/2006/relationships/slide" Target="/ppt/slides/slide2.xml" Id="Racdfa9f46be94404" /><Relationship Type="http://schemas.openxmlformats.org/officeDocument/2006/relationships/slide" Target="/ppt/slides/slide3.xml" Id="R0f23460fae194e49" /><Relationship Type="http://schemas.openxmlformats.org/officeDocument/2006/relationships/slide" Target="/ppt/slides/slide4.xml" Id="Re77480704dfa408d" /><Relationship Type="http://schemas.openxmlformats.org/officeDocument/2006/relationships/slide" Target="/ppt/slides/slide5.xml" Id="R5a84a04eafc4431e" /><Relationship Type="http://schemas.openxmlformats.org/officeDocument/2006/relationships/slide" Target="/ppt/slides/slide6.xml" Id="R0dc2d3aecdad45b3" /><Relationship Type="http://schemas.openxmlformats.org/officeDocument/2006/relationships/slide" Target="/ppt/slides/slide7.xml" Id="Rb88ac349097b4221" /><Relationship Type="http://schemas.openxmlformats.org/officeDocument/2006/relationships/slide" Target="/ppt/slides/slide8.xml" Id="R71cd9255201b4724" /><Relationship Type="http://schemas.openxmlformats.org/officeDocument/2006/relationships/slide" Target="/ppt/slides/slide9.xml" Id="R27185f47793742f0" /><Relationship Type="http://schemas.openxmlformats.org/officeDocument/2006/relationships/slide" Target="/ppt/slides/slide10.xml" Id="Rb3ac725634224c24" /><Relationship Type="http://schemas.openxmlformats.org/officeDocument/2006/relationships/slide" Target="/ppt/slides/slide11.xml" Id="R19fe15773bbd4610" /><Relationship Type="http://schemas.openxmlformats.org/officeDocument/2006/relationships/slide" Target="/ppt/slides/slide12.xml" Id="R3d1c5b5779fb4e32" /><Relationship Type="http://schemas.openxmlformats.org/officeDocument/2006/relationships/slide" Target="/ppt/slides/slide13.xml" Id="R407d8b66b6d546c2" /><Relationship Type="http://schemas.openxmlformats.org/officeDocument/2006/relationships/slide" Target="/ppt/slides/slide14.xml" Id="R5dff3524c39d4dc9" /><Relationship Type="http://schemas.openxmlformats.org/officeDocument/2006/relationships/slide" Target="/ppt/slides/slide15.xml" Id="Rdefb055c6f8249d9" /><Relationship Type="http://schemas.openxmlformats.org/officeDocument/2006/relationships/slide" Target="/ppt/slides/slide16.xml" Id="R2ff7633f1bb24865" /><Relationship Type="http://schemas.openxmlformats.org/officeDocument/2006/relationships/slide" Target="/ppt/slides/slide17.xml" Id="R554a08a812f84a99" /><Relationship Type="http://schemas.openxmlformats.org/officeDocument/2006/relationships/slide" Target="/ppt/slides/slide18.xml" Id="Rcb0d5e278f794ab8" /><Relationship Type="http://schemas.openxmlformats.org/officeDocument/2006/relationships/slide" Target="/ppt/slides/slide19.xml" Id="R408b5045c3b743d1" /><Relationship Type="http://schemas.openxmlformats.org/officeDocument/2006/relationships/slide" Target="/ppt/slides/slide20.xml" Id="Rd2154246977544d6" /><Relationship Type="http://schemas.openxmlformats.org/officeDocument/2006/relationships/slide" Target="/ppt/slides/slide21.xml" Id="R4aa3e9cd64c9454f" /><Relationship Type="http://schemas.openxmlformats.org/officeDocument/2006/relationships/slide" Target="/ppt/slides/slide22.xml" Id="R279da490eebd43a3" /><Relationship Type="http://schemas.openxmlformats.org/officeDocument/2006/relationships/slide" Target="/ppt/slides/slide23.xml" Id="R39f77e0383224720" /><Relationship Type="http://schemas.openxmlformats.org/officeDocument/2006/relationships/slide" Target="/ppt/slides/slide24.xml" Id="Rda1e507824ca4871" /><Relationship Type="http://schemas.openxmlformats.org/officeDocument/2006/relationships/slide" Target="/ppt/slides/slide25.xml" Id="Rb01b3802480645fd" /><Relationship Type="http://schemas.openxmlformats.org/officeDocument/2006/relationships/slide" Target="/ppt/slides/slide26.xml" Id="R24eebd5b79d046d1" /><Relationship Type="http://schemas.openxmlformats.org/officeDocument/2006/relationships/slide" Target="/ppt/slides/slide27.xml" Id="R778d490696084354" /><Relationship Type="http://schemas.openxmlformats.org/officeDocument/2006/relationships/slide" Target="/ppt/slides/slide28.xml" Id="Rdc2540216e5c4f2a" /><Relationship Type="http://schemas.openxmlformats.org/officeDocument/2006/relationships/slide" Target="/ppt/slides/slide29.xml" Id="R24d2d16513dc463c" /><Relationship Type="http://schemas.openxmlformats.org/officeDocument/2006/relationships/slide" Target="/ppt/slides/slide30.xml" Id="Re03d0d76902c4366" /><Relationship Type="http://schemas.openxmlformats.org/officeDocument/2006/relationships/slide" Target="/ppt/slides/slide31.xml" Id="R5e629af03cf647b1" /><Relationship Type="http://schemas.openxmlformats.org/officeDocument/2006/relationships/slide" Target="/ppt/slides/slide32.xml" Id="R03bad24e9c3045d9" /><Relationship Type="http://schemas.openxmlformats.org/officeDocument/2006/relationships/slide" Target="/ppt/slides/slide33.xml" Id="R8997d8e79b2f468e" /><Relationship Type="http://schemas.openxmlformats.org/officeDocument/2006/relationships/slide" Target="/ppt/slides/slide34.xml" Id="Rc6aea19a87764055" /><Relationship Type="http://schemas.openxmlformats.org/officeDocument/2006/relationships/slide" Target="/ppt/slides/slide35.xml" Id="R53f998fe79e04285" /><Relationship Type="http://schemas.openxmlformats.org/officeDocument/2006/relationships/slide" Target="/ppt/slides/slide36.xml" Id="R2e2cc88c8a6a4bac" /><Relationship Type="http://schemas.openxmlformats.org/officeDocument/2006/relationships/slide" Target="/ppt/slides/slide37.xml" Id="Rf7b8e8a9e4b84774" /><Relationship Type="http://schemas.openxmlformats.org/officeDocument/2006/relationships/slide" Target="/ppt/slides/slide38.xml" Id="R2ee3714f4dd94f03" /><Relationship Type="http://schemas.openxmlformats.org/officeDocument/2006/relationships/slide" Target="/ppt/slides/slide39.xml" Id="R17751867a7ce4127" /><Relationship Type="http://schemas.openxmlformats.org/officeDocument/2006/relationships/slide" Target="/ppt/slides/slide40.xml" Id="R4221edfc40c8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7ce60b3534c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a59506f4c4ec4" /><Relationship Type="http://schemas.openxmlformats.org/officeDocument/2006/relationships/notesMaster" Target="/ppt/notesMasters/notesMaster1.xml" Id="Rd2e33e3507cb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f78d14ee0436e" /><Relationship Type="http://schemas.openxmlformats.org/officeDocument/2006/relationships/notesMaster" Target="/ppt/notesMasters/notesMaster1.xml" Id="R03f7e70923d6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805cafd28d4ce7" /><Relationship Type="http://schemas.openxmlformats.org/officeDocument/2006/relationships/notesMaster" Target="/ppt/notesMasters/notesMaster1.xml" Id="R488b84ba8a2c43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3bca02afb4376" /><Relationship Type="http://schemas.openxmlformats.org/officeDocument/2006/relationships/notesMaster" Target="/ppt/notesMasters/notesMaster1.xml" Id="Rb917e2f022c6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3f86553dea4471" /><Relationship Type="http://schemas.openxmlformats.org/officeDocument/2006/relationships/notesMaster" Target="/ppt/notesMasters/notesMaster1.xml" Id="R9e1c89de3da14a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15c3556abc4e5b" /><Relationship Type="http://schemas.openxmlformats.org/officeDocument/2006/relationships/notesMaster" Target="/ppt/notesMasters/notesMaster1.xml" Id="R0af404c762dd49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178560a06d46a4" /><Relationship Type="http://schemas.openxmlformats.org/officeDocument/2006/relationships/notesMaster" Target="/ppt/notesMasters/notesMaster1.xml" Id="R6c5c063c939944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70d114ec44cca" /><Relationship Type="http://schemas.openxmlformats.org/officeDocument/2006/relationships/notesMaster" Target="/ppt/notesMasters/notesMaster1.xml" Id="R468f5090c4f347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2c2c87192f4f92" /><Relationship Type="http://schemas.openxmlformats.org/officeDocument/2006/relationships/notesMaster" Target="/ppt/notesMasters/notesMaster1.xml" Id="Rb9b0cd57cc874e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102fe5ce134f2d" /><Relationship Type="http://schemas.openxmlformats.org/officeDocument/2006/relationships/notesMaster" Target="/ppt/notesMasters/notesMaster1.xml" Id="R01f5c8db8c514d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7e2826bd954256" /><Relationship Type="http://schemas.openxmlformats.org/officeDocument/2006/relationships/notesMaster" Target="/ppt/notesMasters/notesMaster1.xml" Id="R514c0a4aff114f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ba0eb49ab4630" /><Relationship Type="http://schemas.openxmlformats.org/officeDocument/2006/relationships/notesMaster" Target="/ppt/notesMasters/notesMaster1.xml" Id="R496308e9fb754a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fe22e404274972" /><Relationship Type="http://schemas.openxmlformats.org/officeDocument/2006/relationships/notesMaster" Target="/ppt/notesMasters/notesMaster1.xml" Id="R172ba80733db41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079d53e89a48a3" /><Relationship Type="http://schemas.openxmlformats.org/officeDocument/2006/relationships/notesMaster" Target="/ppt/notesMasters/notesMaster1.xml" Id="R9b737220669644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c83dabcaeb4e71" /><Relationship Type="http://schemas.openxmlformats.org/officeDocument/2006/relationships/notesMaster" Target="/ppt/notesMasters/notesMaster1.xml" Id="Rcbd14ce37f7648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5272c0eb8e4635" /><Relationship Type="http://schemas.openxmlformats.org/officeDocument/2006/relationships/notesMaster" Target="/ppt/notesMasters/notesMaster1.xml" Id="R1158450189b142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14645e51914aeb" /><Relationship Type="http://schemas.openxmlformats.org/officeDocument/2006/relationships/notesMaster" Target="/ppt/notesMasters/notesMaster1.xml" Id="R3ebf49a2a66d4c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6b01b6dfda40fd" /><Relationship Type="http://schemas.openxmlformats.org/officeDocument/2006/relationships/notesMaster" Target="/ppt/notesMasters/notesMaster1.xml" Id="Re8dfe9960eee4f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1a40e8060c4b1c" /><Relationship Type="http://schemas.openxmlformats.org/officeDocument/2006/relationships/notesMaster" Target="/ppt/notesMasters/notesMaster1.xml" Id="R2d55925cf8db44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58d1da29084107" /><Relationship Type="http://schemas.openxmlformats.org/officeDocument/2006/relationships/notesMaster" Target="/ppt/notesMasters/notesMaster1.xml" Id="Ra4338b22ac3a41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6ad7a520f54ef9" /><Relationship Type="http://schemas.openxmlformats.org/officeDocument/2006/relationships/notesMaster" Target="/ppt/notesMasters/notesMaster1.xml" Id="R2623fd23af9b44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52d47acd5a4a2b" /><Relationship Type="http://schemas.openxmlformats.org/officeDocument/2006/relationships/notesMaster" Target="/ppt/notesMasters/notesMaster1.xml" Id="R11778565d93e4d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f2789977f84645" /><Relationship Type="http://schemas.openxmlformats.org/officeDocument/2006/relationships/notesMaster" Target="/ppt/notesMasters/notesMaster1.xml" Id="R121ab2a5c9414d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b4d38316e34317" /><Relationship Type="http://schemas.openxmlformats.org/officeDocument/2006/relationships/notesMaster" Target="/ppt/notesMasters/notesMaster1.xml" Id="R9766dbf072bb46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f35ab98c82b484d" /><Relationship Type="http://schemas.openxmlformats.org/officeDocument/2006/relationships/notesMaster" Target="/ppt/notesMasters/notesMaster1.xml" Id="Rdd21225852374c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4284f51951d4860" /><Relationship Type="http://schemas.openxmlformats.org/officeDocument/2006/relationships/notesMaster" Target="/ppt/notesMasters/notesMaster1.xml" Id="R8c47e70e583c42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2b8ff6099d42de" /><Relationship Type="http://schemas.openxmlformats.org/officeDocument/2006/relationships/notesMaster" Target="/ppt/notesMasters/notesMaster1.xml" Id="R689bd4cf1b3b4e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0d8a5e35614105" /><Relationship Type="http://schemas.openxmlformats.org/officeDocument/2006/relationships/notesMaster" Target="/ppt/notesMasters/notesMaster1.xml" Id="R5de05cdb98b44d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761dfbfe564a76" /><Relationship Type="http://schemas.openxmlformats.org/officeDocument/2006/relationships/notesMaster" Target="/ppt/notesMasters/notesMaster1.xml" Id="Re7d817b08cdb42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ae5ae1f4b5741fd" /><Relationship Type="http://schemas.openxmlformats.org/officeDocument/2006/relationships/notesMaster" Target="/ppt/notesMasters/notesMaster1.xml" Id="R9fc60b42280b4e9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a17742a0cf47b4" /><Relationship Type="http://schemas.openxmlformats.org/officeDocument/2006/relationships/notesMaster" Target="/ppt/notesMasters/notesMaster1.xml" Id="Rce714b601a6b432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ae65cd92b34c00" /><Relationship Type="http://schemas.openxmlformats.org/officeDocument/2006/relationships/notesMaster" Target="/ppt/notesMasters/notesMaster1.xml" Id="R675f5683da87451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9e82388759646ef" /><Relationship Type="http://schemas.openxmlformats.org/officeDocument/2006/relationships/notesMaster" Target="/ppt/notesMasters/notesMaster1.xml" Id="Ra114f83d32d240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7f6b8ddae604066" /><Relationship Type="http://schemas.openxmlformats.org/officeDocument/2006/relationships/notesMaster" Target="/ppt/notesMasters/notesMaster1.xml" Id="R1eafd53c09544f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8793616f6a34492" /><Relationship Type="http://schemas.openxmlformats.org/officeDocument/2006/relationships/notesMaster" Target="/ppt/notesMasters/notesMaster1.xml" Id="Raef00807a00845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c6e52f5d4434e51" /><Relationship Type="http://schemas.openxmlformats.org/officeDocument/2006/relationships/notesMaster" Target="/ppt/notesMasters/notesMaster1.xml" Id="R958707288d7349f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0a2757b3bd54eac" /><Relationship Type="http://schemas.openxmlformats.org/officeDocument/2006/relationships/notesMaster" Target="/ppt/notesMasters/notesMaster1.xml" Id="Reaf89e913908423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0b48c6729084389" /><Relationship Type="http://schemas.openxmlformats.org/officeDocument/2006/relationships/notesMaster" Target="/ppt/notesMasters/notesMaster1.xml" Id="R5b5a0a9306d145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28de89beeb435a" /><Relationship Type="http://schemas.openxmlformats.org/officeDocument/2006/relationships/notesMaster" Target="/ppt/notesMasters/notesMaster1.xml" Id="Ref828147f8ec41d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ec7d9d09d9d4f76" /><Relationship Type="http://schemas.openxmlformats.org/officeDocument/2006/relationships/notesMaster" Target="/ppt/notesMasters/notesMaster1.xml" Id="R0091bb4661874c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74a92e9f0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a4b8e9df3d48ba" /><Relationship Type="http://schemas.openxmlformats.org/officeDocument/2006/relationships/slideLayout" Target="/ppt/slideLayouts/slideLayout1.xml" Id="Ra7fba3ef7d2643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ba3ef7d2643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ab81fe3f84fe3" /><Relationship Type="http://schemas.openxmlformats.org/officeDocument/2006/relationships/notesSlide" Target="/ppt/notesSlides/notesSlide1.xml" Id="Rc6c5044b2e5341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02e65f7ca486b" /><Relationship Type="http://schemas.openxmlformats.org/officeDocument/2006/relationships/notesSlide" Target="/ppt/notesSlides/notesSlide2.xml" Id="R7de46fa6240043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53fa0d84146bd" /><Relationship Type="http://schemas.openxmlformats.org/officeDocument/2006/relationships/notesSlide" Target="/ppt/notesSlides/notesSlide3.xml" Id="Rec6d83bffe94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52fbf990d4d7d" /><Relationship Type="http://schemas.openxmlformats.org/officeDocument/2006/relationships/notesSlide" Target="/ppt/notesSlides/notesSlide4.xml" Id="Rfcba1e6f674f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36fd6b8cf4bc5" /><Relationship Type="http://schemas.openxmlformats.org/officeDocument/2006/relationships/notesSlide" Target="/ppt/notesSlides/notesSlide5.xml" Id="R3f4df93cf1364f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4a3fd30ec4c43" /><Relationship Type="http://schemas.openxmlformats.org/officeDocument/2006/relationships/notesSlide" Target="/ppt/notesSlides/notesSlide6.xml" Id="Rb99796ac9e0c46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a8288685e4267" /><Relationship Type="http://schemas.openxmlformats.org/officeDocument/2006/relationships/notesSlide" Target="/ppt/notesSlides/notesSlide7.xml" Id="R34145e51e89744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7b7036942431d" /><Relationship Type="http://schemas.openxmlformats.org/officeDocument/2006/relationships/notesSlide" Target="/ppt/notesSlides/notesSlide8.xml" Id="R3d2ae0a7f2d94d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7ed6763e24cf9" /><Relationship Type="http://schemas.openxmlformats.org/officeDocument/2006/relationships/notesSlide" Target="/ppt/notesSlides/notesSlide9.xml" Id="Rbedde7b5f0fc4e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bb42285fc41da" /><Relationship Type="http://schemas.openxmlformats.org/officeDocument/2006/relationships/notesSlide" Target="/ppt/notesSlides/notesSlide10.xml" Id="Rd1946db455934c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971f5b9c244a1" /><Relationship Type="http://schemas.openxmlformats.org/officeDocument/2006/relationships/notesSlide" Target="/ppt/notesSlides/notesSlide11.xml" Id="R842c5c8383134b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7af6e30b445ee" /><Relationship Type="http://schemas.openxmlformats.org/officeDocument/2006/relationships/notesSlide" Target="/ppt/notesSlides/notesSlide12.xml" Id="R68ed784398a847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4b3bdfe4a4e60" /><Relationship Type="http://schemas.openxmlformats.org/officeDocument/2006/relationships/notesSlide" Target="/ppt/notesSlides/notesSlide13.xml" Id="Rf99ecae106b94f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1630df38c4778" /><Relationship Type="http://schemas.openxmlformats.org/officeDocument/2006/relationships/notesSlide" Target="/ppt/notesSlides/notesSlide14.xml" Id="R1fc7cae53c0e4e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ad66bb4b44279" /><Relationship Type="http://schemas.openxmlformats.org/officeDocument/2006/relationships/notesSlide" Target="/ppt/notesSlides/notesSlide15.xml" Id="Ra6d1972022c841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00d2e866646a0" /><Relationship Type="http://schemas.openxmlformats.org/officeDocument/2006/relationships/notesSlide" Target="/ppt/notesSlides/notesSlide16.xml" Id="Rc3b772f6d8df4d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be187e93f410a" /><Relationship Type="http://schemas.openxmlformats.org/officeDocument/2006/relationships/notesSlide" Target="/ppt/notesSlides/notesSlide17.xml" Id="R3f89478b58434c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1cd261a4641a8" /><Relationship Type="http://schemas.openxmlformats.org/officeDocument/2006/relationships/notesSlide" Target="/ppt/notesSlides/notesSlide18.xml" Id="Re194f8f8ce3349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ae2a44ab3408f" /><Relationship Type="http://schemas.openxmlformats.org/officeDocument/2006/relationships/notesSlide" Target="/ppt/notesSlides/notesSlide19.xml" Id="R792d5fdaf1f64c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adeb2ac4d463f" /><Relationship Type="http://schemas.openxmlformats.org/officeDocument/2006/relationships/notesSlide" Target="/ppt/notesSlides/notesSlide20.xml" Id="Rfdf3cfa6aa5c4f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1bb055f114dea" /><Relationship Type="http://schemas.openxmlformats.org/officeDocument/2006/relationships/notesSlide" Target="/ppt/notesSlides/notesSlide21.xml" Id="Rdc065823df3a47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672951c964ad3" /><Relationship Type="http://schemas.openxmlformats.org/officeDocument/2006/relationships/notesSlide" Target="/ppt/notesSlides/notesSlide22.xml" Id="R12346798a9f04e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d47dd2eb0484d" /><Relationship Type="http://schemas.openxmlformats.org/officeDocument/2006/relationships/notesSlide" Target="/ppt/notesSlides/notesSlide23.xml" Id="Ra523c03f5f8f47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a82507be843a5" /><Relationship Type="http://schemas.openxmlformats.org/officeDocument/2006/relationships/notesSlide" Target="/ppt/notesSlides/notesSlide24.xml" Id="R44d456135fc44b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5cf84a838450e" /><Relationship Type="http://schemas.openxmlformats.org/officeDocument/2006/relationships/notesSlide" Target="/ppt/notesSlides/notesSlide25.xml" Id="R0dcab0bf7f0244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54943f217439f" /><Relationship Type="http://schemas.openxmlformats.org/officeDocument/2006/relationships/notesSlide" Target="/ppt/notesSlides/notesSlide26.xml" Id="R491e9594a8f74db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5669f8974ccd" /><Relationship Type="http://schemas.openxmlformats.org/officeDocument/2006/relationships/notesSlide" Target="/ppt/notesSlides/notesSlide27.xml" Id="R61715f40a16148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2416277bc4e80" /><Relationship Type="http://schemas.openxmlformats.org/officeDocument/2006/relationships/notesSlide" Target="/ppt/notesSlides/notesSlide28.xml" Id="R3bdd80635f5744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11faa1aa14a3d" /><Relationship Type="http://schemas.openxmlformats.org/officeDocument/2006/relationships/notesSlide" Target="/ppt/notesSlides/notesSlide29.xml" Id="Rdecc23e6ced641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bf7e7717493f" /><Relationship Type="http://schemas.openxmlformats.org/officeDocument/2006/relationships/notesSlide" Target="/ppt/notesSlides/notesSlide30.xml" Id="R41d80b30e2574f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49ed4480444c3" /><Relationship Type="http://schemas.openxmlformats.org/officeDocument/2006/relationships/notesSlide" Target="/ppt/notesSlides/notesSlide31.xml" Id="Rdc456c06c65a425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1c70a84794449" /><Relationship Type="http://schemas.openxmlformats.org/officeDocument/2006/relationships/notesSlide" Target="/ppt/notesSlides/notesSlide32.xml" Id="R57b7b07184b048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9b8a8f74e41f6" /><Relationship Type="http://schemas.openxmlformats.org/officeDocument/2006/relationships/notesSlide" Target="/ppt/notesSlides/notesSlide33.xml" Id="R93ef7acd5d854f8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5d48bab21425d" /><Relationship Type="http://schemas.openxmlformats.org/officeDocument/2006/relationships/notesSlide" Target="/ppt/notesSlides/notesSlide34.xml" Id="R9347d903333945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153d9a0894ec1" /><Relationship Type="http://schemas.openxmlformats.org/officeDocument/2006/relationships/notesSlide" Target="/ppt/notesSlides/notesSlide35.xml" Id="Ra84fd5a2b6c0407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1db9291924c21" /><Relationship Type="http://schemas.openxmlformats.org/officeDocument/2006/relationships/notesSlide" Target="/ppt/notesSlides/notesSlide36.xml" Id="Rb0ff1766ebc1477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bcb85e9494daf" /><Relationship Type="http://schemas.openxmlformats.org/officeDocument/2006/relationships/notesSlide" Target="/ppt/notesSlides/notesSlide37.xml" Id="R7c7c1aca6377480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23a12a6e493b" /><Relationship Type="http://schemas.openxmlformats.org/officeDocument/2006/relationships/notesSlide" Target="/ppt/notesSlides/notesSlide38.xml" Id="R89b4e1b4176740c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3e18e9bdb414c" /><Relationship Type="http://schemas.openxmlformats.org/officeDocument/2006/relationships/notesSlide" Target="/ppt/notesSlides/notesSlide39.xml" Id="Re9852e0c8dfc410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68b92831f48f6" /><Relationship Type="http://schemas.openxmlformats.org/officeDocument/2006/relationships/notesSlide" Target="/ppt/notesSlides/notesSlide40.xml" Id="R5979299a513448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C1681-F3F9-4593-9EF1-F124E2FB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AD47E-58CE-4324-B5C2-1925D2E9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Professional Skills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712DB-4A88-4649-BEF1-C7516995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ADF96-6DDA-4F72-AA6D-5EF02C9C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059DE-D2AD-40C5-ACEF-F2BAE612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63C18-17C7-42A3-92AC-741E6BA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22501-75AF-480D-8763-BBB9F11A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798E-CA65-47CE-B86E-0C4DC12D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E4293-D769-494E-A7AF-00A4A1EB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9B2AE-AE76-41F0-B3D3-5BB6313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3CED9-57B5-47DF-92D9-40B0007B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B9B86-5999-4382-8F35-2800A53C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679FE-A1DF-49BE-90A0-DD01EE8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72831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48AC1-F945-4EA6-AAB8-3F45577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C0B3D-6AA1-48F5-B47C-9CA6B8E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ECFAA-ECB7-4BFF-8600-378713C4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5178B-F6AE-4BB2-99DE-C556EC74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3819D-16A8-45C1-A602-9579EDE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CD951-7426-474C-A71E-9C4BB7A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4DBE5-32A5-447B-9D9E-8BD9A7B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B4437-6F35-48F7-98FD-D09A0AF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737D9-52BF-4118-A2E2-74FF2A2F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9BC87-4A36-4E3B-B7C3-C823E5F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62072-B621-474F-8EF9-AB097226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8BBD1-A272-475D-BAAF-5282F86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3182F-AE3D-4014-8A66-8C0CCD92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AB4FE-5E4C-45B6-89FD-F0D19492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4E074-2943-4F58-B7B3-0C14E647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68232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8B46BB-69F0-4C60-BC4E-9E31E8A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4731C-3A56-40DD-90F9-8902F89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0EFBB-EA53-4D4D-A979-251E306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671CD-09B4-47AD-969C-F5AA2603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0EB9E-3EB4-4C42-9892-9BA3329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AD21C-7C90-41FC-9C6F-D2DDC705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B9AD7-94E9-43E4-AC34-4A23EDD9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66D17-1781-49D6-8D5C-C85F694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B701F-AF7B-440A-A64A-A614E274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Professional Skills II (3 hours) 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2A96A-94E4-4397-8B84-CD49CBDD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43E3E-99BD-40C1-BD1F-9D9450E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B3BF4-7B12-4A00-B359-FC1911A9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Teamwork: Working effectively in diverse teams, fostering...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008C4-189B-4C07-B407-43237DC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BB764-54BD-4EC0-924C-26F2A09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7B36E-53B3-4C0F-97CC-DF0BBC6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Resolution: Strategies to resolve differences and reach w...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53CAC-20E9-4AAC-A877-1BC55C98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E1593-25FC-4CB9-88AA-778E575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386ED-20E7-4922-BA22-CCA8D83C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Thinking: The ability to analyze, evaluate, and synthesiz...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1461F-C953-4BC3-8B18-A5EB96B0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A2260-8089-4ABC-A2EF-D45503C5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9B35C-1E0B-4E2D-B7BD-2486DB6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C7B56-7747-42B4-B1E9-EB3815A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DC158-8F93-40D3-9AC9-EA0894C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CAFA1-D530-4001-B7A9-AA03E02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FAA03-FF75-4CDC-96EE-DDBF824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21BD1-050F-44EB-A2FF-28D39D6F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945EC-DF38-41C8-9D76-DAB2071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Eclectic Approach Language Lab Quicklrn.com Experiential...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68E01-7B25-4BA8-B59C-986F7C6D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89221C-2143-401A-87C9-CA1466EC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52394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78185-A853-4B01-B5F1-1BB915C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A676-933F-4FE2-9067-A1A7397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7156-46DD-4A49-8804-DC8DC5BA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69152-2102-46A1-BE9C-54A92717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623D8-EE2A-40BA-ADD6-4F7C32C3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0EFB9-78D0-4648-ACA3-F6ADED06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1A044-327D-4748-9F90-88F45E40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D8411-0503-4AC8-8D4A-3839FCB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Professional Skills II (3 hours) 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EE776-6F23-44E4-92FE-C067180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1BBA7-D851-4A00-8776-1C30EDFD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7845A-C2D0-43CC-BCA0-D041A59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Teamwork: Working effectively in diverse teams, fostering...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A932C-3C88-4402-AD9B-5641ACBD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67119-262D-4B99-A576-AF116B2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2D8A3-462A-4BF0-BD2D-2737528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Resolution: Strategies to resolve differences and reach w...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351BF-3DF0-4B22-A220-4DDA7E5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CADCE-27EF-43E5-AA5F-193EB94A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69B55-B21D-44FA-B6A1-FE491B3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Thinking: The ability to analyze, evaluate, and synthesiz...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D838F-93FC-421F-A3D1-7C62C87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651AC-5ACA-43C8-A109-CF6A2831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DA2E3-84BB-4522-B05B-F44B5D75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595A4-49BB-47A4-8EFC-D5A0AE1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47E30-8FF3-4851-90B9-D3D9EC3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D82DD-9388-49E3-B30B-02F04B1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82E4D-4B83-413D-8DBB-CF2C0D34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86FA1-7A2A-4193-A2D2-CE82E4AD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8164FD-84E8-4D51-8BEF-A8DEBAA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Eclectic Approach Language Lab Quicklrn.com Experiential....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29023-D049-496B-8384-F5FC9E73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BD5FC-3DD3-4710-BA51-F583AEE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A3FB2-E71A-47C3-A1FB-0E414245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21464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E4A52-4675-47C4-BC9A-0F9E9B81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1AACF-B428-428C-9058-13097AC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EDC5-429E-4882-8777-C78A89EC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275CD-A56D-4A14-B02E-B50B333A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CDC11-EA14-4380-A308-09C0DDDB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Professional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7B9E9-FC98-4D42-AA58-9F4FFA45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606D0-9515-4D16-8F16-6D37432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Collaboration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B3161-5057-424B-BC2D-E16345E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Teamwork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9F476-D561-4812-A5E3-C70F05A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4B47B-71F9-4A50-981B-2EDF3B84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effectively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3E6F0-C69D-45F1-8A52-2B163028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diverse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F11D8-F142-4D50-89B4-C7C0ECB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03933-FA76-4DC2-B12F-A0B46DF8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fostering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6C13B-3604-4FCE-A3E1-14A34058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503F6-726F-486A-8B27-8F4E2EB7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654D4-875F-428E-A941-8D77B6E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11379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8B4AE-0234-4352-9356-F370C23B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1EB3A-4A80-4C59-B067-028E7165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7A756-C6DA-4E67-A57E-7586480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75D92-77BD-44CB-887D-429A0EB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AEC03-A2E5-4DBB-94E2-AC99BF3A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Professional Skills II (3 hours) 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CA53F-4C83-4DBC-BE36-AECB1EB1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Professional Skills II (3 hours) •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F9F22-2B34-4493-A360-6C78CB2F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37EAE-3E36-40A6-A64F-CE38D3E6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889DA-197E-4114-8171-6F84B695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FC475-E653-4BDA-9DA9-E01880A8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30140-8ACE-4746-AFD7-0340058B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51B5E-A0DC-4F00-B39E-5327FDF3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CFD3A-010B-418A-9D02-05C231D9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5FDF0-50F2-49FD-92CA-72B30622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A9F99-E701-441F-BB99-586A31B5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C6FC2-4D28-4400-B875-4423A8B4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02070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1D692-2647-4B7C-871D-13843D2D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D3653-3DB4-4605-97AB-74303AD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FD2F8-3B39-441C-9176-1F109D05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E108-8D78-42E6-850C-82C81C6D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18BBE-9E9E-4F24-B163-E1DC2699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564C9-072E-4A7F-9FE0-BA475796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2E3F4-0CF9-4A60-9790-5CDCFEE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04F8D-6498-448E-8E75-095CB37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35D96-B511-4701-9C6A-384699F5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Professional Skill...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80799-DAA5-4ED5-B59C-4BB0D0E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13016-EA54-4257-AF2C-07CB146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01220-3685-463B-A793-1898759B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Professional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18BBD-E367-4158-B085-9CFB34A5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BA438-DE54-458D-99C2-1A79F6B7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8619B-7DAF-4231-98AF-1C1635E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Professional Skill...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A5AF6-FBD8-4FE0-AA82-7337C5F1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F6F4C-8271-4098-84B3-B072AA0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C09AB-E245-4A4F-823F-70BACFE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Professional Skil...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9F678-E70F-4546-BD67-E8E63C9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89FCF-A0A0-4B4D-99D8-F129996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5245D-1E98-4257-A9EE-93331FA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Professional Sk...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F3C46-FC21-49CF-A34F-A77F38E8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702A4-06EC-4800-B015-61D6701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99917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65116-0B58-4EA9-A2B2-6A05B8EB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799C-4A43-4D4B-9679-96F2EDA2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A346-55D5-48FF-888E-1E935B28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17859-43CD-4069-A735-B2657239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31118-3EF6-4AC7-BBA4-44FB2C10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7298F-10C1-433A-B6B8-8901959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8860E-B495-4ABC-A1A3-4A524157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C39D3-BB78-4037-8B7A-0432451D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A8EF5-EA77-4FB9-BBF9-5EF0F263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5614B-A4FF-4611-B366-A20E2CDD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53055-57D2-4439-AC2D-311B9DCE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4BD0F-4769-44EF-A693-46AC8050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351A3-1D51-4795-9F99-E23950E8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3577A-7D69-49FF-B4AD-AD8156B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8BCD6-DC78-47D4-88FD-6BA8738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13641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33645-5543-4740-8DA8-060B5D18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203CF-2576-43AE-965A-D0D3F029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CF846-D753-46B8-A47E-2DC6E584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789E5-FF85-4100-A630-3F32189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30A02-E413-4C8A-89F7-E4A63D69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D648E-16AF-4F3D-8840-8AD2F636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Professional Skills II (3 hours) •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A00BD-F3D9-4E81-B59E-C6618D17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09F07-AB4B-4EA3-A4F3-0ADD346E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1B7DB-B1D7-4492-AC5A-FD1EB094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9FD22-2BC5-46D8-B26B-36185A3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A164D-9F33-45B3-8477-6760FB8E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52346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0BEFF-9EB5-4E77-B98B-EFBB56A0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B1F2-3DE4-4437-A369-E7D0DB9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B7B17-9496-4749-9B04-5BC56424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4EDA5-BCCF-444A-A5EC-86F77C8C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45107-EE63-4EF7-A816-B52FE8C0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Teamwork: Working effectively in diverse teams, fostering trust, and achieving shared goals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FC862-17E3-4E93-9955-4161F9AC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Teamwork: Working effectively in diverse...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23566-1F0A-4B63-A281-CC121F55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26273-6998-44BE-9236-E97071A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E8B2D-889C-46B6-8962-A8896D41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A403A-8573-4B2E-9DF4-27C20FD3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9951C-B526-4DAD-8B06-9033E17C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67DA8-6605-4089-9F16-6F5C35B4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49BE0-F204-4DBC-926E-800D4F9B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272B5-C976-4F23-BBC5-903FB9BB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3ED13-004F-42E2-82B2-45DE7AE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50F22-257B-4AA5-B83C-8B3FD588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100505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339DC-F05F-4A5E-91EB-4464F5BF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98AC4-3363-4BA2-8B09-C317FE32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7578-F6C9-4754-887F-3D097B9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B1C80-F5DF-4AF0-A299-DF6C7F47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64D2A-E13A-41FB-8CCC-EA2E5611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A511D-B49E-421C-A7CA-13D70CEC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F7219-A8E1-4157-8393-89E96456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8A979-B568-4EA3-8DF0-DC98C0C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FAA7D-A0A1-43BF-9913-8B71C934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Teamwork: Working...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1E599-B154-49C5-B954-6E052098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212EC-8BE8-4472-BCB5-7746E81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C066-82E9-430E-A52F-BF726224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Teamwork: Work...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BF346-C7A8-4C89-8411-EDE29A0A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E3FAD-E93C-4EFE-BE9B-197CFD8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856D5-2C6A-4871-B1EA-5890776F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Teamwork: Working...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E4283-1B10-489E-ADD2-AA91C463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91FB2-C67E-47E4-86C8-2CE7A14C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5D291-51AD-4887-A094-EF73DCFB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Teamwork: Working...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F22E7-8383-4515-B70C-77116BA1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08F36-4EC8-4464-9F28-6DACC6F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5FBC9-A2F3-4007-8CAD-8CAF29B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Teamwork: Worki...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D8D1C-DFA9-4A1F-9389-E0E39611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07330-53DC-4127-AD1E-A0E21C8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0432123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EBD49-A13B-4F13-8E4D-D3D3256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AB07F-6A4A-46F2-A186-E2EAFC00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58A99-C0BD-4D70-A462-1EC439CF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A7848-E510-4592-9422-6317ABFD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DF3FE-6F95-477F-9CD5-9C62D173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7A889-C027-4816-98BD-A1559C0D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767B3-5D79-4210-B811-C6F30BB0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FD434-6504-4A2C-A958-93298EA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F8DBF-BFB4-4772-B0FD-BB5C99B5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941BB-3AC9-41E7-B475-655D6B62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AD350-AA15-4755-A34C-66C545DE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4383-71D3-4F01-9011-E4E441D1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3D77-08B8-41E9-AA88-8C57162E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8BFDC-1C3A-4E29-9FB7-A1528DF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9FF69-A43E-47BF-B90D-C0B9768C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621563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FFEA2-E72B-4B54-A501-C25B629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76E5F-EB99-44AE-8256-7B9E6BDB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F9C86-AD96-453A-A1F0-BBE622FD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D8DA3-AB1B-4BE2-8D63-E5837C25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58F9C-5956-4327-81EC-29AF524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2043F-34CC-4CBC-9AC3-E3176DDA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Teamwork: Working effectively in diverse teams, fostering...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045CB-65E6-425B-B5A5-3E6D662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F3232-549E-4F1C-893D-C7A804E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6147C-EAEC-4654-90EA-DC2B048D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36926-9AC3-4842-9EB3-6C1EC252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4C6B1-1F4A-4627-B9E5-FD5E9F3C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6817953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29EE1-248A-4AAD-9FF2-615E9004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73213-AB7F-4965-AC68-96FBBD91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49EBC-0E09-4F54-809E-230AE0E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16699-29C5-4587-8934-0B75F920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3A1A8-F544-47FD-A2BE-EFE50600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Resolution: Strategies to resolve differences and reach win - win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AE5F5-0153-43D6-91DD-B568F2BD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Resolution: Strategies to resolve differe...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3F76C-A434-4695-9428-0D07A86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86BB7-F173-4F70-ADD7-CDE3F613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B3CB4-4046-4039-B20F-FCC52345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081AC-F7D1-4A23-888C-5CF9890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F1C43-C782-46E8-8530-ED16D1E1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9B60F-8406-4C38-9B6C-02175F0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1BEB7-B865-489A-B4E7-FC19625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9CE9C-C834-4111-BB5A-2011C3D9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32C23-9981-462D-B23C-1329FDBB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D004-450B-427D-AB86-0F7E548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24711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591DB-0CA6-4F73-9CCC-5B962C0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D555F-634B-4B97-91B4-214D930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1B63C-ADBF-4B7B-BD94-7C53969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C2D8E-5E71-41AB-B930-482CAFFC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34F0A-87D9-442C-8FBC-772D8FB4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D969A-3799-4BC9-A2F6-41E0A87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2CEEA-2097-4F7C-8189-EABDAD61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EBF70-9F32-4B1B-9A81-2A88FA7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D0E1D-3F94-4544-A1AA-A30A7278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Resolution: Strate...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77833-1572-4BA2-9547-3B33FB9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1AB28-C3C6-4E8B-A5F0-AC753EC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ACCA3-7B29-4709-9979-48ED1E5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Resolution: St...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650D4-1BB9-4192-ABB3-6DD294E7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2D616-65BF-46F0-97FC-2941BB0D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9D429-F4D9-4EB0-8B5F-A61CA70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Resolution: Strate...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BDD07-DB68-4472-885A-2D53119A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98037-B746-4578-AAA7-216F8F7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C57C2-24C4-4659-B0E9-FF397F0F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Resolution: Strat...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B8385-EC5E-4194-BB7D-64E12B22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2E4DB-26CA-4D46-805C-26CE8B91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E602B-C324-49EE-94F0-354EAEF4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Resolution: Str...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37464-1B6F-4A22-897E-7C493B8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31115-E44E-4518-A35B-A433CFC8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287030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6BF47-A19E-428F-AEEC-C988DA5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E03A9-6FAA-47BD-A37C-6428545B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D6737-57E6-46B4-8308-0570BB14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41560-5317-41FE-BD5D-F90B9F89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EAF12-401E-4829-897A-0D6FD5F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C68AB-D07C-4D0E-8E81-120B6B63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20A62-7A15-43A3-9B13-AFB4AF54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A162B-93C7-41E3-AD01-D068D3E3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313D0-22A0-4E37-A420-A99854C3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FBB5D-2B7E-4066-B514-2AF0638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4730D-8E9B-4B9A-B2F3-8C7BE2B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498F2-D6CD-435B-9F91-EE8A5C58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AE162-2E2C-4027-8197-45058B3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EF28C-452B-485E-A7E3-3E2ACDD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6D96D-A000-4E95-8104-27F46BA2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155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216FC-135F-4561-8B0D-E5C86F03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D43EB-490A-4126-985D-260CFB05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5580F-1179-4835-B998-C9A0378D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454A2-914F-41D9-B449-74FAB63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AADFD-7AF8-4642-9615-634DFE9A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8498-931A-4389-94F0-59DA34C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Resolution: Strategies to resolve differences and reach w...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6DC4B-2E60-4C52-BB10-3A3321D7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7850F-3758-4853-A7B5-70AC49D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0B487-87E0-48D1-BBE2-F1FD77DA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7C40B-3195-42C7-9082-27E775BD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EAB95-C78D-4B26-8C81-665364F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439701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30FC8-5881-4239-930E-D2D71B8E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A1E91-3C1D-4261-ACA1-85EB2CAF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07EBA-0B15-4B3E-9F1C-0C1A5DCA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58805-5F14-4220-BD53-7F008C0E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2727-123B-4AB6-A3CA-C7BE045E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Thinking: The ability to analyze, evaluate, and synthesize information to make well-reasoned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12E13-AD1A-4CF3-AE69-43E1DDF2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Thinking: The ability to analyze, evaluat...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76AB2-3046-4A53-BCCA-E6E88D49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97D67-66B0-4F3B-B05D-F0780C14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590B1-43FB-4535-92EB-46A3C153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E1BB1-9438-4321-8B31-62BA0C4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2BE2E-EC29-4C65-AC04-E0079D28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7FE0B-137C-4D0B-A2B0-0D9A4734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EA5C-5283-4254-87E3-6A9129A8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4A0F8-B1E1-406F-92D3-FB86802C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1815F-1B83-469D-8B0E-CC218BA4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96387-75A4-40A2-8E78-B36DB900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786691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6A76D-33B1-471A-9C16-03FAE810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9B16C-783C-4B5B-B781-6AE446F9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21354-D293-432C-AD0D-3078FB5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09864-FD5C-4BCB-9C43-45247F7E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D11AB-4BE1-4FA4-98C9-364767E0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F6842-C2E4-4996-B8A0-98E63211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FE103-AF89-4C2D-BAD7-603BE8A4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25FFE-228A-4AFA-BF09-51C9156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FA226-7CEE-4D29-A8FB-6575AA6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Thinking: The abil...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0187F-3B61-41A1-B80C-B2FAD0D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CD3B6-658F-40DD-8415-7EE72E22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C95DA-93DC-4FBC-889F-F9DC7488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Thinking: The...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6760A-54AF-4695-AF06-0A02A4D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CA580-4DDE-4ED2-95EA-00214A5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A9B6A-56F0-46CD-AA8A-5029452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Thinking: The abil...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994E1-C1B9-422A-81A0-930223D6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60515-77BA-4453-AF51-2AEB90D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0AA82-E890-49CD-B396-FD37F0F3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Thinking: The abi...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51977-CE53-48B0-B85C-98943CA9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B4E41-9B90-46CD-A752-692FAF7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BA6C0-CD48-47C2-A376-80B971E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Thinking: The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6E7EE-4DDF-4A5D-8CBC-C672E46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6250C-D2DB-458D-9F1E-7CAA75E1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694466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303C3-8C26-400C-9AAC-C7918A6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2F20F-785A-4B5D-BD58-BE19315A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CE97-128F-4908-A119-98B8BCF7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28082-BF14-4E4C-A4D3-69AEB98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63705-9088-4A7A-9AD0-F453C8DA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2AB32-CC18-4F00-8F30-1379F640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99BA0-2C85-4380-96D2-F2669903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D5876-56CC-492D-B7E5-14222AD7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B624D-9DC3-4E65-8B65-781CC4A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0B539-C607-4CA6-BC3D-ED3727D9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03221-7BE1-4C56-B4C8-41D8FADF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A4685-E651-449E-89AF-9354EC4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7AF85-C46E-42C3-B740-A035243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51643-308D-480C-A95B-3D46DE1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16630-56EB-4C57-AB2C-60724133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274782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A0B0C-D074-403E-9938-252B76E1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B6456-6554-4528-8B63-22E5E1C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2C67E-1756-4936-B9C9-84EBCB76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5FE07-3AB9-4A2B-8CA9-B732D7A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A2196-C388-40CC-8A5D-A351AA4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F1916-BCAD-4D04-A4C9-6A6E9E6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Thinking: The ability to analyze, evaluate, and synthesiz...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A2EF7-2089-4979-BDE5-4781F2A5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1295D-FEA9-4E68-9B23-B7E36A90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CAF5C-A465-4884-A7DE-C6226F65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B4684-A3CC-42D3-BECE-9AC485E5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9648A-9D33-4AF5-8648-75109B1B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65572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7B775-BE4C-4C73-9E41-18BE05E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81506-07CF-4854-9477-71720A07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FFB1E-84D7-48CF-87BE-38DA1C4D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A230A-F2FF-4613-B3C4-C746383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5EF66-DEA3-44EB-AB40-4EFFE767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Instructional Design Each competency is taught and assessed through guided visualisations, reflections, explain...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6E154-2A71-4BD4-BD35-A400F87C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Instructional Design Each competency is 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74BD-EF4C-4250-B7CC-B7EF971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241B7-D855-4C98-8A47-223639F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F67A-87C1-425C-9216-95DCF18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C23C5-A606-45F9-ADD5-11E6CCFD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BB770-863C-48C4-9DC7-4DA15CB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5FEA1-8F94-4061-9C6F-1C0BFC7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ED0AF-CCA8-49D5-A5E8-F13B5D15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C4A79-03F6-4BEA-90DB-90B297F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E1A64-004C-42E3-BDAE-000ED680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8062F-6E95-4BD2-B0BD-C3DB377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0149038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4AEF5-A70E-4A80-BFE3-8B80C55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1C122-DAC1-4C0F-A30D-045CE06D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4C200-F3DC-474D-8CE8-0FE5D23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C119-D30E-49DE-86F8-7F10387A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D2797-F664-4CB8-B866-A62B381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FCFB4-DC4B-45B9-9CF2-E970AE15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0F5AA-B323-4B53-8147-C2523541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6AC2F-3282-48B4-9365-75E77D6B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649E6-53D5-4FE4-8AEC-64BB1A6B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Instructional Desi...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2307B-4345-4DC4-92A1-435F1A7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FD6B4-C421-4C2A-818C-0A0EE804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61CDA-4E91-404F-B5DD-0464182C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Instructional...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FDEEF-732A-4688-8B6F-C8759393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DFC7B-AF79-4D63-99AD-DB1AF58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AABC6-4C22-4EFC-A552-4AC7726C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Instructional Desi...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9584D-80F7-4D1C-B8F6-AEBA683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1C0E2-6064-40D7-A34C-1A0331D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AA29D-479B-4ABE-A36D-A93EA90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Instructional Des...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9F998-B6BB-4C1D-A88B-BDFC5ED4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5B0A3-8B0A-493E-B56B-EFE8146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0BB7D-4785-4693-8874-91E7A893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Instructional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FC7A9-DE4A-43F0-A08A-E9F8626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C69A7-AF0A-4A26-AFE2-86BEF375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841731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69C06-A5E9-4AE5-83FE-78620A9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EA7E2-015C-4A0A-9682-88ECFF0E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72017-A8F8-4EA6-9C6B-995888F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1A579-5996-4114-A969-0F0CC6C1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55018-FB14-4A30-A087-75CF883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3AD5A-BDAB-4BD0-AFA0-8CD1C66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428CC-B6A4-4636-87F5-56FAA866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43B58-8FC0-4326-AC61-B578B06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58368-9409-4556-B55C-9E6011FD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E2ECE-E22D-41D1-BDCB-232B3A42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E09A9-5C2D-40DE-8137-05C17972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A217E-1B84-4CE5-9D8B-AD95501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4F26A-41F2-4E34-AC7A-FE3654D8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EF695-AEEA-4DC0-A9EF-F1C80CF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7E42C-3F5D-412D-92D3-7F0E7F4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200748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29AE8-8EF6-4E23-AD4D-C253F37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3AEC-F8C8-46C8-A36E-BC8947C1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AF0B3-595E-4295-B20B-E2BE07C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DCFE-F020-4B31-BA93-8EDD14B9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51038-9143-40C0-B8BF-5AAD5FFD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CC628-3F62-4F4F-A426-7784866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Instructional Design Each competency is taught and assess...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6582-5565-49E7-B8BF-C3474B8D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3C6FE-5732-4E4A-9E95-B80787EE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B783E-83EE-46DF-A55F-12C4BE4A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FD2A3-D05A-4BDB-BFA2-3CA550AB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57014-6CB4-4249-8C12-C94C64C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774970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A855F-3D25-4EDE-9894-6C97ACA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5A1C8-90F9-4F7B-8185-1CFEF84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2331-9CFE-4176-9C0F-011D08B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40768-EAF6-4842-99B4-5105B4EF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29BBF-BD69-4B3C-8E53-A4B1C2D7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 -Based Teaching Learning) - interactive workshops, simulations, peer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8DA73-B748-4241-A219-A671B699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 -Based Te...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3EA2-B5FF-4955-8C4E-2E2B8874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AD373-066C-4D8D-B254-FB526F9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70DD-41AA-4F74-87FF-89C4DA46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A5735-0DC9-45DA-9230-A5ABE87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00317-8A72-47E9-9BFC-72C38823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A3727-A935-4477-A367-FDEAEC00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34F0F-F870-43DF-947E-FA051C2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2A9FB-89A3-4173-B78F-99E65AFE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6D71F-CA6B-4631-942F-184C43AF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66F82-265E-4DFA-9027-184E6A94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357102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F1846-FC5E-4D7A-86BE-E059743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05290-7F8D-44F6-93A1-20FD4F2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D7B64-0450-474A-832D-E7F5BED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76FEA-4289-4B35-BF37-3C04A545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AAEBC-082F-46B9-8443-2820F98E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AE40F-68FE-4C4C-AAFD-F1FF335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3F873-6401-47BE-9FC5-C4EAF895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AFD0F-5BAE-4EA5-9198-40F1539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45EE1-B6B1-4967-B83B-83C8918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7D65A-CF9B-4A34-82BD-83AC483D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05BC8-3932-46AD-8BA1-0364375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E5E58-1853-43E8-9ED6-EA12F216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96FD5-46F3-46B0-8618-FB7E814D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4F70C-1198-4DCA-92EF-1940F61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F70C5-5C53-4E30-91D2-4CCA9A02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FEB68-2873-4D8C-802C-BA090D9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F119F-871F-445A-B1B1-E635EFA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07EA6-E3EE-4B5B-BF5D-C90D73B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AF6A1-DAA6-4DF0-A8A2-18A32A4F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42EF3-6245-4532-8115-31AA352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24488-FDCB-4FC8-884F-7C8638F5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DDBF2-14D1-4038-BA34-82C03FA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5B214-4E4C-4B0B-90E4-BA40A67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319130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B7C47-CC2A-420C-A21A-2F6472DC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AD06A-1D20-4212-8F90-03F5C400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F67A1-C12C-4ADA-B954-EFB13F7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2E871-4535-48D8-B1D7-63E31BE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17E16-9AEE-4B5A-A887-398B257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5BA43-894D-435C-8CBB-C075EC9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9DE0C-17F9-455F-A7AC-C96CEF4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843F7-82ED-40D9-BF19-38ED16C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FFE82-767C-4E6C-BFB1-75A0D2B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838BC-7649-4E80-9AA6-D13D7212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D6A38-64F6-4A00-A4BB-28C9938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6D92A-04AB-41A5-984E-A745179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AF5D7-8DD7-4C86-8AFF-00F688F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9BDD3-BB46-4B62-B96A-8BB7048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F91CE-C9EE-419D-8205-AD16EA9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109479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8BA34-C947-4386-BEBC-0CF1BA43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B9A96-AA02-4BED-B89D-457093DE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E62B7-7B8E-43BF-8D08-312C659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93F1B-DBD3-4CC5-897E-DA394B7B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F197-2C5E-4BA6-A5A2-5E3C0D61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87366-19B8-46BA-A7C3-D8E73963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 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44A82-8725-459A-A4D5-FF662BC5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50E5A-FECD-4D31-AD9C-53212FCA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04BD3-A181-4751-9E18-B41E280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7B9DD-8FB7-4C19-9951-7E265BD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5B7D9-3D4C-49FB-B384-6C56144A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075891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EF283-6F28-4BB9-8EA5-ACDBD549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19798-63E2-434E-B7DD-45752EB0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24429-55EE-4D5C-B990-92679D8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C528C-CA5F-4887-A909-3E9C20D4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A22F1-2E50-47B2-9ABC-CE7DF08F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Eclectic Approach Language Lab Quicklrn.com Experiential Learning Methods To embed skills, participants get han...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8AD07-1671-401C-8D03-891FDB04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Eclectic Approach Language Lab Quicklrn.c...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ECC09-4C19-464B-8767-DFED594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60852-F981-48F4-9AA8-2A2E38A5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1F6B0-AE91-463A-A7A3-8DED330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EA71A-DFD1-455B-A712-88112156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A6AF9-81AA-4F3C-885E-F0F1BEDF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9F3C4-5E8B-4849-AC07-3D9E1C6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5E412-5CAD-4B69-B262-9F4A7A25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33219-55EF-4E82-BEA9-0122D785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FE19D-AEAE-4BF2-82F4-ED9AC0C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B427A-5E23-41A3-9618-DCA757C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867159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D6678-A8C8-4DC0-AEF0-950E5847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74D3B-51A8-421C-A090-3B183F8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E6488-1699-42B8-901A-EED7E9CD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DB172-FD3B-461A-B7C8-EB5B6B72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EF0D-1523-4557-AE9A-40CABDB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8629E-E5BD-45B8-B66C-430C220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E34D4-5133-4BCF-B6BD-6D66CDBD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3807D-0C9E-4FDC-A566-24F716A1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F91BB-7624-47DE-A658-F258D6B9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Eclectic Approach...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3D692-6ABE-4D7C-8B52-3F5B0AC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F43E1-0E24-4161-A7E4-8F48257A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F43A6-7336-4C01-AB39-AE7EA88E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Eclectic Appro...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7528E-C120-4A16-A262-7F1D5A14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9DF08-3214-45A8-974A-FFDFBAB7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80C61-1FA9-404F-BF2A-E1144EE2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Eclectic Approach...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80FA1-5C9E-4CA4-BAEB-05CC9BA8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4F353-656D-49A0-8CB4-1BEFE6F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F64C-453F-4E9F-8F97-1BFF921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Eclectic Approach...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A2496-6A99-4F27-AA1D-527585D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AF3BF-27C5-41F6-8DBC-249ABED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E028D-9A8A-4023-935E-F6BC6DE3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Eclectic Approa...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FEEC9-8488-45FB-9FB5-AACEC0B4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99A9F-C702-4559-83F8-5D08542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908726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CBD66-C6DC-476E-AB48-C8F254C7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3C58E-CDD1-4CF7-9A32-9E57715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0FA2-80A7-4A25-87CA-222CD9D3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BBE85-C033-4DA4-9651-1E0793A7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034EC-0860-4E59-981A-D05D367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9F001-580F-43C4-AE33-1FAE78D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6BA02-B94B-424F-8082-55C5E7F2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127C8-6304-408A-8C31-201DA772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F7C11-B718-4AA2-BF87-D1423012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CD376-A569-4A52-A648-7EFA411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81DF0-2D08-4E79-A267-C636B0C2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763FD-593A-4E2D-8123-DC3784F3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18614-895E-45B0-BBD4-A2DEDF8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7871F-C5BC-45FA-85C7-7E1C6120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E46F5-B532-45C2-9D12-CE1A0090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531564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45C5C-F79D-45E5-9498-AD659B09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80B2D-A10E-48F3-8A50-4C5654A5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8B002-A27F-41E1-8122-5787091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5F3E6-121E-4BA0-80AC-AB48257A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769A5-B1DF-478E-A4F1-F8EF42C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C4B22-7872-4DD5-92F9-C430277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Eclectic Approach Language Lab Quicklrn.com Experiential...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5B07B-E52B-4F5B-9F87-380CEC5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C906A-6B80-43EB-B48A-F913C159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54C3A-E154-432E-A368-A917745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B509B-3D77-4D73-B91A-C58CBE87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3EFD3-711D-40BE-B159-AC71FF73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231302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5D7B9-B575-41F1-BC89-F370502D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0B5E2-473F-407D-BA8D-4B0C1C3F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D0C2F-B033-460C-83A4-28416B7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72A79-4713-4A1E-8901-12FB3FE7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7F638-B112-4718-B164-51F95CE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41745-C448-4190-851B-16D3F51D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272853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E4280-5118-4A1B-A57E-62B95B28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2CD0E-5799-4A85-8D0D-2A748AB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AB40D-13B6-48C9-BB81-CC87D83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0C4A5-65E7-46E9-82C1-38BFEBCA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4077B-53EE-4023-B808-F391B898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Professional: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Collaboration: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Teamwork: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06C41-77AD-4123-907C-87FFC7B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762230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173C1-03FB-4252-9F2B-0D1AD12A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6A796-098E-457A-83F8-795326A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719B0-0598-4B38-80E2-395E4FCB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112F1-C854-432B-A60D-49335DE6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0F634-6DD1-443D-96B3-6B9814FF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D698C-2B4B-47A4-BA67-3F9C189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861435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1D077-C1F5-48B1-AB1F-60C8CE2F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F1B65-D111-42EF-989F-1D26156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20632-8519-4A68-849A-64EEAC90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7255C-1A8D-47C3-9D6C-B9F2BCE7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ED952-0576-4177-9CB1-4767F8A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D3C86-AA24-4D83-9993-6A0C755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78463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CCA5A-D7CC-4E11-B678-D9BC9FC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9ACDA-37E1-449B-9285-2915EFE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8A1BC-6D43-47C3-83B7-BD8020D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48965-48DF-437A-A7F3-B5DF850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D6279-2657-4FEA-97E4-FC7A8482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Professional Skills II (3 hours) •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Teamwork: Working effectively in diverse teams, fostering trust, and ac...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Resolution: Strategies to resolve differences and reach win - win outco...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Thinking: The ability to analyze, evaluate, and synthesize information...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Instructional Design Each competency is taught and assessed through gui...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CBB12-6251-40F6-8884-A7025624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E8D93-4B37-444B-B8A4-F90091B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5C7E6-B340-4B26-AB8A-63932CA6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614596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19417C-E995-493E-A40D-088D76AC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1B0E7-4FF8-4C7B-8F88-C271DAB2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Teaching Methodology TBTL (Task -Based Teac...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B1828-2A68-45AE-98FC-EC96D28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7A0EA-E675-4FE1-83EF-830E01F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7ABE5-B12E-4516-A335-C1281E69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ACB30-4109-4915-9E53-841BBE8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7E66-A8E1-4595-8ABD-5AD196CD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27621-E88A-4F1F-B1D7-596F976D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B5F5B-09A3-443F-A15F-25B0BE4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16394-A874-4D91-BE78-6281F36F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A0237-8CDF-496E-9F0F-D24B209F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565FE-6880-4C0C-B8D5-E05C3119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FB93E-236B-495F-BF15-F20A176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B3D8B-0FC7-495B-B28B-1370450E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CB67A-ECD1-4896-ABCC-9DE15805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8BC8E-47CC-4DA5-97D7-08CAEAB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64E68-A8DA-4A82-AC77-787CC58B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7887F-4F23-47F8-AD19-58E80CB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E29D0-22E5-4F5D-8D2A-47E07D1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83AFE-A8CB-4E89-AF72-C6B8FB8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644B5-9C82-40D1-9B46-348EC23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4C0E6-500E-4528-9221-B388093E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C520B-2EA2-49F0-9D9C-6E0FD16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6124C-5A76-43D7-A86C-BB3D1FCC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C544D-062A-4E7B-A63A-5965EF01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3C891-273A-411E-99F8-7872683D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C7737A-7C10-432A-B254-2F2B3CB1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C001D-C3C9-4E82-8581-7558EB3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5E6589-C9DF-4400-943F-CDF8EB8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2FAD39-03FA-4205-B5F8-36500F7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B4F72-E05F-48C2-A871-59F3A8BB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AEB293-D5A7-441D-8A69-17F37F9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493963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F8B1E3-6BD7-4169-AABC-41F16D12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2F04E-D21C-4981-91C0-F7C18BA3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Eclectic Approach Language Lab Quicklrn.com...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01AE2-E03C-41DE-BB40-9D24B565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349F2-8217-4B98-B940-1E9B55AF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92505-1AB3-471A-9CE1-D7FC12ED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C6D92-EF35-42CB-A0FF-F6C6C12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A3338-D052-4AF1-9F09-7EC00B2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3B0AF-0F21-4046-8FB7-636918C2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4C930-3C13-422E-B678-B3B92EA9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714AF-FBA7-4992-BA9A-41FE105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11B3D-E820-445F-9D7D-D974F631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B7C19-D239-4711-8B02-7192FE9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7324D-CD58-43DA-B836-132D2D4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02C4-2FED-498E-A908-A9629645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6EEF9-9B2C-4E46-94DF-EE5C9DB6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F4D0B-71A2-41EB-B5F7-1E45295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2D4AC-C54F-4511-BE88-77762F05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56E1E-F859-4074-92FD-86EDB5FC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E971A-DC7C-4520-8C39-8F7F64E8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CBE0E-C255-488D-8CCA-84821E13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EA151-B2CB-4AD3-8894-76A6F7E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5CD7C-A800-4C10-8527-6D82C68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91959-29A3-471C-ABC3-19B53D0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690BD-6251-4F4C-A513-1EB0D18D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49B0E-CD34-4B1C-A3F2-B29E2D2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B1F578-0A53-482F-8BB2-01B053F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1E84BB-2901-4631-9D2D-C3EA9A1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2B7F6-DF2A-4EE2-BE26-B12B920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6541C-11DD-487E-8C54-50BF5728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6C0B8-3975-4158-A21E-4A762F96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D83BD8-501B-4E57-9D85-D39A54DF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99F05A-1A18-475F-9BFC-4FECA84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73232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2026-08-24T16:03:18.2280000Z</dcterms:created>
  <dcterms:modified xsi:type="dcterms:W3CDTF">2026-08-24T16:03:18.2280000Z</dcterms:modified>
</coreProperties>
</file>