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0ec10d25c64872" /><Relationship Type="http://schemas.openxmlformats.org/officeDocument/2006/relationships/extended-properties" Target="/docProps/app.xml" Id="R71acd25667744f3b" /><Relationship Type="http://schemas.openxmlformats.org/officeDocument/2006/relationships/officeDocument" Target="/ppt/presentation.xml" Id="Rbe9b3089ac0c45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c69dd9a3b4d8a"/>
  </p:sldMasterIdLst>
  <p:notesMasterIdLst>
    <p:notesMasterId xmlns:r="http://schemas.openxmlformats.org/officeDocument/2006/relationships" r:id="R62e9981428bd457e"/>
  </p:notesMasterIdLst>
  <p:sldIdLst>
    <p:sldId xmlns:r="http://schemas.openxmlformats.org/officeDocument/2006/relationships" id="256" r:id="Rde611df8d5444ded"/>
    <p:sldId xmlns:r="http://schemas.openxmlformats.org/officeDocument/2006/relationships" id="257" r:id="Rd5600ad2449a4110"/>
    <p:sldId xmlns:r="http://schemas.openxmlformats.org/officeDocument/2006/relationships" id="258" r:id="R0186efa080d941b3"/>
    <p:sldId xmlns:r="http://schemas.openxmlformats.org/officeDocument/2006/relationships" id="259" r:id="Ra24ee770e7e343a0"/>
    <p:sldId xmlns:r="http://schemas.openxmlformats.org/officeDocument/2006/relationships" id="260" r:id="R7fa9956c8f5541e0"/>
    <p:sldId xmlns:r="http://schemas.openxmlformats.org/officeDocument/2006/relationships" id="261" r:id="R9ee07fffc88a44e6"/>
    <p:sldId xmlns:r="http://schemas.openxmlformats.org/officeDocument/2006/relationships" id="262" r:id="R61d3b9ca102547c2"/>
    <p:sldId xmlns:r="http://schemas.openxmlformats.org/officeDocument/2006/relationships" id="263" r:id="R1421779fe2414985"/>
    <p:sldId xmlns:r="http://schemas.openxmlformats.org/officeDocument/2006/relationships" id="264" r:id="R25376836f4f84317"/>
    <p:sldId xmlns:r="http://schemas.openxmlformats.org/officeDocument/2006/relationships" id="265" r:id="R6ae88144d712478b"/>
    <p:sldId xmlns:r="http://schemas.openxmlformats.org/officeDocument/2006/relationships" id="266" r:id="Ra5c3defd53af4570"/>
    <p:sldId xmlns:r="http://schemas.openxmlformats.org/officeDocument/2006/relationships" id="267" r:id="R6fb3218419d8495d"/>
    <p:sldId xmlns:r="http://schemas.openxmlformats.org/officeDocument/2006/relationships" id="268" r:id="R2a18d224972240f8"/>
    <p:sldId xmlns:r="http://schemas.openxmlformats.org/officeDocument/2006/relationships" id="269" r:id="R9405d7c5355d4fab"/>
    <p:sldId xmlns:r="http://schemas.openxmlformats.org/officeDocument/2006/relationships" id="270" r:id="R884ed181792542b6"/>
    <p:sldId xmlns:r="http://schemas.openxmlformats.org/officeDocument/2006/relationships" id="271" r:id="Re81ccb7e5926495a"/>
    <p:sldId xmlns:r="http://schemas.openxmlformats.org/officeDocument/2006/relationships" id="272" r:id="Rbed53c49c4e048ec"/>
    <p:sldId xmlns:r="http://schemas.openxmlformats.org/officeDocument/2006/relationships" id="273" r:id="Rb327e476f3694ce7"/>
    <p:sldId xmlns:r="http://schemas.openxmlformats.org/officeDocument/2006/relationships" id="274" r:id="R91bed5640fc142ff"/>
    <p:sldId xmlns:r="http://schemas.openxmlformats.org/officeDocument/2006/relationships" id="275" r:id="R519811f0128b4e9b"/>
    <p:sldId xmlns:r="http://schemas.openxmlformats.org/officeDocument/2006/relationships" id="276" r:id="R9d4cfd2d13f04805"/>
    <p:sldId xmlns:r="http://schemas.openxmlformats.org/officeDocument/2006/relationships" id="277" r:id="Ree2323bd5b674df4"/>
    <p:sldId xmlns:r="http://schemas.openxmlformats.org/officeDocument/2006/relationships" id="278" r:id="R5d142b8e5fdd43f4"/>
    <p:sldId xmlns:r="http://schemas.openxmlformats.org/officeDocument/2006/relationships" id="279" r:id="Rc9328abd9dc5464f"/>
    <p:sldId xmlns:r="http://schemas.openxmlformats.org/officeDocument/2006/relationships" id="280" r:id="Rd585a968e1e64b9b"/>
    <p:sldId xmlns:r="http://schemas.openxmlformats.org/officeDocument/2006/relationships" id="281" r:id="R86a8d4bff3894db7"/>
    <p:sldId xmlns:r="http://schemas.openxmlformats.org/officeDocument/2006/relationships" id="282" r:id="Ra67af473cb0949be"/>
    <p:sldId xmlns:r="http://schemas.openxmlformats.org/officeDocument/2006/relationships" id="283" r:id="Re780da735b3c415b"/>
    <p:sldId xmlns:r="http://schemas.openxmlformats.org/officeDocument/2006/relationships" id="284" r:id="R1f387e8500324234"/>
    <p:sldId xmlns:r="http://schemas.openxmlformats.org/officeDocument/2006/relationships" id="285" r:id="R84fe56a0571d4cab"/>
    <p:sldId xmlns:r="http://schemas.openxmlformats.org/officeDocument/2006/relationships" id="286" r:id="R549c79aefd714c78"/>
    <p:sldId xmlns:r="http://schemas.openxmlformats.org/officeDocument/2006/relationships" id="287" r:id="R98e3f34d917b4c59"/>
    <p:sldId xmlns:r="http://schemas.openxmlformats.org/officeDocument/2006/relationships" id="288" r:id="Rcafb2cc38c804d56"/>
    <p:sldId xmlns:r="http://schemas.openxmlformats.org/officeDocument/2006/relationships" id="289" r:id="R7cc51f85664d4ba0"/>
    <p:sldId xmlns:r="http://schemas.openxmlformats.org/officeDocument/2006/relationships" id="290" r:id="R1618c894b68d4d97"/>
    <p:sldId xmlns:r="http://schemas.openxmlformats.org/officeDocument/2006/relationships" id="291" r:id="Rde6741d94a9d4053"/>
    <p:sldId xmlns:r="http://schemas.openxmlformats.org/officeDocument/2006/relationships" id="292" r:id="Re06d867fedc34f1c"/>
    <p:sldId xmlns:r="http://schemas.openxmlformats.org/officeDocument/2006/relationships" id="293" r:id="Rd7f1f6e6c8d74eaa"/>
    <p:sldId xmlns:r="http://schemas.openxmlformats.org/officeDocument/2006/relationships" id="294" r:id="R6c09973649854c6b"/>
    <p:sldId xmlns:r="http://schemas.openxmlformats.org/officeDocument/2006/relationships" id="295" r:id="Ra2d119cabe3046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d6e04e5e514611" /><Relationship Type="http://schemas.openxmlformats.org/officeDocument/2006/relationships/slideMaster" Target="/ppt/slideMasters/slideMaster1.xml" Id="R530c69dd9a3b4d8a" /><Relationship Type="http://schemas.openxmlformats.org/officeDocument/2006/relationships/notesMaster" Target="/ppt/notesMasters/notesMaster1.xml" Id="R62e9981428bd457e" /><Relationship Type="http://schemas.openxmlformats.org/officeDocument/2006/relationships/presProps" Target="/ppt/presProps.xml" Id="Reab9155caf3c44d9" /><Relationship Type="http://schemas.openxmlformats.org/officeDocument/2006/relationships/tableStyles" Target="/ppt/tableStyles.xml" Id="R1e4aff85735940da" /><Relationship Type="http://schemas.openxmlformats.org/officeDocument/2006/relationships/slide" Target="/ppt/slides/slide1.xml" Id="Rde611df8d5444ded" /><Relationship Type="http://schemas.openxmlformats.org/officeDocument/2006/relationships/slide" Target="/ppt/slides/slide2.xml" Id="Rd5600ad2449a4110" /><Relationship Type="http://schemas.openxmlformats.org/officeDocument/2006/relationships/slide" Target="/ppt/slides/slide3.xml" Id="R0186efa080d941b3" /><Relationship Type="http://schemas.openxmlformats.org/officeDocument/2006/relationships/slide" Target="/ppt/slides/slide4.xml" Id="Ra24ee770e7e343a0" /><Relationship Type="http://schemas.openxmlformats.org/officeDocument/2006/relationships/slide" Target="/ppt/slides/slide5.xml" Id="R7fa9956c8f5541e0" /><Relationship Type="http://schemas.openxmlformats.org/officeDocument/2006/relationships/slide" Target="/ppt/slides/slide6.xml" Id="R9ee07fffc88a44e6" /><Relationship Type="http://schemas.openxmlformats.org/officeDocument/2006/relationships/slide" Target="/ppt/slides/slide7.xml" Id="R61d3b9ca102547c2" /><Relationship Type="http://schemas.openxmlformats.org/officeDocument/2006/relationships/slide" Target="/ppt/slides/slide8.xml" Id="R1421779fe2414985" /><Relationship Type="http://schemas.openxmlformats.org/officeDocument/2006/relationships/slide" Target="/ppt/slides/slide9.xml" Id="R25376836f4f84317" /><Relationship Type="http://schemas.openxmlformats.org/officeDocument/2006/relationships/slide" Target="/ppt/slides/slide10.xml" Id="R6ae88144d712478b" /><Relationship Type="http://schemas.openxmlformats.org/officeDocument/2006/relationships/slide" Target="/ppt/slides/slide11.xml" Id="Ra5c3defd53af4570" /><Relationship Type="http://schemas.openxmlformats.org/officeDocument/2006/relationships/slide" Target="/ppt/slides/slide12.xml" Id="R6fb3218419d8495d" /><Relationship Type="http://schemas.openxmlformats.org/officeDocument/2006/relationships/slide" Target="/ppt/slides/slide13.xml" Id="R2a18d224972240f8" /><Relationship Type="http://schemas.openxmlformats.org/officeDocument/2006/relationships/slide" Target="/ppt/slides/slide14.xml" Id="R9405d7c5355d4fab" /><Relationship Type="http://schemas.openxmlformats.org/officeDocument/2006/relationships/slide" Target="/ppt/slides/slide15.xml" Id="R884ed181792542b6" /><Relationship Type="http://schemas.openxmlformats.org/officeDocument/2006/relationships/slide" Target="/ppt/slides/slide16.xml" Id="Re81ccb7e5926495a" /><Relationship Type="http://schemas.openxmlformats.org/officeDocument/2006/relationships/slide" Target="/ppt/slides/slide17.xml" Id="Rbed53c49c4e048ec" /><Relationship Type="http://schemas.openxmlformats.org/officeDocument/2006/relationships/slide" Target="/ppt/slides/slide18.xml" Id="Rb327e476f3694ce7" /><Relationship Type="http://schemas.openxmlformats.org/officeDocument/2006/relationships/slide" Target="/ppt/slides/slide19.xml" Id="R91bed5640fc142ff" /><Relationship Type="http://schemas.openxmlformats.org/officeDocument/2006/relationships/slide" Target="/ppt/slides/slide20.xml" Id="R519811f0128b4e9b" /><Relationship Type="http://schemas.openxmlformats.org/officeDocument/2006/relationships/slide" Target="/ppt/slides/slide21.xml" Id="R9d4cfd2d13f04805" /><Relationship Type="http://schemas.openxmlformats.org/officeDocument/2006/relationships/slide" Target="/ppt/slides/slide22.xml" Id="Ree2323bd5b674df4" /><Relationship Type="http://schemas.openxmlformats.org/officeDocument/2006/relationships/slide" Target="/ppt/slides/slide23.xml" Id="R5d142b8e5fdd43f4" /><Relationship Type="http://schemas.openxmlformats.org/officeDocument/2006/relationships/slide" Target="/ppt/slides/slide24.xml" Id="Rc9328abd9dc5464f" /><Relationship Type="http://schemas.openxmlformats.org/officeDocument/2006/relationships/slide" Target="/ppt/slides/slide25.xml" Id="Rd585a968e1e64b9b" /><Relationship Type="http://schemas.openxmlformats.org/officeDocument/2006/relationships/slide" Target="/ppt/slides/slide26.xml" Id="R86a8d4bff3894db7" /><Relationship Type="http://schemas.openxmlformats.org/officeDocument/2006/relationships/slide" Target="/ppt/slides/slide27.xml" Id="Ra67af473cb0949be" /><Relationship Type="http://schemas.openxmlformats.org/officeDocument/2006/relationships/slide" Target="/ppt/slides/slide28.xml" Id="Re780da735b3c415b" /><Relationship Type="http://schemas.openxmlformats.org/officeDocument/2006/relationships/slide" Target="/ppt/slides/slide29.xml" Id="R1f387e8500324234" /><Relationship Type="http://schemas.openxmlformats.org/officeDocument/2006/relationships/slide" Target="/ppt/slides/slide30.xml" Id="R84fe56a0571d4cab" /><Relationship Type="http://schemas.openxmlformats.org/officeDocument/2006/relationships/slide" Target="/ppt/slides/slide31.xml" Id="R549c79aefd714c78" /><Relationship Type="http://schemas.openxmlformats.org/officeDocument/2006/relationships/slide" Target="/ppt/slides/slide32.xml" Id="R98e3f34d917b4c59" /><Relationship Type="http://schemas.openxmlformats.org/officeDocument/2006/relationships/slide" Target="/ppt/slides/slide33.xml" Id="Rcafb2cc38c804d56" /><Relationship Type="http://schemas.openxmlformats.org/officeDocument/2006/relationships/slide" Target="/ppt/slides/slide34.xml" Id="R7cc51f85664d4ba0" /><Relationship Type="http://schemas.openxmlformats.org/officeDocument/2006/relationships/slide" Target="/ppt/slides/slide35.xml" Id="R1618c894b68d4d97" /><Relationship Type="http://schemas.openxmlformats.org/officeDocument/2006/relationships/slide" Target="/ppt/slides/slide36.xml" Id="Rde6741d94a9d4053" /><Relationship Type="http://schemas.openxmlformats.org/officeDocument/2006/relationships/slide" Target="/ppt/slides/slide37.xml" Id="Re06d867fedc34f1c" /><Relationship Type="http://schemas.openxmlformats.org/officeDocument/2006/relationships/slide" Target="/ppt/slides/slide38.xml" Id="Rd7f1f6e6c8d74eaa" /><Relationship Type="http://schemas.openxmlformats.org/officeDocument/2006/relationships/slide" Target="/ppt/slides/slide39.xml" Id="R6c09973649854c6b" /><Relationship Type="http://schemas.openxmlformats.org/officeDocument/2006/relationships/slide" Target="/ppt/slides/slide40.xml" Id="Ra2d119cabe3046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c0b464382c45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43aee3f80d438e" /><Relationship Type="http://schemas.openxmlformats.org/officeDocument/2006/relationships/notesMaster" Target="/ppt/notesMasters/notesMaster1.xml" Id="R2065906ea9aa44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32166afff5476f" /><Relationship Type="http://schemas.openxmlformats.org/officeDocument/2006/relationships/notesMaster" Target="/ppt/notesMasters/notesMaster1.xml" Id="Rbf8b7c64ff08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2ce3e7b2f347db" /><Relationship Type="http://schemas.openxmlformats.org/officeDocument/2006/relationships/notesMaster" Target="/ppt/notesMasters/notesMaster1.xml" Id="R527190eb81dd47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991df14ff442b8" /><Relationship Type="http://schemas.openxmlformats.org/officeDocument/2006/relationships/notesMaster" Target="/ppt/notesMasters/notesMaster1.xml" Id="R3f8f69b48d0243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af3506b3364c36" /><Relationship Type="http://schemas.openxmlformats.org/officeDocument/2006/relationships/notesMaster" Target="/ppt/notesMasters/notesMaster1.xml" Id="Rb9ab596c49884f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e834fc3b264a66" /><Relationship Type="http://schemas.openxmlformats.org/officeDocument/2006/relationships/notesMaster" Target="/ppt/notesMasters/notesMaster1.xml" Id="Re3d3e14024cb46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3ff93336cf400c" /><Relationship Type="http://schemas.openxmlformats.org/officeDocument/2006/relationships/notesMaster" Target="/ppt/notesMasters/notesMaster1.xml" Id="Rbb7c9cb48f2047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921f556d234369" /><Relationship Type="http://schemas.openxmlformats.org/officeDocument/2006/relationships/notesMaster" Target="/ppt/notesMasters/notesMaster1.xml" Id="Raee059e5a1bf4d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03f7b002d14fb1" /><Relationship Type="http://schemas.openxmlformats.org/officeDocument/2006/relationships/notesMaster" Target="/ppt/notesMasters/notesMaster1.xml" Id="R0fd8c608f10d4d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42119d61aa483a" /><Relationship Type="http://schemas.openxmlformats.org/officeDocument/2006/relationships/notesMaster" Target="/ppt/notesMasters/notesMaster1.xml" Id="Ra1ed9dfb496348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0e73b7b2d44aca" /><Relationship Type="http://schemas.openxmlformats.org/officeDocument/2006/relationships/notesMaster" Target="/ppt/notesMasters/notesMaster1.xml" Id="R0ebb0a9ce0b04c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bc4d814283449c" /><Relationship Type="http://schemas.openxmlformats.org/officeDocument/2006/relationships/notesMaster" Target="/ppt/notesMasters/notesMaster1.xml" Id="Rb8d858f4de5544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05378ef75f4b26" /><Relationship Type="http://schemas.openxmlformats.org/officeDocument/2006/relationships/notesMaster" Target="/ppt/notesMasters/notesMaster1.xml" Id="Ra457f615292448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76eed522e74235" /><Relationship Type="http://schemas.openxmlformats.org/officeDocument/2006/relationships/notesMaster" Target="/ppt/notesMasters/notesMaster1.xml" Id="Re424e8469f7446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58f728ed8b4e37" /><Relationship Type="http://schemas.openxmlformats.org/officeDocument/2006/relationships/notesMaster" Target="/ppt/notesMasters/notesMaster1.xml" Id="R5486d62fdb9544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72337333e04da4" /><Relationship Type="http://schemas.openxmlformats.org/officeDocument/2006/relationships/notesMaster" Target="/ppt/notesMasters/notesMaster1.xml" Id="R492987e4a977456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8cf29cfd1448e6" /><Relationship Type="http://schemas.openxmlformats.org/officeDocument/2006/relationships/notesMaster" Target="/ppt/notesMasters/notesMaster1.xml" Id="R8e65e101aae744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779ae10d7145b4" /><Relationship Type="http://schemas.openxmlformats.org/officeDocument/2006/relationships/notesMaster" Target="/ppt/notesMasters/notesMaster1.xml" Id="Rf50d0e9724d441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c2ab98517f42eb" /><Relationship Type="http://schemas.openxmlformats.org/officeDocument/2006/relationships/notesMaster" Target="/ppt/notesMasters/notesMaster1.xml" Id="R9d67fcf307f941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1d6befb7b549e6" /><Relationship Type="http://schemas.openxmlformats.org/officeDocument/2006/relationships/notesMaster" Target="/ppt/notesMasters/notesMaster1.xml" Id="Rc8d83a5908eb48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701900fd7a8438a" /><Relationship Type="http://schemas.openxmlformats.org/officeDocument/2006/relationships/notesMaster" Target="/ppt/notesMasters/notesMaster1.xml" Id="R0d13a12652ae48e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16c9b9c7e2e4b7a" /><Relationship Type="http://schemas.openxmlformats.org/officeDocument/2006/relationships/notesMaster" Target="/ppt/notesMasters/notesMaster1.xml" Id="Rc3bb21d446f943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c227e4b8efb4bfa" /><Relationship Type="http://schemas.openxmlformats.org/officeDocument/2006/relationships/notesMaster" Target="/ppt/notesMasters/notesMaster1.xml" Id="Rbb29e424ae5241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154c552aa2c4bd4" /><Relationship Type="http://schemas.openxmlformats.org/officeDocument/2006/relationships/notesMaster" Target="/ppt/notesMasters/notesMaster1.xml" Id="Re7b939346e19411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bcef3d17b3147b0" /><Relationship Type="http://schemas.openxmlformats.org/officeDocument/2006/relationships/notesMaster" Target="/ppt/notesMasters/notesMaster1.xml" Id="R354e7be32c2747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573b375d1db4961" /><Relationship Type="http://schemas.openxmlformats.org/officeDocument/2006/relationships/notesMaster" Target="/ppt/notesMasters/notesMaster1.xml" Id="Ra26c48a37aee4d4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b0dfd0d16b24603" /><Relationship Type="http://schemas.openxmlformats.org/officeDocument/2006/relationships/notesMaster" Target="/ppt/notesMasters/notesMaster1.xml" Id="Raadc5062e3c34d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f1bca8034864a19" /><Relationship Type="http://schemas.openxmlformats.org/officeDocument/2006/relationships/notesMaster" Target="/ppt/notesMasters/notesMaster1.xml" Id="R94d8ed4913134e0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b024302a2440fc" /><Relationship Type="http://schemas.openxmlformats.org/officeDocument/2006/relationships/notesMaster" Target="/ppt/notesMasters/notesMaster1.xml" Id="R81f46d474c7640f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8eddc315d9f4207" /><Relationship Type="http://schemas.openxmlformats.org/officeDocument/2006/relationships/notesMaster" Target="/ppt/notesMasters/notesMaster1.xml" Id="R13515fcbc7734b8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66fdd07a2224feb" /><Relationship Type="http://schemas.openxmlformats.org/officeDocument/2006/relationships/notesMaster" Target="/ppt/notesMasters/notesMaster1.xml" Id="Rea4b24a1aa154ba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a7d207ba6e64194" /><Relationship Type="http://schemas.openxmlformats.org/officeDocument/2006/relationships/notesMaster" Target="/ppt/notesMasters/notesMaster1.xml" Id="Rd9f6a9e7c64f4f7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85bc8d288e2428e" /><Relationship Type="http://schemas.openxmlformats.org/officeDocument/2006/relationships/notesMaster" Target="/ppt/notesMasters/notesMaster1.xml" Id="R7a8825541a42455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9b540ec04e14255" /><Relationship Type="http://schemas.openxmlformats.org/officeDocument/2006/relationships/notesMaster" Target="/ppt/notesMasters/notesMaster1.xml" Id="R3a37d86fec9d438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5c8233943a04081" /><Relationship Type="http://schemas.openxmlformats.org/officeDocument/2006/relationships/notesMaster" Target="/ppt/notesMasters/notesMaster1.xml" Id="R4b8228357b7c4c7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b00a0ae743746bc" /><Relationship Type="http://schemas.openxmlformats.org/officeDocument/2006/relationships/notesMaster" Target="/ppt/notesMasters/notesMaster1.xml" Id="Rc8f1045cd4d540c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f6a8d8a24e44e57" /><Relationship Type="http://schemas.openxmlformats.org/officeDocument/2006/relationships/notesMaster" Target="/ppt/notesMasters/notesMaster1.xml" Id="Re94f847f995d4df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d467e3cff654573" /><Relationship Type="http://schemas.openxmlformats.org/officeDocument/2006/relationships/notesMaster" Target="/ppt/notesMasters/notesMaster1.xml" Id="Ra09041df2ed94ff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1c9d3e685b0401e" /><Relationship Type="http://schemas.openxmlformats.org/officeDocument/2006/relationships/notesMaster" Target="/ppt/notesMasters/notesMaster1.xml" Id="Radba5d367f4547f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f868c75945a4516" /><Relationship Type="http://schemas.openxmlformats.org/officeDocument/2006/relationships/notesMaster" Target="/ppt/notesMasters/notesMaster1.xml" Id="Rc376f73de63e48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2777bf29b4d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ce69c312104242" /><Relationship Type="http://schemas.openxmlformats.org/officeDocument/2006/relationships/slideLayout" Target="/ppt/slideLayouts/slideLayout1.xml" Id="R19c61b9dd7ef46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c61b9dd7ef46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c04219f9847e2" /><Relationship Type="http://schemas.openxmlformats.org/officeDocument/2006/relationships/notesSlide" Target="/ppt/notesSlides/notesSlide1.xml" Id="R67a6a5f1cd7243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5e97ff6e94f31" /><Relationship Type="http://schemas.openxmlformats.org/officeDocument/2006/relationships/notesSlide" Target="/ppt/notesSlides/notesSlide2.xml" Id="R665fe526d41542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e41c831594717" /><Relationship Type="http://schemas.openxmlformats.org/officeDocument/2006/relationships/notesSlide" Target="/ppt/notesSlides/notesSlide3.xml" Id="R2befa3563eb74f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163930bd84197" /><Relationship Type="http://schemas.openxmlformats.org/officeDocument/2006/relationships/notesSlide" Target="/ppt/notesSlides/notesSlide4.xml" Id="R3e69626d3ba0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3c4e35317443d" /><Relationship Type="http://schemas.openxmlformats.org/officeDocument/2006/relationships/notesSlide" Target="/ppt/notesSlides/notesSlide5.xml" Id="R4c7a56ac6c514d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8d8b976ac4e03" /><Relationship Type="http://schemas.openxmlformats.org/officeDocument/2006/relationships/notesSlide" Target="/ppt/notesSlides/notesSlide6.xml" Id="R73398f9147b04c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905a23a1d43ab" /><Relationship Type="http://schemas.openxmlformats.org/officeDocument/2006/relationships/notesSlide" Target="/ppt/notesSlides/notesSlide7.xml" Id="Ra0c54416e60d46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35f50f96049a0" /><Relationship Type="http://schemas.openxmlformats.org/officeDocument/2006/relationships/notesSlide" Target="/ppt/notesSlides/notesSlide8.xml" Id="R15fabdba5f2f45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7569dcffa4e83" /><Relationship Type="http://schemas.openxmlformats.org/officeDocument/2006/relationships/notesSlide" Target="/ppt/notesSlides/notesSlide9.xml" Id="R5e7288f3c3a34a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3668a74214770" /><Relationship Type="http://schemas.openxmlformats.org/officeDocument/2006/relationships/notesSlide" Target="/ppt/notesSlides/notesSlide10.xml" Id="R1acf32e2065847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8ba8dfb064837" /><Relationship Type="http://schemas.openxmlformats.org/officeDocument/2006/relationships/notesSlide" Target="/ppt/notesSlides/notesSlide11.xml" Id="R9f62394c72cd4c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4c43a7fea4852" /><Relationship Type="http://schemas.openxmlformats.org/officeDocument/2006/relationships/notesSlide" Target="/ppt/notesSlides/notesSlide12.xml" Id="R04a963c7b2a14d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a5fbf4c80486e" /><Relationship Type="http://schemas.openxmlformats.org/officeDocument/2006/relationships/notesSlide" Target="/ppt/notesSlides/notesSlide13.xml" Id="R9c81c70c4eea4e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783d7db614ccf" /><Relationship Type="http://schemas.openxmlformats.org/officeDocument/2006/relationships/notesSlide" Target="/ppt/notesSlides/notesSlide14.xml" Id="R604bbc1f1c424eb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849a737634a76" /><Relationship Type="http://schemas.openxmlformats.org/officeDocument/2006/relationships/notesSlide" Target="/ppt/notesSlides/notesSlide15.xml" Id="R33a6deeb58094ac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9622579134da1" /><Relationship Type="http://schemas.openxmlformats.org/officeDocument/2006/relationships/notesSlide" Target="/ppt/notesSlides/notesSlide16.xml" Id="Rcda4d190b24643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7ce5273ba49f1" /><Relationship Type="http://schemas.openxmlformats.org/officeDocument/2006/relationships/notesSlide" Target="/ppt/notesSlides/notesSlide17.xml" Id="Rffe42fb1f20f43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fd405c8ad4ce7" /><Relationship Type="http://schemas.openxmlformats.org/officeDocument/2006/relationships/notesSlide" Target="/ppt/notesSlides/notesSlide18.xml" Id="R50cc2a1237c640f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9a6dd7e654be6" /><Relationship Type="http://schemas.openxmlformats.org/officeDocument/2006/relationships/notesSlide" Target="/ppt/notesSlides/notesSlide19.xml" Id="Rf635039809ab48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a850a2f5341d0" /><Relationship Type="http://schemas.openxmlformats.org/officeDocument/2006/relationships/notesSlide" Target="/ppt/notesSlides/notesSlide20.xml" Id="R8054ded21d144e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0b6d6b82d478c" /><Relationship Type="http://schemas.openxmlformats.org/officeDocument/2006/relationships/notesSlide" Target="/ppt/notesSlides/notesSlide21.xml" Id="Ra3c0b25809d94e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cea26e8e54df6" /><Relationship Type="http://schemas.openxmlformats.org/officeDocument/2006/relationships/notesSlide" Target="/ppt/notesSlides/notesSlide22.xml" Id="Rf10f015624744e0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ca2de9d6a4445" /><Relationship Type="http://schemas.openxmlformats.org/officeDocument/2006/relationships/notesSlide" Target="/ppt/notesSlides/notesSlide23.xml" Id="R825d90e4c3f143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38c693f9e494d" /><Relationship Type="http://schemas.openxmlformats.org/officeDocument/2006/relationships/notesSlide" Target="/ppt/notesSlides/notesSlide24.xml" Id="Rdcb8a9b24fa346d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7f6aa035f431c" /><Relationship Type="http://schemas.openxmlformats.org/officeDocument/2006/relationships/notesSlide" Target="/ppt/notesSlides/notesSlide25.xml" Id="R2a47053d011d410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61e794fbe4e92" /><Relationship Type="http://schemas.openxmlformats.org/officeDocument/2006/relationships/notesSlide" Target="/ppt/notesSlides/notesSlide26.xml" Id="R79f42d50ae66421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fda00167a4c41" /><Relationship Type="http://schemas.openxmlformats.org/officeDocument/2006/relationships/notesSlide" Target="/ppt/notesSlides/notesSlide27.xml" Id="Rc66da85f24aa493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37737d6524462" /><Relationship Type="http://schemas.openxmlformats.org/officeDocument/2006/relationships/notesSlide" Target="/ppt/notesSlides/notesSlide28.xml" Id="R8b693e7ce40b457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084bca9914385" /><Relationship Type="http://schemas.openxmlformats.org/officeDocument/2006/relationships/notesSlide" Target="/ppt/notesSlides/notesSlide29.xml" Id="R4d0cc25e52bd42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433203c394bb2" /><Relationship Type="http://schemas.openxmlformats.org/officeDocument/2006/relationships/notesSlide" Target="/ppt/notesSlides/notesSlide30.xml" Id="R244458ac27c2411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545f65427403f" /><Relationship Type="http://schemas.openxmlformats.org/officeDocument/2006/relationships/notesSlide" Target="/ppt/notesSlides/notesSlide31.xml" Id="R315560d7b668441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186cf621843af" /><Relationship Type="http://schemas.openxmlformats.org/officeDocument/2006/relationships/notesSlide" Target="/ppt/notesSlides/notesSlide32.xml" Id="Rbb21a9d921e44d6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884c2e3c54aa0" /><Relationship Type="http://schemas.openxmlformats.org/officeDocument/2006/relationships/notesSlide" Target="/ppt/notesSlides/notesSlide33.xml" Id="R5159142d11a0497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e116423294322" /><Relationship Type="http://schemas.openxmlformats.org/officeDocument/2006/relationships/notesSlide" Target="/ppt/notesSlides/notesSlide34.xml" Id="R4a3d53799b0c4d4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d5199e80d404e" /><Relationship Type="http://schemas.openxmlformats.org/officeDocument/2006/relationships/notesSlide" Target="/ppt/notesSlides/notesSlide35.xml" Id="R856b35330437424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73c23910c46cd" /><Relationship Type="http://schemas.openxmlformats.org/officeDocument/2006/relationships/notesSlide" Target="/ppt/notesSlides/notesSlide36.xml" Id="Rb775824ed9f3458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980458e2c450e" /><Relationship Type="http://schemas.openxmlformats.org/officeDocument/2006/relationships/notesSlide" Target="/ppt/notesSlides/notesSlide37.xml" Id="R7b0baad69cad417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032a3f4fe43e4" /><Relationship Type="http://schemas.openxmlformats.org/officeDocument/2006/relationships/notesSlide" Target="/ppt/notesSlides/notesSlide38.xml" Id="Raf5581e0dc34419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c822977394905" /><Relationship Type="http://schemas.openxmlformats.org/officeDocument/2006/relationships/notesSlide" Target="/ppt/notesSlides/notesSlide39.xml" Id="Re5aa9cf013f7421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94501089a497c" /><Relationship Type="http://schemas.openxmlformats.org/officeDocument/2006/relationships/notesSlide" Target="/ppt/notesSlides/notesSlide40.xml" Id="R9f96c701e23345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D75D7-DFFB-4249-BCF7-5CCC454D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DAE7F-AE07-4656-8FC9-CA3BB174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Emotional Skills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DE9FB-E704-45BE-9E86-38D3B238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53B44-079A-4B0F-A9A9-6827FDF3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D7191-0184-47D1-BB9B-172785B8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5C15C-3A35-4FF6-AD59-CEEF6E8D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BFED7-25E3-4E7B-B881-B7F9DB8A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F0E9F-1696-40A2-B7A8-E2EFBC9A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20664-CCA7-4CE3-A48B-E9A82E38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3B760-E100-434B-B651-4E7D2563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F70FC-B67C-4B65-8573-11769C8D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F7260A-44BE-4A8F-9ED1-5E5FBD3A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C2E98-48C6-4911-B298-FDB5706E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392090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1DBC9-214D-44D5-AC11-BC773142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ED191-B94F-4CEB-B91F-2D668DBC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8CC0C-1F96-4CE9-8D18-A307CCE8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F5855-7118-4C6E-9B4E-1FCB23F8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F3ECD-FC3B-4D7D-B577-41C11F17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F9BC5-9F67-4B71-A4D5-C20D5D72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FFBA4-0BB0-4132-8DBA-C3783C6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030EA-9D37-411D-B771-AF9577F2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D5303-EBCF-42CE-B065-936C5E07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90DC2-0C95-4714-8236-DAD138F4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667A0-5701-45BD-9AE3-F5A888EC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CC96E-F565-4B87-AF5B-3622FA11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6DD88-DA1F-4657-B20B-A4DC33E1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3C459-E3CE-43EC-854E-DCD2B8ED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DF4E1-2F0F-4150-9FDA-73983CE2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09962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C84A9D-7C38-4DA9-B63A-828B19A9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42C82-5DB6-40C8-B3C6-135D0734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E2FA4-81C2-4CB1-AE4C-9ECA2A18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FF0BE-DEF9-417B-B349-2D2213B3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3A378-2450-49EC-A878-74A23827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36953-E23B-47B4-8088-63AC9910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8570E-7CE6-4ED6-B207-792CC0DF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3C331-8E10-465F-883D-29C280CD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07E33-7E71-4F3B-8D88-06FBADFF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Emotional Skills I (3 hours) 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6EA71-4268-404B-AD0F-42524A38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9A2C9-83A2-4B49-84DE-F94C6D4B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A494B-FE3C-4039-B4DB-528418C5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EI): Recognizing and managing emotions, empathy, relation...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C3E80-91A1-40ED-A66D-F4AF4C8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A8BEF-023A-4429-AE41-86BCCA78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A9622-FE68-4566-9792-B050B42E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Management: Identifying stress triggers, relaxation techn...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0622D-02C5-48F0-9684-77409613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39C6C-FB1E-4AAC-95E7-F6EC8C79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0A68A-B926-40E7-A401-DF089345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Management: Prioritization (Eisenhower Matrix), setting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DECCB3-CEC9-4A73-A432-10231002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45DD3-D07D-4228-AC63-79A4B154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9188B-A61E-4826-893C-60FD6FF7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Resilience: Handling change, bouncing back from setbacks,...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919B9-3A2C-4451-B881-B8D6EDB2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DD3AD9-B102-4C90-BDF4-E4DAAEE2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D0DAFB-5B26-4BD9-A0D2-DBAF83E5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9D3446-5D93-471F-84F8-22A291E8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F9B81-C0D7-4FCD-9557-82CF3C56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9E7143-4266-4DAB-899D-19790C0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093F71-D02D-423B-B516-40D0C2AF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0ED948-9C72-40A6-9E65-27AD6D51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56268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FA121D-00B1-44EA-8DB6-8EAF943B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F74EF-A543-4008-A4D3-D91AB4C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C5C67-4819-49A1-A88E-A4DDF3F6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40FCA-1609-4D90-A38F-7E2C788D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E3909-F068-4145-9AFD-69053446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6A2FA-7807-4D02-BACF-7934B314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B4A26-2B9F-4A58-B7D1-6899BFBB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0566A-41E0-4C27-A32F-BD8E7455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Emotional Skills I (3 hours) 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BD816-4000-42FC-9973-CF032241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8F450-ACD1-4473-86E1-F7ABB13B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676DA-2479-4520-B53C-5C71E702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EI): Recognizing and managing emotions, empathy, relation...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0A995-21B9-41AC-B552-646CA6B7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6CF2D-02C3-47E3-95A5-8BC9FDC0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5DB39-C4D4-4053-9F61-29707544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Management: Identifying stress triggers, relaxation techn...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D47D5-10CA-4233-94AE-126226B0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FE692-195F-41F8-BE60-4FCD051A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C77A6-A8FC-4695-B510-8FF52FA8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Management: Prioritization (Eisenhower Matrix), setting S...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FCFA7-D49C-426A-8D0D-5F1B5B3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2DCC3-065F-445F-9868-F50C445E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ADA74-98F1-43CF-9E8A-C2976CE3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Resilience: Handling change, bouncing back from setbacks,...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6E17B-2A7C-4E4D-85D0-E6743EAB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F1A1A-D955-4BE8-B405-873B3316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DB659-3493-47B2-8C68-10C83810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A7720E-3ED9-44C8-921C-AB678E4E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3BE40-C928-48B9-8481-59DC509E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6346A-5BF8-43C6-A6A6-0FA7D82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0F2821-D749-4030-B53B-F4234ACF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52299-7054-4647-AF5A-860EEFA4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EC51F-55B2-4735-82D5-9DD1E2D0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140221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38F56-BAA1-4416-8F20-94A06D1C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BB7C0-5ED1-44EF-9D87-7A8B8DEC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6B107-8458-4753-8D66-00A03258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F5EF4-3311-4303-94F3-64C0D33C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E7FA8-6EF6-4C47-93F4-55FF0E6F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Emotional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B09EA-36D0-4E75-949D-75029DFF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9FBE5-F303-4FA2-AAEB-670131A3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B82D5-F4E3-4A90-9760-483F83F5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Recognizing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C2133-C7EF-4EEE-8FBB-2225C3ED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managing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43CFB-046E-44E2-9E9E-BAE805F3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emotions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447FA-A6AC-401D-9972-3DED1B7C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empathy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9D116-2659-4644-A328-C214471B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E4F97-3990-456C-A76C-6680852F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62CC6-4FD9-4604-A3D0-00FEAC5E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conflict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9B9E5-76DA-4E19-B2B0-5CD625AA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37EC5-BCF0-4EF9-82A2-ADB31B01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08383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EB430-8B89-4D7C-9EBB-CB93007C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40150-8D97-4ACF-A0AA-074626EA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2B88B-D798-428C-9638-1BC2F551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7CAE1-7F9B-4B0C-837F-1258FE15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15B57-F5F5-4CF2-8E17-DBD112DC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Emotional Skills I (3 hours) 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95F0D-BC42-4004-8D74-3D76FD8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Emotional Skills I (3 hours) •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3DFF6-B7BB-45D2-BCC3-07754203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E2BD9-3C42-4D64-B5AA-B5C3CBF6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A5E6C-2FF3-45F4-B0D3-33B6A65E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65F1C-647D-4A60-A57D-DA9BC0DA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42AFB-1AD8-49BE-AA9D-2355C510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74BA2-0ED5-41AB-96E4-FAE05B1A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3C422-F32B-4DEF-B26D-0212E331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35CA1-5BF5-4BFB-A955-22D201B4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4871A-5267-4597-A092-7B193EEE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9AA41-D273-4167-879B-9663BF64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99418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DBCD3-EFDF-49A2-A9B4-31F273AE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3B403-CC3D-4B25-953E-BC97D55F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752A5-2C8D-4A91-8C05-DEFFC519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D1BC9-E8AF-4E17-AAEE-9CF9A8CC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904DF-535C-4738-B78A-8EF770D3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8DFAA-B78F-429A-88A5-9A02F0D6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721F6-F3DB-471B-9361-214801A4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451C1-01F8-4B44-B042-3108F4E1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56DFE-1E68-4C1E-924D-05069007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Emotional Skills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374E8-E06E-4F62-A7B4-8C2084CC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A1883-589D-4ECB-AC1D-C9AC877D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F6804-7454-4914-AD13-A9150550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Emotional Skil...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B740F-996B-45AC-B041-9AA6025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B8E47-4EC4-46D7-B602-1681F304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1856D-2F7F-4149-A57D-7D2A22E4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Emotional Skills 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02FC9-257E-4711-81C6-54EE5D95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D0C67-C2A9-44D1-8A68-519E5E27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0D510-302E-4259-B0F9-CFE14B8B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Emotional Skills...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8F76D-3300-4E70-9718-E377AA58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CF7C5-E3B4-43D6-BA14-35B7C0F8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71FB0-86D9-4F21-95DC-5DE100AE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Emotional Skill...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4D9B5-79FE-408B-B7CF-0C524146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DF65F-41B7-4ED8-A5B4-549E2D22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637331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3C01C5-DE8E-4D1B-9EAE-1D2910CA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7E36E-95E1-4107-8274-B9546A84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399F7-7B49-45BC-B6E7-D31F83A3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62473-E1FB-400B-8098-ADB8BF1E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F6B97-60BF-48F6-9F34-CBE9AF2B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68638-923A-4B0C-98AC-C9299660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8FC83-0D6D-473C-9FFB-E1C67D57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55DE9-4653-4101-9335-2C333B0E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FACFE-BABF-4EBF-B236-53BA3785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C9DBC-EFFE-4093-8B69-38C6EF94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D50BE-32B1-47C8-BC3B-E41CA1DF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40B74-B9F0-4C83-AE6F-AFDAAE47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C88F9-3373-4494-9CF7-FD6418FE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4E8830-39F4-442C-B314-981257EE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34AC58-F0CB-409F-8124-70493693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148575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54EF4-4A96-4B15-A8B8-82F0EE76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AD289-CD7E-4E54-AC3A-9C1620A0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06925-1511-44B9-858B-2DB7DA08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7BE3A-2148-4F14-9DC0-BA225098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435DF-FD21-4328-AD24-0A2B5E29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F42D7-338A-418C-A8A7-67C863EA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Emotional Skills I (3 hours) •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D9AE7-24C7-49BC-8D5C-DDFA7124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4563E-C083-449A-94AE-33983E26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CC463-9F6D-4F43-8725-DA9399FE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D083D-B804-4789-A58B-FBB0E806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72B6A-F2A3-402E-B80D-C8112B9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017209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F710F-6C32-446C-9BC2-9510AB12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0BB2B-1F7B-40A1-9794-1EE9A852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127F5-7D91-46DC-B1CA-1F5690C8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A6E99-1EA3-4D7F-B321-FA93AE5B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8EDC4-FCCC-494A-89F7-9D742AA2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EI): Recognizing and managing emotions, empathy, relationship management, and conflict resolution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6DE8F-BD18-447D-BD3D-97381C4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EI): Recognizing and managing emotions, 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03A6B-0BE5-4EDC-9C09-B77438EB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6ABCE-345C-498B-BF71-166D6264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4CE6A-F308-4AE5-8F1B-C2BCEA2C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F2E50-FBBD-477B-B73A-D1DDEA62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966D4-9FE0-4386-8572-AD7D4DFF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97919-F706-406E-9EFC-78D06660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CB290-F223-4B81-A9C8-843F3ABE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CF5FF-8F5C-4057-A0FF-D058D53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1FE20-4EF9-4BC6-88D5-AB2555EA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26726-B2A2-4D12-80DB-281A2FBB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224181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038B5D-B86C-46A9-9714-FECA7756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D4CC2-C573-4802-B2AC-1567D886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A819A-ABA4-4889-9AB8-B81A7EF6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B88F8-139F-431C-959D-5BA26C6E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82615-BF79-45F5-95C7-D450B04E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F6550-8C36-4BD6-858F-0B551490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50ACE-8765-48A8-B6D4-5F182C13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42C79-5DE0-432E-BE90-0ECD01A7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3EF61-DB71-4E37-8CCB-513DF529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EI): Recognizing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A5B65-0937-4D6B-952B-F276B86C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135C8-2111-4327-AFE0-92930484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1C6F1-0071-4D59-B699-B4AE74FE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EI): Recognizi...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1EE58-B3E6-46E6-B28E-966CD193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7957FA-D265-449D-BCEF-2CF1A09F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E9917-FA6E-417E-A247-35F0EBFF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EI): Recognizing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90011-FD86-48B0-A53D-1D94FE67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102A9-5579-40CE-8FDE-F8669E39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2B2DA-70FF-4A5D-88B4-F14AD2BE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EI): Recognizing...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B0DBD-2F4F-4E2D-A3A9-B4ACDBED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41523-C7CA-4B39-B598-7C1343EE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79899-101E-400D-9C2D-303D3CA3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EI): Recognizin...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31744-7248-4802-B865-82BDB45C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E0B97-9036-428D-8C75-24CA1CA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148644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B75FB-3E02-4AE6-8E48-9C905F9D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48A35-4AE2-49DC-BC06-EF8FEC57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28E0B-9007-4F9C-B49C-633C2B3A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C1E9E-939B-40B3-88C7-951CB713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4200A-D742-4BCE-8ECC-4E703BB2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06013-EB63-424C-90F0-6D339F8F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5E3AD-B069-407C-9089-6E0C0FBF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ED090-5ACC-4066-9E37-72FAA6FD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48B6D-7DA9-4A73-BE1D-63353513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1D711-B1EF-41A1-B588-F89B0685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8BAFD-3AD5-4F02-90D0-B93D665F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93B8F-57B2-4B0D-899E-59878138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E80CD-4E24-4B4B-94FE-B87B115E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8D123-235E-4781-A8D9-7CD68E3C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DF6D9-982D-4888-AC92-502A0389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651393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31A44-F4BC-49BB-BAB2-AD54C0CA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5A664-749F-4534-8A9D-20BB7D30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CA0D7-F7B2-4141-AE4E-578D76B3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AB865-2CBF-47CD-B311-8A62F469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8E1E4-D869-45BF-A4C2-6FFF7260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D3EB9-FD72-4EC0-8577-B12130D1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EI): Recognizing and managing emotions, empathy, relation...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242A4-90C4-4E1F-8FB7-9E3751CA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CD86D-3E2F-4C01-BD1E-5AF983BA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B4D4D-88BF-4FF8-B0C9-B358E20D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7513C-5D89-49F2-B1E7-932F863A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C4CEE-A8E1-44B0-A373-2815E482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9570795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D1F624-6C24-4C57-AE42-031821EA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131FA-A7EC-4208-A988-3952D759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C7E11-335D-4986-A0AF-3639A242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6E2B5-D463-4D75-A7B7-BA92BD77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CCC8C0-850A-4204-998F-4681DE24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Management: Identifying stress triggers, relaxation techniques, work -life balance strategies, and mindfulness...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3ABFE-74F5-4549-B438-6E501E3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Management: Identifying stress triggers,...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082A8-34A4-421F-B482-6572F3E0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4304A-F865-4702-AA3A-218F63AD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76820-AF2B-4A87-9900-7F880044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596A8-A745-42C9-800F-1749B7C0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FBAA1-8884-434E-8CEF-DB81229D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7CD24-F4C5-493E-A052-419B624C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3FF3A-4679-4D8A-B599-71F78046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339C33-C28B-458D-86C8-7091ABE6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79486-9BA9-404F-9025-D8A4120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AAD95-F27D-4238-959C-BFF46D3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309406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E8B74F-98FF-4710-8606-6B0CFD87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99A3A-F717-4882-B884-F68E1D0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D08D2-7E41-4B50-A76F-156DA7D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09A5D-921F-4814-9F93-29D4592E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14F68-5444-4A1A-8F08-A998A2BA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8D89F-5078-4567-A5AF-6F5F7341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098E6-B92E-442F-98EF-18C09EF3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0DF09-EF0B-42A8-89F4-4934D1C4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E1FD6-BFC6-4E13-99C8-88F3CFBC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Management: Identi...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C74A7-FFE2-4EB0-9789-B3ED29DC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DBCC0-27A4-4DB2-A169-17A87DA9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21AFF-73A0-4655-AE3C-C79179D5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Management: Id...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EE8B2-0ABD-4DE5-A2E0-3347A539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0B7CF-61B8-41D6-B933-9434D72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5FAFC-7DC7-4B0F-A57E-9CE2349F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Management: Identi...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2B6FE-2716-45EC-AB44-08B10CFD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340D1-D961-482D-9D3A-3E3F0733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A36A4-5D0A-468D-9971-F3985D9D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Management: Ident...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4CB30-BAFF-4C95-8A3F-A6239211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92CAB-21F2-44F7-A963-EE58E447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39B27-BEE4-4876-A23B-E831663A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Management: Ide...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B8C7B-F086-486A-BBC4-8A4DB59B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85FB2-8031-413F-81CF-4FC3941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371304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7B413-B02F-4BE0-8C9A-08CE4880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9F805-8FB5-4A71-959E-9656191B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CF9F4-77FC-4812-89E7-2C155FD7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DE11B-9870-4926-82F2-6FA5CE1A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6A574-E857-44EE-B691-920DFBC6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F87F7-15F7-4CA0-8BE7-6FD3DE6F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F40C2-B3F7-4980-A82C-FC113FC9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7DD7E-A03B-4083-9BE2-94B39397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389D6-E72F-4525-8AC5-3B44E20B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97E2B-5D05-4348-A89D-430760B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A76F4-C223-42E6-A268-6EDA526F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CFB30-8BDD-439D-9EC5-B0BA726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ACEAD-89DE-46AE-B7C2-A83F223A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7B651-AAAD-4A1F-84D9-985E45E2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3A638-F956-4180-AB25-0A64DABE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047144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5CD72-9D81-4CD0-A6F8-53D16BD8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11C51-25AD-4105-95F3-31CDBAC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88FDC-96F5-466B-944C-20DD6FC6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E7AA5-2844-49D2-B3F6-B19DE23B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86915-909C-457F-97C4-543E9DDD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45E77-A4C6-4B38-953E-2F4CC693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Management: Identifying stress triggers, relaxation techn...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A72A8-456C-4B1D-85B0-2A12A8F5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19044-986C-4FD0-8858-C10466F7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0C340-6DA1-441C-82CD-DE492ECC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836A1-C3C3-48B9-818A-D6E583D0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0DB1B-DC3E-44C5-8C89-4D1FE668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70613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553C8-BFE3-40CB-89F6-8A75A39B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6F730-F14E-4F72-88A7-70C59D12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5B5AD-5365-42C6-8AB7-167EC13E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DB4DE-DE4F-4B2E-9B6F-BE34B698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5BACC-F192-4CBE-845B-99C945F2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Management: Prioritization (Eisenhower Matrix), setting SMART goals, avoiding procrastination, and effective sc...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968F6-7AAA-4E43-B4CE-C174789F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Management: Prioritization (Eisenhower Ma...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16B8D-143A-4AB3-BB96-16B4180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7A6E7-ABD6-4262-B1B7-B8D595B1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55932-6579-44EE-8BB0-53798733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A8215-F907-4116-A9F3-A5DE2872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5C5AA-30B5-4D78-958F-1C71A630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91101-EE18-4FDA-A2FD-C3B260BF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E36AB-F215-4E54-912F-76F5CECC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BCDBB-EDDC-4BE5-ADC8-F5429189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D58FB-2443-4D72-95C0-5C38975A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59EBA-CB76-41B6-85B1-22F22612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8354265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CCCB8-AE38-4B44-8DFE-A5355DB9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E765C-D13D-4BEB-9388-9E1B062C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933D9-B68E-430D-BDE2-9A351518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E9AFC-0613-477B-A01A-4FA96CAF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B1C8E-4107-4C64-B740-80C3B981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B6DA4-5FF7-417C-BDFC-384CA146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EE448-6D3D-4912-82A3-D0EE95ED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36569-A4D1-4C89-B3BB-5F1E8877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30DE0-D83D-4D5A-8B29-6F08E6A1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Management: Priori...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41BA6-0869-4034-9E46-CF51C616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8B9BD-19F6-4FD7-96EA-8E6A8155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08E51-9B7E-4603-9D0E-AB838947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Management: Pr...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DC262-B990-43A8-BF04-ACE61A6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FCC958-F8CE-4249-9097-112B5976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6A7DA-CAD6-4C40-8587-28230AE3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Management: Priori...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3FF2A-4441-42C1-8CDC-DEF5673E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1469C-F618-47BF-ACB1-49074732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2A937-F54C-4685-911D-853972D3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Management: Prior...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52A75-D064-4F56-BA63-203EBD3E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6E429-0ACC-4C32-9C49-41998819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E7FADB-6E1E-4CF8-B017-E3D97A3F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Management: Pri...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E64AC-BA99-45C8-AEB2-519E834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13C46-CA05-41DA-B136-01686D52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336486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2A04B-FFDC-463D-B1A4-A2F9E0B7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A1A2A-9310-4E7A-81FC-76B6C2E8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E4661-B49A-4E78-9077-BDDE2E76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31565-A65B-424C-930C-7F6E07BB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84AB9-A413-4AAF-94D7-1FF4600F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BBF23-E2F6-46D5-ABF8-1F21B052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26B6B-E41F-4AD6-A1FC-2D493184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241FB-9E7F-413A-83BC-AF1DFF9F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7A865-1989-4DA0-9451-61C28D77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74B4A-2847-4C7C-BC95-67F249EA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5E861-E94D-4F98-A8AC-A7B71796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EEAEF-0D49-44C2-8572-6EBD680B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BA5EF-8F21-45B3-A6A3-9A4F0E7F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16ACC-113E-4A79-B69C-E4EE5BA8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C4B91-A7DC-49E8-A78C-31E900D1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561640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7298C-A33F-4677-90BD-3ED63C28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ABA4A-8D26-409C-859D-6CF3225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8DD76-0109-47DC-B349-668B70DF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6103C-CB35-4B27-B27A-3DDFEF77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66507-DB76-485C-847F-AE136BEC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93D8B-EE67-4711-89A1-72D15196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Management: Prioritization (Eisenhower Matrix), setting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DAB48-87D7-4184-84B2-98E26F07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E8B96-29AF-4577-9DD9-5224FF51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58E68-8393-41D4-A18F-04070EA1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070B3-520F-48F3-AF9D-D1F123CA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35B31-F3C6-4585-807A-99564AE5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20130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0A069-B155-482A-838D-2381523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ACA31-807B-44B5-9403-DD3836AE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D4395-C084-44C5-8FF5-24837328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BC832-8039-41D0-A0E2-9FF76CF2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3E1FF-96E6-4EED-B691-7B5E9023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Resilience: Handling change, bouncing back from setbacks, and developing a growth mindset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D1B8A-CF18-400D-AA6F-D48761F1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Resilience: Handling change, bouncing bac...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75C2E-5127-4483-8007-2F4C68A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DF6AA-C084-4B0A-B8F5-0EEAF333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1F828-5067-4AD5-8C4A-62962240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00E8A-C1FF-4FD0-B76E-8C810855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83242-14A1-43D7-A5B9-5FE9B7CF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58730-24F2-4986-B44B-84CC2A1B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51132-E593-4966-AB75-6CFA255B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C61ED-D41A-41B7-A9F9-5844270E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7C5CB-025D-44E7-8CDB-7D19AB2A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1AE72-025B-45A8-AB0C-8A9FA334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690754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BD1F7-59E9-49EC-9E54-3A2EF043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E04CE-3572-45DD-BA2E-E4523A5F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78E27-D272-45AA-9684-7830F474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BA8A3-9FE9-4721-96FC-7FE083DA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408EF-485B-4523-984A-95448378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0E028-069F-46D8-A721-800D1A9E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FFF72-7981-4B83-867C-34CC1FB8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3ED94-F4B7-4F86-AE20-FE5CBECD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B151F-A1A1-42E3-B6E5-E7F7BC58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Resilience: Handli...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02772-B00D-4420-A836-E7758348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5997B-02A0-4001-8A02-C6A40D80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23AAD-1AB1-4C2E-808F-70764D0F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Resilience: Ha...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31E97-7041-4997-82DB-3A131AAD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2EB8C-6733-4305-AEBF-721529C2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6B130-D87B-4523-8908-AB14F66C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Resilience: Handli...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76511-BF82-4630-965D-2815D95A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7BD8C-838F-4C7C-9F6B-062EAC94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4FED0-F6CC-453E-BE45-CD2B9765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Resilience: Handl...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A3A23-7114-4D25-B266-0B7E4E5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14C49-DB94-48D3-AF43-A1B390EA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EBC37-AF38-44F9-A922-F9A15844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Resilience: Han...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7A2DA-55E0-434E-9C2A-A904D50B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01649D-F62E-4C5C-A2D7-562E6EDC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6523281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9F3F5-72C1-4C0D-8879-6981281E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C1D9C-6BC5-4844-8045-5ABA488B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23A13-F8F5-4602-AD64-51E8FF6E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EDF5D-7BF4-4318-A28C-730A8F12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3638C-6544-4B56-BBA7-7D1B8D55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E28C1-FFE0-49DE-8154-BD78D7C5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8EA196-2230-40C2-8CD0-0ED76D8C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63C96-8CB6-49B0-9C54-D7B409AC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7F17A-5B5B-4DC5-AF12-A54913B8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E04AC-1BE7-4A1C-8D63-CD32BC42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77C2A-6566-4694-B434-F48AAC49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DD7C0-E641-46D9-8FFD-D3F73B02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BC8BC-1281-4814-91AD-5DB7F0DB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7680B8-ABC0-425A-AD18-A43A0B34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BA563-ED10-44BB-91F1-297858CB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168995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7C52A-10CE-4324-9EBD-EC4C084E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E67BC-DB61-4217-BC73-3E588CEC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ED341-70E4-47F5-BC79-69800DC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E1902-CFFE-48D1-B6F8-E21E5E29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D9B1C-8B7D-48AE-98EC-354D4E88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DD1B9-CB9C-4520-A408-D8E791A2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Resilience: Handling change, bouncing back from setbacks,...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13D49-4E8E-43AD-9549-0D4504F3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0CDA2-64FF-41C8-BFED-C221FAB3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EBAD5-A5B8-4612-851E-27DD0672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43C34-1AA5-4C60-9394-86C2CD62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B4AB8-C993-4538-944D-EE04DA81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250549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357038-E2C1-4C1A-A659-0524BCD6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EA9D8-A7AA-43ED-89AE-83BE3ACA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52812-C559-4AB6-AF23-048A2FFF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051C2-01FB-461D-820C-06CB99C4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FD649-5986-44BC-AD40-A90C2DEE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Instructional Design Each competency is taught and assessed through guided visualisations, reflections, explain...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ABE8F-628B-4738-B012-A5C05701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Instructional Design Each competency is t...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B85E8-A317-4B03-AFA7-30D6B230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F62E6-044B-412C-96A9-8A167BF7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44B54-D6F5-41A9-ADDE-64F1CCB3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7075D-7154-4E0C-ABF9-3627BE08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91638D-3F7E-4A2A-B69F-C1F3EEE7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31BA5-2AA9-4FB4-BE19-53B1EEDA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C20A9-31C8-4ADC-A503-309A2D72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39AF1-1CEA-4A05-BC03-CBD7121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571A1-34A5-42EF-8A2C-0664B7F4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9C88F-2D4F-43B7-97B9-8D56AD70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499999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987EC8-37C6-4EE9-BFC8-39B33158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03274-307A-400A-A71E-D37B5153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30EB3-9700-47FC-A212-61FD644A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E1C0B-662D-4359-967B-EE2744E5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43F22-9CA0-4A09-9E31-698D123F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4D3F9-1FC2-4BAF-8C93-2B4E3280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371E7-33DE-4BF4-8B69-C2A4DD45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2E85EE-F58D-41BE-8EED-0B1D96A5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1F3D8-EC86-4BE9-8A97-6FB4DBE1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Instructional Desi...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146C5-DE89-4864-939C-9879D2A3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09CB2-A243-4A61-92D3-C7AA72D9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9E6A6-D919-4A14-BCD5-8B817BBE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Instructional...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7BD92-09B6-48E1-A02D-06546849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C7208-16E0-496A-8B11-D23A41A2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01D7D-FAEF-4D7E-87A2-DF87F5BC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Instructional Desi...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D8FC4-4554-475D-97F7-42233F52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43C74B-4476-4276-8602-C44DA46A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BA3E1-F3DE-4983-A201-62B15895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Instructional Des...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AAC78-044B-43C0-905A-C7BB513B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03CB4-E362-4678-A6F2-F63D3F33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11733-F12B-4A4F-94AA-5875F175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Instructional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2F908-6601-40C6-83F9-B535BA5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4EE11-4CEB-4BC2-ADD5-D4337420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7716803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F19BE-9667-4A05-B3BB-1B88E5D2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1B8FC-7566-4BA2-9D6E-DBB51E23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C7C5C-9754-477E-80C6-20969A95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CD427-68E5-475C-B190-E11DE1C1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51B8B-C941-4E06-9A2D-7043BAB6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F355D-40B4-4E04-B414-9581EF0B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C322E-BD33-41A8-A865-8187E135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F5485-51E2-4A9E-AB39-9B89AB05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53925-0BD9-4A4D-A91F-A5705EAA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47243-5106-4854-A292-A3F180E6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E0221-99C2-42BA-B26F-4C037E2E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21A78-8A77-45D6-97DB-3B4C0778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CFB3E-5ABA-4112-B94F-10E94815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4218B-A304-4C9F-951E-5DD3A924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83F76-0F1E-4DA2-B6E0-072797A1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587100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147B7-7502-44D1-99A2-DB450ADF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85C43-81C4-4F31-9A87-C6173CE0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AC772-2504-43B4-92C8-AA8D406A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E863F-ED36-4212-A215-F40E1FCB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46853-AADD-4B1F-A979-A841C520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E7FEA-0AA7-45E1-B6A6-ECFB7CF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Instructional Design Each competency is taught and assess...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9251B-836D-4208-8503-455F6F3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5700A-A7BF-4C5C-85A9-C8BC0470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3BC2D-282C-4D1B-8301-4E9942D6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8C67A-0B8A-4264-B7DE-9D49CEAD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D623A-B19F-4981-B407-1893285D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845050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72351-A486-46DE-9557-BA6951E1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AD81E-DD1D-46F4-99A4-F3675517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87624-F244-4B5B-8DB1-5E730048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BA8E3-E85E-4D57-AFA7-35788803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0C9E3-0B90-4D6F-AEF0-3EB54A29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Teaching Methodology TBTL (Task -Based Teaching Learning) - interactive workshops, simulations, activities, pee...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66039-BBA7-46EF-92B6-0F413D81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Teaching Methodology TBTL (Task -Based Te...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05B67-A7CF-4D4D-B4D8-1CC3062A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E3272-686B-49A1-8EDE-0964AEDD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429192-AA47-465B-9396-50385AA8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24C9F-4AC4-4544-8DE9-316B59EC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A8A0F-5728-4575-9422-0A49E521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9B743-8EBD-4200-B22D-301582D8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31BDE-027D-469C-9786-B4321CFD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9338E-DFB7-4E7D-8F93-556BAF73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EA320-E9B8-43CC-A5C8-7A7F864F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6DBE4-E176-4FF9-BFA6-D8316EA1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532455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A3CCF-BB7E-4D41-9117-9F6B6583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C6F41-13D1-4451-B23D-8809F9CC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CDD07-2830-44C3-803E-1AF7A5E6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9C6F7-C0FD-4A37-B404-2284D56F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94072-52ED-4D16-A26D-45A9C13B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80CFF-31E7-442F-B34E-318E5969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CBBC2-4859-4F25-B24B-0D896D9F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1D608-6CA3-427A-A215-9AAE11AA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0441B-891E-4CC1-BE9F-9DC536D5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Teaching Methodolo...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3E57F-F51F-438A-B93F-94D5B0DC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395CF-3585-4B19-873B-679BCCDA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D078D-580E-46AA-8D11-353A933A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Teaching Metho...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DA19B-EE43-4495-BDD7-02F3AED6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D0989-2432-4925-B257-40071273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85CA4-AF89-48C9-839F-5BC8A065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Teaching Methodolo...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BDA23-2111-4326-AA98-1F8D2BAA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736225-011A-4CE0-8BB0-93C4B48A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88DBB-4CF5-40D7-90DA-728C9BDD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Teaching Methodol...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163119-AE0A-4943-BA1B-7E7EF471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3E264F-ADAA-4340-AA4F-FE8DE45B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82EF77-623D-4EBB-82A9-5F6E9A8B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Teaching Method...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9C4CC-CFFA-47E6-9553-02A270FE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06F8D-668A-4171-A9A5-5196DAFF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746295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88871-0C09-4444-912A-177BC9E6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58E5D-7CDF-4AB5-80F3-F6420FC7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BF27B-CEFF-4EE0-AAEC-BF646A07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1EE0D-E980-4FB3-B505-0238D16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4374C-47FB-447F-914A-0EB79322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F5396-016D-4392-AEE3-6E33221F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AA966-5497-42C3-9292-8FE8343A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AD08D-C413-4586-8CA6-C3DB4C12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D0C1D-EDE0-452E-BD38-79243CB4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9B95E-1074-4295-9F07-E1F4E268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FAEEF-672E-466B-BFAC-BA835E8A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26579-AE5E-41DF-AD4D-B6982B8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4FBFD-D1BA-48F0-9D4D-65AA2765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C45D4-93E7-4742-94E7-7B4C061E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1BEEC-E543-4023-B03C-B4E01839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53555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82102-20C5-441A-AE0E-1393FB6F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43E7D-2C50-4C18-A1A2-053F5B0C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2193E-60CE-49BD-B5E4-523B992D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4DC4C-C102-40CB-B6FB-9AF3301C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14855-1904-49B7-B710-FA746E61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78857-E69F-4EA6-A0F7-724091DD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Teaching Methodology TBTL (Task -Based Teaching Learning)...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9C8CF-B369-4323-A734-412E9715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9E5CF-9080-4E1D-B420-68C74289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C95C7-2A1D-4422-B4C7-DFEB0B67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D7404-F141-4302-9EA5-6F85C377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B922C-E39C-438B-8EFD-32C176BC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0197734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FE477-22CD-4E90-966D-A747C6A6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F4235-A2E3-414D-AB5A-B16B5B3B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696B1-75A4-4BD6-ACDD-9888AF5E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0B609-3F0B-4F05-9A60-7A1B430F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F59B9-A5A9-4AE3-88B3-04159CE8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6A02A-2BBE-45E6-8FAE-34C8798D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77479812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2229-39D4-40C7-A9CA-EE57B9C8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15D13-F585-41DC-A37F-17BDE08E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99DA4-707B-445E-BEFC-626CDC85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7FB2C-3BBA-45CB-9EAE-5AEACD15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786B0-9F83-47B1-A596-53E24636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Emotional: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Skills: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Intelligence: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Recognizing: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managing: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FBF00-3719-43CC-AB2F-5210758B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5176845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486C0-5FD9-4DF9-829E-859E384F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65EBD-2C74-4A17-997E-CD391298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D0B43-1DED-4F71-8136-1B505334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2B744-0C78-403A-AB90-3BCCF5E9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4C5F1-16B2-428A-8461-24A5E2FD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0C145-C04D-4393-87F8-2634450C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0342739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053DE-175B-43E9-B3E7-32A7D06D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D2365-F3E5-4110-B9A8-BB5EB9F5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D0731-E537-4101-BD08-3EC4FF7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EB61B-A806-4863-A8D6-51F7F8A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FA0D70-47C7-4E97-B65A-BFF49DFF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79719-107B-4504-A60E-ED5BAB32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025881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C740F-D1FD-48D7-B605-855DD966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54744-FD2A-4E27-A1EE-7E10C41A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ED0A5-0D43-46A9-B3EB-92BA2A6B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8329C-45BC-4CA1-AD03-A8E323AE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7CAC9-0C11-4742-8E88-3ED5FC71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Emotional Skills I (3 hours) •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EI): Recognizing and managing emotions, empathy, relationship managemen...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Management: Identifying stress triggers, relaxation techniques, work -l...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Management: Prioritization (Eisenhower Matrix), setting SMART goals, av...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Resilience: Handling change, bouncing back from setbacks, and developin...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36EA9-1420-4C08-A8B6-15C9C6E5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15DD8-8F49-473C-B18D-CC305DD4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9E1FA-5C58-4B58-8342-ED640181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7983262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3159D3-989C-4C18-A2EE-BFE73B0B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86CF2-2616-4E4C-9253-31978888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Instructional Design Each competency is tau...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6957C-378C-4EFA-8850-1B14BFFB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6C6D5-375A-4780-8237-96E9A813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FDF13-5167-453C-B8F5-07C56927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FDF7E-E9E4-4784-849E-40204C7F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F4A6E-9B3F-463A-B142-00DC6DDF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7348B-9340-4F7C-AE00-75B53F20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640BB-5940-4BE1-9C70-1EDEE75F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20E4C-9625-4A88-96D6-83221420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DFDD8-FCAA-43FB-9128-9799E544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4C7F9-4238-46C6-8C2F-17025955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84983-A173-42B7-8416-5548561C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3B359-2DA9-41C9-8BE4-22DA75E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918D10-6AFE-4E30-A1C3-CA29403B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6A217-EF4B-45E4-9A52-4CD9CB74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3B910-EA8A-426F-B739-FBA72E6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3382B-A252-4E0C-8C04-A11E1E4C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30563-6233-4878-81E2-382620B0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80567-C61E-419F-B446-2CE5B168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EFDE9-8913-4A6A-B12B-5243C845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06147-9D81-4E45-B412-CF08452B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BFC9F-22ED-4DF4-BECF-56AF815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BA24DB-1BC4-49F6-9826-258CAA9F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407062-7BD9-4398-A444-2FC79C12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70A3F-C2CC-40E7-8E03-E6B4B1B3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617E82-5D4A-42FE-97B8-15F6E59E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8434D1-258E-40AA-9BF0-2BFE59C7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61EBB5-A8A2-4573-938C-06920F9C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C90C76-CFC1-47B5-BD1A-315C7E30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13AF4A-4CAA-4EF2-A3DF-1528AA58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92EB59-DA1E-4D48-891B-FAC4C977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828236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2C00E-22B5-4105-B307-EB7A145C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5B4A8-F1C3-442B-801D-BB7A3E09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Teaching Methodology TBTL (Task -Based Teac...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43CF5-379C-46E1-B4D7-D3A43279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2E9FF-DF1D-4D9E-80AE-4C0F8466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49763-F119-4722-8867-92E90847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4BFE5-FCC9-4CA9-A1EE-6C9A3DEF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13765-F7A9-4DC6-BDAD-5FC3F76C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02308-B193-464B-8C0F-BD594A39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4DE9B-6D3E-4FD7-9C82-4FA483C7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36540-7CAF-4DCF-B6EB-D67761F7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B724F-CBB7-4F36-AA22-231A0F93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621F7-F188-420B-AE24-D781B773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9AC90-C967-45D2-AFF4-EBF7A29A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E2029-CFC3-4CD9-9DE4-D4FFD1AE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C5181-3260-4966-844E-6B5FA069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C9270-8FAB-4C16-A5FB-7CDB78C3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CE6F2-ABF8-4C36-959D-3C8005AB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B8CEA-3740-4355-975B-2A4C7D02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E8700-41E8-44B7-A25A-7E5C8502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A10E1-626F-401E-9F8A-C9B7D483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3B988-511C-4E5E-9536-278455BA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AC957-8CDD-40D5-8650-DA84E36A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26BCC-0E49-49DD-8F46-ACC3376A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D9DCDA-EF99-4B4F-A5AF-AE3E8B19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0A8C1-D4EB-4185-8E16-391E01A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08819A-DF9A-4617-9517-B156BF76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1CB4AF-E087-4D90-8987-591CB1C5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BC4BD-25AE-4D8C-B25F-4D015969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F42CAA-271B-468A-8756-425FA55F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07D80C-35DF-4B2E-8B7F-235EEE86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0A937-EDA1-489E-BC15-BF424E60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3B1C18-8C17-430F-B4C0-360FCBDF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517531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2026-08-24T16:03:17.5510000Z</dcterms:created>
  <dcterms:modified xsi:type="dcterms:W3CDTF">2026-08-24T16:03:17.5510000Z</dcterms:modified>
</coreProperties>
</file>