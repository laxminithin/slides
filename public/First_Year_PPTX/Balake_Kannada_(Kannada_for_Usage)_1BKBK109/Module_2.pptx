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4f1282b8f4507" /><Relationship Type="http://schemas.openxmlformats.org/officeDocument/2006/relationships/extended-properties" Target="/docProps/app.xml" Id="Re750324243754e37" /><Relationship Type="http://schemas.openxmlformats.org/officeDocument/2006/relationships/officeDocument" Target="/ppt/presentation.xml" Id="R3161a7e65ccb43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af5ec95c384a21"/>
  </p:sldMasterIdLst>
  <p:notesMasterIdLst>
    <p:notesMasterId xmlns:r="http://schemas.openxmlformats.org/officeDocument/2006/relationships" r:id="Rf62591976b99447b"/>
  </p:notesMasterIdLst>
  <p:sldIdLst>
    <p:sldId xmlns:r="http://schemas.openxmlformats.org/officeDocument/2006/relationships" id="256" r:id="R91a21811a78b43bd"/>
    <p:sldId xmlns:r="http://schemas.openxmlformats.org/officeDocument/2006/relationships" id="257" r:id="R2addd5e6ae9b4ab3"/>
    <p:sldId xmlns:r="http://schemas.openxmlformats.org/officeDocument/2006/relationships" id="258" r:id="R590065c4378848a4"/>
    <p:sldId xmlns:r="http://schemas.openxmlformats.org/officeDocument/2006/relationships" id="259" r:id="R3e6153c7f5414001"/>
    <p:sldId xmlns:r="http://schemas.openxmlformats.org/officeDocument/2006/relationships" id="260" r:id="R3569b0b783c242b5"/>
    <p:sldId xmlns:r="http://schemas.openxmlformats.org/officeDocument/2006/relationships" id="261" r:id="R443dfd136710477c"/>
    <p:sldId xmlns:r="http://schemas.openxmlformats.org/officeDocument/2006/relationships" id="262" r:id="R0248517937894d3c"/>
    <p:sldId xmlns:r="http://schemas.openxmlformats.org/officeDocument/2006/relationships" id="263" r:id="Rb51a5bd5a1ea43c7"/>
    <p:sldId xmlns:r="http://schemas.openxmlformats.org/officeDocument/2006/relationships" id="264" r:id="R48387d6246874c49"/>
    <p:sldId xmlns:r="http://schemas.openxmlformats.org/officeDocument/2006/relationships" id="265" r:id="R16ef9b7a78fe4e94"/>
    <p:sldId xmlns:r="http://schemas.openxmlformats.org/officeDocument/2006/relationships" id="266" r:id="R6b818d8fc08546bd"/>
    <p:sldId xmlns:r="http://schemas.openxmlformats.org/officeDocument/2006/relationships" id="267" r:id="R0595b1258af84279"/>
    <p:sldId xmlns:r="http://schemas.openxmlformats.org/officeDocument/2006/relationships" id="268" r:id="Raba76ff57ade4e7f"/>
    <p:sldId xmlns:r="http://schemas.openxmlformats.org/officeDocument/2006/relationships" id="269" r:id="R5e8105f222374990"/>
    <p:sldId xmlns:r="http://schemas.openxmlformats.org/officeDocument/2006/relationships" id="270" r:id="Rdc4e48aabf5e4e66"/>
    <p:sldId xmlns:r="http://schemas.openxmlformats.org/officeDocument/2006/relationships" id="271" r:id="Rfe7659916d5748f8"/>
    <p:sldId xmlns:r="http://schemas.openxmlformats.org/officeDocument/2006/relationships" id="272" r:id="Rd9d238cedebf4a31"/>
    <p:sldId xmlns:r="http://schemas.openxmlformats.org/officeDocument/2006/relationships" id="273" r:id="Rc387427fe9894d6d"/>
    <p:sldId xmlns:r="http://schemas.openxmlformats.org/officeDocument/2006/relationships" id="274" r:id="R6356ae847d2c446b"/>
    <p:sldId xmlns:r="http://schemas.openxmlformats.org/officeDocument/2006/relationships" id="275" r:id="R9ec4c2c6f47d4fba"/>
    <p:sldId xmlns:r="http://schemas.openxmlformats.org/officeDocument/2006/relationships" id="276" r:id="R8d6ba213100b4298"/>
    <p:sldId xmlns:r="http://schemas.openxmlformats.org/officeDocument/2006/relationships" id="277" r:id="Rb6cc5ae25d994baf"/>
    <p:sldId xmlns:r="http://schemas.openxmlformats.org/officeDocument/2006/relationships" id="278" r:id="R4cc73107ea724516"/>
    <p:sldId xmlns:r="http://schemas.openxmlformats.org/officeDocument/2006/relationships" id="279" r:id="R252253e8e00a4934"/>
    <p:sldId xmlns:r="http://schemas.openxmlformats.org/officeDocument/2006/relationships" id="280" r:id="R8754e2f7ac834574"/>
    <p:sldId xmlns:r="http://schemas.openxmlformats.org/officeDocument/2006/relationships" id="281" r:id="R1b7d5947de23438a"/>
    <p:sldId xmlns:r="http://schemas.openxmlformats.org/officeDocument/2006/relationships" id="282" r:id="R4b0d460e9d6748f8"/>
    <p:sldId xmlns:r="http://schemas.openxmlformats.org/officeDocument/2006/relationships" id="283" r:id="Rd8dd6553ccfa485c"/>
    <p:sldId xmlns:r="http://schemas.openxmlformats.org/officeDocument/2006/relationships" id="284" r:id="R79796735eb9646af"/>
    <p:sldId xmlns:r="http://schemas.openxmlformats.org/officeDocument/2006/relationships" id="285" r:id="Rd715844cb0184361"/>
    <p:sldId xmlns:r="http://schemas.openxmlformats.org/officeDocument/2006/relationships" id="286" r:id="R98b8878170074104"/>
    <p:sldId xmlns:r="http://schemas.openxmlformats.org/officeDocument/2006/relationships" id="287" r:id="Rbce0e464a0de4cfe"/>
    <p:sldId xmlns:r="http://schemas.openxmlformats.org/officeDocument/2006/relationships" id="288" r:id="R52cc22a61f3e40a2"/>
    <p:sldId xmlns:r="http://schemas.openxmlformats.org/officeDocument/2006/relationships" id="289" r:id="Rf9b5a749c31d4a63"/>
    <p:sldId xmlns:r="http://schemas.openxmlformats.org/officeDocument/2006/relationships" id="290" r:id="Ra8738e992b2345d6"/>
    <p:sldId xmlns:r="http://schemas.openxmlformats.org/officeDocument/2006/relationships" id="291" r:id="R7c4060065f1548ab"/>
    <p:sldId xmlns:r="http://schemas.openxmlformats.org/officeDocument/2006/relationships" id="292" r:id="R12faccf0c03e4532"/>
    <p:sldId xmlns:r="http://schemas.openxmlformats.org/officeDocument/2006/relationships" id="293" r:id="R445f41825e92443e"/>
    <p:sldId xmlns:r="http://schemas.openxmlformats.org/officeDocument/2006/relationships" id="294" r:id="Re15abd1d8f9746dd"/>
    <p:sldId xmlns:r="http://schemas.openxmlformats.org/officeDocument/2006/relationships" id="295" r:id="R02c207fe099540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266cd8faa4652" /><Relationship Type="http://schemas.openxmlformats.org/officeDocument/2006/relationships/slideMaster" Target="/ppt/slideMasters/slideMaster1.xml" Id="R6caf5ec95c384a21" /><Relationship Type="http://schemas.openxmlformats.org/officeDocument/2006/relationships/notesMaster" Target="/ppt/notesMasters/notesMaster1.xml" Id="Rf62591976b99447b" /><Relationship Type="http://schemas.openxmlformats.org/officeDocument/2006/relationships/presProps" Target="/ppt/presProps.xml" Id="R27fc97663c3844e2" /><Relationship Type="http://schemas.openxmlformats.org/officeDocument/2006/relationships/tableStyles" Target="/ppt/tableStyles.xml" Id="R719e08a90f2d4181" /><Relationship Type="http://schemas.openxmlformats.org/officeDocument/2006/relationships/slide" Target="/ppt/slides/slide1.xml" Id="R91a21811a78b43bd" /><Relationship Type="http://schemas.openxmlformats.org/officeDocument/2006/relationships/slide" Target="/ppt/slides/slide2.xml" Id="R2addd5e6ae9b4ab3" /><Relationship Type="http://schemas.openxmlformats.org/officeDocument/2006/relationships/slide" Target="/ppt/slides/slide3.xml" Id="R590065c4378848a4" /><Relationship Type="http://schemas.openxmlformats.org/officeDocument/2006/relationships/slide" Target="/ppt/slides/slide4.xml" Id="R3e6153c7f5414001" /><Relationship Type="http://schemas.openxmlformats.org/officeDocument/2006/relationships/slide" Target="/ppt/slides/slide5.xml" Id="R3569b0b783c242b5" /><Relationship Type="http://schemas.openxmlformats.org/officeDocument/2006/relationships/slide" Target="/ppt/slides/slide6.xml" Id="R443dfd136710477c" /><Relationship Type="http://schemas.openxmlformats.org/officeDocument/2006/relationships/slide" Target="/ppt/slides/slide7.xml" Id="R0248517937894d3c" /><Relationship Type="http://schemas.openxmlformats.org/officeDocument/2006/relationships/slide" Target="/ppt/slides/slide8.xml" Id="Rb51a5bd5a1ea43c7" /><Relationship Type="http://schemas.openxmlformats.org/officeDocument/2006/relationships/slide" Target="/ppt/slides/slide9.xml" Id="R48387d6246874c49" /><Relationship Type="http://schemas.openxmlformats.org/officeDocument/2006/relationships/slide" Target="/ppt/slides/slide10.xml" Id="R16ef9b7a78fe4e94" /><Relationship Type="http://schemas.openxmlformats.org/officeDocument/2006/relationships/slide" Target="/ppt/slides/slide11.xml" Id="R6b818d8fc08546bd" /><Relationship Type="http://schemas.openxmlformats.org/officeDocument/2006/relationships/slide" Target="/ppt/slides/slide12.xml" Id="R0595b1258af84279" /><Relationship Type="http://schemas.openxmlformats.org/officeDocument/2006/relationships/slide" Target="/ppt/slides/slide13.xml" Id="Raba76ff57ade4e7f" /><Relationship Type="http://schemas.openxmlformats.org/officeDocument/2006/relationships/slide" Target="/ppt/slides/slide14.xml" Id="R5e8105f222374990" /><Relationship Type="http://schemas.openxmlformats.org/officeDocument/2006/relationships/slide" Target="/ppt/slides/slide15.xml" Id="Rdc4e48aabf5e4e66" /><Relationship Type="http://schemas.openxmlformats.org/officeDocument/2006/relationships/slide" Target="/ppt/slides/slide16.xml" Id="Rfe7659916d5748f8" /><Relationship Type="http://schemas.openxmlformats.org/officeDocument/2006/relationships/slide" Target="/ppt/slides/slide17.xml" Id="Rd9d238cedebf4a31" /><Relationship Type="http://schemas.openxmlformats.org/officeDocument/2006/relationships/slide" Target="/ppt/slides/slide18.xml" Id="Rc387427fe9894d6d" /><Relationship Type="http://schemas.openxmlformats.org/officeDocument/2006/relationships/slide" Target="/ppt/slides/slide19.xml" Id="R6356ae847d2c446b" /><Relationship Type="http://schemas.openxmlformats.org/officeDocument/2006/relationships/slide" Target="/ppt/slides/slide20.xml" Id="R9ec4c2c6f47d4fba" /><Relationship Type="http://schemas.openxmlformats.org/officeDocument/2006/relationships/slide" Target="/ppt/slides/slide21.xml" Id="R8d6ba213100b4298" /><Relationship Type="http://schemas.openxmlformats.org/officeDocument/2006/relationships/slide" Target="/ppt/slides/slide22.xml" Id="Rb6cc5ae25d994baf" /><Relationship Type="http://schemas.openxmlformats.org/officeDocument/2006/relationships/slide" Target="/ppt/slides/slide23.xml" Id="R4cc73107ea724516" /><Relationship Type="http://schemas.openxmlformats.org/officeDocument/2006/relationships/slide" Target="/ppt/slides/slide24.xml" Id="R252253e8e00a4934" /><Relationship Type="http://schemas.openxmlformats.org/officeDocument/2006/relationships/slide" Target="/ppt/slides/slide25.xml" Id="R8754e2f7ac834574" /><Relationship Type="http://schemas.openxmlformats.org/officeDocument/2006/relationships/slide" Target="/ppt/slides/slide26.xml" Id="R1b7d5947de23438a" /><Relationship Type="http://schemas.openxmlformats.org/officeDocument/2006/relationships/slide" Target="/ppt/slides/slide27.xml" Id="R4b0d460e9d6748f8" /><Relationship Type="http://schemas.openxmlformats.org/officeDocument/2006/relationships/slide" Target="/ppt/slides/slide28.xml" Id="Rd8dd6553ccfa485c" /><Relationship Type="http://schemas.openxmlformats.org/officeDocument/2006/relationships/slide" Target="/ppt/slides/slide29.xml" Id="R79796735eb9646af" /><Relationship Type="http://schemas.openxmlformats.org/officeDocument/2006/relationships/slide" Target="/ppt/slides/slide30.xml" Id="Rd715844cb0184361" /><Relationship Type="http://schemas.openxmlformats.org/officeDocument/2006/relationships/slide" Target="/ppt/slides/slide31.xml" Id="R98b8878170074104" /><Relationship Type="http://schemas.openxmlformats.org/officeDocument/2006/relationships/slide" Target="/ppt/slides/slide32.xml" Id="Rbce0e464a0de4cfe" /><Relationship Type="http://schemas.openxmlformats.org/officeDocument/2006/relationships/slide" Target="/ppt/slides/slide33.xml" Id="R52cc22a61f3e40a2" /><Relationship Type="http://schemas.openxmlformats.org/officeDocument/2006/relationships/slide" Target="/ppt/slides/slide34.xml" Id="Rf9b5a749c31d4a63" /><Relationship Type="http://schemas.openxmlformats.org/officeDocument/2006/relationships/slide" Target="/ppt/slides/slide35.xml" Id="Ra8738e992b2345d6" /><Relationship Type="http://schemas.openxmlformats.org/officeDocument/2006/relationships/slide" Target="/ppt/slides/slide36.xml" Id="R7c4060065f1548ab" /><Relationship Type="http://schemas.openxmlformats.org/officeDocument/2006/relationships/slide" Target="/ppt/slides/slide37.xml" Id="R12faccf0c03e4532" /><Relationship Type="http://schemas.openxmlformats.org/officeDocument/2006/relationships/slide" Target="/ppt/slides/slide38.xml" Id="R445f41825e92443e" /><Relationship Type="http://schemas.openxmlformats.org/officeDocument/2006/relationships/slide" Target="/ppt/slides/slide39.xml" Id="Re15abd1d8f9746dd" /><Relationship Type="http://schemas.openxmlformats.org/officeDocument/2006/relationships/slide" Target="/ppt/slides/slide40.xml" Id="R02c207fe099540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628c9abd9a4f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d7dea769a4dff" /><Relationship Type="http://schemas.openxmlformats.org/officeDocument/2006/relationships/notesMaster" Target="/ppt/notesMasters/notesMaster1.xml" Id="R3fb510125aa14c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d86cf9806847a6" /><Relationship Type="http://schemas.openxmlformats.org/officeDocument/2006/relationships/notesMaster" Target="/ppt/notesMasters/notesMaster1.xml" Id="R5adc971ff74b4a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5e4e037e1d4458" /><Relationship Type="http://schemas.openxmlformats.org/officeDocument/2006/relationships/notesMaster" Target="/ppt/notesMasters/notesMaster1.xml" Id="Rad16596290094c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6781e9db9042ab" /><Relationship Type="http://schemas.openxmlformats.org/officeDocument/2006/relationships/notesMaster" Target="/ppt/notesMasters/notesMaster1.xml" Id="R8f1138b2b8e04f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2c3f3db8cc4288" /><Relationship Type="http://schemas.openxmlformats.org/officeDocument/2006/relationships/notesMaster" Target="/ppt/notesMasters/notesMaster1.xml" Id="Rc9a41541f8ca4c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9ad692b26f4b2b" /><Relationship Type="http://schemas.openxmlformats.org/officeDocument/2006/relationships/notesMaster" Target="/ppt/notesMasters/notesMaster1.xml" Id="R6264ad5965fb40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35b360ff8b427e" /><Relationship Type="http://schemas.openxmlformats.org/officeDocument/2006/relationships/notesMaster" Target="/ppt/notesMasters/notesMaster1.xml" Id="Rf38b7300033148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11e043d8124875" /><Relationship Type="http://schemas.openxmlformats.org/officeDocument/2006/relationships/notesMaster" Target="/ppt/notesMasters/notesMaster1.xml" Id="Recf3581a7ac948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7348841ef3492e" /><Relationship Type="http://schemas.openxmlformats.org/officeDocument/2006/relationships/notesMaster" Target="/ppt/notesMasters/notesMaster1.xml" Id="Rd8107515d0f041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2e7b43f3aa463b" /><Relationship Type="http://schemas.openxmlformats.org/officeDocument/2006/relationships/notesMaster" Target="/ppt/notesMasters/notesMaster1.xml" Id="Raf71525ac51b45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ff13c1266f4c80" /><Relationship Type="http://schemas.openxmlformats.org/officeDocument/2006/relationships/notesMaster" Target="/ppt/notesMasters/notesMaster1.xml" Id="Rdcdbdd11342943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5ef3dd6b204c88" /><Relationship Type="http://schemas.openxmlformats.org/officeDocument/2006/relationships/notesMaster" Target="/ppt/notesMasters/notesMaster1.xml" Id="Rd7fbdfae9be344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72267f9cfa4378" /><Relationship Type="http://schemas.openxmlformats.org/officeDocument/2006/relationships/notesMaster" Target="/ppt/notesMasters/notesMaster1.xml" Id="R0f673fdcd31643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9a734c6e794cee" /><Relationship Type="http://schemas.openxmlformats.org/officeDocument/2006/relationships/notesMaster" Target="/ppt/notesMasters/notesMaster1.xml" Id="R5bd56c41739b41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4e70bce53f41c4" /><Relationship Type="http://schemas.openxmlformats.org/officeDocument/2006/relationships/notesMaster" Target="/ppt/notesMasters/notesMaster1.xml" Id="Ra515a98ece1a4e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85de5253fd4abd" /><Relationship Type="http://schemas.openxmlformats.org/officeDocument/2006/relationships/notesMaster" Target="/ppt/notesMasters/notesMaster1.xml" Id="Rcb3fd98d5e0f43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e849ee9f584bcd" /><Relationship Type="http://schemas.openxmlformats.org/officeDocument/2006/relationships/notesMaster" Target="/ppt/notesMasters/notesMaster1.xml" Id="Rd4e48dbb843d4a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5a2a63c32a47c3" /><Relationship Type="http://schemas.openxmlformats.org/officeDocument/2006/relationships/notesMaster" Target="/ppt/notesMasters/notesMaster1.xml" Id="R81e9658932f845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5c3ca5cdd84885" /><Relationship Type="http://schemas.openxmlformats.org/officeDocument/2006/relationships/notesMaster" Target="/ppt/notesMasters/notesMaster1.xml" Id="Rd7134901355d4f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f4d5a6c08d497c" /><Relationship Type="http://schemas.openxmlformats.org/officeDocument/2006/relationships/notesMaster" Target="/ppt/notesMasters/notesMaster1.xml" Id="Rb0e3e5bd63354b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369e9e6ab1a4890" /><Relationship Type="http://schemas.openxmlformats.org/officeDocument/2006/relationships/notesMaster" Target="/ppt/notesMasters/notesMaster1.xml" Id="R7f0060b111294f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8751df2311a4f03" /><Relationship Type="http://schemas.openxmlformats.org/officeDocument/2006/relationships/notesMaster" Target="/ppt/notesMasters/notesMaster1.xml" Id="R78907c7bf7924c1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f4fd2c56d445ad" /><Relationship Type="http://schemas.openxmlformats.org/officeDocument/2006/relationships/notesMaster" Target="/ppt/notesMasters/notesMaster1.xml" Id="Refc3255be8994d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12900096d74be6" /><Relationship Type="http://schemas.openxmlformats.org/officeDocument/2006/relationships/notesMaster" Target="/ppt/notesMasters/notesMaster1.xml" Id="R19a1e4a6b2e442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4258d351314b1f" /><Relationship Type="http://schemas.openxmlformats.org/officeDocument/2006/relationships/notesMaster" Target="/ppt/notesMasters/notesMaster1.xml" Id="Rfe235b91d30047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28c1fd224464c70" /><Relationship Type="http://schemas.openxmlformats.org/officeDocument/2006/relationships/notesMaster" Target="/ppt/notesMasters/notesMaster1.xml" Id="R97e9774b6a8240e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ee1136fc1624235" /><Relationship Type="http://schemas.openxmlformats.org/officeDocument/2006/relationships/notesMaster" Target="/ppt/notesMasters/notesMaster1.xml" Id="R1a23554ed0e3452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cbf665fcb24049" /><Relationship Type="http://schemas.openxmlformats.org/officeDocument/2006/relationships/notesMaster" Target="/ppt/notesMasters/notesMaster1.xml" Id="Rae18549aafa5458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c6e2d12dd7a44cd" /><Relationship Type="http://schemas.openxmlformats.org/officeDocument/2006/relationships/notesMaster" Target="/ppt/notesMasters/notesMaster1.xml" Id="Rb8646a69500e4e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5d5682c83e941af" /><Relationship Type="http://schemas.openxmlformats.org/officeDocument/2006/relationships/notesMaster" Target="/ppt/notesMasters/notesMaster1.xml" Id="R2d3c983ad4e246e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0fb4fd0cc4a48f5" /><Relationship Type="http://schemas.openxmlformats.org/officeDocument/2006/relationships/notesMaster" Target="/ppt/notesMasters/notesMaster1.xml" Id="R7d172a2fbbbb42e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2aaa6eef7804274" /><Relationship Type="http://schemas.openxmlformats.org/officeDocument/2006/relationships/notesMaster" Target="/ppt/notesMasters/notesMaster1.xml" Id="Rbb75478ffdbd4f7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502c2a509ad4c6e" /><Relationship Type="http://schemas.openxmlformats.org/officeDocument/2006/relationships/notesMaster" Target="/ppt/notesMasters/notesMaster1.xml" Id="R606918c36cd94b5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e4c90ba6539419c" /><Relationship Type="http://schemas.openxmlformats.org/officeDocument/2006/relationships/notesMaster" Target="/ppt/notesMasters/notesMaster1.xml" Id="Rdeb04b2c1550466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77f0b16b825403d" /><Relationship Type="http://schemas.openxmlformats.org/officeDocument/2006/relationships/notesMaster" Target="/ppt/notesMasters/notesMaster1.xml" Id="R1cda85eeb59b426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938960fbe5c4783" /><Relationship Type="http://schemas.openxmlformats.org/officeDocument/2006/relationships/notesMaster" Target="/ppt/notesMasters/notesMaster1.xml" Id="Racbbf633400c494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6c3395b213e47a5" /><Relationship Type="http://schemas.openxmlformats.org/officeDocument/2006/relationships/notesMaster" Target="/ppt/notesMasters/notesMaster1.xml" Id="Ra746e282c826434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511779ba09840c8" /><Relationship Type="http://schemas.openxmlformats.org/officeDocument/2006/relationships/notesMaster" Target="/ppt/notesMasters/notesMaster1.xml" Id="R9fa08d139300415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22a455ae11448e2" /><Relationship Type="http://schemas.openxmlformats.org/officeDocument/2006/relationships/notesMaster" Target="/ppt/notesMasters/notesMaster1.xml" Id="Rcc4975529c02436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bae3fa2dc9a4ad5" /><Relationship Type="http://schemas.openxmlformats.org/officeDocument/2006/relationships/notesMaster" Target="/ppt/notesMasters/notesMaster1.xml" Id="R7905efdd8d6d41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34ed220f34f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29be3ab6a24251" /><Relationship Type="http://schemas.openxmlformats.org/officeDocument/2006/relationships/slideLayout" Target="/ppt/slideLayouts/slideLayout1.xml" Id="Reee4b8a7e35043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e4b8a7e35043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23b9b3c39478e" /><Relationship Type="http://schemas.openxmlformats.org/officeDocument/2006/relationships/notesSlide" Target="/ppt/notesSlides/notesSlide1.xml" Id="R85e4ab09b08d4f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c638cacef42dc" /><Relationship Type="http://schemas.openxmlformats.org/officeDocument/2006/relationships/notesSlide" Target="/ppt/notesSlides/notesSlide2.xml" Id="R54ef89f75f974a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b2af479d34c3a" /><Relationship Type="http://schemas.openxmlformats.org/officeDocument/2006/relationships/notesSlide" Target="/ppt/notesSlides/notesSlide3.xml" Id="Rae51915cc91344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17ebbee3d4af3" /><Relationship Type="http://schemas.openxmlformats.org/officeDocument/2006/relationships/notesSlide" Target="/ppt/notesSlides/notesSlide4.xml" Id="Rf3c0c7a737b84e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c3f24b83041cb" /><Relationship Type="http://schemas.openxmlformats.org/officeDocument/2006/relationships/notesSlide" Target="/ppt/notesSlides/notesSlide5.xml" Id="Rb6ca03279f2b4f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dcaa90dff4d22" /><Relationship Type="http://schemas.openxmlformats.org/officeDocument/2006/relationships/notesSlide" Target="/ppt/notesSlides/notesSlide6.xml" Id="R3d78d59f51004c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072e97c6643f9" /><Relationship Type="http://schemas.openxmlformats.org/officeDocument/2006/relationships/notesSlide" Target="/ppt/notesSlides/notesSlide7.xml" Id="R3c3ef386bc8b42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9cb2ab7d74c7c" /><Relationship Type="http://schemas.openxmlformats.org/officeDocument/2006/relationships/notesSlide" Target="/ppt/notesSlides/notesSlide8.xml" Id="R82859c5dfef54b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808b19a194d71" /><Relationship Type="http://schemas.openxmlformats.org/officeDocument/2006/relationships/notesSlide" Target="/ppt/notesSlides/notesSlide9.xml" Id="R6bbd7d74801046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45c3c47ee4bea" /><Relationship Type="http://schemas.openxmlformats.org/officeDocument/2006/relationships/notesSlide" Target="/ppt/notesSlides/notesSlide10.xml" Id="R20b295c609aa40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597dd9a164650" /><Relationship Type="http://schemas.openxmlformats.org/officeDocument/2006/relationships/notesSlide" Target="/ppt/notesSlides/notesSlide11.xml" Id="R74acfec88c0143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cd6c06b2644be" /><Relationship Type="http://schemas.openxmlformats.org/officeDocument/2006/relationships/notesSlide" Target="/ppt/notesSlides/notesSlide12.xml" Id="Re8cea0665f6f43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9246c6cda4d24" /><Relationship Type="http://schemas.openxmlformats.org/officeDocument/2006/relationships/notesSlide" Target="/ppt/notesSlides/notesSlide13.xml" Id="R6859f86903c547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5b17286604217" /><Relationship Type="http://schemas.openxmlformats.org/officeDocument/2006/relationships/notesSlide" Target="/ppt/notesSlides/notesSlide14.xml" Id="Reba763a7503043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7b3e242d244ec" /><Relationship Type="http://schemas.openxmlformats.org/officeDocument/2006/relationships/notesSlide" Target="/ppt/notesSlides/notesSlide15.xml" Id="Rd037c522a3be4b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7a039372e4413" /><Relationship Type="http://schemas.openxmlformats.org/officeDocument/2006/relationships/notesSlide" Target="/ppt/notesSlides/notesSlide16.xml" Id="R37df177fbd4f40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fca72cc024931" /><Relationship Type="http://schemas.openxmlformats.org/officeDocument/2006/relationships/notesSlide" Target="/ppt/notesSlides/notesSlide17.xml" Id="Rc21c820647e941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0d7a8579f4fc5" /><Relationship Type="http://schemas.openxmlformats.org/officeDocument/2006/relationships/notesSlide" Target="/ppt/notesSlides/notesSlide18.xml" Id="Racbc452778db47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f2d53ef484114" /><Relationship Type="http://schemas.openxmlformats.org/officeDocument/2006/relationships/notesSlide" Target="/ppt/notesSlides/notesSlide19.xml" Id="Rdb75ceccdc054be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39d75030e4e70" /><Relationship Type="http://schemas.openxmlformats.org/officeDocument/2006/relationships/notesSlide" Target="/ppt/notesSlides/notesSlide20.xml" Id="R8326b27c4101451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0187ecfb041db" /><Relationship Type="http://schemas.openxmlformats.org/officeDocument/2006/relationships/notesSlide" Target="/ppt/notesSlides/notesSlide21.xml" Id="Rcbf132db10b64f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4ab361ad04538" /><Relationship Type="http://schemas.openxmlformats.org/officeDocument/2006/relationships/notesSlide" Target="/ppt/notesSlides/notesSlide22.xml" Id="Rc5a3ea5ae7e4456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fe9ef783c4f98" /><Relationship Type="http://schemas.openxmlformats.org/officeDocument/2006/relationships/notesSlide" Target="/ppt/notesSlides/notesSlide23.xml" Id="R91e4cc2aa81b42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e5c93ab604041" /><Relationship Type="http://schemas.openxmlformats.org/officeDocument/2006/relationships/notesSlide" Target="/ppt/notesSlides/notesSlide24.xml" Id="Re4262df2f6824ce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5a165e7cf42a4" /><Relationship Type="http://schemas.openxmlformats.org/officeDocument/2006/relationships/notesSlide" Target="/ppt/notesSlides/notesSlide25.xml" Id="R8971bddccb2c445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b679764fb428c" /><Relationship Type="http://schemas.openxmlformats.org/officeDocument/2006/relationships/notesSlide" Target="/ppt/notesSlides/notesSlide26.xml" Id="R4b1c46944f5e4b8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51a3d16034896" /><Relationship Type="http://schemas.openxmlformats.org/officeDocument/2006/relationships/notesSlide" Target="/ppt/notesSlides/notesSlide27.xml" Id="R466a116b63be4c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71302742b4443" /><Relationship Type="http://schemas.openxmlformats.org/officeDocument/2006/relationships/notesSlide" Target="/ppt/notesSlides/notesSlide28.xml" Id="R46c5ee870fec4b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c839f9bc94007" /><Relationship Type="http://schemas.openxmlformats.org/officeDocument/2006/relationships/notesSlide" Target="/ppt/notesSlides/notesSlide29.xml" Id="R4c6d754acddf4c7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ca801edf4410c" /><Relationship Type="http://schemas.openxmlformats.org/officeDocument/2006/relationships/notesSlide" Target="/ppt/notesSlides/notesSlide30.xml" Id="Rf28fa125914545b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7bd50e96042b1" /><Relationship Type="http://schemas.openxmlformats.org/officeDocument/2006/relationships/notesSlide" Target="/ppt/notesSlides/notesSlide31.xml" Id="R580918b7ade24e3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f28ce425b47f8" /><Relationship Type="http://schemas.openxmlformats.org/officeDocument/2006/relationships/notesSlide" Target="/ppt/notesSlides/notesSlide32.xml" Id="R223411017f5949d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9a89992494ab6" /><Relationship Type="http://schemas.openxmlformats.org/officeDocument/2006/relationships/notesSlide" Target="/ppt/notesSlides/notesSlide33.xml" Id="R5e1cdd70497040b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06acf1cc0435f" /><Relationship Type="http://schemas.openxmlformats.org/officeDocument/2006/relationships/notesSlide" Target="/ppt/notesSlides/notesSlide34.xml" Id="R41558a8c856e4dc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bb8c40b024498" /><Relationship Type="http://schemas.openxmlformats.org/officeDocument/2006/relationships/notesSlide" Target="/ppt/notesSlides/notesSlide35.xml" Id="R5c59090d3c0246b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bd8b8f98545ce" /><Relationship Type="http://schemas.openxmlformats.org/officeDocument/2006/relationships/notesSlide" Target="/ppt/notesSlides/notesSlide36.xml" Id="R24388c01efab4ad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ebd43286b4669" /><Relationship Type="http://schemas.openxmlformats.org/officeDocument/2006/relationships/notesSlide" Target="/ppt/notesSlides/notesSlide37.xml" Id="Rce0f50af4a6a435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652ecfbd5477b" /><Relationship Type="http://schemas.openxmlformats.org/officeDocument/2006/relationships/notesSlide" Target="/ppt/notesSlides/notesSlide38.xml" Id="Rcc23ec1b85274cc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0e8a0e64b447e" /><Relationship Type="http://schemas.openxmlformats.org/officeDocument/2006/relationships/notesSlide" Target="/ppt/notesSlides/notesSlide39.xml" Id="Rbbcf5d91fd5749e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09223cd0a43dd" /><Relationship Type="http://schemas.openxmlformats.org/officeDocument/2006/relationships/notesSlide" Target="/ppt/notesSlides/notesSlide40.xml" Id="R28809adfb7d443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5BC0D-B3D8-46FD-B554-2EA73D9C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2187E-B63A-4797-8E56-E8FD7EC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FE31D-90F5-44F0-8A65-9B13C683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Balake Kannada (Kannada for Usage)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1BKBK109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79C76-C723-4D8F-BF38-0305BF69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001CD-1BA7-4366-AFD1-11657B45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1F9F4-5824-47C4-A89C-3BD6799A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EDE57-932C-4501-B6F4-A13AFBCC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2F6DC-9CD9-4E55-B0BB-40F576E8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E1AC1-9794-4E91-B720-6CF73E7E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C6506-49F5-4698-AEED-ABB3096D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8041C-14F8-4551-8DF8-AB7E288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D9CAB-112A-483A-8D1E-79FE0E06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E48FE-B9F5-40C0-9B5B-1884306B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296170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6A82A-64BC-4840-B5C9-CF718D49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B48D0-AD53-45C1-A79D-72877FBD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9A9FD-95A4-4CDB-9DB6-64262CFB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61B5C-8311-4B0B-82E0-F3EADDDA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1E7ED-934C-4BBF-BD40-73419B26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F858C-6463-4ADA-83F3-FB1031DC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11988-3464-435B-BAF3-4FC5578C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D94C3-692F-4FB0-9324-216D5BE3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A3DB9-945D-4312-BDE7-9A54559A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F3308-12C2-4287-8341-3C289449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351D5-EEC4-462C-AB8F-7231C6E5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17E52-050B-4533-AF42-E72B1BB0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C32B0-F99B-45E1-8597-72E5151D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53A84-9CCB-4BE9-98E2-9A2EDE17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ED91E-0309-4CA2-80BA-DCCC7CEE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549018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E1470-D4FF-4B6B-8807-7A2385A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3E785-0C15-4349-9F54-310631CC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FAA2D-ACF0-4798-8F3A-40C2F032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04C6F-8A8A-4303-8E42-5444DE2C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F84AE-1763-4338-A05B-02BDD14A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8A6A3-4677-4D3A-9197-F3C937D7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66E01-69A7-4DDD-9F54-F939A08C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C0E42-EF03-4985-8576-B2E19D43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4B0B2-3B07-455E-912D-BEF893B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CAC77-E45D-4D5F-B0F9-7F3B6509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DA8AD-DF80-41AB-A257-8AF02F07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5B0DB-47BF-4544-A274-C5A75A3F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ක ಮಪದಗಳ ๸ීඋ ಥბಕ ง ಪಗำ , ๸ඃ๻ ಸ౭ದ ಪ౳ ๔ ౬ಗำ ಮൡ ౨ ๸ී ಧ฿ ಚಕ ක...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A2133-6EBF-4127-B55A-FCCBA134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E6595-AB72-43B8-8CCE-CAC872AB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82686-696B-49B7-B14D-078BDFB2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ಞ ಣ, ಪค෥ ಣ ಮൡ ౨ ವಣბಬಣ౧ เ๕ ಷಣಗำ , ๸ಌ౲ ฿ ಚಕಗำ Qualitative,...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406B7-A31D-47CF-B6BA-CED44068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F1264-73A0-4273-BF98-F3942D08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5C711-C2C2-4EDC-8EFD-10869C7F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PÁgÀPÀ gÀÆ¥ÀUÀ¼ÀÄ ªÀÄvÀÄÛ «¨sÀQÛ ¥ÀævÀåAiÀÄUÀ¼ÀÄ -¸À¥ÀÛ«Ä...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FD30D-DEA3-4DA9-AE25-A72B7500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AD20D-610F-40E1-A8BF-866A3CF4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955442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C0FC8-E783-46B5-8E5D-00C8F658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2ED6C-439F-4BE4-A33A-9D5C42CC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CC4A0-9738-413A-AC10-8C80C9D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09DBA-4F97-4643-845C-ECC9B0BC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4E406-13F3-441C-AC40-5410B8D8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E5753-908F-4FED-99ED-AD8F449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39C71-904E-48BF-8518-6BF1E21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1A0DE-D2CC-4400-882B-0E043B1B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1B8EC-0649-44C3-B4A4-08606A18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4348A-87BA-40B0-BB0B-27B4526D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728BF-465A-4D18-9195-9190420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ක ಮಪದಗಳ ๸ීඋ ಥბಕ ง ಪಗำ , ๸ඃ๻ ಸ౭ದ ಪ౳ ๔ ౬ಗำ ಮൡ ౨ ๸ී ಧ฿ ಚಕ ක....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AEB03-5BB2-449A-BE38-2926A715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3514E-FF2D-46AE-AC68-FAB44574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70F5D-1CB7-4D27-9F35-9CC0571E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ಞ ಣ, ಪค෥ ಣ ಮൡ ౨ ವಣბಬಣ౧ เ๕ ಷಣಗำ , ๸ಌ౲ ฿ ಚಕಗำ Qualitative,....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2B774-3B34-495B-AB69-BE3EF487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231F4-BECF-4DB9-A8D1-7159FAB7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2BEE3-6FC7-4314-A02A-2DF5B0D6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PÁgÀPÀ gÀÆ¥ÀUÀ¼ÀÄ ªÀÄvÀÄÛ «¨sÀQÛ ¥ÀævÀåAiÀÄUÀ¼ÀÄ -¸À¥ÀÛ«Ä...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A95DD-4A6B-4C21-9042-E2731367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99E39-0BDC-4B56-8F37-D095038B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4A78D-E23E-4B3C-B8E7-C310D9A8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253120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91DC1-8387-488A-BF78-111B07C1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6BA45-AF76-4EBB-B5F4-0FE54268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DCEFA-2A21-4323-B6B0-9F5412F4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405D2-4CBF-470D-B3E6-A2881AC2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7775F-4F0D-4F14-9138-BABCD45A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pedagogy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5120D-7C94-4DD0-912E-EB1FC926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Possessive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003A9-C4AF-4967-AD77-43CE71E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83015-7C00-425B-A74E-FB66CB03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nouns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B7D5B-DC8F-4BFF-8158-CBF258FB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dubitive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63E1E-BCCD-4A13-92D4-5F2080D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1666C-4765-43A7-89F8-4E239BD5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Relative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48250-CC6F-4DB9-836E-40E89B75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Qualitative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6EA59-8C81-4965-923A-DDBFE2AD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Quantitative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73800-CF30-45FE-93B8-99BC41FC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Colour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18B76-1AE7-426F-B334-55F20753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A7A26-5683-422B-A709-10AB71E3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146734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29370-786C-40E2-8565-F52CC43A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98584-E481-449C-95A7-1CF458D8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5B7B5-FAAD-42D7-BE90-FFDE7370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495E5-33D4-4B5F-AC0D-36271096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45F5D-60AD-4403-93E7-3D1786A6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18682-E26F-4232-8BFA-2604BAA3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(03 hours of pedagogy) 1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52940-6BAD-41B4-9A41-E5B3B838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ED397-61AD-4C4E-9E9E-A1509ED8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669D8-BE2A-4089-9A0C-6E897436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07846-F645-4795-B2E7-5AE55A8B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2AD8C-9C30-4A84-8AD4-7D06246D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DC17C-7AB3-4390-9AFC-78935BBD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738BD-7094-42F5-A0D3-77ADDE81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BE2CE-870C-4BBD-878E-DF3F420E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94C0C-A83F-410C-B591-29340E21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BB0C9-778F-48C0-9ECE-C26D2894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58216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D56CD-EE6D-4D48-A349-56CA3416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92670-25E8-4392-8865-DA5048C8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E2175-1A2E-4E2C-8FDA-FDCC8CB5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152F4-2685-4EE0-BE33-DA8C8152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9E0D7-7E2B-476E-8BF4-11299B1F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E99DE-B6FC-4E1B-87E3-D6071F32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82F51-285E-4325-A09A-EF9A0CEA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27D67-916C-40AC-A033-2DE6C102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EE0EC-2AAE-4104-9B58-7B21B6C8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(03 hours of pedag...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9FDF1-7DED-4228-8FD4-DAC0E4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24C0F-54DD-44C1-A7B5-4F17408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A3345-CE84-4A91-983C-8AC01135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(03 hours of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23188-5C92-4001-86A7-3AFB23BE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251D6-CEEB-4738-97C2-C7311C5B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20AA1-036A-49B1-93CC-3C50CA4A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(03 hours of pedag...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BB3B9-89ED-4CC0-B289-BC26DBBD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B0F6C-1DF2-45D8-840D-F9881CB7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DB9CF-1DF1-46F6-BE9D-8565D91F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(03 hours of peda...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1696E-AFF8-4713-8980-C4FAD53B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57862-DAA2-4FE8-B214-033E4F04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EA510-9635-459D-88C9-A7844CC4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(03 hours of pe...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533B2-A90D-4F68-8948-32016946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18EF5-974E-45EF-B4F4-07CF330B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251160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4036F-710E-425E-A2B4-1C52B0AD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40959-A38B-4171-8FAA-0426DB03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5028E-1C70-4B06-8109-9093D233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4485C-DE73-473E-93CE-C5E9DC97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E7B1C-0F74-429F-89E7-B744D906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187D1-F1AD-41F6-B94D-D284B51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911EA-0BB5-45F9-84F5-D56247EA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58416-A487-448D-B216-3E437A7A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11D8C-ECF8-46C7-A169-869320C2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A222B-B26B-4539-B66A-B3B97657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DB9CE-A019-4A6E-B4E1-811B20A6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F213A-0852-46A9-AB9F-2DE3436C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2D25A-C0A7-4F29-9413-8D985861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4F6A7-2D7E-4924-A859-0EE5F0A4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0093E-27B4-45E7-BCE9-8DB57D92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0075486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B25AB-BB43-4B74-8CA8-54F415BF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B18D2-6C68-4EEF-9EF2-9299B051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CFD32-6592-410D-963D-D343CE77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162A5-E1E0-469B-9E68-63EC577D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1E0A4-01F4-4EDB-957F-D9E1D00B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C11F5-8E7D-4613-88C6-72F126BA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(03 hours of pedagogy) 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46DAD-F823-48CA-93B1-D7D5C23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CF0C1-AA42-4EB5-8D68-EAA229D5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98D60-EC96-4CEC-BC1E-A8039DCA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CC5CD-243F-4FAF-BE1E-87172466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FE6B1-9B17-46F9-A9DA-F91F9946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241474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29D52-0027-4A87-ADDA-A1F9DC8A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6299D-F093-4A73-B295-2AF717A0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B22DC-DB49-4346-90FF-CEF9F48B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E0FE0-2F16-4346-AD8D-92A97C6F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93966-B95F-4264-88A7-27080424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ක ಮಪದಗಳ ๸ීඋ ಥბಕ ง ಪಗำ , ๸ඃ๻ ಸ౭ದ ಪ౳ ๔ ౬ಗำ ಮൡ ౨ ๸ී ಧ฿ ಚಕ ක ಮಪದಗำ - Possessive forms of nouns, dubitive question 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F2173-E3EF-44F9-ADB6-84F81E28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ක ಮಪದಗಳ ๸ීඋ ಥბಕ ง ಪಗำ , ๸ඃ๻ ಸ౭ದ ಪ౳ ๔ ౬ಗำ...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02E0E-87FC-47F2-AF2E-05DDC7AE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B863E-8FFD-42BC-9518-EBD6AECC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9411C-7519-491A-970B-5F87EF51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0DEDB-9335-4786-A2FE-EBAC4495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AAEBE-0447-49BC-92F2-26C6C85E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71402-25E2-4D05-A7BA-D8CCE928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35895-A35C-4A39-8481-486DC086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A5C0E-3E37-4168-9E0E-382D6499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76817-583B-435D-93E4-67F2DC9F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7A418-F829-4960-B6F3-E11D9F06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41674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F2E02-07D3-4694-8A01-F1D38460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463DC-AEA9-46B2-9A85-EEC34938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C57FE-4D7E-4CF2-9B96-2DD6A0CF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8C30C-58A0-49DC-915E-0C4BB5E8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B5D0C-D240-43AC-ABE0-B04BCFC4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FAD99-4ECD-4AA5-A5EB-EC65C5FE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02373-19FB-4A9C-9440-8E041347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6BE99-16EC-4117-B9AE-9277E5F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7C98E-3234-496F-A1B9-DD98C039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ක ಮಪದಗಳ ๸ීඋ ಥბಕ ง...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B0F72-3F56-40D8-8F41-AEDC6909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6CD5C-BEFA-4C99-9EC5-401364DB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29C1D-BB6A-4F1B-B3AE-0DCB3AD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ක ಮಪದಗಳ ๸ීඋ ಥბ...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CA09E-F653-40FB-85CC-68DD4257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3759E-8256-4FD8-95AC-D3A5AC5E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3A24A-A931-4953-A60E-15A53A9A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ක ಮಪದಗಳ ๸ීඋ ಥბಕ ง...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6A71E-5111-4803-8997-C4BBAABF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972C8-EE48-4287-9BB8-EC6C0232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0462C-E378-4DAE-A46B-524C9E5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ක ಮಪದಗಳ ๸ීඋ ಥბಕ ง...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A9DF4-ACF1-46F6-BB31-6AE7ED19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7FB57-500C-45AE-AA6D-045E613E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6D0D3-2A09-4E94-A72B-96AB8356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ක ಮಪದಗಳ ๸ීඋ ಥბಕ...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E493E-B75E-4103-AAA3-541D2669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D1284-C1EE-4CBA-970B-7EB66397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1051787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F7608-2917-44C5-8A85-C2675DB8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189F6-8EF8-42AE-98C4-D9FF24E5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CADB6-1A64-4652-B721-90DA4CED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6DACD-6C31-4578-8264-AF2FE0E3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3AFFA-B8B1-4530-9C81-1E4938FF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3F7FA-6545-41D9-A08D-B4BF1E58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7B69E-27C6-4CB7-AB8E-BDB540E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5A77E-B0D0-4741-A06C-D9023263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86086-215E-4EFA-A3D6-87299AF7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D73CF-5AF9-4B33-B665-7D632D4A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C7250-9037-4B7B-BD35-B722035D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85947-7A08-44C6-B9F9-359BBE3B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DDF79-A12D-41AB-A976-BAD39266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E9D87-8530-4EF1-8054-56E29764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CFFAC-F9B9-482E-98E4-5D3C9F43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336378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A5C95-C2FE-4148-81CB-2FB76E15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D8EE3-4655-446D-8608-7462A90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706E0-7975-46F3-AA67-406EA874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25DBF-58B6-44F9-B5DA-699C3596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F03C5-4926-4905-877C-5659D003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22FAE-D96F-4A71-ACF6-2D8E384C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ක ಮಪದಗಳ ๸ීඋ ಥბಕ ง ಪಗำ , ๸ඃ๻ ಸ౭ದ ಪ౳ ๔ ౬ಗำ ಮൡ ౨ ๸ී ಧ฿ ಚಕ ක...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B25E7-DD5C-4CEA-A7F3-C419926A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BC4DB-32C9-4033-A3B8-6A112242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A8763-CDD3-4FA3-87F7-7B2D77DE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D95F5-0384-4A35-B542-01D46592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D2B26-4E47-4BB2-9F7D-D74E9138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337040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1790A-7C6D-4A77-A21C-C06F40DF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AB799-551D-4AE4-BFB6-6E24BF2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EA5FC-7AC5-4A0F-823E-3ECCD399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E50DC-4C56-4144-B728-4E92EEA9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AC6D9-8591-4BB3-B260-6486B435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ಞ ಣ, ಪค෥ ಣ ಮൡ ౨ ವಣბಬಣ౧ เ๕ ಷಣಗำ , ๸ಌ౲ ฿ ಚಕಗำ Qualitative, Quantitative and Colour Adjectives, Numerals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4495A-9803-405C-A1F1-0F9BF4D5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ಞ ಣ, ಪค෥ ಣ ಮൡ ౨ ವಣბಬಣ౧ เ๕ ಷಣಗำ , ๸ಌ౲ ฿ ಚಕ...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9C63F-DE25-42E1-93B9-4CAD69FC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27BA0-5CB3-4855-9CDE-705F82DC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EA043-89FD-42A5-963D-0C7D3B97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3AE1E-F039-4D9D-B66F-6F805106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54A88-A7B2-4255-8BB7-8E32D022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E930E-0A4D-4EA1-9009-0952D289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F3D3F-E605-4BD8-B640-3FD5140F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D9F80-DF61-4561-9D7F-CA0FFB7D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8EED2-F9CF-406D-9DD0-9F160595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9D17D-FAAC-44DA-86C6-710683E2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898482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14B9E-D94F-467E-8964-DF0D85AA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A3E39-9FFB-403A-87FC-0014B056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1C256-D0E6-41CE-87F2-4A2B88AB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819B1-CCA2-47A0-95A7-2DDE42C1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A8D57-97C7-430B-A555-E6141B5F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B559A-1BF9-442E-B1B8-486C999C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EDB4D-D898-4658-B572-FF3D3452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0ECDA-053F-4880-A073-DCFFB017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FB8E8-C22A-4703-A24A-704773E9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ಞ ಣ, ಪค෥ ಣ ಮൡ ౨ ವಣ...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3CFBE-D808-44BD-A16D-28331EA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B7DB9-9AD1-418E-BED1-B72A0D00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D4E80-40A6-4EB2-84ED-CC81FDF2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ಞ ಣ, ಪค෥ ಣ ಮൡ...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A6650-04A0-4B45-95EA-4E23CD63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602D3-6DC6-44D3-B14D-5B983850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D9AF0-0E87-47E0-BA85-212B1093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ಞ ಣ, ಪค෥ ಣ ಮൡ ౨ ವಣ...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30EEC-145C-4D97-9F30-3E809EB1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AC303-9C92-4805-AF27-FD5523CC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B14AD-0E09-47C3-87B3-0F45AD00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ಞ ಣ, ಪค෥ ಣ ಮൡ ౨ ವ...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73AB3-83CA-4187-A9E8-5B7C063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ED679-1E25-4797-A9A8-445A30DC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DDD0B-0A41-4533-B575-DEE33D44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ಞ ಣ, ಪค෥ ಣ ಮൡ ౨...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9A8DC-60C6-4C95-80F7-CC8E607A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3103C-50A2-4F72-8D95-839D14DE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3379224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D9F56-1731-4BD7-A8AB-CAFBBFD8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00D18-0360-481F-A025-BA7C85BF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324B3-91D6-4042-B02E-A39F0A50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BB8D7-4511-44AE-B6AE-D2A85653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CA3D9-47ED-44AB-86AB-04BCB631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893A6-6CA9-4912-B856-8B23CDAD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ED2EE-E945-42CD-ABF9-8636904D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1F184-B495-478A-9437-65B79B2F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5AD9F-5383-42DB-8097-95726A9A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69C67-2629-4AF9-88AB-A94DC4BF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95582-842C-4324-B245-8331DED9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CEB32-20B9-4470-89E2-6B89356B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B7655-AE2A-40F5-BD30-F772E440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F9AB3-1CA3-4C9F-A88D-F9DAD36B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5B9FE-5C86-4A8E-9ACE-AE693288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208766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9029E-E4DA-4CFE-A445-2861C25C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EB829-58A2-418D-8F38-7C8B59C0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2702E-551C-4986-9B44-030181CC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EE4D7-1B97-4B04-9497-1AE54035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00227-05DA-4439-9D16-65C56DCF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52EC8-715F-4427-9768-B92481A7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ಞ ಣ, ಪค෥ ಣ ಮൡ ౨ ವಣბಬಣ౧ เ๕ ಷಣಗำ , ๸ಌ౲ ฿ ಚಕಗำ Qualitative,...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2D692-ADEE-41E7-8634-48CB83B1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3521A-1C9F-4D9B-BF42-B473E8E0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007A1-AC7A-4D7F-9C8D-0726A1AC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5C37E-AF8B-4302-99CD-47598F0E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4CF4E-CBBC-44E7-8541-84510A12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860238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6E8F6-4602-432D-800C-C13C7093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91729-6AE4-44F7-9AF6-8B7B6E82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7A19C-FD1A-41D1-BA0A-487226A7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B55B0-19D8-4CE4-98CA-D754474C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2CF02-30EB-40C2-9834-F2E64181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PÁgÀPÀ gÀÆ¥ÀUÀ¼ÀÄ ªÀÄvÀÄÛ «¨sÀQÛ ¥ÀævÀåAiÀÄUÀ¼ÀÄ -¸À¥ÀÛ«Ä «¨sÀQÛ ¥ÀævÀåAiÀÄ - (D, CzÀÄ, CªÀÅ, C°è) -Predictive...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BDEF7-E23F-4A09-8060-E58E8B78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PÁgÀPÀ gÀÆ¥ÀUÀ¼ÀÄ ªÀÄvÀÄÛ «¨sÀQÛ ¥ÀævÀåAi...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E4D8F-2198-4AF4-9663-E27C1DB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BBE07-E5FD-4D27-9C1D-C97551B6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A0748-E6FE-4A53-BFCF-65EA2BD0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D7EAF-B9C6-4985-BBFC-CF313102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78CEE-A0FB-4FA8-A281-8959198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5D1E9-66E0-41AD-BFC1-0CF8709F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0D4F0-3AD5-4902-8C40-0E6589F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00CD8-D67E-4388-B33F-280557B2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293A9-C3CD-4F11-B4F6-118F3588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95629-454F-4C5F-8F27-85ACC93B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551971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9C2BB-33F4-47A1-A667-1B326D51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3181F-784F-415C-B481-56909181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452E4-6FE4-476D-AE65-59130B3F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568F9-D775-45DB-AF67-48205506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DBF41-F1E6-4953-BCBF-AD0CF72B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91E80-A124-480A-B3BD-DC75B65E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D0893-80CE-416C-9D41-4FB365FC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D121A-5EF8-45A3-BA2A-F22B5C3A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1111F-9FA9-4C37-9017-53272A1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PÁgÀPÀ gÀÆ¥ÀUÀ¼ÀÄ...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1B6BD-C3BF-49EE-A08A-63A8B9FD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D9921-85F0-4A22-84EA-D1702B22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441E6-D1D3-46B1-B257-3FBBEC33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PÁgÀPÀ gÀÆ¥ÀUÀ...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F84DF-5647-4B2B-A3D6-BA0F8FB4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13517-764E-4D69-8C91-D978E770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909C9-37A1-4368-BC84-9026309A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PÁgÀPÀ gÀÆ¥ÀUÀ¼ÀÄ...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5B51C-EEF8-4A65-BDCD-C08A933E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2AA49-93A9-4D1E-9DDD-9E370D43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2DBAE-6552-4602-9BA1-0BAAE41E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PÁgÀPÀ gÀÆ¥ÀUÀ¼ÀÄ...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C70F2-BCBD-4A82-BA27-CBBD59C2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8811E-42BC-4582-A559-6A5F65B8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E486B-188F-4DCB-8902-2FCBA80E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PÁgÀPÀ gÀÆ¥ÀUÀ¼...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3C1A9-A7A5-4936-AF14-59B4C24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DBCFD-945C-42F9-B54A-409B455D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089679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95FB6-52FD-478D-968F-42DFC49A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DB00F-75AC-48AC-8314-4C509B23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BE7C8-23FB-4100-BE31-10183DE7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216A9-2FBC-49F9-803C-0B499E56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368F3-4581-458A-B355-670AFB70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E193A-3D3C-466E-96B5-107D4BAE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035FB-C5D9-473F-A592-6C1660C5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4A151-04F0-4EC1-B386-8E38E7FC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07E9C-D638-452E-9852-4D6CCC30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D9BF2-2AD8-42F2-B373-48881952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66084-FC50-4BA3-8902-49E45DEF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A1D90-2DFD-4931-A694-7C28A9F3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DAB3C-795E-44B1-A300-971FBF5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0BC0D-6450-4241-B0E5-8BED418E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A1424-C13B-416F-B383-1DFEE147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7758363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EFD87-D651-4B7C-8424-9D3246D0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6D3DF-A979-41E5-B276-5D4EA423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CC611-086A-4F55-BDEF-E93909C9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3F07F-C332-4A55-8F0A-6D3BAD8A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4BB1B-10CE-4E3C-B127-B9A3D18F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D4740-3D5D-4DB5-8CBA-73FA29D9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PÁgÀPÀ gÀÆ¥ÀUÀ¼ÀÄ ªÀÄvÀÄÛ «¨sÀQÛ ¥ÀævÀåAiÀÄUÀ¼ÀÄ -¸À¥ÀÛ«Ä...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18C77-DBE8-4179-A3B3-7BC0C19D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EFCB5-3B9D-459F-819B-58CB0B86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E62BA-0D82-4550-AAE1-17DA186F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3C7C8-1CA1-410F-AC4C-F6BC79A0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E62B5-88ED-4182-9B5E-BCCB5E4C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117765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802FE-5690-431E-B0BF-852525C6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4432D-DCF0-413A-BCB1-F6D9328E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340B8-11C5-49CF-A6A9-583266C0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1D949-BC37-4317-9CE8-547FE844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EC924-83A5-4B9F-8B26-82D1CFE6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0047A-A5D5-4881-A82C-8DFE6568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411457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FBC44-4CB9-4896-9358-9C049186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C5320-C3AD-4AF2-ACDF-30627720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C92EC-40F9-4664-97EB-9FE38725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8D119-2889-4334-A400-A03AAC25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6E93B-E776-4EBC-9163-8ABAD8C7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Possessive: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nouns: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dubitive: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11721-C449-40F1-BC02-593B103E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244425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E1A3A-5DE5-402C-BC44-1CEE28DC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8B4A3-DEC9-4619-871C-08E2532B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8D42E-290E-4ED6-AAC8-E4308188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138D9-8994-479A-B806-3014F6A4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9CC90-6E21-4284-95E7-DAEFCB1F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9012C-B9DE-48CB-A550-4F580CC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1471091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BF4C3-EA7D-401E-BE95-A997DE0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72B1E-3A66-4BBA-844A-49D68E17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D24EC-2B49-459C-BD7F-77E8C666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98A5B-DE66-45D4-BC0E-A92ECDE5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D4830-AA0F-4265-AB5B-373A4365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7FB7F-2ABA-417E-B406-5F9DC116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639245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99859-0855-4B2B-8097-781DC669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A5C4B-C83C-4A35-B642-44B8914C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6317E-7120-4723-8F74-02790505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A3040-0A1E-4F6E-B28E-A82A6100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A2414-954F-4502-977B-BB4C05D5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(03 hours of pedagogy) 1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ක ಮಪದಗಳ ๸ීඋ ಥბಕ ง ಪಗำ , ๸ඃ๻ ಸ౭ದ ಪ౳ ๔ ౬ಗำ ಮൡ ౨ ๸ී ಧ฿ ಚಕ ක ಮಪದಗำ - Posses...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ಞ ಣ, ಪค෥ ಣ ಮൡ ౨ ವಣბಬಣ౧ เ๕ ಷಣಗำ , ๸ಌ౲ ฿ ಚಕಗำ Qualitative, Quantitative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PÁgÀPÀ gÀÆ¥ÀUÀ¼ÀÄ ªÀÄvÀÄÛ «¨sÀQÛ ¥ÀævÀåAiÀÄUÀ¼ÀÄ -¸À¥ÀÛ«Ä «¨sÀQÛ ¥ÀævÀå...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ED79E-360D-4C0A-9B54-714F3642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EFC4B-10C4-4681-83DC-9DD6CE2A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408DF-F974-42EC-B28E-EADC8012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3636993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59D3F-1472-4AA4-AA72-DEA2F0BA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79A5B-A7AE-4CC6-AB89-7139E350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ක ಮಪದಗಳ ๸ීඋ ಥბಕ ง ಪಗำ , ๸ඃ๻ ಸ౭ದ ಪ౳ ๔ ౬ಗำ ಮൡ...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F0310-76EC-434A-BD46-CC451E08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3356E-4EBE-491E-98D6-6687D670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D935D-C8F4-402E-9A00-11950FBF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3E348-D735-4621-8B93-8AC55CC0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846B4-85B1-422E-8B61-FD18746F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F95AF-4850-4D9C-9E8F-13C3681B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FB5DE-898A-456D-A8B1-06701AD3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60566-F5A1-44C4-9C9E-B1B095D0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70E78-9192-4CB5-AC79-E3AE1CB3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CAB76-7086-4131-8FE8-7FBA49F9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61356-30DA-4545-9CDF-BC53D0B9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C7439-FB08-48F3-8A7F-1F227D93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25782-EC7C-4032-AA38-DF99918B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E1513-C984-4196-9663-749D353B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86387-E749-4B2B-9631-9EEA5327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A1AE0-2B98-4207-B512-98932EBB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E2E78-D817-42B5-B480-0402AB75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489436-E103-4A20-951F-23F70643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AA4A6-06DD-4348-8025-1B04354D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29544-A8D5-4C8D-BAD5-83741CFD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F9DD5-0070-474C-9956-FBEEF2B4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C64D8-DFB9-4384-B503-C8ED1D48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273B3C-2D8E-434D-8BA8-9F4F1F2B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40D9A-A7FF-44CE-82AB-2476405A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8722F3-36C0-403D-8E23-DD2278A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84416-7446-4D0A-8B78-16F7FDD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2C64E-81FC-4C82-AD6D-0ADEF4CC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CB40C0-5BEB-4128-AF8E-54E4FA7B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34FC9F-01A5-4876-9C6E-636C6092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F4E491-6088-4E78-8DB2-96FA8C8D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0844552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F6BCFB-7EB8-44C9-967C-350DFEBC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DB045-8493-42BE-9098-345C0506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ಞ ಣ, ಪค෥ ಣ ಮൡ ౨ ವಣბಬಣ౧ เ๕ ಷಣಗำ , ๸ಌ౲ ฿ ಚಕಗำ...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2DBFA-E331-4A7D-A45C-E8D6549B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F37E4-305A-434C-90FE-000D5F28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1A9CB-5CBD-4403-A5BA-9218CC0D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4B041-9FBB-4267-90D8-F207FE14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6AB7F-BE25-4361-8378-1AAEBD1E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6B49C-6D0B-4BC0-B34A-BCECFAC4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A651D-2B2B-4F7F-A6B6-AE63C588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F8374-A2AA-4B83-B7BB-E1220B6A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87C19-891A-49EE-8402-A069B33F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04CEE-D7E6-4616-B9BD-71290CCA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26C77-6366-4AAB-97A3-0129AC4F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60FDE-17B1-4555-A03A-5EEDB1F6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05992-411A-4F86-9417-3E7C6FAD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C03EB-4D2A-45DC-80CD-094F14EC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EF4E2-30FB-4757-8B39-DA129BA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538F1-B70B-4781-8D84-4C40295C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EFB22-9878-43BD-B79D-058CD1B0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82258-A931-4A6D-B017-A2F504C4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1AB48-2732-4DBF-81C0-63398D66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8ECE8-99BC-4381-A310-96E7FD93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68463-02F3-4AEA-85D9-D08FFFC6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74B58-CF37-43D0-A685-FAE2EC7F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FCE8A-03DC-4F2C-8ADB-D75D2039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D5D4B7-E615-4F55-B015-DE7A12C9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2EF1AE-6205-42B7-AA15-8D6EE681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8124D9-612B-44BF-9B9A-359835D7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356FF9-2199-489B-A6F2-2FF99228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A1EDB-B30D-4F82-830D-F6A3F11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FC5EDF-1D59-47F7-9180-4AE29EB8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71275F-F70D-4EC5-A242-4676FDC1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350400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D56692-D2D5-4BF0-B209-080B1730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0800A-41F3-46F8-BD7D-D098C87D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PÁgÀPÀ gÀÆ¥ÀUÀ¼ÀÄ ªÀÄvÀÄÛ «¨sÀQÛ ¥ÀævÀåAiÀÄ...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E1CA3-F320-48E7-A697-54AFA232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25293-34F1-4088-B013-8A8A78AD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76855-561E-4D58-BABD-6D2573AE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B0BC4-ACA5-4B2C-9523-827A5090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2296E-C23A-429D-810F-37CF6B91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769D7-685F-4694-86B3-48640FC8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1F1E0-0204-4480-A494-54C405BC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AB102-32C0-4D93-B81A-5A722373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35CBA-4261-4232-B55B-CF620FCC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D2B14-7979-49C9-B271-079764B7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A304E-EEFE-4ABD-B589-DC26F802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13B3C-3441-4742-8CC6-C73F58F8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CA063-5A43-48BB-B83E-DCD9159F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69A9C-B697-4177-BC4B-4130796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49E40-02E6-4225-9D87-538E73EE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F7EF4-5D99-4B84-BA8A-D74243D7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80A94-7F65-4913-B2C8-9445DD4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D942F-8535-49CD-A12C-402086B8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2CD35-44E6-425C-8920-48DB0654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C0E44-1828-4023-B09E-35A25498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528EB-4511-43FF-AF52-244893A7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D9CD9-A662-454E-88A9-3CBF2014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A9E54-A933-44EE-B3DA-C1C57DE5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2022C-AB75-45D5-B272-EEBD9E23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2593C-D492-4AE6-85F0-D23340F6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1232EE-CFA3-425B-95C3-517C7EBF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EA46F0-A5DE-4B2B-AFA5-E2AC7857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993BAA-B39E-4719-AEAF-0BB2FA48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6AEFC7-3BEB-4312-8C58-CE6F8548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3B11F3-827D-4338-A556-5E84391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8185435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04229-1645-4639-8414-D793F1CB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90DC6-E47F-4326-8582-9C6D57F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60595-E920-483F-8AEB-7DBEAE7D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F880F-767E-4735-95D6-FF7D81B0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23FA4-5989-412E-995F-2FE3F40F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0262C-B240-4447-B15B-5A07AFC5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E0C3E-1F6A-434C-8A6A-5E94FD7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11AEC-12E0-43D0-A1B1-090A42D7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3EAC5-1FF9-4B71-84A8-1F265688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7A761-CBB1-4C5A-96D3-ACBDBD34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75CE5-9213-429C-ACCC-0DF0C855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835F2-2FC8-4F59-BA5B-91B293A8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DB1E9-B726-47F7-BAEF-46A28C53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61BA8-D408-4887-976D-324034D2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11E80-BF97-484A-9D27-B53EA3C2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A47EF-CF18-4893-85A6-B407E53A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34C52-8A31-4BB1-A974-025E13ED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C98C4-3A63-4195-AB66-D6D13B0D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73A93-2A71-4914-B4F7-7FE4816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DC616-4655-4154-868A-9B33EF45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2D5CC-4552-4830-8713-E320C4B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FAD05-509E-4124-997C-03431E69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377A3-A29F-48D0-BC93-32C2057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3C4C1-D327-4A0B-89F3-80666786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7615CF-B612-4B99-B04E-DB0D26C6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BA434-A254-4574-B193-B05C9C4E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A4B0D2-862A-4B28-A6C5-89BA6733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72694-D446-4F4B-9C01-9B502E46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14B364-3740-498D-8EEC-E1F8A08A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2A27E6-4A88-4DBC-8D9C-B41D7573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D8C46-65E8-4A7C-86FB-B9028B85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5714F1-9C06-4B42-B44C-F5945B12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5083975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7FF05-53FC-45F9-B097-5B72A242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A8AB5-FCDA-403A-8268-7B0DE7A4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ක ಮಪದಗಳ ๸ීඋ ಥბಕ ง ಪಗำ , ๸ඃ๻ ಸ౭ದ ಪ౳ ๔ ౬ಗำ ಮൡ...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F2360-93B0-44E7-A362-601F8CB8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4283D-B590-4E1E-BC29-E0B9BECD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E5F57-678A-48D7-B547-12DF5AD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C1F6E-A1D6-42E6-8EAD-921526F0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95574-A3F0-4BD2-A8F6-8B0AB85A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87923-8894-4A63-8348-7B57253E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8900E-0BC4-4179-99FE-5ED46713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87B46-5E3B-4C49-BF0C-D90DC3F3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D7B37-8E6B-442D-8631-A167F8DB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DA1C9-7E7B-45DC-BA87-A51A014C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91EB4-36ED-4690-858B-A068B074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94435-1D11-4104-9775-3CB37AE3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EBFF8-C2EF-426C-B8D2-00C68C60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FDB58-C34D-41F0-80CB-6C68A62B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1D50C-117E-4ADF-A4A0-E3DB1F4E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6EBD1-E924-4979-8C2F-5674B6E6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32D75-5B33-45FE-A0FA-4019D20B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95214-EC4A-46DB-A102-BAD08D7D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5D879-706D-41C9-B0FB-9533423C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50B35-D4C2-479C-8193-B73CD2CA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CBB009-A1E4-4DB6-8CE9-51207CA3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6A094-520D-4A3D-B6A6-EBD0A123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A2A8D-54EA-4FDD-AE76-656AC9D4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FB2D98-1CF7-480A-8AE3-EE27548C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967F7-BC69-4D89-8950-1F267199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862A8E-AF79-4840-B22D-950417AD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CA2843-28A8-413B-A106-3223B5A1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DFF7D-9F8E-4918-9483-A61E8BBF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6A0BF5-6841-426D-ACDD-AC884F4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474C25-B3F3-4E53-8DC9-8B12D164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8869394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14D3C8-E859-4311-9E24-205D86CA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EF034-C300-4909-B03F-E8988610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ಞ ಣ, ಪค෥ ಣ ಮൡ ౨ ವಣბಬಣ౧ เ๕ ಷಣಗำ , ๸ಌ౲ ฿ ಚಕಗำ...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1AA0E-E8B7-414A-B388-EE9F50A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382AD-1CA6-4EE2-A85E-5F4C9B30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9A5A7-7918-46B3-A978-41CF83FB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90349-4BA8-47E0-A9AA-F0358178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5D1DC-BCD8-4134-B52F-1A3ADBA5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2BD22-47B5-4962-AEE2-F1DFA3B1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F8EFB-FADD-4494-A123-83EA146E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97599-4B2D-485C-B325-1DA0624E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C43AB-37B3-483D-98F7-E2A3EA83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77E08-201E-4A34-BBD9-E699745C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FEBBD-201E-49C8-A463-E89332D1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425B7-62E7-441B-869D-910026D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CAC63-9848-4D0A-BA31-FE05BD46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D1FB4-9FF2-403A-BF58-A5CC2020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C3EE4-8340-489E-BFE1-9A707DAF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197A9-A426-41D5-8EC2-65510FB7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FFD17-CC50-4EDE-9C81-088723FA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F034B-9D35-499F-A54C-8B01EB5F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0974A-5B9F-4663-A96E-E4AC1549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CD82A-EA0A-4713-9E11-58CD95A9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718D2-5317-4A0B-8884-BEA860C9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B9654-8152-4628-84C9-B14181B9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F631B-5A06-483A-89D0-256B84F7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50784B-43FB-4E4C-8C7F-8F4FDD0D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C8957B-B01F-4AB0-8DF0-613DA2C2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936CD-0726-4074-A8B3-9C208C76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E3BAE-DD87-43BB-9CD9-EC14C55E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7804F7-3067-476D-8382-B94FDA46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8783E-C1D1-4DEA-9F35-850DBF20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83E656-7399-4385-8896-A9569694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07980565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51504E-3AC7-4164-BA74-DBE36EC6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C27E2-FB9F-425C-BACF-B751092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PÁgÀPÀ gÀÆ¥ÀUÀ¼ÀÄ ªÀÄvÀÄÛ «¨sÀQÛ ¥ÀævÀåAiÀÄ...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982D6-2E2D-4BA9-A328-6ED0DB3D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BBFE5-3F5C-4E9E-80FD-6A569C55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54799-0DCE-4261-AE80-30970A29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B2731-5106-4766-8738-A75B1701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0D963-9D0B-4289-BEA3-A062C897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32EFA-BA27-4669-A95D-D7DB646F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4943F-9B1C-4EBB-BF59-27102668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C80DE-65C5-4F4A-A06C-CCB36646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56A56-2530-400D-B9C7-B29BE985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63400-DAAB-41C9-A51D-A6692126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502E1-3B07-4342-95F1-9D2D14E7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429B2-98CE-4B0E-9ADE-CB000B07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498B6-3582-491F-B7EE-3E36EF57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69779-0A20-4AA0-9B8B-9F35E0A6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61654-8607-485E-8F4F-F4996AEB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038E2-DEE8-4E18-A97B-03C1977D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8948E-05DA-43E7-8961-2A2BD1DE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F9287-23EA-4863-8A34-82D08B1E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D5FEC-350A-4FA1-9DFF-FA29FC84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CC6F2-2366-4C7F-81B5-C93ACC5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EFEEA-AA9F-439F-81FD-C184C87D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0ED7E8-4378-4112-BBCB-412E993D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F1F24-E5F9-47E0-A352-9CC43947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6E483-A728-481B-B934-51048425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CB84B2-529E-4DE2-890F-989510DC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C4648-9020-4B56-8B8A-1ED788B3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4BB0C7-823D-492E-B637-6CE9BA6D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4BAD6D-DE46-4081-B802-3DC391AB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1263CA-211C-4A4A-B688-663A33A9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220C18-BAE4-40A5-9192-7F0F556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83536914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E59F6-956D-4F2C-BA9A-2560565B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E1BE7-F78F-490D-A067-F62EC73B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D694E-B9FF-4FD7-ADB8-49BA8A93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360C0-0D18-4103-BFF7-F5AAB472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5F822-4F99-46F9-863A-3753C62E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5F099-3DF7-4583-85B7-FB56A259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5FAD3-73D4-4921-A036-C305BFD9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3C5CF-E133-433A-9029-D70934BD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A3B0D-C99A-4ED0-A7FC-4F2F2E2C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1FC57-8604-4A4A-999A-27979614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4C145-CCAA-4F7F-952F-539215FD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C4EE0-1D1D-4973-8D4E-5BEE84F7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657CF-67B3-4438-B73C-94CEC400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58B95-F727-4A09-BC1F-6FE0381B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260D7-5FC4-4C57-8996-854D6E80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4A69F-DF88-4CCE-B2CB-BCCF8EB9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C0A77-C133-48D9-B987-C0FE2D3B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E5411-A5B5-4DCB-9ED9-F137267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090EB-B05B-480C-994F-ADF60BA1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88272-F1FA-4B8D-A6B7-84E4CB8B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95664-4CF4-4DDB-A8F5-771219BC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E2924-4389-4C6A-8721-22B3E5BD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8236E-0184-485F-B2BE-7208644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248B4-D197-4855-8978-C6607501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11F68-215D-48B1-8E42-B4EAF8EF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7756BC-A54B-4AA3-9296-74D6BEF2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680C8-230D-49C8-A567-3F6D0319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9FE27-A595-4C67-B966-588BF0B1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17464-CDE2-4434-94F4-1BA75B1D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0C2A36-FF48-4112-9D31-A4B61681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073F1E-37F0-4907-AAB1-1643FCB3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C3BE5D-B637-4FE5-9386-A1807FBB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84951770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ED2071-7FEE-432F-A75D-70D3B141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B5EA7-47F2-46EC-B581-26F87708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ක ಮಪದಗಳ ๸ීඋ ಥბಕ ง ಪಗำ , ๸ඃ๻ ಸ౭ದ ಪ౳ ๔ ౬ಗำ ಮൡ...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31F3D-25CE-4039-B413-46C72311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4DA21-9348-41C0-8974-32F3B565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0A3F5-B50C-45B6-87BD-319AAD88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0016A-331B-45D6-AA21-35CD0296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7B7DE-5AD0-4FF1-97F2-7814E3DD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107E1-501A-4104-9A26-AB75DFEF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B0FBE-D360-4927-BBF1-94E750A1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7981D-1577-482C-A8D9-CD38CF4B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8F359-1562-4E5B-9017-DEC066DD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8FEF1-25D1-456E-87EE-B520FE6A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70B63-7F30-4487-AE06-B26548B2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837ED-5C6A-4503-8BBE-18BDB048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C477A-594C-4AC3-90BB-A3D2C75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A85B4-8FAC-4C9F-A521-69E050E3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1C688-13E2-4940-9B8F-CFF45857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58B62-C65D-450C-971E-0146E6A8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9C67B-3808-4D8F-9848-A759BDE7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D698D-AB67-4921-BB2B-D2E28491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637F7-23FB-49AF-858B-7298CFB6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E72F9-33B0-4B3F-9F07-A66EABA2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79159-D652-4423-9A7D-863FBB2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CCF7B-8334-4D25-BD30-751A6D5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E335F-4592-41F3-B517-D1B8E61C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FF533-CC05-44C1-A5B2-1AD54F38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E821F-4B57-4D58-AF4F-CC1BFC88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AD1CA-E140-40A9-8705-674FBB50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1393E-12A3-4F44-AE77-DABFA730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B80C6-01B9-46DC-9273-6EC23603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EF52E-CB6E-4131-80DC-79B2FB36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8A59A9-924A-4D36-960F-5D4224F3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923557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1F37C1-80C0-4BAC-9D32-5B71DAF3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4B102-8128-4AE9-945E-0D6D5231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ಞ ಣ, ಪค෥ ಣ ಮൡ ౨ ವಣბಬಣ౧ เ๕ ಷಣಗำ , ๸ಌ౲ ฿ ಚಕಗำ...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53873-4B8E-47EC-955E-AB5E8232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F09D-F1FB-44E0-8A12-7D26B81A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6E580-2391-4641-A97F-A90240EF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2A3D1-C35C-47EC-A108-7ECFCC9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77C13-A93D-4151-9C4B-E5668B68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8F844-B72F-49F2-817C-A2D178F4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DCAD5-A29A-4E3B-9724-6C1B5FD8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04A79-CF43-4C79-A61D-55D764A6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20F3B-89A8-4D50-9EF2-64501F64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26CF6-0A93-4C43-8B51-50255F01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65449-4FBF-4509-8C70-8699FF78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6CDA7-31A7-41F1-BBE6-7542914B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AA8D3-A1FA-4B3F-A21A-9A8CABE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73AE8-0D1A-469E-B4E7-6FB58E37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461EB-0A61-45BB-B15A-DCA57A96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D4B25-2125-4733-A2BA-FF04F3F6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8DC47-532E-49BB-AA1F-6E551E67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21922-F0B2-4AC3-984A-2CC26805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89CEC-E470-46DF-B5C9-A124CA76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C8BE8-9F08-4A99-B5B3-E18C5ABA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E5A35-7E3D-414E-8169-693E44C2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655C5-A784-4752-9424-4E470D10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B2745-46BB-45DB-B208-B0C06D9F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487FF7-0896-44D7-980D-1B68929E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5CFB21-F6DE-41B9-9674-24C18C03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68C2B-3584-40E4-A7FE-2255B2F3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33C0F6-183C-40E2-BD1C-4DB31110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FDAEB-0431-4AD3-932A-3308DA9D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1149BC-F069-420F-9E5C-8DF07F28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507ECA-6CA5-4EE9-9AAD-F24EB8A8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5079302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3A5AA6-3A40-4B4E-8FAB-4F21CA54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FCE6A-B388-4580-9021-0E6E4A34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PÁgÀPÀ gÀÆ¥ÀUÀ¼ÀÄ ªÀÄvÀÄÛ «¨sÀQÛ ¥ÀævÀåAiÀÄ...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75072-E089-4B2F-BFD6-D29DE57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FA183-DB12-4DB2-8939-7077924A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3266A-D2F2-4CBE-9049-F65CA776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AC1C2-B8C5-4FD9-A258-D29F7629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DD5F0-BE0D-4590-BDC7-A0CFCD3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13061-1B1F-4655-B1A4-CAB23A19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9921F-A048-4B2E-8159-352EDD62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A72A7-1A88-414C-9BFD-4BC05BD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879DF-7C96-48D7-9B35-17F7AF3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9C199-0E3B-42DF-BB05-AC57EAE5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3AAD5-CD4E-4E68-9BE5-D208B8AB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6CCAB-7534-43F7-B02D-E23D76B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B26CF-402B-469A-8D6B-A11A7514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E6E79-F577-4EBB-885A-7E9E1B3D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2A90E-CD9A-43B9-924C-17C0C05A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2FEEC-9B37-48A6-96D3-5E59036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26354-BB7A-43A4-B33A-797E646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E1C8D-5C71-49E3-AA2A-D90C4314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F9AA2-8FBB-4DF5-B6AA-B0CD77E5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89EB3-CFB4-49D1-8EFD-6E4DB690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F7CE7-B9FF-4B51-A8D6-75F8EFFF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1BC5CF-C19F-4B0B-BA40-42A041D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DB11A-5692-4649-8C2B-94EA35BD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EEDDB-8CE0-4D44-A932-5BDB3195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A6BFDE-D90A-4AE5-BD80-30FD4F3C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CFDF4-1612-49B1-86E1-2743F808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024858-2522-4C68-B018-38303A8F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311227-E4CF-48DA-9B5F-D92C81E5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62310A-F60F-41E9-B47E-5F8EF7BA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4A8950-4214-4CA4-A3AF-E8854079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287450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1A9590-C90F-4B1A-B1B9-8FEE294C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ED5E5-5025-4A48-BA46-3BD4C7A8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0D700-4ACB-4FAA-9BFC-918C509F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D8355-F493-4CFC-8D7E-646936CF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C7A56-DECF-418D-927A-22FBAAE1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5E42B-673C-4E3C-B439-D3566187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D04F3-B0AC-4AF8-A91A-A7B3CF34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7F9CF-5F45-4963-B641-DA25863B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BA188-87FC-4777-9C82-6D5CDD2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68A2F-3D7F-45FA-8359-8D728E2C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B3FBE-CA8F-448C-BE12-19FA88C3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F8E1A-B460-4D4F-A738-6761DDE7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3520B-4E74-47BC-ACDE-D81392F1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D0BBB-95DB-4D47-A018-0C5E7C14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636D3-0C70-4A5F-B0FC-44E5539B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FA80E-025F-4612-853A-3A759703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D0F1D-B921-4F7D-84B5-F0297DB2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85568-B58F-483B-97E7-08646ADB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A1788-C04F-4BD7-8BF3-F0AE82F8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300C3-6AE1-4C6E-BD81-9A802686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04B16-B5BD-4ADA-84E9-789B392D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30496-6B33-43F0-B765-4A1D7E3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727F4-B61E-4E0B-A397-9C0E1E40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E6C9D-6AC7-48A5-910D-F3785814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C4ECB-6A61-4B1C-9094-F007A748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79076-E106-4032-90F4-18A01D44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EC7864-1743-45CA-8619-F8CC82C8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962CE-5622-4273-B8BC-0688FF1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288FA5-65EA-4243-A7FC-2D71B96F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046B9-353E-4D2C-8411-5564A142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1897E9-BD1D-45FE-BADE-87498FB5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5013E-4107-420C-9431-6607913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2519366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278489-DA23-4ED5-8D1F-1486F4B2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44440-A599-4445-A37C-C9EE7349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ක ಮಪದಗಳ ๸ීඋ ಥბಕ ง ಪಗำ , ๸ඃ๻ ಸ౭ದ ಪ౳ ๔ ౬ಗำ ಮൡ...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589E4-E88B-4E08-9A23-77A68C23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DB2D8-CB1F-4316-87EC-3407FA94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AA0D2-2B73-4397-AC0A-08A07CE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E18F5-D809-47D4-98A9-3AE9CD25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9953F-CE0D-4D3E-A869-872E8914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184BF-CE7A-49EC-AF57-92217DCF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6F89D-40D9-4CFC-9469-2476E38C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70DBA-1B91-4A41-8C74-93684145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D90C4-6524-4374-8AF2-14A02FDD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BC89E-90FF-479D-98C1-E78AE969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24264-5D74-4631-A5B9-725DB1EC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D5235-A450-4994-BAD3-C1C7478F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0F297-56B2-4780-8F0A-39AE20E8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B0F0F-7B78-4683-85CB-013A4E35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98883-46EC-4026-B519-B865AC16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DAE9F-4957-4505-82D2-8D0017E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A5D5F-3A7D-47D6-A795-F160C5A6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0562D-8BBC-474E-B909-B83E2491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4A1FA-E26B-4914-8D1C-19B48804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55C6B-0DFD-4BC1-87C3-0A8120EF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F763F-D651-496D-8DE5-B0F7A021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94048-2A41-40FB-AC1F-6A01B14F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938096-A4F1-499B-9F72-45AD0748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EBDF3-AEC7-4646-97C2-69FDE377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96C23-3489-4260-B101-12B4B808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1DA0A7-53E4-4FB4-9DB5-1221FB39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39C92-73F3-46A1-91B6-F6D09CD0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8740EF-7235-4D09-9670-12F7B89C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9D8C4E-ABE4-4361-B1F2-5DF4CA32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5C899-3276-4F33-99BD-7CCBE8B8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31736961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61209F-6AA7-440F-B034-212CE5C2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A1DF1-7A89-4232-8236-048E7241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ಞ ಣ, ಪค෥ ಣ ಮൡ ౨ ವಣბಬಣ౧ เ๕ ಷಣಗำ , ๸ಌ౲ ฿ ಚಕಗำ...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C0BB5-C0DC-4DDD-9EE7-AFCAB3E6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5A07B-3AEC-4610-9F4F-3DF434D0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F5226-4508-4F44-BE32-16D422BA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7B9BD-2CA3-4C07-916D-42EE9872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3E0BD-8A7E-425F-B973-9A5D5FE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69858-3798-4444-B468-C725AA0A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DACA1-D517-475E-8F0A-243BA0BC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40060-1476-417D-AEB0-A381172E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BD741-33DA-473A-9741-A29CE7CE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54817-C140-4826-B5EA-E9584D03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82CEF-4936-4AF1-8616-45B3897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34FC9-F1B8-4EA7-912B-DC47B062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BF9AD-FD96-448E-931C-A4EF99FB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4390F-ABF1-438F-A032-BAD8B144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E78EA-D8DA-41CA-BC75-57A83286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568E1-5006-4331-9661-7B130C95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8201F-277C-4C01-BA25-2FF1869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B712D-EA09-4784-9DAF-DC275577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8A1F4-790A-4347-BCA9-35564924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B5A2C-C41B-45DE-87A2-3B674566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A62AED-0E28-4D7D-9641-4635D53D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31F62-B83F-4A3B-AEF2-5C9D93C1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3722F-DABF-48B7-989F-107960BD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2D1E5-20E8-4A38-8196-0206D5CC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B49D9-3C15-42DB-A8EE-081AA9FF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E153C-FD3A-463A-B990-E9BF17BD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D439D6-35E1-4145-8E5E-57C203C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F3BE13-916A-4B65-B35F-EEA5F37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EE707D-7CCC-4C46-8EAB-60C1FC10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52B2F0-7BCB-4ADB-907B-475E45DA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43384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2026-08-24T16:02:53.9070000Z</dcterms:created>
  <dcterms:modified xsi:type="dcterms:W3CDTF">2026-08-24T16:02:53.9070000Z</dcterms:modified>
</coreProperties>
</file>