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c8474d7f81490d" /><Relationship Type="http://schemas.openxmlformats.org/officeDocument/2006/relationships/extended-properties" Target="/docProps/app.xml" Id="Rd41d330c2534413f" /><Relationship Type="http://schemas.openxmlformats.org/officeDocument/2006/relationships/officeDocument" Target="/ppt/presentation.xml" Id="R16a0fa22583a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4525c5fa94b6b"/>
  </p:sldMasterIdLst>
  <p:notesMasterIdLst>
    <p:notesMasterId xmlns:r="http://schemas.openxmlformats.org/officeDocument/2006/relationships" r:id="Rcea9a3936162435b"/>
  </p:notesMasterIdLst>
  <p:sldIdLst>
    <p:sldId xmlns:r="http://schemas.openxmlformats.org/officeDocument/2006/relationships" id="256" r:id="R6b5f397f52434cc2"/>
    <p:sldId xmlns:r="http://schemas.openxmlformats.org/officeDocument/2006/relationships" id="257" r:id="R37dcd70928de482d"/>
    <p:sldId xmlns:r="http://schemas.openxmlformats.org/officeDocument/2006/relationships" id="258" r:id="Rd838d4c6bc504ba1"/>
    <p:sldId xmlns:r="http://schemas.openxmlformats.org/officeDocument/2006/relationships" id="259" r:id="R462ab4bc75be402c"/>
    <p:sldId xmlns:r="http://schemas.openxmlformats.org/officeDocument/2006/relationships" id="260" r:id="Rcf5da897eda44794"/>
    <p:sldId xmlns:r="http://schemas.openxmlformats.org/officeDocument/2006/relationships" id="261" r:id="R7b9d9484d0fc4b1c"/>
    <p:sldId xmlns:r="http://schemas.openxmlformats.org/officeDocument/2006/relationships" id="262" r:id="Redc50e98402445b4"/>
    <p:sldId xmlns:r="http://schemas.openxmlformats.org/officeDocument/2006/relationships" id="263" r:id="R75cd1a99c8e84c43"/>
    <p:sldId xmlns:r="http://schemas.openxmlformats.org/officeDocument/2006/relationships" id="264" r:id="Rf09d847a61144eb3"/>
    <p:sldId xmlns:r="http://schemas.openxmlformats.org/officeDocument/2006/relationships" id="265" r:id="R0403304853f74fcd"/>
    <p:sldId xmlns:r="http://schemas.openxmlformats.org/officeDocument/2006/relationships" id="266" r:id="R6b158b053d74469e"/>
    <p:sldId xmlns:r="http://schemas.openxmlformats.org/officeDocument/2006/relationships" id="267" r:id="Rae6abf25fa884823"/>
    <p:sldId xmlns:r="http://schemas.openxmlformats.org/officeDocument/2006/relationships" id="268" r:id="R4c00afaa3c6c4d78"/>
    <p:sldId xmlns:r="http://schemas.openxmlformats.org/officeDocument/2006/relationships" id="269" r:id="R1c8e6044a1d8419f"/>
    <p:sldId xmlns:r="http://schemas.openxmlformats.org/officeDocument/2006/relationships" id="270" r:id="Re3258d5a2e294772"/>
    <p:sldId xmlns:r="http://schemas.openxmlformats.org/officeDocument/2006/relationships" id="271" r:id="R2f8c2a99621b496f"/>
    <p:sldId xmlns:r="http://schemas.openxmlformats.org/officeDocument/2006/relationships" id="272" r:id="R65edfe63cf2e4cb3"/>
    <p:sldId xmlns:r="http://schemas.openxmlformats.org/officeDocument/2006/relationships" id="273" r:id="Rc90c2315f67644bc"/>
    <p:sldId xmlns:r="http://schemas.openxmlformats.org/officeDocument/2006/relationships" id="274" r:id="R086f5789a498469b"/>
    <p:sldId xmlns:r="http://schemas.openxmlformats.org/officeDocument/2006/relationships" id="275" r:id="R4d74ffe2b1d9428d"/>
    <p:sldId xmlns:r="http://schemas.openxmlformats.org/officeDocument/2006/relationships" id="276" r:id="Rd3e923ce4e7d4b4c"/>
    <p:sldId xmlns:r="http://schemas.openxmlformats.org/officeDocument/2006/relationships" id="277" r:id="R276f6e7d431f4126"/>
    <p:sldId xmlns:r="http://schemas.openxmlformats.org/officeDocument/2006/relationships" id="278" r:id="Rd7c9fda22f29473a"/>
    <p:sldId xmlns:r="http://schemas.openxmlformats.org/officeDocument/2006/relationships" id="279" r:id="Rf2f6e11fdf354655"/>
    <p:sldId xmlns:r="http://schemas.openxmlformats.org/officeDocument/2006/relationships" id="280" r:id="R4730f89ccbfa4019"/>
    <p:sldId xmlns:r="http://schemas.openxmlformats.org/officeDocument/2006/relationships" id="281" r:id="R17742343e09742e4"/>
    <p:sldId xmlns:r="http://schemas.openxmlformats.org/officeDocument/2006/relationships" id="282" r:id="R904dc10e1de3435b"/>
    <p:sldId xmlns:r="http://schemas.openxmlformats.org/officeDocument/2006/relationships" id="283" r:id="R3dfa0c6eb2d342ba"/>
    <p:sldId xmlns:r="http://schemas.openxmlformats.org/officeDocument/2006/relationships" id="284" r:id="R15b2ae8f3aea42f6"/>
    <p:sldId xmlns:r="http://schemas.openxmlformats.org/officeDocument/2006/relationships" id="285" r:id="Ra372d9f1e9ac4394"/>
    <p:sldId xmlns:r="http://schemas.openxmlformats.org/officeDocument/2006/relationships" id="286" r:id="R9e981f7406ba4b47"/>
    <p:sldId xmlns:r="http://schemas.openxmlformats.org/officeDocument/2006/relationships" id="287" r:id="Rb8084ca241344c82"/>
    <p:sldId xmlns:r="http://schemas.openxmlformats.org/officeDocument/2006/relationships" id="288" r:id="Rf1325870640d4a66"/>
    <p:sldId xmlns:r="http://schemas.openxmlformats.org/officeDocument/2006/relationships" id="289" r:id="Rf7229c8e9b31485b"/>
    <p:sldId xmlns:r="http://schemas.openxmlformats.org/officeDocument/2006/relationships" id="290" r:id="R15e1060dceba46d1"/>
    <p:sldId xmlns:r="http://schemas.openxmlformats.org/officeDocument/2006/relationships" id="291" r:id="Ra4009a3314af40b6"/>
    <p:sldId xmlns:r="http://schemas.openxmlformats.org/officeDocument/2006/relationships" id="292" r:id="R11205651b5e44a05"/>
    <p:sldId xmlns:r="http://schemas.openxmlformats.org/officeDocument/2006/relationships" id="293" r:id="Rb6a1e38dde884393"/>
    <p:sldId xmlns:r="http://schemas.openxmlformats.org/officeDocument/2006/relationships" id="294" r:id="Rf707979239524ff2"/>
    <p:sldId xmlns:r="http://schemas.openxmlformats.org/officeDocument/2006/relationships" id="295" r:id="R7d14fbb8860145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ca19c725e4b31" /><Relationship Type="http://schemas.openxmlformats.org/officeDocument/2006/relationships/slideMaster" Target="/ppt/slideMasters/slideMaster1.xml" Id="Rd6f4525c5fa94b6b" /><Relationship Type="http://schemas.openxmlformats.org/officeDocument/2006/relationships/notesMaster" Target="/ppt/notesMasters/notesMaster1.xml" Id="Rcea9a3936162435b" /><Relationship Type="http://schemas.openxmlformats.org/officeDocument/2006/relationships/presProps" Target="/ppt/presProps.xml" Id="R2ac48d2d5d1e45a6" /><Relationship Type="http://schemas.openxmlformats.org/officeDocument/2006/relationships/tableStyles" Target="/ppt/tableStyles.xml" Id="R83fb078276c64dbc" /><Relationship Type="http://schemas.openxmlformats.org/officeDocument/2006/relationships/slide" Target="/ppt/slides/slide1.xml" Id="R6b5f397f52434cc2" /><Relationship Type="http://schemas.openxmlformats.org/officeDocument/2006/relationships/slide" Target="/ppt/slides/slide2.xml" Id="R37dcd70928de482d" /><Relationship Type="http://schemas.openxmlformats.org/officeDocument/2006/relationships/slide" Target="/ppt/slides/slide3.xml" Id="Rd838d4c6bc504ba1" /><Relationship Type="http://schemas.openxmlformats.org/officeDocument/2006/relationships/slide" Target="/ppt/slides/slide4.xml" Id="R462ab4bc75be402c" /><Relationship Type="http://schemas.openxmlformats.org/officeDocument/2006/relationships/slide" Target="/ppt/slides/slide5.xml" Id="Rcf5da897eda44794" /><Relationship Type="http://schemas.openxmlformats.org/officeDocument/2006/relationships/slide" Target="/ppt/slides/slide6.xml" Id="R7b9d9484d0fc4b1c" /><Relationship Type="http://schemas.openxmlformats.org/officeDocument/2006/relationships/slide" Target="/ppt/slides/slide7.xml" Id="Redc50e98402445b4" /><Relationship Type="http://schemas.openxmlformats.org/officeDocument/2006/relationships/slide" Target="/ppt/slides/slide8.xml" Id="R75cd1a99c8e84c43" /><Relationship Type="http://schemas.openxmlformats.org/officeDocument/2006/relationships/slide" Target="/ppt/slides/slide9.xml" Id="Rf09d847a61144eb3" /><Relationship Type="http://schemas.openxmlformats.org/officeDocument/2006/relationships/slide" Target="/ppt/slides/slide10.xml" Id="R0403304853f74fcd" /><Relationship Type="http://schemas.openxmlformats.org/officeDocument/2006/relationships/slide" Target="/ppt/slides/slide11.xml" Id="R6b158b053d74469e" /><Relationship Type="http://schemas.openxmlformats.org/officeDocument/2006/relationships/slide" Target="/ppt/slides/slide12.xml" Id="Rae6abf25fa884823" /><Relationship Type="http://schemas.openxmlformats.org/officeDocument/2006/relationships/slide" Target="/ppt/slides/slide13.xml" Id="R4c00afaa3c6c4d78" /><Relationship Type="http://schemas.openxmlformats.org/officeDocument/2006/relationships/slide" Target="/ppt/slides/slide14.xml" Id="R1c8e6044a1d8419f" /><Relationship Type="http://schemas.openxmlformats.org/officeDocument/2006/relationships/slide" Target="/ppt/slides/slide15.xml" Id="Re3258d5a2e294772" /><Relationship Type="http://schemas.openxmlformats.org/officeDocument/2006/relationships/slide" Target="/ppt/slides/slide16.xml" Id="R2f8c2a99621b496f" /><Relationship Type="http://schemas.openxmlformats.org/officeDocument/2006/relationships/slide" Target="/ppt/slides/slide17.xml" Id="R65edfe63cf2e4cb3" /><Relationship Type="http://schemas.openxmlformats.org/officeDocument/2006/relationships/slide" Target="/ppt/slides/slide18.xml" Id="Rc90c2315f67644bc" /><Relationship Type="http://schemas.openxmlformats.org/officeDocument/2006/relationships/slide" Target="/ppt/slides/slide19.xml" Id="R086f5789a498469b" /><Relationship Type="http://schemas.openxmlformats.org/officeDocument/2006/relationships/slide" Target="/ppt/slides/slide20.xml" Id="R4d74ffe2b1d9428d" /><Relationship Type="http://schemas.openxmlformats.org/officeDocument/2006/relationships/slide" Target="/ppt/slides/slide21.xml" Id="Rd3e923ce4e7d4b4c" /><Relationship Type="http://schemas.openxmlformats.org/officeDocument/2006/relationships/slide" Target="/ppt/slides/slide22.xml" Id="R276f6e7d431f4126" /><Relationship Type="http://schemas.openxmlformats.org/officeDocument/2006/relationships/slide" Target="/ppt/slides/slide23.xml" Id="Rd7c9fda22f29473a" /><Relationship Type="http://schemas.openxmlformats.org/officeDocument/2006/relationships/slide" Target="/ppt/slides/slide24.xml" Id="Rf2f6e11fdf354655" /><Relationship Type="http://schemas.openxmlformats.org/officeDocument/2006/relationships/slide" Target="/ppt/slides/slide25.xml" Id="R4730f89ccbfa4019" /><Relationship Type="http://schemas.openxmlformats.org/officeDocument/2006/relationships/slide" Target="/ppt/slides/slide26.xml" Id="R17742343e09742e4" /><Relationship Type="http://schemas.openxmlformats.org/officeDocument/2006/relationships/slide" Target="/ppt/slides/slide27.xml" Id="R904dc10e1de3435b" /><Relationship Type="http://schemas.openxmlformats.org/officeDocument/2006/relationships/slide" Target="/ppt/slides/slide28.xml" Id="R3dfa0c6eb2d342ba" /><Relationship Type="http://schemas.openxmlformats.org/officeDocument/2006/relationships/slide" Target="/ppt/slides/slide29.xml" Id="R15b2ae8f3aea42f6" /><Relationship Type="http://schemas.openxmlformats.org/officeDocument/2006/relationships/slide" Target="/ppt/slides/slide30.xml" Id="Ra372d9f1e9ac4394" /><Relationship Type="http://schemas.openxmlformats.org/officeDocument/2006/relationships/slide" Target="/ppt/slides/slide31.xml" Id="R9e981f7406ba4b47" /><Relationship Type="http://schemas.openxmlformats.org/officeDocument/2006/relationships/slide" Target="/ppt/slides/slide32.xml" Id="Rb8084ca241344c82" /><Relationship Type="http://schemas.openxmlformats.org/officeDocument/2006/relationships/slide" Target="/ppt/slides/slide33.xml" Id="Rf1325870640d4a66" /><Relationship Type="http://schemas.openxmlformats.org/officeDocument/2006/relationships/slide" Target="/ppt/slides/slide34.xml" Id="Rf7229c8e9b31485b" /><Relationship Type="http://schemas.openxmlformats.org/officeDocument/2006/relationships/slide" Target="/ppt/slides/slide35.xml" Id="R15e1060dceba46d1" /><Relationship Type="http://schemas.openxmlformats.org/officeDocument/2006/relationships/slide" Target="/ppt/slides/slide36.xml" Id="Ra4009a3314af40b6" /><Relationship Type="http://schemas.openxmlformats.org/officeDocument/2006/relationships/slide" Target="/ppt/slides/slide37.xml" Id="R11205651b5e44a05" /><Relationship Type="http://schemas.openxmlformats.org/officeDocument/2006/relationships/slide" Target="/ppt/slides/slide38.xml" Id="Rb6a1e38dde884393" /><Relationship Type="http://schemas.openxmlformats.org/officeDocument/2006/relationships/slide" Target="/ppt/slides/slide39.xml" Id="Rf707979239524ff2" /><Relationship Type="http://schemas.openxmlformats.org/officeDocument/2006/relationships/slide" Target="/ppt/slides/slide40.xml" Id="R7d14fbb8860145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bb7c89f98d47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f947fa41694fa8" /><Relationship Type="http://schemas.openxmlformats.org/officeDocument/2006/relationships/notesMaster" Target="/ppt/notesMasters/notesMaster1.xml" Id="R5694b2542a964f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ef39c313549b0" /><Relationship Type="http://schemas.openxmlformats.org/officeDocument/2006/relationships/notesMaster" Target="/ppt/notesMasters/notesMaster1.xml" Id="Rb3ad6a8c1c1846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f6efb317fc436d" /><Relationship Type="http://schemas.openxmlformats.org/officeDocument/2006/relationships/notesMaster" Target="/ppt/notesMasters/notesMaster1.xml" Id="Rbefdeb361ddd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1f17783a7427f" /><Relationship Type="http://schemas.openxmlformats.org/officeDocument/2006/relationships/notesMaster" Target="/ppt/notesMasters/notesMaster1.xml" Id="R72e14fccc02a44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fcbfed365246ea" /><Relationship Type="http://schemas.openxmlformats.org/officeDocument/2006/relationships/notesMaster" Target="/ppt/notesMasters/notesMaster1.xml" Id="R5154ff26d21b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46bd84de34465f" /><Relationship Type="http://schemas.openxmlformats.org/officeDocument/2006/relationships/notesMaster" Target="/ppt/notesMasters/notesMaster1.xml" Id="R4ed71a3b7244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c5584987d349be" /><Relationship Type="http://schemas.openxmlformats.org/officeDocument/2006/relationships/notesMaster" Target="/ppt/notesMasters/notesMaster1.xml" Id="Ra50dfb528d6343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78d5e9fb674223" /><Relationship Type="http://schemas.openxmlformats.org/officeDocument/2006/relationships/notesMaster" Target="/ppt/notesMasters/notesMaster1.xml" Id="R6e24c12b7ef945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8d49553e2f40f5" /><Relationship Type="http://schemas.openxmlformats.org/officeDocument/2006/relationships/notesMaster" Target="/ppt/notesMasters/notesMaster1.xml" Id="R552450cdaa604c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278b260cd54fc9" /><Relationship Type="http://schemas.openxmlformats.org/officeDocument/2006/relationships/notesMaster" Target="/ppt/notesMasters/notesMaster1.xml" Id="Rb774f479bb29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14c51850be4e9c" /><Relationship Type="http://schemas.openxmlformats.org/officeDocument/2006/relationships/notesMaster" Target="/ppt/notesMasters/notesMaster1.xml" Id="R7fb3c79ce85a45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6bab4ee01e4dcc" /><Relationship Type="http://schemas.openxmlformats.org/officeDocument/2006/relationships/notesMaster" Target="/ppt/notesMasters/notesMaster1.xml" Id="Rb91f79e5703045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75f858b42b4ca7" /><Relationship Type="http://schemas.openxmlformats.org/officeDocument/2006/relationships/notesMaster" Target="/ppt/notesMasters/notesMaster1.xml" Id="Rbde821c45839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b73cd45c6343ad" /><Relationship Type="http://schemas.openxmlformats.org/officeDocument/2006/relationships/notesMaster" Target="/ppt/notesMasters/notesMaster1.xml" Id="R21ccc34d695c4b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b9faed1ad94f1b" /><Relationship Type="http://schemas.openxmlformats.org/officeDocument/2006/relationships/notesMaster" Target="/ppt/notesMasters/notesMaster1.xml" Id="R971accb2522245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fb654949ce46c9" /><Relationship Type="http://schemas.openxmlformats.org/officeDocument/2006/relationships/notesMaster" Target="/ppt/notesMasters/notesMaster1.xml" Id="R563d28a7644d4a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b0bcd9eb98487f" /><Relationship Type="http://schemas.openxmlformats.org/officeDocument/2006/relationships/notesMaster" Target="/ppt/notesMasters/notesMaster1.xml" Id="R6d26ed47917448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ae320c253c4ff2" /><Relationship Type="http://schemas.openxmlformats.org/officeDocument/2006/relationships/notesMaster" Target="/ppt/notesMasters/notesMaster1.xml" Id="R37ee4df5bcb24f7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37d1334f984665" /><Relationship Type="http://schemas.openxmlformats.org/officeDocument/2006/relationships/notesMaster" Target="/ppt/notesMasters/notesMaster1.xml" Id="R893897146dca48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b9a9d1d9414639" /><Relationship Type="http://schemas.openxmlformats.org/officeDocument/2006/relationships/notesMaster" Target="/ppt/notesMasters/notesMaster1.xml" Id="Rfe7cfe5e8de64c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b4438f16c744e9" /><Relationship Type="http://schemas.openxmlformats.org/officeDocument/2006/relationships/notesMaster" Target="/ppt/notesMasters/notesMaster1.xml" Id="R5a7e8541d43848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dc8564d2ea4856" /><Relationship Type="http://schemas.openxmlformats.org/officeDocument/2006/relationships/notesMaster" Target="/ppt/notesMasters/notesMaster1.xml" Id="R0a2f4e6bce3d49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28fd3d9bff4a4e" /><Relationship Type="http://schemas.openxmlformats.org/officeDocument/2006/relationships/notesMaster" Target="/ppt/notesMasters/notesMaster1.xml" Id="Rf168a9f12cb646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0d735e44404a07" /><Relationship Type="http://schemas.openxmlformats.org/officeDocument/2006/relationships/notesMaster" Target="/ppt/notesMasters/notesMaster1.xml" Id="Rd27d5ed25cf446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82aa4a33434df3" /><Relationship Type="http://schemas.openxmlformats.org/officeDocument/2006/relationships/notesMaster" Target="/ppt/notesMasters/notesMaster1.xml" Id="R3da212d677204ca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bae145759e94658" /><Relationship Type="http://schemas.openxmlformats.org/officeDocument/2006/relationships/notesMaster" Target="/ppt/notesMasters/notesMaster1.xml" Id="R411cf916a78347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d67eb010a64a63" /><Relationship Type="http://schemas.openxmlformats.org/officeDocument/2006/relationships/notesMaster" Target="/ppt/notesMasters/notesMaster1.xml" Id="R066f4b57f5f141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b7de48c6144db1" /><Relationship Type="http://schemas.openxmlformats.org/officeDocument/2006/relationships/notesMaster" Target="/ppt/notesMasters/notesMaster1.xml" Id="Rcf8f534dc2834d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7cc3496224a4d24" /><Relationship Type="http://schemas.openxmlformats.org/officeDocument/2006/relationships/notesMaster" Target="/ppt/notesMasters/notesMaster1.xml" Id="R09c5109f584441b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035ba3a2b94116" /><Relationship Type="http://schemas.openxmlformats.org/officeDocument/2006/relationships/notesMaster" Target="/ppt/notesMasters/notesMaster1.xml" Id="R3393580900a64cf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1805e1a899941bd" /><Relationship Type="http://schemas.openxmlformats.org/officeDocument/2006/relationships/notesMaster" Target="/ppt/notesMasters/notesMaster1.xml" Id="R2ba49152061e4c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baad25798b49fc" /><Relationship Type="http://schemas.openxmlformats.org/officeDocument/2006/relationships/notesMaster" Target="/ppt/notesMasters/notesMaster1.xml" Id="R28de237fe0b544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4725e6601504b90" /><Relationship Type="http://schemas.openxmlformats.org/officeDocument/2006/relationships/notesMaster" Target="/ppt/notesMasters/notesMaster1.xml" Id="R72c35966d1244d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41647c88804b6e" /><Relationship Type="http://schemas.openxmlformats.org/officeDocument/2006/relationships/notesMaster" Target="/ppt/notesMasters/notesMaster1.xml" Id="R638df3d9e3f544a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cb1029f4ed4dd5" /><Relationship Type="http://schemas.openxmlformats.org/officeDocument/2006/relationships/notesMaster" Target="/ppt/notesMasters/notesMaster1.xml" Id="R584ec6fabc84494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535f1d7df6e42d1" /><Relationship Type="http://schemas.openxmlformats.org/officeDocument/2006/relationships/notesMaster" Target="/ppt/notesMasters/notesMaster1.xml" Id="Re829669efc7945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9822f25afbd45fe" /><Relationship Type="http://schemas.openxmlformats.org/officeDocument/2006/relationships/notesMaster" Target="/ppt/notesMasters/notesMaster1.xml" Id="R13807539af6c4d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0b1f793c52a473e" /><Relationship Type="http://schemas.openxmlformats.org/officeDocument/2006/relationships/notesMaster" Target="/ppt/notesMasters/notesMaster1.xml" Id="Ra4841d64c01d45a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317197105084360" /><Relationship Type="http://schemas.openxmlformats.org/officeDocument/2006/relationships/notesMaster" Target="/ppt/notesMasters/notesMaster1.xml" Id="R2dbf1ae47705492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414398ee8b84ddc" /><Relationship Type="http://schemas.openxmlformats.org/officeDocument/2006/relationships/notesMaster" Target="/ppt/notesMasters/notesMaster1.xml" Id="R3856f2108813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c6c3f2fbe42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747cfaff7d4468" /><Relationship Type="http://schemas.openxmlformats.org/officeDocument/2006/relationships/slideLayout" Target="/ppt/slideLayouts/slideLayout1.xml" Id="Re6158a9e052748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158a9e052748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9aa74386f43a4" /><Relationship Type="http://schemas.openxmlformats.org/officeDocument/2006/relationships/notesSlide" Target="/ppt/notesSlides/notesSlide1.xml" Id="Rf6b41b747fc9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9337e2caf4354" /><Relationship Type="http://schemas.openxmlformats.org/officeDocument/2006/relationships/notesSlide" Target="/ppt/notesSlides/notesSlide2.xml" Id="R62b78b95ff99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0eece14b489b" /><Relationship Type="http://schemas.openxmlformats.org/officeDocument/2006/relationships/notesSlide" Target="/ppt/notesSlides/notesSlide3.xml" Id="R915def02bb2e4f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93b65c60d4b17" /><Relationship Type="http://schemas.openxmlformats.org/officeDocument/2006/relationships/notesSlide" Target="/ppt/notesSlides/notesSlide4.xml" Id="R0f63a390593f48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ea4382e134037" /><Relationship Type="http://schemas.openxmlformats.org/officeDocument/2006/relationships/notesSlide" Target="/ppt/notesSlides/notesSlide5.xml" Id="R0264def32f2d4a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853b259f4b63" /><Relationship Type="http://schemas.openxmlformats.org/officeDocument/2006/relationships/notesSlide" Target="/ppt/notesSlides/notesSlide6.xml" Id="Re94bcddcb95149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ff350c094128" /><Relationship Type="http://schemas.openxmlformats.org/officeDocument/2006/relationships/notesSlide" Target="/ppt/notesSlides/notesSlide7.xml" Id="Rd760349468bc47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3cdb87b484bdd" /><Relationship Type="http://schemas.openxmlformats.org/officeDocument/2006/relationships/notesSlide" Target="/ppt/notesSlides/notesSlide8.xml" Id="Re32796947a6849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1b0501ced47c7" /><Relationship Type="http://schemas.openxmlformats.org/officeDocument/2006/relationships/notesSlide" Target="/ppt/notesSlides/notesSlide9.xml" Id="R67d88c752bf342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e43ee9f6c4fb4" /><Relationship Type="http://schemas.openxmlformats.org/officeDocument/2006/relationships/notesSlide" Target="/ppt/notesSlides/notesSlide10.xml" Id="R019f39067f2c42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e3a4594b04458" /><Relationship Type="http://schemas.openxmlformats.org/officeDocument/2006/relationships/notesSlide" Target="/ppt/notesSlides/notesSlide11.xml" Id="Rd1021229ce1f46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8f517384a4cfe" /><Relationship Type="http://schemas.openxmlformats.org/officeDocument/2006/relationships/notesSlide" Target="/ppt/notesSlides/notesSlide12.xml" Id="R124643c5f3294e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0cf9b03294394" /><Relationship Type="http://schemas.openxmlformats.org/officeDocument/2006/relationships/notesSlide" Target="/ppt/notesSlides/notesSlide13.xml" Id="R88c898d4566a4f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87e4f918a4091" /><Relationship Type="http://schemas.openxmlformats.org/officeDocument/2006/relationships/notesSlide" Target="/ppt/notesSlides/notesSlide14.xml" Id="Rbdb6a8f144894b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fee3da774408e" /><Relationship Type="http://schemas.openxmlformats.org/officeDocument/2006/relationships/notesSlide" Target="/ppt/notesSlides/notesSlide15.xml" Id="Ra2cea19ac8c949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72c8bf6d747f1" /><Relationship Type="http://schemas.openxmlformats.org/officeDocument/2006/relationships/notesSlide" Target="/ppt/notesSlides/notesSlide16.xml" Id="R1430d1ff6cf84e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90e2c5ffd4acc" /><Relationship Type="http://schemas.openxmlformats.org/officeDocument/2006/relationships/notesSlide" Target="/ppt/notesSlides/notesSlide17.xml" Id="R75665d1295824a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8f6f9ffd04d78" /><Relationship Type="http://schemas.openxmlformats.org/officeDocument/2006/relationships/notesSlide" Target="/ppt/notesSlides/notesSlide18.xml" Id="R3ce00238815a44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f2ec888d44f16" /><Relationship Type="http://schemas.openxmlformats.org/officeDocument/2006/relationships/notesSlide" Target="/ppt/notesSlides/notesSlide19.xml" Id="Rc7afa6db346147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cac2610994692" /><Relationship Type="http://schemas.openxmlformats.org/officeDocument/2006/relationships/notesSlide" Target="/ppt/notesSlides/notesSlide20.xml" Id="R6f0ab57b762e40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1f07673fd4767" /><Relationship Type="http://schemas.openxmlformats.org/officeDocument/2006/relationships/notesSlide" Target="/ppt/notesSlides/notesSlide21.xml" Id="Rb027d70d44ac49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cc87c90da4051" /><Relationship Type="http://schemas.openxmlformats.org/officeDocument/2006/relationships/notesSlide" Target="/ppt/notesSlides/notesSlide22.xml" Id="R14219035bed94a9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7141e7a064a18" /><Relationship Type="http://schemas.openxmlformats.org/officeDocument/2006/relationships/notesSlide" Target="/ppt/notesSlides/notesSlide23.xml" Id="R40d13a39bf6b44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1e3b263b34989" /><Relationship Type="http://schemas.openxmlformats.org/officeDocument/2006/relationships/notesSlide" Target="/ppt/notesSlides/notesSlide24.xml" Id="Rca12d1a9cb06498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0aafcdb014174" /><Relationship Type="http://schemas.openxmlformats.org/officeDocument/2006/relationships/notesSlide" Target="/ppt/notesSlides/notesSlide25.xml" Id="R8c60512194df4f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4f72db9ab4862" /><Relationship Type="http://schemas.openxmlformats.org/officeDocument/2006/relationships/notesSlide" Target="/ppt/notesSlides/notesSlide26.xml" Id="R3489a49270dc4b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577b2b5b54580" /><Relationship Type="http://schemas.openxmlformats.org/officeDocument/2006/relationships/notesSlide" Target="/ppt/notesSlides/notesSlide27.xml" Id="R4a99b87683c34a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f547c373f4bd2" /><Relationship Type="http://schemas.openxmlformats.org/officeDocument/2006/relationships/notesSlide" Target="/ppt/notesSlides/notesSlide28.xml" Id="Rf35855e1930047f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0b93147484256" /><Relationship Type="http://schemas.openxmlformats.org/officeDocument/2006/relationships/notesSlide" Target="/ppt/notesSlides/notesSlide29.xml" Id="Rb79439cd2e504a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594b659994d5d" /><Relationship Type="http://schemas.openxmlformats.org/officeDocument/2006/relationships/notesSlide" Target="/ppt/notesSlides/notesSlide30.xml" Id="Re460d995e98246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ef44096a44cba" /><Relationship Type="http://schemas.openxmlformats.org/officeDocument/2006/relationships/notesSlide" Target="/ppt/notesSlides/notesSlide31.xml" Id="R5a52dbcaf62f43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ec90082624c60" /><Relationship Type="http://schemas.openxmlformats.org/officeDocument/2006/relationships/notesSlide" Target="/ppt/notesSlides/notesSlide32.xml" Id="Rb7f1a08e18aa43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99ae4d8ef4d82" /><Relationship Type="http://schemas.openxmlformats.org/officeDocument/2006/relationships/notesSlide" Target="/ppt/notesSlides/notesSlide33.xml" Id="R2197ac0a14d34b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98c209ce47bb" /><Relationship Type="http://schemas.openxmlformats.org/officeDocument/2006/relationships/notesSlide" Target="/ppt/notesSlides/notesSlide34.xml" Id="R163781a8690d4d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2e11b56b34e44" /><Relationship Type="http://schemas.openxmlformats.org/officeDocument/2006/relationships/notesSlide" Target="/ppt/notesSlides/notesSlide35.xml" Id="Radf5be9778d94f7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e4fc568e848d5" /><Relationship Type="http://schemas.openxmlformats.org/officeDocument/2006/relationships/notesSlide" Target="/ppt/notesSlides/notesSlide36.xml" Id="R22db17e3a07145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779a64a5947a0" /><Relationship Type="http://schemas.openxmlformats.org/officeDocument/2006/relationships/notesSlide" Target="/ppt/notesSlides/notesSlide37.xml" Id="R6854df4ff62946e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ba51cd4514de4" /><Relationship Type="http://schemas.openxmlformats.org/officeDocument/2006/relationships/notesSlide" Target="/ppt/notesSlides/notesSlide38.xml" Id="Rd0c5bb7f29ac40d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d6743a88a4b0d" /><Relationship Type="http://schemas.openxmlformats.org/officeDocument/2006/relationships/notesSlide" Target="/ppt/notesSlides/notesSlide39.xml" Id="R7e272b69aa57475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324b209d94d32" /><Relationship Type="http://schemas.openxmlformats.org/officeDocument/2006/relationships/notesSlide" Target="/ppt/notesSlides/notesSlide40.xml" Id="R2f96e9de47d0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3085F-C365-4363-984D-DED93C5B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51FC9-E01F-4019-94ED-A972ED3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CC743-84F2-4BC2-BC06-1088DCF4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82AAF-2AD5-4E20-96A1-CD1897F3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B38AE-3606-4E8E-966F-AE4AF6FE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5A08E-52BE-4670-A3EB-1FB79D1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6B35A-789A-41DE-96BF-8370335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9998C-6851-4272-AB01-A2A228EF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03FE4-0EF2-45AC-9D83-556D6F29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F315C-7FCC-483A-A29F-74F6CCEC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C2620-4BAA-44D1-B47E-08F7CD83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9F36A-33C9-4490-8446-D733E29D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85FBC-17E8-4D3C-A894-B1D04B05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11107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A72FC-6A32-4FAD-A289-8C022265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E3E5E-6A7E-4F08-9A5C-439D8E75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7DFC4-879C-4E49-A731-F7368096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F5AD4-77A6-4049-8292-E900B6F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91EC0-3071-46C9-B915-2485E54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FFE86-5662-4F52-B190-368546B1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03505-B702-4936-9A7D-23AE6618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B2EC0-EF54-4011-A656-7B8ADF53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13713-291F-4C38-9E07-0A81C36B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8BB73-41E9-49CE-8052-8FC3AD6F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336AD-382A-4269-9913-E89F4B27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7284C-C294-4B81-B760-A61E1666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ACA94-2CE1-4D14-8467-09A9503A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9CFEF-C683-4BCD-A614-CDE827D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8B0ED-ADAA-4797-9EA1-11A44D5C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94475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37F13-0436-40D7-AA9B-A304CD65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BDFEE-C107-41CA-AD71-E5648CCE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8A3DE-FF92-4B0E-97B9-D442E5A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DE7AC-2FC8-43D8-9739-501ADC8F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15046-64DC-49C9-8720-68C5D3B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79F4E-550C-4245-919D-03D09067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4CAE9-56B6-4DDC-97AA-DDC332FE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B98F9-46B8-40A3-A873-55144F39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67E0B-800A-4AEB-B47E-8EADC661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E6F67-9B38-4E0B-81E3-FC4BE3E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A1066-3E28-4DD7-95FB-ED86973A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568BE-0870-473D-BEC2-0D41B077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ಅಪ౭ ൕ / ಒඪ౭ ಡ, ඛඃბ ಶನ, ඲ ౳ೕ൞ ౺ಹ ಮൡ ಒ൞ ౨ಯ ಆಥბง ಪ ಪದಗำ ಮൡ ౨...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8531F-7F4D-4529-BE0C-AEA5A3E6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08F60-0590-4F72-8727-F8AB846C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D199-7CBC-4E69-B359-A02CE003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๬෥ ನ౲ ๸ූ ಷൕ ಗಳย ౵ ൽ౷ ൟೕಯ เ ಭ౾ ౨ ಪ౳ತ౲ಯಗำ ಮൡ ౨ ๸ ಭವඛ ೕಯ ಪ౳...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88B02-C572-4575-AA04-15573387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96497-0AC1-4484-8A87-3B82D2E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51DBE-4A90-40A0-8C7C-ED580EFE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"ಇฆ ಮൡ ౨ ಇರಲ౵" ಸ๻ ಯಕ ౾ ౳ ෴ಪದಗำ , ๸ූ ವ౲ ๰ ಚಕ ಮൡ ౨ ඛ๤උ ಥბಕ...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8E928-4DA1-4EF8-A1A4-0E09B9E5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8A8D3-59E3-4905-ABE2-B1B4A3ED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7F3E8-66CC-444E-962D-DCC6A605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ຄ ೕยಃ (ತರತಮ) , ๸ී ಧ ๰ ಚಕ, ವ๯ ౨ ๰ ಚಕ ಪ౳ತ౲ಯಗำ ಮൡ ౨ ඛ๤උ ಥბಕ...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A07E6-F514-4B78-AF17-FA837FA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5B95B-5AF9-4D94-B599-E4B9309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793183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9EBF1-F23A-48CE-B0F2-2AA4EA7E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4C3AC-2A2E-4D00-945C-B0F7D1D8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1506B-2255-43C6-B4C2-0E82357B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7ADF7-7E30-45F8-973A-E6C9C9C5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01D51-67F3-4985-8EA6-5A645048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B9202-BB43-4676-9640-CC2636C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92103-92C4-4928-B717-BFE7E663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BD6DA-9A42-4537-801F-9FA0FF56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47475-A114-4C6A-B95A-0390B1A2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4A794-9ADC-482C-ABDE-9C3DD831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C1E57-E87C-4ED8-8A5B-6F0B188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ಅಪ౭ ൕ / ಒඪ౭ ಡ, ඛඃბ ಶನ, ඲ ౳ೕ൞ ౺ಹ ಮൡ ಒ൞ ౨ಯ ಆಥბง ಪ ಪದಗำ ಮൡ ౨...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A7054-41F3-487F-BCF7-21884D8A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AAB30-569F-4888-B811-7871CE1D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BB991-D961-4D5B-BC85-ED65A5C4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๬෥ ನ౲ ๸ූ ಷൕ ಗಳย ౵ ൽ౷ ൟೕಯ เ ಭ౾ ౨ ಪ౳ತ౲ಯಗำ ಮൡ ౨ ๸ ಭವඛ ೕಯ ಪ౳....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6243D-438D-49A9-A9A8-8A8D4CF8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98963-89F7-4F32-BBBB-67BBE98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3CEC3-CE0D-45E7-9FFE-471A71D7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"ಇฆ ಮൡ ౨ ಇರಲ౵" ಸ๻ ಯಕ ౾ ౳ ෴ಪದಗำ , ๸ූ ವ౲ ๰ ಚಕ ಮൡ ౨ ඛ๤උ ಥბಕ....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7BC2A-688E-4670-BFF0-57458659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EA696-F884-49AE-ADBF-94A39C4F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6FE4B-6FCC-4FEA-863A-6FE5864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ຄ ೕยಃ (ತರತಮ) , ๸ී ಧ ๰ ಚಕ, ವ๯ ౨ ๰ ಚಕ ಪ౳ತ౲ಯಗำ ಮൡ ౨ ඛ๤උ ಥბಕ....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3DE47-D7BE-45D7-8F38-4FC018BE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5F31F-6DC7-47AE-85FB-E66BE1B8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CA399-73E1-4C85-A4AB-928B1C8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448773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6B896-A2F0-46FB-9955-786DC36C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644ED-D8C8-4822-AD0E-0B0E98D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6EB8B-898E-4CA6-9DB8-73C3F55C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B468A-48B6-4CE2-998A-DFF816B6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C6AE6-D960-4C13-81A2-B7672A5F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D3754-A89A-4D5B-A9A0-165E42B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36607-A00B-4E69-9128-6C6B4D6B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43260-E1FE-40A3-B612-6C4DB7CC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encouraging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03D72-B4F2-4324-AA9E-EE0621B7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Urging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93E70-E5DB-43F9-B7D1-2C66736B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DA6AE-D778-4905-BE96-4E304A6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Imperative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E7D14-2B5A-43B8-884C-5A20D1C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sentences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070FD-8522-40D7-9E0E-5150332E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Accusative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967FC-F263-4EDD-92E9-E10DEB3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C0A8D-4EAA-47B1-AA0B-6135D907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DA441-6ECA-4FE5-87F4-9B54F57D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239621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E0CCC-E0F2-46C3-900A-459D07B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D3AC1-30DB-47C6-AA82-17C2357A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F9862-7A66-4F96-85A6-4A26EE30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6173B-8F3B-4DCF-BE2C-DF287CC9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2E6D5-C984-4B05-A2B6-6F1C54C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AB89-C1B0-4AC1-8714-F19021C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(03 hours of pedagogy) 1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FA45A-355E-44BF-B2D7-244FE25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1CDCD-633B-4051-85F5-D870FDC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7138E-26FB-444E-8DA1-8819C53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742E5-25DD-4A14-9CCF-CC55B0D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FDFA7-7097-43A7-B733-590CE0DF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E4639-3B59-4A53-B3D1-BAD256CE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F83E8-B29A-452F-8BD5-37A0A6A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8B3D1-0D5A-4DE6-B84B-03769A9C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AE14F-8B32-4977-908F-5AE1CF2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9F388-D55D-4C4B-A114-30F80A0C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52169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746DB-D205-4A25-9DDC-4CE467C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75CC2-3D0D-49B8-AB6D-16EECF45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E2B26-70CA-480B-A65F-238BF438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F6E87-6110-42D2-9A63-7D9C725A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F5CEE-E944-4695-A4AD-1524FE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365D7-9412-448C-AD23-656FE6F5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AAFB-114B-4E9C-9174-0055DF31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DFE1F-747C-49FF-9EA1-E315409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4229E-148A-481B-9655-0F10F998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(03 hours of pedag...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F0804-15A6-461A-9597-F1AC5831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3CCFE-44BA-4FB8-A0C8-AA27EF6E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A9859-EB43-4B2C-96DA-596453E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(03 hours of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7F26C-F576-4277-82A5-AB552E0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35126-927F-47E4-950B-1298F85C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9A9DC-43E1-4063-A813-41D935B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(03 hours of pedag...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4F5D3-AEA6-418C-AB6B-A2A3E8E2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3206F-A368-4BC9-98F2-106CD3DF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AD16F-04B7-4E07-921D-BA820E1B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(03 hours of peda...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7291E-2467-4C58-ABC5-01E3C9E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CAEC2-16E6-4A88-A5F5-FA833F8D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4D3B7-1142-4B83-8D4E-B46BD491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(03 hours of 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D74E8-9620-4DF9-B2E8-AC17EF2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5D923-CDC2-4AD1-BDD1-CA297AF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02613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D6614-A43C-4782-B3F1-4DDAA2C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CD978-E115-4135-ABF2-885E298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11E25-6FAB-48BF-844A-60037228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066A2-BD37-4E4B-80E5-D53614A3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2B4F4-E9B4-4A9D-B8E0-F87A9653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3C11C-E86C-42AA-8EB1-F6C20FF1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0E670-4BD1-499B-978A-7387693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52708-627C-488D-9343-6B2F109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28200-D4EC-4DD5-A67F-DB79B640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34018-FDD0-43B6-903E-895C7CC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4F158-8576-47FD-839E-723E43FC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C779E-1EC4-45D5-9BA3-6D8ECB9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195FB-A2A3-47B1-8CDD-F191E5D5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D729F-6A23-44F6-85B3-93422763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17317-6BDC-4249-B398-545C7E7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194761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97883-0D01-411C-B06E-1F8773CA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97458-90AE-4F08-9250-7B55DADB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573C9-0AB8-45B8-BEF4-FBB21904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BCCA4-F29E-45A9-9376-643409B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7A545-F4ED-40F7-AC5A-E1DE60D1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EA047-E05C-4FAC-9AEF-A2DCB77B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F23F-62A5-4A03-958A-89FE633E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060F9-9B52-4D69-A22F-8052C37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7A4E6-EC9D-453E-9F5D-3E2FBE7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18921-D799-4DB2-8D3B-8443A48E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5A2D5-0932-47A3-B427-FFD832AC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0343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E99A1-04E1-40FB-876B-E7F613C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F2474-D5E2-4169-9A78-EA9BED5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4A2D5-5DDC-4434-893F-070EE05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C4E7E-67DD-4C99-889F-0867A4EA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0E0F0-BB56-4F24-81E6-86F53AF0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ಅಪ౭ ൕ / ಒඪ౭ ಡ, ඛඃბ ಶನ, ඲ ౳ೕ൞ ౺ಹ ಮൡ ಒ൞ ౨ಯ ಆಥბง ಪ ಪದಗำ ಮൡ ౨ ฿ ಕ౲ಗำ Permission, Commands, encouraging and Urging w...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6F4B3-1A95-4843-BDDE-45A5B0D5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ಅಪ౭ ൕ / ಒඪ౭ ಡ, ඛඃბ ಶನ, ඲ ౳ೕ൞ ౺ಹ ಮൡ ಒ൞ ౨ಯ...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B5885-8598-44B9-B124-9DDAD7C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12C63-BD0B-4364-9092-7C67E5F6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F3484-074E-418E-ACDE-EA92C7E5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45F38-48F8-4E53-BBD2-36D022EA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11AA8-231C-4D0F-824B-0667D92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1EC57-F63C-42AF-8CB5-A40C51A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099DA-027B-4FBC-AE4B-0B5B7A6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4F3A8-E200-464A-BDDA-74EEF591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67DB3-D4C4-4DE8-9ED7-44EDAB5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74744-3E9A-4B37-85E4-7FB9653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40045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6583F-99E2-4AD0-BFA1-B1C10477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7D832-AFD1-409D-B49C-BEF28B5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384E7-EC72-4067-94EA-1BCD4128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672E9-5609-41DA-A981-FD233365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64BF-A60F-4648-8B95-537CDF6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0425D-0EB7-4C92-BABF-556E175A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95239-BF2C-4624-BD31-5851148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4BD3B-48A0-4228-8206-286FB57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4BDC0-FE58-4BE1-9953-451103AF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ಅಪ౭ ൕ / ಒඪ౭ ಡ, ඛඃბ...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07E5F-AB03-4206-8C65-0FD2A2EA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497AF-04BD-43FA-B9A7-C9D35130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E21A1-85E7-4F17-948F-62D0732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ಅಪ౭ ൕ / ಒඪ౭ ಡ,...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B6AE2-96D2-439B-A42A-DCE08C2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60B5E-F6D0-43FE-9FE3-2C228C75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69E6C-4179-46D5-A889-62A0499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ಅಪ౭ ൕ / ಒඪ౭ ಡ, ඛඃბ...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E249B-4827-4992-9D2B-4929C109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A91A2-737B-44AE-886E-96738B5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C32A0-2FA6-49D5-A50D-D63C3C0C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ಅಪ౭ ൕ / ಒඪ౭ ಡ, ඛඃ...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0A197-08C4-44A3-93AE-980BA56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15686-E2D8-429F-A6C2-7F13F62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9ADFD-440D-4B1E-8CE6-9BDAA171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ಅಪ౭ ൕ / ಒඪ౭ ಡ,...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D37F7-BFBB-4E31-A252-844D670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1EE70-ADD3-4677-BEC0-C9FF16B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73103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34AFA-39EB-484F-A276-0A4DA47D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38349-0B5E-4B99-8D59-FABE297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E33E7-C40C-4D61-AB42-DC9BB426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47726-89D6-4794-B820-73613605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ADFF-DB0E-41D3-A9BA-979272A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2202B-232A-4269-9A85-5155DD2A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0B5A7-E1BA-4A51-877B-7A1AE870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7C521-A973-4BA2-B010-912B261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8FE8F-18DA-4060-A0B0-FE86045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35FA8-722B-46B3-9074-C6D04B65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B101D-F82E-4C0F-8D01-86F67ED2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B2996-A273-497F-8F68-11C85A31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58DF3-0DFB-4ABC-BE11-642AD7A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FB5EA-02B3-4443-AC2D-741E508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6633A-78EA-435E-B3E0-2C335CBC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25145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D5290-565E-47EA-BCAD-3DC663A3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AB868-B7C1-4807-B65B-8C1138A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D61C3-24A4-4A40-A3B1-B43A2009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18539-163A-4288-82ED-F59BD6AA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FCB7A-4706-4B8A-ACC0-490FB3D9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93A19-B0F0-4D21-9DA2-BDC1A8E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ಅಪ౭ ൕ / ಒඪ౭ ಡ, ඛඃბ ಶನ, ඲ ౳ೕ൞ ౺ಹ ಮൡ ಒ൞ ౨ಯ ಆಥბง ಪ ಪದಗำ ಮൡ ౨...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F0F59-AB38-4972-B2EC-2A6C4AF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8B086-3A23-4AB4-917D-2746BBA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B4A0F-D426-4AEA-954B-809A224F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D4A4C-7362-461A-B5C6-9B03BA22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7A703-945F-41B8-BDF1-1DCC7CA4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0166221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D1B9C-D0EF-4559-86CC-54C4E40E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7A80F-D478-4866-BB53-195F6EFA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3D566-BD9C-4A4C-828B-1101D839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22CC4-D45A-4965-A986-BAFAD03D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03297-287B-461C-918E-72B125B8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๬෥ ನ౲ ๸ූ ಷൕ ಗಳย ౵ ൽ౷ ൟೕಯ เ ಭ౾ ౨ ಪ౳ತ౲ಯಗำ ಮൡ ౨ ๸ ಭವඛ ೕಯ ಪ౳ ౽ರಗำ Accusative Cases and Potential Forms used in Gene...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73B72-9E0C-4112-9B66-FBF9BA8A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๬෥ ನ౲ ๸ූ ಷൕ ಗಳย ౵ ൽ౷ ൟೕಯ เ ಭ౾ ౨ ಪ౳ತ౲ಯಗำ ಮ...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25633-C3CB-44CC-B0DD-A03CABA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06F7C-4898-40C8-986C-0B3E7869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9BA94-0B86-40EA-9A8B-AA5AFFFA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103DF-F4BB-4C7C-A30E-97DD40C5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298AB-EF3C-4AAA-8767-A97EA450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4F5EC-789D-4932-A38D-6D9E1D8C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8FF8B-45CC-42DD-81C8-28DF7FF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7E154-C0F4-49B4-BD59-A2CD90A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87AA9-499E-44C7-BFC7-B3B171E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DBFF1-9586-45A9-B803-52DA7918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8451666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42C31-9585-44CE-9462-F080BF30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2FED4-D50B-4D52-9B31-23EDCA4C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19CE7-ED8F-4534-B84E-93C2DFF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7BEBB-9AD5-4CA0-B1DA-8CF72BFE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0CD6C-E7B0-48A5-84D3-D7E10328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502FE-EB13-4215-946E-A36E2C2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A5C1B-D0B3-42F2-892C-9198AF08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72809-3FBB-441F-BFD8-9FC9DE35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0DCC6-5FE2-41DD-BDBE-7210F3A2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๬෥ ನ౲ ๸ූ ಷൕ ಗಳย ౵...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64380-FF14-41FB-ADAF-BA811C3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88061-9D40-43EF-86DF-FB985CD4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253B-2484-4C9D-8689-27FF0F4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๬෥ ನ౲ ๸ූ ಷൕ ಗಳ...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9BD44-F1AF-42BF-B16A-4892D51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9F6BB-C85B-433C-B67A-61528495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40CBD-B70E-41AC-9A7F-2B3E833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๬෥ ನ౲ ๸ූ ಷൕ ಗಳย ౵...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088E3-A95C-4536-A819-F81E45DA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DD169-D791-4AC5-85C1-32F1D4BC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97D5D-1029-4DAF-86A1-4328EC6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๬෥ ನ౲ ๸ූ ಷൕ ಗಳย ౵...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6E645-2E89-4F6B-AC27-31B4FFD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A9EFF-3A75-4862-8F88-EA432D5A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0C0F1-96FB-488C-B1ED-750FB0B4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๬෥ ನ౲ ๸ූ ಷൕ ಗಳย...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0FD4F-BD38-43E8-937C-590FD21C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AB217-9375-4BB3-B49B-C5FE727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243354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B0210-CFBF-4F5D-8695-93AEE7CF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50FC8-FC7C-4D57-AA0C-4509DFF7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8D131-7993-4EDC-AC71-543F241D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C94B7-3739-4C06-90EA-3716816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2CED-99F8-4209-B9A2-117751B9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7F246-DF3D-4728-AF4C-EF0AE282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C57BE-1B4F-4C92-BB3E-C3841B1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D82FD-9AB4-4552-B2B1-E5F3554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D33AD-FA2C-4A6D-89EE-C31F68AB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B9B59-83A2-4BBB-A3CC-D835316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D0A3B-6BB2-4D11-8107-03E7F8E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98D52-710A-46F1-AE3F-E4CB8C46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9E42E-2376-42DD-B988-7CF69456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01F6A-81BD-4DCB-9648-59891C3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36225-678C-477D-8FCB-3FF5B7E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247028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A48D8-2458-4C52-A964-575FED33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B2818-1505-4D4E-BC04-7D9925E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FBC38-637E-490A-AA43-1DDC21E7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272B7-21B2-48C6-AFBB-E6DBFA40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014CD-8CE0-446C-82B2-2DC6183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017D7-CEAF-427B-B0F6-0F39F81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๬෥ ನ౲ ๸ූ ಷൕ ಗಳย ౵ ൽ౷ ൟೕಯ เ ಭ౾ ౨ ಪ౳ತ౲ಯಗำ ಮൡ ౨ ๸ ಭವඛ ೕಯ ಪ౳...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2456F-C66E-432B-9C40-B44D1DB3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972B0-F356-4F93-9B08-841EE63B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2034D-868C-46B4-AAB0-3171AF69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CE39D-E7BB-47B7-9412-6B0E6720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2EC12-0CA6-48E6-9EF8-214AF858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53735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5AF6A-DB4E-4399-83EC-9875D28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C8A20-1EA5-4BA8-8A47-286466E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5C0A5-A945-4A09-8E29-67B7E0D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E5D90-EA29-4624-BA07-8819F842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9A07C-440E-4B9F-8CAB-1F52C54F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"ಇฆ ಮൡ ౨ ಇರಲ౵" ಸ๻ ಯಕ ౾ ౳ ෴ಪದಗำ , ๸ූ ವ౲ ๰ ಚಕ ಮൡ ౨ ඛ๤උ ಥბಕ ౾ ౳ ෴ ಪದಗำ - Helping Verbs "iru and iralla", Correspon...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A5065-374F-4336-B4E6-59D43308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"ಇฆ ಮൡ ౨ ಇರಲ౵" ಸ๻ ಯಕ ౾ ౳ ෴ಪದಗำ , ๸ූ ವ౲ ๰...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2852-73A6-45D5-A06B-1546765A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43303-6125-43BB-85B4-4B8AA54A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83563-03E1-490B-A990-CCF9A5D1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BABD7-F457-4551-B5DF-7DB4CD97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8AE6A-4917-4F94-89DC-5A41996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735E7-42BA-4824-BADA-5C4C100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708B9-8A26-4E8E-9665-9149513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DC69C-C95C-4543-B29C-5BC9EDE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6291D-5AC2-4A11-A926-590A880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0A94F-8FE3-4D49-B365-59EA26FB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086876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5614A-7264-46D6-9640-658D94A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2B84-0C58-4411-96E3-71C7174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5D2C3-C415-41F4-A564-DBCE3918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851A1-D763-4116-90BE-4A7D5FD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058D3-DDC5-4C3C-BDF2-565B20EA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582BB-6171-4272-AA4B-D32EF1D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CE0DF-B011-45B7-85A7-86B54D94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8889B-FE91-4FD9-AC65-166776E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F9F42-1D06-426F-8BE8-A4F71A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"ಇฆ ಮൡ ౨ ಇರಲ౵" ಸ๻...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26C32-D3C5-451F-A0BC-3C0471C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031F4-5668-4B27-BA7D-B174446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94C1E-189D-48B1-92CF-C63AB6F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"ಇฆ ಮൡ ౨ ಇರಲ౵"...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EC52C-C20D-4F2D-BE25-1B0F09B4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668AB-648E-4923-8D0A-CDC298F4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40A9E-C309-4A2E-9798-48D4DDE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"ಇฆ ಮൡ ౨ ಇರಲ౵" ಸ๻...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2E97C-B7F0-4B03-9FB1-6B960C7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2809B-8699-4B13-8557-90AF1013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02ED2-7172-4961-9376-BE6301D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"ಇฆ ಮൡ ౨ ಇರಲ౵" ಸ๻...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2E074-11A4-4178-A30C-19E0CABC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D982D-10C5-4026-8765-52C9B35F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DAECC-06A4-49BA-B0DE-629A8A0D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"ಇฆ ಮൡ ౨ ಇರಲ౵"...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85526-679B-41C6-81B4-5FF3ADEE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93EE8-0997-4B0C-B893-CCA90ED4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529929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11D82-5B22-4E31-9A4D-B4323ABE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B4522-5F4E-4F30-93F6-3D5B90C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81713-E12E-4D58-884C-9C71157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6ACB8-0CE6-474C-B8BE-8808ADA9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11852-615D-4E4D-82AD-CECCD19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EFFA-BAC8-4631-84CB-748796C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BD43E-AF28-46B6-B9BA-C168421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4DA07-ECCA-40E2-B511-A6FA0E5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666E9-8338-485F-AC4D-9B17E514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01C8D-4036-4C98-96D1-CDD0DEA2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814FE-7673-4552-B5DC-6EA2A896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95C07-3E31-48FB-B7BA-FDACA3D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2DEE5-0DF9-4295-9D26-434B612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90096-656E-43CC-B632-F3D6A1F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75AD3-87D2-4F9F-A86D-5DEDEBBD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86540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25989-656C-4833-9B8D-A33AF2A3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AE1ED-EDF2-46C0-9405-EC0557FC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4FC62-1BE2-4118-8FE9-C78B139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5AF17-7A8B-49B1-9F49-74BCDAF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49875-E94B-4C43-9CCE-1C3BD639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01F3F-46A6-45D4-8578-E2D2D50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"ಇฆ ಮൡ ౨ ಇರಲ౵" ಸ๻ ಯಕ ౾ ౳ ෴ಪದಗำ , ๸ූ ವ౲ ๰ ಚಕ ಮൡ ౨ ඛ๤උ ಥბಕ...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3798-B3A7-4142-8AC6-CA3FC55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426B0-3CA6-47F7-AB35-5CF83E97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AD601-1CAE-409C-A2DA-98269209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3FE3-CA83-4B4E-ACD2-481D11B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6407-00CB-4AED-A786-B39B1908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407711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99E39-5480-4F34-B35F-3D9D372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67CC9-D6B2-45ED-90EA-9D93FB52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4D8C6-7947-4490-8E79-27EAA423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EC540-9DFE-4667-84DB-05F82CD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30F80-A9E2-47D7-AE3B-D36AA282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ຄ ೕยಃ (ತರತಮ) , ๸ී ಧ ๰ ಚಕ, ವ๯ ౨ ๰ ಚಕ ಪ౳ತ౲ಯಗำ ಮൡ ౨ ඛ๤උ ಥბಕ ಪದಗಳ ಬಳಃ- Comparitive, Relationship, Identification 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4C253-94D4-446A-8544-7C8F972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ຄ ೕยಃ (ತರತಮ) , ๸ී ಧ ๰ ಚಕ, ವ๯ ౨ ๰ ಚಕ ಪ౳ತ౲ಯ...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4D916-8C46-4EF9-9D4C-670F57A7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D05E6-3DC2-4224-8606-7B4FDCB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BFD00-91EC-4384-999B-8F40672C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94767-0946-45C4-AE7D-B4972F47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1863F-9141-498B-A414-7EAD5A0E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7EDDD-033A-4175-BF48-0B0BA865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56906-7F21-489F-BDC1-9E19DA07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149EF-BF6B-403A-B388-91FB05BB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28CA7-864D-4087-AD77-393C099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3BB08-BEC5-444E-9E4F-756FD37B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246264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F19EF-3D30-4DAC-ADE0-130E9BD9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EFA22-6159-4E4B-B292-B20D4953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9C3EE-6854-4EFF-86DB-54268F7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A1F4B-7894-4630-BCC2-0AB62355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1638E-D9CA-4B20-B2FA-0308323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3C5F2-0C81-46D1-A862-6C361105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3C2AC-2763-497E-B879-5CFCFCDE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2D7CE-CFD9-44A8-B61D-7892FCA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98DC0-32E4-46C1-A5C0-26CE9A94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ຄ ೕยಃ (ತರತಮ) , ๸ී...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A58DC-FEB8-4E7D-BED5-B4F34988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6830F-88C6-4A8F-9375-89E87CD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A812A-84BE-493B-AEE2-7004C441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ຄ ೕยಃ (ತರತಮ) 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6DBBF-869C-40A1-A7D2-EF3AF546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259FA-9E77-45A5-8B9D-04C8A98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AC7C4-B671-4AEE-8435-4D0DBB76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ຄ ೕยಃ (ತರತಮ) , ๸ී...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B0E2C-10BB-43EE-9615-5FDCF571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BBEC2-DF3E-4EF5-9A70-4C75BC0E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1F497-9E0B-4D46-9C4F-3B0A89B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ຄ ೕยಃ (ತರತಮ) , ๸ී...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D1AB1-C018-4187-AF02-5FD539C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0F16B-16B5-42B0-AA1D-45A85026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59EE3-E689-41DB-95D8-130DDFF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ຄ ೕยಃ (ತರತಮ) 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94461-471F-497F-BFCD-2145A9C3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3A50A-CB60-4871-ABBB-7AB5C9E9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9834766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F07C6-670E-419A-AB13-3726D770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3801E-DD9D-4495-8552-C503D1A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C6DF4-9FD9-433F-A86C-412DE54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BD2C5-83CF-4522-A700-73A038B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3D0F2-1631-4BE8-B723-65EEC495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B40BF-0389-4357-B993-8DEDA5F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38761-B977-43BE-A5D5-6834C772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58C84-3824-4DB8-913A-AC1C18D6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83A10-2E52-4937-839F-C66CE8E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38534-3D46-4C67-AE45-C3B454E6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AA1B9-15AA-4A7A-B904-B884FD87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999E4-BECD-48F8-B593-A389E09C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803EC-B090-40D2-B9AA-FC706A3A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B5DC4-12FC-4972-8324-DDFA80BD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342EC-8D8A-4233-A000-F4D86F63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365387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D52A0-6DA9-4984-BF53-0CCB18E3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E207F-441B-4389-91E1-3231C92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B575C-1EDF-4EA8-934E-4930B82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049DA-A134-4D55-9C9F-9A594DF3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37381-521B-47B4-887B-727FA9F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E6DA5-280D-4F02-ADFB-C92F527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ຄ ೕยಃ (ತರತಮ) , ๸ී ಧ ๰ ಚಕ, ವ๯ ౨ ๰ ಚಕ ಪ౳ತ౲ಯಗำ ಮൡ ౨ ඛ๤උ ಥბಕ...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77AE-0B6F-4601-B726-F4B1A068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0E61-72E6-4C19-AF8D-CD6A09CD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46AD5-D4A9-46C4-8930-D3F99EE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B6CE9-16B4-4173-BFA6-5CCD0C67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491E4-AD41-468B-96DA-3DE60525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490713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669F4-C3C2-42FF-875F-7B0E3375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43D6C-64BA-42C5-851C-B163A03E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25DDE-D2F9-46FA-B6BC-C53350D4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1402C-51B7-4FC5-9CF3-03DD82C7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169DC-6025-4D94-969F-E96DB05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0827C-FD74-4430-815C-19450C1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208039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CA880-4DBA-43EC-96C1-B5096BC1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199D5-3B5B-457C-835F-2EBAF75C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3CDFE-E220-42A0-A5F3-22288672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F1C36-4D32-4B8C-923A-4695368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9424E-C8F2-4568-BB57-173E0B5B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Permission: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Commands: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encouraging: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Urging: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A2E2D-ADCC-4ACB-BB37-9976597F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1235423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C40B6-02B8-42B1-B9B7-F9A70C34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ABDBA-038E-4458-9515-86C6DA99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E5185-FB55-47E8-BEC2-6FCC817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6A685-A396-486F-A9F8-3B27CD7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73CA5-B534-445F-8544-42D2044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D78E6-BE20-45B1-A075-3F28C6B1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5651416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4C4D7-A933-4035-9973-4FB4C6EC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86CBD-BC6E-46CC-B3D4-67A10147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5D78C-861E-4979-90C7-7CFA28F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2380-927B-49DA-8250-11994CF3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070A9-081C-4983-B538-5E50D9EF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74AE1-621B-4BA8-904E-8D4D8DE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634550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252B1-BF1A-4B62-82E0-4A8340F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F973A-B073-4BFC-848A-15536BD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95A31-A1D2-4891-B366-E1236985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34556-7C69-4AFB-BB1C-E60E215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3AF22-2250-4954-A83F-8C19F3F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ಅಪ౭ ൕ / ಒඪ౭ ಡ, ඛඃბ ಶನ, ඲ ౳ೕ൞ ౺ಹ ಮൡ ಒ൞ ౨ಯ ಆಥბง ಪ ಪದಗำ ಮൡ ౨ ฿ ಕ౲ಗำ Permis...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๬෥ ನ౲ ๸ූ ಷൕ ಗಳย ౵ ൽ౷ ൟೕಯ เ ಭ౾ ౨ ಪ౳ತ౲ಯಗำ ಮൡ ౨ ๸ ಭವඛ ೕಯ ಪ౳ ౽ರಗำ Accusativ...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"ಇฆ ಮൡ ౨ ಇರಲ౵" ಸ๻ ಯಕ ౾ ౳ ෴ಪದಗำ , ๸ූ ವ౲ ๰ ಚಕ ಮൡ ౨ ඛ๤උ ಥბಕ ౾ ౳ ෴ ಪದಗำ - H...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ຄ ೕยಃ (ತರತಮ) , ๸ී ಧ ๰ ಚಕ, ವ๯ ౨ ๰ ಚಕ ಪ౳ತ౲ಯಗำ ಮൡ ౨ ඛ๤උ ಥბಕ ಪದಗಳ ಬಳಃ- Comp...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685CB-A730-455E-ADFF-A48DD2F2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B561B-365F-4106-BF1B-777C9C89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7C389-B6B7-4B3E-9D1A-042B8135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692689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7B6C7-C7E7-4148-A684-BC4F7158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B02BF-00D0-4BBC-B0D7-D8AF326A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E2EE2-50CC-4DEA-A007-290AEC74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CD55B-6FA9-4ACD-B7BB-06284228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34263-8F58-42BB-8038-DF9E5EC0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DF9D2-D073-4A7D-9A5C-184B605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CB177-E206-413A-B195-7F12FF84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5366-3F0D-4E64-B118-3088761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15250-99CD-44E4-BD7A-0F6EAB04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A2750-7231-42E6-9C84-92DC93AD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DCA75-E8AA-4602-A5B6-71694A8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922C5-70C8-482A-95F7-3BDAD7FB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E5C7A-CEAD-416D-9D98-8F89478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02997-E5B5-4F4A-9185-294AFB08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99C1F-0A92-4E9A-882A-0E5F6D32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0F05B-2E26-4790-A65E-A73A0FB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57E51-B8D8-40E5-8DA2-8CC49D20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9DCE6-A285-4083-8769-1F9FF5E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0713F-0E72-4E74-9388-DE0D595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D8E42-0398-4F48-A58B-956B29D8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406C4-19EA-4E96-B2E2-52736ABC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C67B4-92EE-4E60-BD49-A8C8F0C5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5832E-702F-4855-B03B-DB9CC8A0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52255-51B3-4227-8CED-FCB5D15D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C487A-FF31-4EB8-ABE0-7F064BB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81859-CBDC-4996-B29B-3008588F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02DC31-954B-4236-ADDC-061D311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25009-B6CB-401A-B867-E4F87819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E8414-5882-4425-B624-8CE843B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BE2F5-B884-4D89-BD3C-BA811F61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8E97B-E274-469F-ABC2-74D6405A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B1094-DE06-453C-802D-B45A81F4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510045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B7E16-FAEF-4D44-BBD1-B616C714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06D28-BBFD-4C9D-8D79-DC14A11B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ಅಪ౭ ൕ / ಒඪ౭ ಡ, ඛඃბ ಶನ, ඲ ౳ೕ൞ ౺ಹ ಮൡ ಒ൞ ౨ಯ ಆಥ...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4B2F-54D1-4F8D-A244-1F12109B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BDCA4-154C-407F-87BD-40904748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F860-4D9E-4F0A-8ACD-D8E93BF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25961-9F2F-4DEA-A653-2D397AA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C6C7D-5932-4DC8-B019-A9B06ED2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D7CA7-8940-437B-B164-CB9C1921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8FF11-7EB7-4CEE-99DA-A8247B62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E13C0-6B19-42F6-A79F-94A0A387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32D63-F7FA-4DB5-96B5-B69A8C1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719A6-15C4-4E81-82F2-100E2354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09950-9E97-4E05-881B-90B1919D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BE805-9322-45C3-8199-7A28F571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14444-C66F-4C90-99DF-8351A51D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DB054-F061-4D3D-BE9D-9F49F26D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AA36E-DDB6-4F30-916E-7F4F5DA1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DB30B-55C1-41DF-B5B8-7B1B632C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4AB88-C70A-43F9-B56C-046F26E1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76D9F-8566-4318-91E3-D5898B64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420EC-E364-4206-AC09-03E56459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33B8F-0D25-437D-B168-A814EF8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635AE-A777-4A5D-9AFD-D07538B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23F57-82F5-4181-A01A-0A4A873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26841-B597-493D-A01E-DCA29F7F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B23D0-84A2-4F99-B047-373E4EC6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DCF00-3366-46E9-85DC-D035316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6493B-BA84-40E3-B29F-C1E83D6A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18A13-A3D9-43DC-A48D-3B81D4F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0556C-C8C6-4B71-A33C-6AB7BDA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5A2F98-5904-40D0-AED7-BEAB2BBB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0F535-8F10-4827-B83A-2321F0D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7824599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0F2E4-4470-422B-A943-6299D5A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CE8B-FAB8-4CC0-A18C-B96D8F8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๬෥ ನ౲ ๸ූ ಷൕ ಗಳย ౵ ൽ౷ ൟೕಯ เ ಭ౾ ౨ ಪ౳ತ౲ಯಗำ ಮൡ...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43E15-2326-443C-8BFE-32592E39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A20B2-53E4-4C36-859C-4F5EE17C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95CB6-14B7-462E-8183-C4B095B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F2FB2-68DC-4893-973F-EC398D0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8C57B-0A53-4572-A517-4A374EA4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4DD50-1622-426F-950E-A93CEDD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6EDD-8ABC-4A9D-A814-16211495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D0F00-ACA4-45F8-9EF3-0088E70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CFE4E-1692-4558-8AF9-75F1623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F6DF0-D1F1-471C-9BCD-73BD7A3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1AC2D-90FC-4F99-870D-82E6FCE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3AD60-238A-4A80-8B6C-F36B4D5F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BC9A6-2515-4CCF-B7C1-F1B2B36E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8A054-2BC2-4F9F-85DA-9D8C480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792A5-AC3F-4A96-8DB7-A496C49E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540CC-E879-4122-8A4C-7F63143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5582E-39E6-4055-A16C-8A22F224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9E8E5-B535-41FE-9645-B135A26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67ED4-43FA-4E1D-A231-C178E39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8F960-2334-4E3A-8A34-B9F10738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851FB-A2DB-4C28-B322-2FB57396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398ED-1A0A-41C9-BAF7-915EA8F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853BC-F565-4B8D-8717-70EFE490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7C9E3-478C-483B-9B72-24E600A0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98AE1-905F-4F4E-8141-E6343390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63B46-F36A-4A83-B07C-4F156DE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2EB426-FD47-447E-A6B3-211868F9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D4AF8-2776-4D27-B0FB-6644E018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520BF-1CBE-4E4C-8084-A0772882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2D670-B22B-41D3-912A-3BA7A5F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2585477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6BCBAF-022D-40FA-BECF-C248D4E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376A7-5ADB-48DD-9F2E-A580CE78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"ಇฆ ಮൡ ౨ ಇರಲ౵" ಸ๻ ಯಕ ౾ ౳ ෴ಪದಗำ , ๸ූ ವ౲ ๰ ಚಕ...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A281E-49D0-4939-A151-BDD67B6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E2BFF-83E2-4F6E-820B-4731BD2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F065E-5D26-4D94-9E3D-B7F246AF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3D4FC-6C8A-4AC4-AA19-6F190049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4EFB-AC2A-479F-90C5-F0D7CC7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2954F-9B64-40DB-B9E2-DA35185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09C7E-7DBF-4FD8-A0BD-04BD332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4BE22-5F9B-4BF5-AB64-3E768522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10F70-399F-4A29-ABC7-A6D6BEC7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E221C-B9C6-4F65-BA57-B049EBF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90666-F0B7-4AD8-A593-67326212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DE928-6503-43F9-B690-B075390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B8D7A-AA57-4FB4-B43F-5D1FEE2B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6D1E4-6A8D-40B0-B9B8-04B1A51A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A9925-B2D5-46B3-8A44-3D995AAB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1D4CC-022C-4595-BEEC-5C173F6B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DCC66-1C76-452A-909D-C8549022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9DFD1-EE7A-4BF3-986B-D27399B2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7F8C6-2EF6-4B53-A3F9-0CFEC823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95A69-7BEF-46E9-B618-45F803E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6DDBB-A6AD-41FA-946F-39B3C180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0CFE9-1356-4C73-8A02-0FD4580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5E106-A7BA-4434-98DE-B91E154A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71E30-1E86-471D-891E-4A9DCA01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89397-DA6C-43EC-9FE9-AF494CE7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41D06-6F70-49E9-9424-DCF57129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F5B9D-E317-41A9-A85A-17CE6FF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D170DC-8CE8-42EB-A870-61699DB1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FFA7D-350E-4E01-A0B0-5011CA30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47C32-5DAE-4AEE-A1EB-D402CE1F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881679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B9E87-F5AB-45AD-BC7B-7E69076B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73BB3-B933-40F4-B641-BDF8A6AB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ຄ ೕยಃ (ತರತಮ) , ๸ී ಧ ๰ ಚಕ, ವ๯ ౨ ๰ ಚಕ ಪ౳ತ౲ಯಗำ...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A9F7B-9A79-4C86-A417-C80A2231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7AE81-4787-479E-BBCD-18EDEA01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49795-7251-4CB1-A88C-34704B36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CD2C4-DF3D-465C-B3FD-6A0CD63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C12C3-F876-4AAB-9A88-33AC9A12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9F6CF-39C4-4426-8D63-019D704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66357-4304-4002-B90E-78A8BA1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17613-8406-4861-9FBC-5B3F858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EE7B7-3EB3-4EB1-99E2-A03ADFC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2A63C-3042-4686-8C8D-87ECBBCF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76720-0F69-4162-82DA-4F56656A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AF93E-B002-4A4C-B2FC-C6443AB6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AA929-D475-4BFD-A22B-8CAD2AEB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57B71-FA7F-45A5-8551-E46C9E2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225BE-495A-4805-936E-384C0D7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C3D97-8DB3-41DD-BC0E-A905DF5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55740-E112-4571-AC6E-BCA845C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E4CD2-A892-4A51-B1C7-DC802A8E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F1015-C204-4028-BD5D-D6639461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0C8EA-D4BE-49D1-A954-367665D4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CF926-237D-44AF-BE77-DB6B066F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B98BB-D551-4663-B3EB-FAF9344E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98F47-4039-4EEE-B1BE-78A59622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23F6C-37EB-4C06-8569-2FF8DA2E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0CE3D-E1AB-42E6-9BF0-D1157A70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2CFEA-30B4-46A4-B400-55E10CE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0DA8B-50FC-4DDA-8BA2-29CE8012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FD362-B080-41A8-B20D-074C311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B22C3-36E5-4BC7-A196-1DA2E6EA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F6BED-13A6-4039-9407-CCB4A7BF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3728819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3E9C78-8E0C-46CA-A722-7E76DD30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1296E-A92D-4E03-A6BB-2A48E9B6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44147-7C87-4D5D-BBB5-04568D33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4ADF0-5678-4AA1-87A6-89672D3A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378AA-36A1-4387-93D2-45AD0151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A4E67-311D-4298-AAD9-84824EC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1FCAA-D549-4CDC-BE8B-2F07D863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1C143-BF70-460B-AFC3-F9A15B9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1A22E-E1DB-4538-AC9D-5E5E1D8E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F4A7A-18B1-46B4-B06A-A1FC316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7576A-9353-4318-B0F3-76A378B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DD99C-88F2-4131-948A-51FF5C5F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4527C-E0AC-4634-B1B4-EE1AB9B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95FC1-5370-410D-B146-EDFB8FC9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A5401-6250-4BA5-AAB8-50B513D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8B15C-A35A-45D2-9DBF-5D6ABE7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0F649-E1AD-4697-B66B-90AC8B1F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D908E-A361-4BFB-A811-73FF1BCA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F872C-D005-4D9B-B17B-DB2A82EB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54D73-3A7F-4009-9852-C234811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506D7-E911-44FB-9729-B35C19C0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D385E-73A0-4280-AF80-24323729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CE5A1-EFF0-47B2-BE6A-3B4FB8C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0C230-D1B7-4E0F-8B3B-BE678FCA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25E36-D6A1-427F-8838-4FA68A1C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F4458-5899-4A36-B92E-E15605F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73B2AE-0343-4D3A-A502-F9D4A3C4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95167-E61B-44F1-81AF-9EB4E969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50634-C26D-43E8-BC3E-1B7A4702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132416-3B5C-42B8-AA4A-753983C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03B57-5943-46FD-89C7-C83A3C5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AA169-0D47-43F5-BD6C-DF52D0F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184181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677F0-5A42-480D-ABA9-52C20125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E6EAD-BB82-472F-A736-A792BFBF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ಅಪ౭ ൕ / ಒඪ౭ ಡ, ඛඃბ ಶನ, ඲ ౳ೕ൞ ౺ಹ ಮൡ ಒ൞ ౨ಯ ಆಥ...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74F18-3EE3-4FB5-8C44-0B9177D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9899D-EE3E-4FFF-9152-52C21D1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B70FD-01E4-4382-ACA5-A666BB2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B18EE-C93F-436A-AE9A-BAD6492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76A40-F3AE-40F6-8E90-D523AA9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7AE95-B08C-464B-BB3B-9C74B294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3A471-64E4-4E7F-A63D-4BFE0B3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37732-C6BD-42F3-8789-AECB9974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2FBDC-4E95-469A-A012-E6C3DF4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0B53A-F8B5-4943-B47B-F59FBC6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06301-2C7B-49B6-BF26-5746F4E8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A2D18-8EC1-43CF-9386-542E9D86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FCE9D-B152-4AC7-A98D-6EEADD39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2EBBF-55D1-456A-98D3-A2D42B5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91339-6E1C-414F-B6C8-632F2D42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CCA11-ACEF-4A9A-8D46-7EC3D7A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F0F5E-3F0B-487D-8A7F-7DAC58F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FFBF8-C768-49E3-8B6C-5520081C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38135-E1E6-4417-8050-B94076BE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EF6F6-77CC-4A40-8A45-52F11B59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F25D8-0C03-4FFE-8C9D-12EF6309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4778B-BBA9-49BF-A183-DD0A0D2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71699-F180-47F2-81DC-704B668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7D99C-80AA-4069-9A40-09E0549D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5FD75-B6B1-4ECA-95A3-76FD0E74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319AB4-CB7F-4796-912C-BA6A208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5BB71-13BF-4806-84F0-038A08FA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9856F-2715-4272-B6C5-29AF3DC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90EAC-713D-4B8E-85CD-7F10587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6FA20-EBB4-4D7B-AF0E-41049715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042339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98A40-9B03-40D1-AA78-2F0057BE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C1B2-8E4A-4C1F-A888-271ED514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๬෥ ನ౲ ๸ූ ಷൕ ಗಳย ౵ ൽ౷ ൟೕಯ เ ಭ౾ ౨ ಪ౳ತ౲ಯಗำ ಮൡ...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AB73-6D32-4B71-85D8-D450E6AB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F2C9D-C116-4AA3-880C-5AD3424C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315E5-0AA9-4AB6-8779-9157D301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35602-B680-49E4-8D89-D97A9D3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2A5FA-FBEE-4336-A290-D77CEBB0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10685-04BD-432F-919A-565A7CC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3A50A-7D2D-46A3-8889-9569AFA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37C37-3E24-4494-9794-A82160E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8E345-7B54-484B-AFDA-0F4EE7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53C2C-F7FB-4C04-9540-D66C85FD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17CFD-667E-4B32-A7BA-3C4D8E0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50DE7-095C-4E08-89F3-03CB450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B5E07-B238-472A-8AF5-F2B1B74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797AD-3DEB-43A9-837C-5CD6A983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832EF-6D8A-4904-B41B-78A4B0A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B5365-1FD8-4031-B529-905709A2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1DD55-CBFC-454D-9693-727879C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8B93D-3529-437A-B2DE-90D08710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29687-1B79-4E9A-9D73-100AF9F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9A6F9-1E10-4E66-B1D0-59359A6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58A84-D305-4B97-BF85-F156E8DB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3FC98-4EE5-4C51-BA90-3A6A9FD8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1FF84-7387-4129-81E4-DD5A673F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C0D00-3355-4578-A61A-6C3DCF11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07100-5EEA-4BCD-9883-BAF5CA1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98E06-C58A-4FAE-A5BE-9B9A5490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73774-85E1-4508-A7C5-8D2AC857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59F2C-4D8A-4EBD-B831-2E044F28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BB5F07-BF8A-4E79-BD27-F77D4D68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83EC4-05E0-4BFE-8912-EED1A392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0688173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897AC-D582-4EA8-A20F-051D1F0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D440E-0287-4E23-A015-FFFCDF72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"ಇฆ ಮൡ ౨ ಇರಲ౵" ಸ๻ ಯಕ ౾ ౳ ෴ಪದಗำ , ๸ූ ವ౲ ๰ ಚಕ...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96DC2-ADA6-4A61-8465-F9DCFB0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00480-E2ED-4DE3-9883-05CE1E2B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450E9-1717-40A6-8E31-00328EAC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C0FF3-35F0-43EB-BE97-EB2431B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9556F-9463-48E0-9464-5A4A857F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67300-3B57-46AE-B745-B8F58A56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B1917-DB74-438D-940B-D63A3C58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20B19-6F40-490F-A56D-063DE78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69928-2643-434D-B871-2926AFC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14BB-2192-4AC8-96A0-3E660B6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3845C-C6B8-48D3-8BC9-496547A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C9448-7E1E-46B5-90D6-07660992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D31F6-F8FF-48F8-B4DA-58E8F505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0622D-0442-4817-9425-00E786DB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FE638-8F98-4826-BEBA-EB98C07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65370-6F0A-46B2-9A3E-5CD8C3EB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D6403-AC7C-47C1-BF0B-374D7A9E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70D35-B884-47C6-91B5-8C17A315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C3179-4C0C-4BAA-B867-D130817C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285BB-8E4D-4CFF-81A2-388A58B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B42DD-DF2C-493B-9FAD-5C4EF8C7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7E077-569C-4B4F-93B2-50353BB5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AA24E-0D3A-49F5-B3FD-783683C0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2B406-702F-41A9-8D19-9161BE3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E90AE-3CF4-45D6-8F8C-A946C02B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EB728-0FAB-4454-ADD0-49D1B9CA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CB1B9-08EA-4B8E-8CD0-76DE6B39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925758-84AE-4531-8E52-6A76EB6F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F5A64-D839-4A11-A4A5-D3EB143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8F5A51-D6FB-4AA6-A2FB-17DDA8D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5992555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4C5DD1-F07A-4FFE-A3E6-1240E84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EEBC3-66C7-4156-8A67-6FE38D1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ຄ ೕยಃ (ತರತಮ) , ๸ී ಧ ๰ ಚಕ, ವ๯ ౨ ๰ ಚಕ ಪ౳ತ౲ಯಗำ...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40081-D5ED-4668-B605-0E5F4CD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33096-97B2-4C87-993F-C1CE097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9636-FD27-448A-8327-1D58E0C3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928BA-1DA8-4A5E-8DDE-E55E193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DBBC2-8BD4-4425-AA49-060A958B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344CF-ABD2-42D7-B585-891164C8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0C1C1-1614-4EEA-A4C9-C712E89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E63A2-C393-43DD-B78F-1F6BF66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8E185-0921-41EF-A629-AC62BF1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927F-5EEB-4753-9C14-D08C3FA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528E1-02D3-4F9C-8DE8-3920AB03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8FF42-B5EC-4C36-8B40-2246EFE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FC905-E40F-461C-9ABC-2596D50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0533C-0C37-4222-BE39-F4D4E69B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3741A-BB44-4C01-9C47-8993380C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C650C-22A6-4BEA-967E-F3AA78B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2A654-72BA-4C41-8E47-3157B81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60C1C-FA77-47FF-8EE8-C2C1715F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92F74-248B-4341-974C-7D421442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CAC13-6E82-45B7-8522-FDA08D2E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EA19A-DB25-4454-B7F7-D1F37D8D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04230-6E91-45E8-A431-B3126A5A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983A4-1A5A-437C-894D-1EF7A794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B15C0-25AA-4967-910E-1F0D4E4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10E89-DBA1-48D3-8AF6-A3110515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6084C-C2D6-43C7-B275-2AF6F34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36746-EA75-4E32-A09B-F3AFA80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F928B-43EF-4E4B-B2DC-F332D9C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CC150-4F7F-4D4B-BB67-777AC7C7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9C3487-8D3E-4A60-8929-A8345DE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Balake Kannada (Kannada for Usage)</a:t>
            </a:r>
          </a:p>
        </p:txBody>
      </p:sp>
    </p:spTree>
    <p:extLst>
      <p:ext uri="{BB962C8B-B14F-4D97-AF65-F5344CB8AC3E}">
        <p14:creationId xmlns:p14="http://schemas.microsoft.com/office/powerpoint/2010/main" val="1900211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2026-08-24T16:02:54.4870000Z</dcterms:created>
  <dcterms:modified xsi:type="dcterms:W3CDTF">2026-08-24T16:02:54.4870000Z</dcterms:modified>
</coreProperties>
</file>