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88f21a3334ab5" /><Relationship Type="http://schemas.openxmlformats.org/officeDocument/2006/relationships/extended-properties" Target="/docProps/app.xml" Id="R069d6c40f00d4a83" /><Relationship Type="http://schemas.openxmlformats.org/officeDocument/2006/relationships/officeDocument" Target="/ppt/presentation.xml" Id="R615dbba87aba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5ab1db195044a0"/>
  </p:sldMasterIdLst>
  <p:notesMasterIdLst>
    <p:notesMasterId xmlns:r="http://schemas.openxmlformats.org/officeDocument/2006/relationships" r:id="Ra9c8b6fd1fd24d7f"/>
  </p:notesMasterIdLst>
  <p:sldIdLst>
    <p:sldId xmlns:r="http://schemas.openxmlformats.org/officeDocument/2006/relationships" id="256" r:id="R0b064c22108c4a95"/>
    <p:sldId xmlns:r="http://schemas.openxmlformats.org/officeDocument/2006/relationships" id="257" r:id="R5689543c0e5b46f1"/>
    <p:sldId xmlns:r="http://schemas.openxmlformats.org/officeDocument/2006/relationships" id="258" r:id="R18fc38acb7c946cf"/>
    <p:sldId xmlns:r="http://schemas.openxmlformats.org/officeDocument/2006/relationships" id="259" r:id="R4cdc9f42233e4230"/>
    <p:sldId xmlns:r="http://schemas.openxmlformats.org/officeDocument/2006/relationships" id="260" r:id="R8bb8b2cae67648c3"/>
    <p:sldId xmlns:r="http://schemas.openxmlformats.org/officeDocument/2006/relationships" id="261" r:id="R7a597d41903a42e1"/>
    <p:sldId xmlns:r="http://schemas.openxmlformats.org/officeDocument/2006/relationships" id="262" r:id="Rc70eea4b28344857"/>
    <p:sldId xmlns:r="http://schemas.openxmlformats.org/officeDocument/2006/relationships" id="263" r:id="R98873aadee1c4c28"/>
    <p:sldId xmlns:r="http://schemas.openxmlformats.org/officeDocument/2006/relationships" id="264" r:id="Re9d0584a31354bbc"/>
    <p:sldId xmlns:r="http://schemas.openxmlformats.org/officeDocument/2006/relationships" id="265" r:id="Rd620b64eb3124d62"/>
    <p:sldId xmlns:r="http://schemas.openxmlformats.org/officeDocument/2006/relationships" id="266" r:id="Rb415f910b7034392"/>
    <p:sldId xmlns:r="http://schemas.openxmlformats.org/officeDocument/2006/relationships" id="267" r:id="R50e247fca1c54cb0"/>
    <p:sldId xmlns:r="http://schemas.openxmlformats.org/officeDocument/2006/relationships" id="268" r:id="Rd6c5e4f7c11c44e0"/>
    <p:sldId xmlns:r="http://schemas.openxmlformats.org/officeDocument/2006/relationships" id="269" r:id="Rdda0713fce6d40df"/>
    <p:sldId xmlns:r="http://schemas.openxmlformats.org/officeDocument/2006/relationships" id="270" r:id="R63956925d6ce4518"/>
    <p:sldId xmlns:r="http://schemas.openxmlformats.org/officeDocument/2006/relationships" id="271" r:id="R35f8562cc7e84cd8"/>
    <p:sldId xmlns:r="http://schemas.openxmlformats.org/officeDocument/2006/relationships" id="272" r:id="Re9f73e539e8f45dc"/>
    <p:sldId xmlns:r="http://schemas.openxmlformats.org/officeDocument/2006/relationships" id="273" r:id="R4ada94b218574221"/>
    <p:sldId xmlns:r="http://schemas.openxmlformats.org/officeDocument/2006/relationships" id="274" r:id="R4ff86ea729be4358"/>
    <p:sldId xmlns:r="http://schemas.openxmlformats.org/officeDocument/2006/relationships" id="275" r:id="R6c2dac70c9794875"/>
    <p:sldId xmlns:r="http://schemas.openxmlformats.org/officeDocument/2006/relationships" id="276" r:id="R0ca18a30576743ed"/>
    <p:sldId xmlns:r="http://schemas.openxmlformats.org/officeDocument/2006/relationships" id="277" r:id="R229b0d2c59d84e47"/>
    <p:sldId xmlns:r="http://schemas.openxmlformats.org/officeDocument/2006/relationships" id="278" r:id="R3ebc2a065df847e8"/>
    <p:sldId xmlns:r="http://schemas.openxmlformats.org/officeDocument/2006/relationships" id="279" r:id="Re27c67525c25447f"/>
    <p:sldId xmlns:r="http://schemas.openxmlformats.org/officeDocument/2006/relationships" id="280" r:id="Rdf6d1cf5d6cb4ef7"/>
    <p:sldId xmlns:r="http://schemas.openxmlformats.org/officeDocument/2006/relationships" id="281" r:id="Read20edfdbba4b83"/>
    <p:sldId xmlns:r="http://schemas.openxmlformats.org/officeDocument/2006/relationships" id="282" r:id="R67e6c39996494638"/>
    <p:sldId xmlns:r="http://schemas.openxmlformats.org/officeDocument/2006/relationships" id="283" r:id="R94f8e7fe84f44440"/>
    <p:sldId xmlns:r="http://schemas.openxmlformats.org/officeDocument/2006/relationships" id="284" r:id="Rf45f3c57013e4475"/>
    <p:sldId xmlns:r="http://schemas.openxmlformats.org/officeDocument/2006/relationships" id="285" r:id="R9459bb1e63c54ac6"/>
    <p:sldId xmlns:r="http://schemas.openxmlformats.org/officeDocument/2006/relationships" id="286" r:id="R25486ecbd23e4df7"/>
    <p:sldId xmlns:r="http://schemas.openxmlformats.org/officeDocument/2006/relationships" id="287" r:id="Rf4f17004246d44c2"/>
    <p:sldId xmlns:r="http://schemas.openxmlformats.org/officeDocument/2006/relationships" id="288" r:id="R2fb154c874d04699"/>
    <p:sldId xmlns:r="http://schemas.openxmlformats.org/officeDocument/2006/relationships" id="289" r:id="R8f1d7503f9a54067"/>
    <p:sldId xmlns:r="http://schemas.openxmlformats.org/officeDocument/2006/relationships" id="290" r:id="R3d0c1cd0f7bb4786"/>
    <p:sldId xmlns:r="http://schemas.openxmlformats.org/officeDocument/2006/relationships" id="291" r:id="Rfeb7222ce2274401"/>
    <p:sldId xmlns:r="http://schemas.openxmlformats.org/officeDocument/2006/relationships" id="292" r:id="R117bd7dd85f84476"/>
    <p:sldId xmlns:r="http://schemas.openxmlformats.org/officeDocument/2006/relationships" id="293" r:id="R4e659227cbc24dbc"/>
    <p:sldId xmlns:r="http://schemas.openxmlformats.org/officeDocument/2006/relationships" id="294" r:id="R051bac303d284022"/>
    <p:sldId xmlns:r="http://schemas.openxmlformats.org/officeDocument/2006/relationships" id="295" r:id="R3dce72bd01a345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9f03ec92f94e91" /><Relationship Type="http://schemas.openxmlformats.org/officeDocument/2006/relationships/slideMaster" Target="/ppt/slideMasters/slideMaster1.xml" Id="R675ab1db195044a0" /><Relationship Type="http://schemas.openxmlformats.org/officeDocument/2006/relationships/notesMaster" Target="/ppt/notesMasters/notesMaster1.xml" Id="Ra9c8b6fd1fd24d7f" /><Relationship Type="http://schemas.openxmlformats.org/officeDocument/2006/relationships/presProps" Target="/ppt/presProps.xml" Id="R0af070d3e1a3459e" /><Relationship Type="http://schemas.openxmlformats.org/officeDocument/2006/relationships/tableStyles" Target="/ppt/tableStyles.xml" Id="Rdc69ac3ba5b34774" /><Relationship Type="http://schemas.openxmlformats.org/officeDocument/2006/relationships/slide" Target="/ppt/slides/slide1.xml" Id="R0b064c22108c4a95" /><Relationship Type="http://schemas.openxmlformats.org/officeDocument/2006/relationships/slide" Target="/ppt/slides/slide2.xml" Id="R5689543c0e5b46f1" /><Relationship Type="http://schemas.openxmlformats.org/officeDocument/2006/relationships/slide" Target="/ppt/slides/slide3.xml" Id="R18fc38acb7c946cf" /><Relationship Type="http://schemas.openxmlformats.org/officeDocument/2006/relationships/slide" Target="/ppt/slides/slide4.xml" Id="R4cdc9f42233e4230" /><Relationship Type="http://schemas.openxmlformats.org/officeDocument/2006/relationships/slide" Target="/ppt/slides/slide5.xml" Id="R8bb8b2cae67648c3" /><Relationship Type="http://schemas.openxmlformats.org/officeDocument/2006/relationships/slide" Target="/ppt/slides/slide6.xml" Id="R7a597d41903a42e1" /><Relationship Type="http://schemas.openxmlformats.org/officeDocument/2006/relationships/slide" Target="/ppt/slides/slide7.xml" Id="Rc70eea4b28344857" /><Relationship Type="http://schemas.openxmlformats.org/officeDocument/2006/relationships/slide" Target="/ppt/slides/slide8.xml" Id="R98873aadee1c4c28" /><Relationship Type="http://schemas.openxmlformats.org/officeDocument/2006/relationships/slide" Target="/ppt/slides/slide9.xml" Id="Re9d0584a31354bbc" /><Relationship Type="http://schemas.openxmlformats.org/officeDocument/2006/relationships/slide" Target="/ppt/slides/slide10.xml" Id="Rd620b64eb3124d62" /><Relationship Type="http://schemas.openxmlformats.org/officeDocument/2006/relationships/slide" Target="/ppt/slides/slide11.xml" Id="Rb415f910b7034392" /><Relationship Type="http://schemas.openxmlformats.org/officeDocument/2006/relationships/slide" Target="/ppt/slides/slide12.xml" Id="R50e247fca1c54cb0" /><Relationship Type="http://schemas.openxmlformats.org/officeDocument/2006/relationships/slide" Target="/ppt/slides/slide13.xml" Id="Rd6c5e4f7c11c44e0" /><Relationship Type="http://schemas.openxmlformats.org/officeDocument/2006/relationships/slide" Target="/ppt/slides/slide14.xml" Id="Rdda0713fce6d40df" /><Relationship Type="http://schemas.openxmlformats.org/officeDocument/2006/relationships/slide" Target="/ppt/slides/slide15.xml" Id="R63956925d6ce4518" /><Relationship Type="http://schemas.openxmlformats.org/officeDocument/2006/relationships/slide" Target="/ppt/slides/slide16.xml" Id="R35f8562cc7e84cd8" /><Relationship Type="http://schemas.openxmlformats.org/officeDocument/2006/relationships/slide" Target="/ppt/slides/slide17.xml" Id="Re9f73e539e8f45dc" /><Relationship Type="http://schemas.openxmlformats.org/officeDocument/2006/relationships/slide" Target="/ppt/slides/slide18.xml" Id="R4ada94b218574221" /><Relationship Type="http://schemas.openxmlformats.org/officeDocument/2006/relationships/slide" Target="/ppt/slides/slide19.xml" Id="R4ff86ea729be4358" /><Relationship Type="http://schemas.openxmlformats.org/officeDocument/2006/relationships/slide" Target="/ppt/slides/slide20.xml" Id="R6c2dac70c9794875" /><Relationship Type="http://schemas.openxmlformats.org/officeDocument/2006/relationships/slide" Target="/ppt/slides/slide21.xml" Id="R0ca18a30576743ed" /><Relationship Type="http://schemas.openxmlformats.org/officeDocument/2006/relationships/slide" Target="/ppt/slides/slide22.xml" Id="R229b0d2c59d84e47" /><Relationship Type="http://schemas.openxmlformats.org/officeDocument/2006/relationships/slide" Target="/ppt/slides/slide23.xml" Id="R3ebc2a065df847e8" /><Relationship Type="http://schemas.openxmlformats.org/officeDocument/2006/relationships/slide" Target="/ppt/slides/slide24.xml" Id="Re27c67525c25447f" /><Relationship Type="http://schemas.openxmlformats.org/officeDocument/2006/relationships/slide" Target="/ppt/slides/slide25.xml" Id="Rdf6d1cf5d6cb4ef7" /><Relationship Type="http://schemas.openxmlformats.org/officeDocument/2006/relationships/slide" Target="/ppt/slides/slide26.xml" Id="Read20edfdbba4b83" /><Relationship Type="http://schemas.openxmlformats.org/officeDocument/2006/relationships/slide" Target="/ppt/slides/slide27.xml" Id="R67e6c39996494638" /><Relationship Type="http://schemas.openxmlformats.org/officeDocument/2006/relationships/slide" Target="/ppt/slides/slide28.xml" Id="R94f8e7fe84f44440" /><Relationship Type="http://schemas.openxmlformats.org/officeDocument/2006/relationships/slide" Target="/ppt/slides/slide29.xml" Id="Rf45f3c57013e4475" /><Relationship Type="http://schemas.openxmlformats.org/officeDocument/2006/relationships/slide" Target="/ppt/slides/slide30.xml" Id="R9459bb1e63c54ac6" /><Relationship Type="http://schemas.openxmlformats.org/officeDocument/2006/relationships/slide" Target="/ppt/slides/slide31.xml" Id="R25486ecbd23e4df7" /><Relationship Type="http://schemas.openxmlformats.org/officeDocument/2006/relationships/slide" Target="/ppt/slides/slide32.xml" Id="Rf4f17004246d44c2" /><Relationship Type="http://schemas.openxmlformats.org/officeDocument/2006/relationships/slide" Target="/ppt/slides/slide33.xml" Id="R2fb154c874d04699" /><Relationship Type="http://schemas.openxmlformats.org/officeDocument/2006/relationships/slide" Target="/ppt/slides/slide34.xml" Id="R8f1d7503f9a54067" /><Relationship Type="http://schemas.openxmlformats.org/officeDocument/2006/relationships/slide" Target="/ppt/slides/slide35.xml" Id="R3d0c1cd0f7bb4786" /><Relationship Type="http://schemas.openxmlformats.org/officeDocument/2006/relationships/slide" Target="/ppt/slides/slide36.xml" Id="Rfeb7222ce2274401" /><Relationship Type="http://schemas.openxmlformats.org/officeDocument/2006/relationships/slide" Target="/ppt/slides/slide37.xml" Id="R117bd7dd85f84476" /><Relationship Type="http://schemas.openxmlformats.org/officeDocument/2006/relationships/slide" Target="/ppt/slides/slide38.xml" Id="R4e659227cbc24dbc" /><Relationship Type="http://schemas.openxmlformats.org/officeDocument/2006/relationships/slide" Target="/ppt/slides/slide39.xml" Id="R051bac303d284022" /><Relationship Type="http://schemas.openxmlformats.org/officeDocument/2006/relationships/slide" Target="/ppt/slides/slide40.xml" Id="R3dce72bd01a3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2d33729e542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461f9f6c9f4f57" /><Relationship Type="http://schemas.openxmlformats.org/officeDocument/2006/relationships/notesMaster" Target="/ppt/notesMasters/notesMaster1.xml" Id="R907d6fb8196d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b8cf1a91b54bc4" /><Relationship Type="http://schemas.openxmlformats.org/officeDocument/2006/relationships/notesMaster" Target="/ppt/notesMasters/notesMaster1.xml" Id="Rd2c28bcbd53a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4bb28daa74ed4" /><Relationship Type="http://schemas.openxmlformats.org/officeDocument/2006/relationships/notesMaster" Target="/ppt/notesMasters/notesMaster1.xml" Id="Rbf922f910df4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7751377804c09" /><Relationship Type="http://schemas.openxmlformats.org/officeDocument/2006/relationships/notesMaster" Target="/ppt/notesMasters/notesMaster1.xml" Id="Rc71a1dfb4f2e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7f09f9533843b8" /><Relationship Type="http://schemas.openxmlformats.org/officeDocument/2006/relationships/notesMaster" Target="/ppt/notesMasters/notesMaster1.xml" Id="Rec7dffe26c954b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fb9c1057334b30" /><Relationship Type="http://schemas.openxmlformats.org/officeDocument/2006/relationships/notesMaster" Target="/ppt/notesMasters/notesMaster1.xml" Id="R07a3c8e023ad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02f985e7814be3" /><Relationship Type="http://schemas.openxmlformats.org/officeDocument/2006/relationships/notesMaster" Target="/ppt/notesMasters/notesMaster1.xml" Id="R8feca3d6594f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18b643b907439c" /><Relationship Type="http://schemas.openxmlformats.org/officeDocument/2006/relationships/notesMaster" Target="/ppt/notesMasters/notesMaster1.xml" Id="R33cde6e6e44d46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cfcc77fbd497e" /><Relationship Type="http://schemas.openxmlformats.org/officeDocument/2006/relationships/notesMaster" Target="/ppt/notesMasters/notesMaster1.xml" Id="R4b4f56c0ee6c4f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af37c51d1244d1" /><Relationship Type="http://schemas.openxmlformats.org/officeDocument/2006/relationships/notesMaster" Target="/ppt/notesMasters/notesMaster1.xml" Id="R1f58468eba2f4b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80d4af927a4e74" /><Relationship Type="http://schemas.openxmlformats.org/officeDocument/2006/relationships/notesMaster" Target="/ppt/notesMasters/notesMaster1.xml" Id="R480973497e204b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034677c2bb4a26" /><Relationship Type="http://schemas.openxmlformats.org/officeDocument/2006/relationships/notesMaster" Target="/ppt/notesMasters/notesMaster1.xml" Id="R7b357b93847344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fb95d575f740e3" /><Relationship Type="http://schemas.openxmlformats.org/officeDocument/2006/relationships/notesMaster" Target="/ppt/notesMasters/notesMaster1.xml" Id="Rf2354b0db48640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8e821498f9433a" /><Relationship Type="http://schemas.openxmlformats.org/officeDocument/2006/relationships/notesMaster" Target="/ppt/notesMasters/notesMaster1.xml" Id="Rd9d43146adfc47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4943eb15bf4bc8" /><Relationship Type="http://schemas.openxmlformats.org/officeDocument/2006/relationships/notesMaster" Target="/ppt/notesMasters/notesMaster1.xml" Id="Rde73abe519f748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c40317ffbd4412" /><Relationship Type="http://schemas.openxmlformats.org/officeDocument/2006/relationships/notesMaster" Target="/ppt/notesMasters/notesMaster1.xml" Id="R82a5b1aa856e46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67f2ead8fd40fa" /><Relationship Type="http://schemas.openxmlformats.org/officeDocument/2006/relationships/notesMaster" Target="/ppt/notesMasters/notesMaster1.xml" Id="Rb53c52d506414f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e2b1d3da764700" /><Relationship Type="http://schemas.openxmlformats.org/officeDocument/2006/relationships/notesMaster" Target="/ppt/notesMasters/notesMaster1.xml" Id="R28ed49f9df8948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9326445de74688" /><Relationship Type="http://schemas.openxmlformats.org/officeDocument/2006/relationships/notesMaster" Target="/ppt/notesMasters/notesMaster1.xml" Id="R6960b0153c7b44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9d76bae3504c87" /><Relationship Type="http://schemas.openxmlformats.org/officeDocument/2006/relationships/notesMaster" Target="/ppt/notesMasters/notesMaster1.xml" Id="Rc2b3494d3c8d48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cb6b21f7a040ee" /><Relationship Type="http://schemas.openxmlformats.org/officeDocument/2006/relationships/notesMaster" Target="/ppt/notesMasters/notesMaster1.xml" Id="R0400ac44341740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535f1700794c16" /><Relationship Type="http://schemas.openxmlformats.org/officeDocument/2006/relationships/notesMaster" Target="/ppt/notesMasters/notesMaster1.xml" Id="Rdedd5ceaad0441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367007f5d443c6" /><Relationship Type="http://schemas.openxmlformats.org/officeDocument/2006/relationships/notesMaster" Target="/ppt/notesMasters/notesMaster1.xml" Id="Rd6cb256af9a24f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81303c54af456d" /><Relationship Type="http://schemas.openxmlformats.org/officeDocument/2006/relationships/notesMaster" Target="/ppt/notesMasters/notesMaster1.xml" Id="R35e39f72d5994d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002ae35f1a48b0" /><Relationship Type="http://schemas.openxmlformats.org/officeDocument/2006/relationships/notesMaster" Target="/ppt/notesMasters/notesMaster1.xml" Id="R474e2f17918845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8c65dfa32146c2" /><Relationship Type="http://schemas.openxmlformats.org/officeDocument/2006/relationships/notesMaster" Target="/ppt/notesMasters/notesMaster1.xml" Id="Rd03eed77f70940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caaee3189f4f42" /><Relationship Type="http://schemas.openxmlformats.org/officeDocument/2006/relationships/notesMaster" Target="/ppt/notesMasters/notesMaster1.xml" Id="R384f5c1fd40049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9526713290439b" /><Relationship Type="http://schemas.openxmlformats.org/officeDocument/2006/relationships/notesMaster" Target="/ppt/notesMasters/notesMaster1.xml" Id="R486f26c9567844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31efe936b545e1" /><Relationship Type="http://schemas.openxmlformats.org/officeDocument/2006/relationships/notesMaster" Target="/ppt/notesMasters/notesMaster1.xml" Id="R61fd1f34b43f49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cf65a85aba94925" /><Relationship Type="http://schemas.openxmlformats.org/officeDocument/2006/relationships/notesMaster" Target="/ppt/notesMasters/notesMaster1.xml" Id="Rb56c89d6da894c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8a3343935240c7" /><Relationship Type="http://schemas.openxmlformats.org/officeDocument/2006/relationships/notesMaster" Target="/ppt/notesMasters/notesMaster1.xml" Id="R394827895b5a41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1a303ec5774b2b" /><Relationship Type="http://schemas.openxmlformats.org/officeDocument/2006/relationships/notesMaster" Target="/ppt/notesMasters/notesMaster1.xml" Id="R59725c5fd7df47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f60834773444f0" /><Relationship Type="http://schemas.openxmlformats.org/officeDocument/2006/relationships/notesMaster" Target="/ppt/notesMasters/notesMaster1.xml" Id="R376b24bf3df04ff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388e9531cdc451f" /><Relationship Type="http://schemas.openxmlformats.org/officeDocument/2006/relationships/notesMaster" Target="/ppt/notesMasters/notesMaster1.xml" Id="R39a5dd929cd646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7e29bea1d73427f" /><Relationship Type="http://schemas.openxmlformats.org/officeDocument/2006/relationships/notesMaster" Target="/ppt/notesMasters/notesMaster1.xml" Id="R58d726506a6949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9d8f6b1156471a" /><Relationship Type="http://schemas.openxmlformats.org/officeDocument/2006/relationships/notesMaster" Target="/ppt/notesMasters/notesMaster1.xml" Id="R564bce20c23242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cee14b30e4744c2" /><Relationship Type="http://schemas.openxmlformats.org/officeDocument/2006/relationships/notesMaster" Target="/ppt/notesMasters/notesMaster1.xml" Id="Rcea3470f85ec4f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6da34fcf57745e8" /><Relationship Type="http://schemas.openxmlformats.org/officeDocument/2006/relationships/notesMaster" Target="/ppt/notesMasters/notesMaster1.xml" Id="R2ddae74277fe4b6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1018cc223d84ab8" /><Relationship Type="http://schemas.openxmlformats.org/officeDocument/2006/relationships/notesMaster" Target="/ppt/notesMasters/notesMaster1.xml" Id="Rbbf3f1c4f2bd46f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22c4a50774c4847" /><Relationship Type="http://schemas.openxmlformats.org/officeDocument/2006/relationships/notesMaster" Target="/ppt/notesMasters/notesMaster1.xml" Id="Rae073e8e4470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e2ab8300c4c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953c9715b4d7a" /><Relationship Type="http://schemas.openxmlformats.org/officeDocument/2006/relationships/slideLayout" Target="/ppt/slideLayouts/slideLayout1.xml" Id="R5eb287250533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287250533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96fd8e2f34179" /><Relationship Type="http://schemas.openxmlformats.org/officeDocument/2006/relationships/notesSlide" Target="/ppt/notesSlides/notesSlide1.xml" Id="R94d394eb3b4247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aa5ed9b5e4048" /><Relationship Type="http://schemas.openxmlformats.org/officeDocument/2006/relationships/notesSlide" Target="/ppt/notesSlides/notesSlide2.xml" Id="R06c74339b03444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1a744219b4fe8" /><Relationship Type="http://schemas.openxmlformats.org/officeDocument/2006/relationships/notesSlide" Target="/ppt/notesSlides/notesSlide3.xml" Id="R188530745fb9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b7a7ebb9d4f00" /><Relationship Type="http://schemas.openxmlformats.org/officeDocument/2006/relationships/notesSlide" Target="/ppt/notesSlides/notesSlide4.xml" Id="Rbdeb2ce76573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2faa1250b47ff" /><Relationship Type="http://schemas.openxmlformats.org/officeDocument/2006/relationships/notesSlide" Target="/ppt/notesSlides/notesSlide5.xml" Id="R96cc00c4c0be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5fa2d6ac460e" /><Relationship Type="http://schemas.openxmlformats.org/officeDocument/2006/relationships/notesSlide" Target="/ppt/notesSlides/notesSlide6.xml" Id="R31cefc8d2fd3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ccf7d82874f47" /><Relationship Type="http://schemas.openxmlformats.org/officeDocument/2006/relationships/notesSlide" Target="/ppt/notesSlides/notesSlide7.xml" Id="R9d7bbceeb1e743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df8302efc45f8" /><Relationship Type="http://schemas.openxmlformats.org/officeDocument/2006/relationships/notesSlide" Target="/ppt/notesSlides/notesSlide8.xml" Id="R99583461f26a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30b2f4104395" /><Relationship Type="http://schemas.openxmlformats.org/officeDocument/2006/relationships/notesSlide" Target="/ppt/notesSlides/notesSlide9.xml" Id="R60095701714b49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7a21ab4614b66" /><Relationship Type="http://schemas.openxmlformats.org/officeDocument/2006/relationships/notesSlide" Target="/ppt/notesSlides/notesSlide10.xml" Id="R42fb4c3a458541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f377930a74f4a" /><Relationship Type="http://schemas.openxmlformats.org/officeDocument/2006/relationships/notesSlide" Target="/ppt/notesSlides/notesSlide11.xml" Id="R04c0e20ee1554a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a4e5e0a4a47ec" /><Relationship Type="http://schemas.openxmlformats.org/officeDocument/2006/relationships/notesSlide" Target="/ppt/notesSlides/notesSlide12.xml" Id="Rd3410e80463b49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60b0a6e4418e" /><Relationship Type="http://schemas.openxmlformats.org/officeDocument/2006/relationships/notesSlide" Target="/ppt/notesSlides/notesSlide13.xml" Id="R4460edb2642140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91fd3a50c4151" /><Relationship Type="http://schemas.openxmlformats.org/officeDocument/2006/relationships/notesSlide" Target="/ppt/notesSlides/notesSlide14.xml" Id="R6d612d0c17934b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3f5379aef4fc4" /><Relationship Type="http://schemas.openxmlformats.org/officeDocument/2006/relationships/notesSlide" Target="/ppt/notesSlides/notesSlide15.xml" Id="R89f691e62a3d4c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6fd0786d43fb" /><Relationship Type="http://schemas.openxmlformats.org/officeDocument/2006/relationships/notesSlide" Target="/ppt/notesSlides/notesSlide16.xml" Id="R732817d87de940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9213b01e45a9" /><Relationship Type="http://schemas.openxmlformats.org/officeDocument/2006/relationships/notesSlide" Target="/ppt/notesSlides/notesSlide17.xml" Id="R2c377fc6391d45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86483631b4520" /><Relationship Type="http://schemas.openxmlformats.org/officeDocument/2006/relationships/notesSlide" Target="/ppt/notesSlides/notesSlide18.xml" Id="R234e39f505d74f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b8a521a2e40e9" /><Relationship Type="http://schemas.openxmlformats.org/officeDocument/2006/relationships/notesSlide" Target="/ppt/notesSlides/notesSlide19.xml" Id="R8f0b45ac93ea4e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5eb8cf184006" /><Relationship Type="http://schemas.openxmlformats.org/officeDocument/2006/relationships/notesSlide" Target="/ppt/notesSlides/notesSlide20.xml" Id="Rc5a7cfd770de42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944e43de4789" /><Relationship Type="http://schemas.openxmlformats.org/officeDocument/2006/relationships/notesSlide" Target="/ppt/notesSlides/notesSlide21.xml" Id="R2438d43825a34c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df1762d514036" /><Relationship Type="http://schemas.openxmlformats.org/officeDocument/2006/relationships/notesSlide" Target="/ppt/notesSlides/notesSlide22.xml" Id="R3cccaed67f8d47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e6bdbe1242ee" /><Relationship Type="http://schemas.openxmlformats.org/officeDocument/2006/relationships/notesSlide" Target="/ppt/notesSlides/notesSlide23.xml" Id="R330a1cf4151d4c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019682acd4748" /><Relationship Type="http://schemas.openxmlformats.org/officeDocument/2006/relationships/notesSlide" Target="/ppt/notesSlides/notesSlide24.xml" Id="R46c24ad205af48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5f5e8797b4f61" /><Relationship Type="http://schemas.openxmlformats.org/officeDocument/2006/relationships/notesSlide" Target="/ppt/notesSlides/notesSlide25.xml" Id="R2d81f80ba27645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6c05411c04bcc" /><Relationship Type="http://schemas.openxmlformats.org/officeDocument/2006/relationships/notesSlide" Target="/ppt/notesSlides/notesSlide26.xml" Id="Rbff4730ff58c4b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a32f2e09d41bc" /><Relationship Type="http://schemas.openxmlformats.org/officeDocument/2006/relationships/notesSlide" Target="/ppt/notesSlides/notesSlide27.xml" Id="R59d5cf3eceaf4d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9fca5525a4621" /><Relationship Type="http://schemas.openxmlformats.org/officeDocument/2006/relationships/notesSlide" Target="/ppt/notesSlides/notesSlide28.xml" Id="R2463af814b0b47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76a7363cc4cf6" /><Relationship Type="http://schemas.openxmlformats.org/officeDocument/2006/relationships/notesSlide" Target="/ppt/notesSlides/notesSlide29.xml" Id="R3bb768e5612046b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9ac19f6fb4c5f" /><Relationship Type="http://schemas.openxmlformats.org/officeDocument/2006/relationships/notesSlide" Target="/ppt/notesSlides/notesSlide30.xml" Id="R7ed78b5e2af24d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8b490689a49a5" /><Relationship Type="http://schemas.openxmlformats.org/officeDocument/2006/relationships/notesSlide" Target="/ppt/notesSlides/notesSlide31.xml" Id="R08380a45baf44cc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3ca8c4e414d14" /><Relationship Type="http://schemas.openxmlformats.org/officeDocument/2006/relationships/notesSlide" Target="/ppt/notesSlides/notesSlide32.xml" Id="Rd022d411c1fd40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b0957401a4f48" /><Relationship Type="http://schemas.openxmlformats.org/officeDocument/2006/relationships/notesSlide" Target="/ppt/notesSlides/notesSlide33.xml" Id="Rb8f55934dc6248c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f410cb857490b" /><Relationship Type="http://schemas.openxmlformats.org/officeDocument/2006/relationships/notesSlide" Target="/ppt/notesSlides/notesSlide34.xml" Id="Rb3cc540818e54f9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12e49eca341e6" /><Relationship Type="http://schemas.openxmlformats.org/officeDocument/2006/relationships/notesSlide" Target="/ppt/notesSlides/notesSlide35.xml" Id="R79f85a21c7e347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b4f6d905b4632" /><Relationship Type="http://schemas.openxmlformats.org/officeDocument/2006/relationships/notesSlide" Target="/ppt/notesSlides/notesSlide36.xml" Id="R68b1f7f471ea448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21db6c42b4bfc" /><Relationship Type="http://schemas.openxmlformats.org/officeDocument/2006/relationships/notesSlide" Target="/ppt/notesSlides/notesSlide37.xml" Id="R159f5ea4502b47a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2539bd7134d91" /><Relationship Type="http://schemas.openxmlformats.org/officeDocument/2006/relationships/notesSlide" Target="/ppt/notesSlides/notesSlide38.xml" Id="R0356123f9faa48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a95a60524b67" /><Relationship Type="http://schemas.openxmlformats.org/officeDocument/2006/relationships/notesSlide" Target="/ppt/notesSlides/notesSlide39.xml" Id="Rd576f828d5c24c1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6ff2902d84cb2" /><Relationship Type="http://schemas.openxmlformats.org/officeDocument/2006/relationships/notesSlide" Target="/ppt/notesSlides/notesSlide40.xml" Id="R5471a595ccb1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5B8FC-3D84-4188-BF10-E22EC20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3C3C3-D45F-429E-9B5D-5CF22A16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F31ED-DAEB-4649-A2A9-E8035C7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41058-3658-4350-BE0F-F7089DA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27FC2-3F1B-4725-9932-7C073D4A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17D8-A774-4EFE-B28A-FB9AACF0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1E081-4657-4FE1-B816-E7D3ABE9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A4A1D-5252-46E7-948F-2FEBAEB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F80D-CF45-4079-9F73-7EBBB0E0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86C45-64CF-420A-8D90-2C9FEF1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6572D-0F5D-4AD2-8476-BC156B22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6CDB8-47AE-446D-B773-04B172C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8ED96-D045-43A5-9079-BFCE49D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71648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EC0DA-B703-4068-8740-28A01BB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EA3F7-FE6F-49A5-9EDB-81F000F3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AC27C-2CF7-4A28-8DB0-A74BEE7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3F374-47EA-462F-B123-97C6EE94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34CC3-DD95-4408-8573-BE172F91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7328B-6507-45EA-995B-5C451F5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24899-1B32-4359-95DC-65C9941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110BA-354A-4C6B-A626-A2E21B1B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292CC-9D6F-47E8-9AE5-F3207CE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D9165-321B-4F3F-B61B-DCB38812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96A59-8A7A-40E8-B6D8-02A3976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77858-78F6-49F8-8504-FCB3D36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9E767-419D-4B2F-9510-3B1C592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3DB86-605E-4F4A-B16A-4FBA5E6A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917ED-B88C-46D0-BEB8-87FD4BC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30585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01DD4-EA17-40D6-8478-1230499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10E7F-525A-49AD-A1E0-42881A5E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38ECE-1927-43CC-BA45-E9791AC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50532-6CC9-485A-A612-95304C3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2786F-A8EA-4281-AD0E-3C83CC9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17772-5E04-4265-9CCE-74DE18B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19182-2343-48A0-BB7C-CD3DD7D6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55DF6-5A5A-4E8B-8591-3F8517B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36B28-E94C-4249-AA74-16E6E05A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92510-50E7-4ED1-B3C0-A15A02D8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A47E1-173B-469C-A041-684071E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374DC-AA63-4F2D-B03B-08FE9C4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ZÀvÀÄyð «¨sÀQÛ ¥ÀævÀåAiÀÄzÀ §¼ÀPÉ ªÀÄvÀÄÛ ¸ÀASÁåªÁZÀPÀUÀ¼...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AB643-E872-4465-9D84-69349E4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272AD-494D-4C94-8502-4A569640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DA128-2658-4B1F-BA1C-28C798B4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¸ÀASÁåUÀÄtªÁZÀPÀUÀ¼ÀÄ ªÀÄvÀÄÛ §ºÀÄªÀZÀ£À £ÁªÀÄgÀÆ¥ÀUÀ¼ÀÄ...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58552-CB34-4A5D-8058-70000FD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EFD33-6B8F-4950-9A58-422C5EB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AC645-BCE1-424C-874D-D6665056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£ÀÆå£À/¤µÉÃzsÁxÀðPÀ QæAiÀiÁ¥ÀzÀUÀ¼ÀÄ &amp; ªÀtð UÀÄtªÁZÀPÀUÀ¼...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1E583-2B12-4582-923F-E3118DA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21FB3-C14E-4F32-85D5-FC8256A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02280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1D2B3-B3B6-4D8A-B684-596E7A58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A2AFC-5B37-448D-8C16-5AFF79A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E36F1-AD55-417A-8613-8433B3BC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3D422-82AA-43C9-A525-D84D58D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CAAE2-CD5D-47D8-8023-8689B9DD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47CB0-E6C0-4440-AB1A-02CA59A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92FBC-A1C2-4B20-A5E9-6F2C33A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76D20-C17E-4274-8305-7FC5C4D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001F-5E5C-4B7E-A5A7-0C8DCCB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9A7AF-FD23-454E-82F5-218DAF9A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888D0-423C-4FD8-81E0-3F570D4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ZÀvÀÄyð «¨sÀQÛ ¥ÀævÀåAiÀÄzÀ §¼ÀPÉ ªÀÄvÀÄÛ ¸ÀASÁåªÁZÀPÀUÀ¼...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64535-0C0F-4135-83B4-BB88F55D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68EFE-3386-42CA-8196-B2C99782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965A5-9E4B-4059-9C6B-F5D4251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¸ÀASÁåUÀÄtªÁZÀPÀUÀ¼ÀÄ ªÀÄvÀÄÛ §ºÀÄªÀZÀ£À £ÁªÀÄgÀÆ¥ÀUÀ¼ÀÄ....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F72F4-EF57-4D6E-929F-5C9B3F1A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0124D-64CA-4E06-97DD-8077C30C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CB3B6-2730-4E37-8B66-D66E58D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£ÀÆå£À/¤µÉÃzsÁxÀðPÀ QæAiÀiÁ¥ÀzÀUÀ¼ÀÄ &amp; ªÀtð UÀÄtªÁZÀPÀUÀ¼...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6B415-0C72-40AE-84B4-4BE762A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C8AD8-1EA9-4EEE-99B6-943065F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A783E-0A64-44D8-A4C1-904AEE17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08018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A2D6C-26FB-4E05-BE53-71C9EDF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63DF-43F9-4DCF-946C-464F9E4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E47E1-527D-4B51-8017-87728C4D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642D2-DE70-4D2B-AAB3-2B05766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8BC24-49D7-4412-9BAA-4199D63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56293-DAC1-4993-91D4-22BB4F4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FC9AB-4FB2-4477-B69F-DD533AE7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E6D2-752C-4AF7-808E-76E1C98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10D7B-B860-43B0-ABAB-35B6DC6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1772-9313-47CF-89C4-E9826753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00E0-AD35-4A7C-B97F-7F1AFC8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E74C0-66DD-4523-B625-5C18263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Defective/Negative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ABBA6-ED2B-4FC2-8D4D-1FD59EC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Verbs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F1A91-9555-42CE-9C73-9E2C1EE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Colour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277D4-33C6-4575-A7B0-1F459A6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666DA-985A-49C1-B4F7-272E6B6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06192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6A39D-60B6-4B99-BF57-91B3B48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88DCC-17B2-46A4-879B-0373C3C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94048-4DD7-42B2-AE18-323A8F4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74F70-A94D-4ED5-BC10-1B39301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CF7E5-A98B-4747-8336-0B46C783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440CF-727F-4ACE-AB7A-D192AA4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43029-923C-497D-9673-90DC87DA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66B22-F6CE-435F-87F4-7B2E3EC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CBAC0-1B6F-464E-833C-8F25F867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D2229-F0C9-45A4-ADC4-611107C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66FBE-B8D9-465C-92E1-8D7A266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35A15-56EF-426A-8252-D78FCEE6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34C8B-E691-4DB8-BB9E-747917C6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3378C-0716-4D65-8387-2091E540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B7EAF-3189-4F1C-9053-B82FD3F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06FCD-6B37-449C-BBDE-B2389D7E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98529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D237B-64F1-4871-B733-28CA2AC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2436-D7DF-446C-8981-8E86E2AD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DC377-3354-492D-BE9D-AE1B9A79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0ED18-976B-4383-932B-E5BCE77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8D688-28E6-4CD5-AB54-3CD9FE5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0690F-3B95-4821-BF1A-042ADD2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883FD-E7E5-42CB-BC79-0D72154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2ECBF-96B8-4C8D-BCA7-1AF07E1D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1357D-CE01-4DBB-BA44-0C0C729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(03 hours of pedag...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DBAF2-F40D-42F2-986C-5141470F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F945D-BEAE-4F8F-8DE4-F2EE97E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35AD4-D00D-4463-AD4E-815E4EEA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(03 hours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B5C85-2E60-4476-AA18-D2580A8D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2012D-6654-4A64-BA1A-C23927E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E5EA5-10A1-4B24-9C48-CF9B8BE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(03 hours of pedag...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206D8-D060-471B-ADEC-59E003A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A2CCA-4CBB-49A6-97B6-BB9B6056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BA315-F2A7-41E9-A3B9-6FAEF29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(03 hours of peda...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EA7C1-975F-4825-837F-C0C17AC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D71E4-2F2B-4F7C-BAE4-EDA7AFE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E4CFD-E310-4FA6-B1D6-E6D307C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(03 hours of 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2A711-F5A7-4A2E-99D8-F8CBBB6C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0A990-5AF9-4E27-A1D4-01D815A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25052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370BA-EAC8-48C7-9E77-6411F63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372CB-2E53-4940-95EA-9D8A1B1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63EE5-AACF-427B-99D3-0C95E57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039C3-BF6F-4574-8B55-53FDD395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6CBC8-9049-42FE-A97E-8562610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AFA49-C00E-4417-BAE3-86308E4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59667-17A0-4687-ACC9-6FC8ADF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5B4E3-C0A8-4779-BDC5-F28EF62C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D65B3-E86C-4812-9B37-FC6F572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F0498-EB4F-44EA-8DD2-F9971790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59CC-523D-466E-8B86-49B954C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8E97B-F39F-491A-853B-D86ECBF7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E0D03-E875-410F-83F1-9A214006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78EE4-9638-4B24-91C7-F617D53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A2957-64D1-4211-A88F-6A56AAD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53260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4B80F-4A53-4B8C-A95A-ACA54AD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324BF-0EFE-457D-8A45-C7DAC0B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A4374-0771-4E3E-BBAF-6594566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D3D65-6243-4D4A-9CFB-5213514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E0C34-AE1A-431E-A1BB-C76F2CC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A024C-9432-459B-A25D-805B5F4D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E731F-573B-4CCA-9348-70AB8AF9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36625-9BFB-49A5-A269-A0E820FF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ED0AB-BF48-4803-B64C-5FF83A7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85638-9F54-4D86-A922-697E0C2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6AB9C-9425-4EF4-B278-BDD33C08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28652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29393-AF33-43D9-A5A1-03592B5F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FCF9-FFB0-4904-AD1A-B0B16609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49336-250C-4EC7-82DB-D3A91FE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03FA5-5223-470F-8D01-C2120E77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58288-943C-479C-8BAF-DDC82C5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ZÀvÀÄyð «¨sÀQÛ ¥ÀævÀåAiÀÄzÀ §¼ÀPÉ ªÀÄvÀÄÛ ¸ÀASÁåªÁZÀPÀUÀ¼ÀÄ - Dative Cases, and Numerals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A66A7-F515-4161-AF1A-3412CC2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ZÀvÀÄyð «¨sÀQÛ ¥ÀævÀåAiÀÄzÀ §¼ÀPÉ ªÀÄvÀÄÛ...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33A29-7A3C-4AC1-93D0-48A89D2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98BE6-5FF1-4296-9C27-2E0E32B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7989-0A0F-494D-8C8B-0C7F7C82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DF4E1-F8AF-447C-83C6-164CD6C0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62EA9-16F3-41BB-88FD-3F89831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54E06-8B57-4FAA-831C-43DE005B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E486C-137C-4684-A73A-515BEE57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7EACA-6E17-4844-B0E3-27E3B3ED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2C7EE-2F72-4818-AA43-11B6E17B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C194D-78D0-4BF4-AAB6-E4E7235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06301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52EB1-BC03-466D-82D0-5EE2703D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425CE-90BE-4B79-AD3F-0635AE3F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BC0A-C7B4-47B9-8C7F-8E23083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D4CA8-7026-468F-9394-90B4C15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F6A5B-5243-403F-9E7C-468E26D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6406A-8195-4098-A5A2-5610B015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D7694-387C-4ED2-A4DD-A72C6FD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7317-10F6-41D2-A5DD-828D4B97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B6E0A-21FD-4D40-BED7-064A814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ZÀvÀÄyð «¨sÀQÛ ¥Àæ...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CED96-7259-4743-84BB-70BBD5F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D2B72-F02D-4798-85CB-3012D8EA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E7553-2854-48C2-A73D-B9476DB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ZÀvÀÄyð «¨sÀQÛ...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19844-9CD2-4B89-98C5-09D4370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A5E91-669A-4931-B446-6489490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7D826-5E1D-4E5B-9474-9BC91829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ZÀvÀÄyð «¨sÀQÛ ¥Àæ...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80267-23E6-48BE-8D04-AEAF703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C38A-DCFA-4937-A994-869CB6DD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36E88-1BAA-48BE-A479-9FCEAD5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ZÀvÀÄyð «¨sÀQÛ ¥À...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47BF9-5729-45AC-ACFF-4555249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C2092-9CD8-4E58-9133-BBE2B8D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B4606-451A-4EDE-9CA7-4C739CC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ZÀvÀÄyð «¨sÀQÛ...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D30E4-4907-4BAD-89E8-6C28845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48643-8CF9-4BBD-85AC-BAC3E880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38057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72F10-1ECE-48F0-B366-84B81724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1C29-21CF-4F37-9DB2-9A4A9C0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4100B-91BC-4F03-BD0B-B5519921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52AD6-4525-4C67-891D-F25076CA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356CB-A1D1-44D1-82AA-42B5125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B6F4C-D4A0-4693-8F2D-DF00690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4D76D-DCED-4FBA-BF13-F4F12F4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44B73-CE27-4563-9E14-010E82E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DDE55-1860-4C98-9A60-2C3583A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703EC-94C3-448E-A2BC-9D6A8BC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22922-8055-4F12-9F07-32215FB7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06662-EB2A-40C3-B8DB-5422DCD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5774F-14DD-45E2-A74F-8BFBE61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00C83-3BF4-4A2A-9901-43575BF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8B9A0-CDBA-4341-9648-2417BE0A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671110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BC33A-2A9F-4FDF-9212-7F26DD07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0585-B51A-442E-B332-19504AC8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FA6C2-3BBF-4057-8C2E-629C406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F8740-308C-4D09-882F-C83EB81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3E753-3C69-4E08-8753-FFEC7D28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977D8-3CEB-44E7-A003-38A7C7A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ZÀvÀÄyð «¨sÀQÛ ¥ÀævÀåAiÀÄzÀ §¼ÀPÉ ªÀÄvÀÄÛ ¸ÀASÁåªÁZÀPÀUÀ¼...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C00BB-7A7D-405B-8EFB-60DEF2A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9AC33-F951-406E-8C06-7633192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C6232-29C9-43F1-8ED3-BE2D49CE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0835-6BE6-46F1-B7FE-46C09E84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ACB72-600F-4CF4-BCC8-8B00D52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45882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0D998-C5C9-48AF-9FE4-E729B6B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26CE4-49AA-492D-9D1C-39EF22CA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C8C30-D05B-4649-9DC8-C603884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9842-E2CE-4FB2-8E04-6FD5466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BEC2E-6D59-4199-9C15-8C59953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¸ÀASÁåUÀÄtªÁZÀPÀUÀ¼ÀÄ ªÀÄvÀÄÛ §ºÀÄªÀZÀ£À £ÁªÀÄgÀÆ¥ÀUÀ¼ÀÄ -Ordinal numerals and Plural markers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2B02-DA35-413C-AF5B-CEA8B2FF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¸ÀASÁåUÀÄtªÁZÀPÀUÀ¼ÀÄ ªÀÄvÀÄÛ §ºÀÄªÀZÀ£À...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4B6CE-7C01-489F-80ED-DEBF516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04FE2-D5A8-4E35-8AA3-C9CBC221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9531D-E4AB-4C9C-8ED0-F6AFAB93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91ABB-DA8E-4B8F-8EC9-318A163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DABE2-B293-4EC2-BE0F-EC3D59E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F2747-CC1F-4694-8DEE-12098D9F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13AF5-7685-4274-9AC5-65B63276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1B306-96A4-4DC5-BE43-3512BB05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3D96C-19C9-43E1-810E-D9F92291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63F0D-DD2C-4AB1-A655-385BB7E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64393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B917A-E3D3-4450-BE8E-6220FEA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5F62A-695C-4597-8E96-EF970002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C7CDD-2828-4529-A945-7A27BE1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05FCD-2D40-41B1-B5B8-B8E44A4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F140F-4BAF-4176-B240-1AD78D61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28E13-FE9F-4FC2-A51F-1C9B65E4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192EF-4311-473D-9798-3091AD8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45C12-E831-4C33-884A-133F5B4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33E99-40E5-41D1-B5FE-DF968E6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¸ÀASÁåUÀÄtªÁZÀPÀUÀ...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BE97F-D25C-4E17-95F9-E2B97ED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31E87-C7A0-4A30-963A-3283933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132BF-E43A-4279-BECB-E5F65275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¸ÀASÁåUÀÄtªÁZÀ...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D27B7-9DCD-4F6B-B6EB-FBB612C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A03D2-359C-4141-8B4C-6118CD0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F4DB3-EFED-4998-994F-A64027D1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¸ÀASÁåUÀÄtªÁZÀPÀUÀ...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6040E-14F1-460A-9A3E-6314995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A7F0D-F06B-4C48-958D-87F0ACC8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357CC-7891-4958-99F8-8222B29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¸ÀASÁåUÀÄtªÁZÀPÀU...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29C8A-7C78-4711-8CB9-616B6506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48646-8CA1-4DEB-B59B-01A0B20F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2176D-1F94-4BD9-BCBE-74A33C0E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¸ÀASÁåUÀÄtªÁZÀP...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D449C-9546-469B-A044-0F2697FE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B1ED1-01D5-4592-A74C-E9252E76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09578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8CFAA-51BA-45D2-9018-A342BF2C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A6A99-9120-41F9-BE4C-615C0CCE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D36BF-B05E-4B23-8F96-F7F472A3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46A51-38B7-48D4-BD34-997B791F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98C48-A090-4C12-87F2-99C2AC6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F0BAE-226B-43A7-BD97-D190D3C3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626CD-2BFA-4B7F-BBC7-B9EA0F60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A8B69-77E8-4C7D-ADB9-F21778B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978DB-00D2-42CA-8617-9585B95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4B5B1-5E85-4453-A42C-741A44B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BD96B-1804-4FFF-A009-FE7B40C5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CD4DB-EDBE-4E9F-B9CC-9ACD211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C0E73-0F02-4A74-A3FB-3488DB4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0CD6C-47AF-4661-ABA7-F7061DA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30418-B327-492D-8794-E253C0B8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824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4520A-4D4D-4129-99AA-9ECB911C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57008-02F5-476B-90E6-8BFE475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2F115-1A6F-4611-89C7-1D3BC0B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58B8A-CFE1-44F8-A9F9-3871EE57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94407-A1F8-46CC-A1B2-92662062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1276-2310-48AE-9684-9B9C315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¸ÀASÁåUÀÄtªÁZÀPÀUÀ¼ÀÄ ªÀÄvÀÄÛ §ºÀÄªÀZÀ£À £ÁªÀÄgÀÆ¥ÀUÀ¼ÀÄ...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013E5-5E1E-44E7-8066-DB26D8B5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5889B-208A-41A9-8390-97A41EB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FAAB-FC8F-4A51-8E38-A6ADAFE2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D7B5B-C764-403D-B159-02520C2E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D5FE6-278E-4748-A6D8-710DC5A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304465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C4C09-4C6D-4281-A6CF-9E1EF1C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79B6D-523E-45B7-9602-5428D29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8AE67-A435-4FC3-B715-FA490FEF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9FF7B-353F-410C-94DE-9F8A828C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9F4F-35FF-49CF-9B90-8B48BA0E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£ÀÆå£À/¤µÉÃzsÁxÀðPÀ QæAiÀiÁ¥ÀzÀUÀ¼ÀÄ &amp; ªÀtð UÀÄtªÁZÀPÀUÀ¼ÀÄ -Defective/Negative Verbs &amp; Colour Adjectives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B0FE8-124F-476F-834E-B55C91B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£ÀÆå£À/¤µÉÃzsÁxÀðPÀ QæAiÀiÁ¥ÀzÀUÀ¼ÀÄ &amp; ªÀ...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77757-F214-4A16-8748-FDACC6F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CB2AB-DE00-40DB-B784-508332C4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FC02B-1575-46AD-9043-87F5EA73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933A7-5068-439C-A9A4-B7B0BA35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3EE57-C395-46A9-8134-C06D3F9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A2B19-68B2-477C-84EC-A924DAF6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E8D25-F4DB-449F-9828-BA91FFF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28874-FEA2-4352-82C6-1518F27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1D0C2-603E-4179-9E2B-BAF44FB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4BD2D-EAF9-4CB6-A1E7-903C778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22914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420B9-E60D-4CA2-B874-A94581D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5B41D-7E00-426E-99C5-96F2300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DC22B-A3E3-4A73-9677-2BA423D5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CEEDB-4D9B-448B-9CEC-1F074A5B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AACC1-4FB0-4D87-B45F-C54AC7F1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938AB-F22D-4C8B-9DDD-DE6A4D9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C792C-9DE2-4DEE-B066-F779A64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EE80D-5412-4AAC-9C6B-2B84A44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50F55-F6CD-4C45-B984-C9FCF1E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£ÀÆå£À/¤µÉÃzsÁxÀðP...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FE4E-5767-48C5-BA8B-29A32463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D99CD-EA45-49FA-9FF2-7026365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A8E89-C1B2-48AC-9741-931414A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£ÀÆå£À/¤µÉÃzsÁ...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AE2FB-062B-4CD1-9E6F-9A045A8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E11CF-571A-4FA6-8297-F934E75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F04C7-5DA6-4A56-ABE6-88F9685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£ÀÆå£À/¤µÉÃzsÁxÀðP...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2F1EE-FBF2-41DE-AA35-D9F5C8D4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A08A0-30AF-41AB-A319-67829A3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917B8-7375-4199-BE7C-1E3B488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£ÀÆå£À/¤µÉÃzsÁxÀð...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335C5-1066-4258-A284-9764B637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1F206-144F-4E09-9F3F-3AD6E70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62F74-F3C3-4569-A111-4ACFA3B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£ÀÆå£À/¤µÉÃzsÁx...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04CBD-BB88-4CF4-9186-632CB70F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D13B6-6007-4667-89BA-1988DACC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350717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0355C-D287-4921-870C-26B77A1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55CBB-69D7-4D69-9695-F3CA540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1F767-8C02-426E-B9C9-5B0E3D0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C6EE1-5633-4B11-9291-4C22366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EE62E-ECBC-4093-93E0-D1448995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A3366-B9B0-4DF1-837D-9ABA890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B5F8E-02B8-41D6-B36D-E76C13B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21EF4-16A9-4C02-8D42-1C23357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C7A50-06BB-406B-A14A-8C2317B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D94A1-DB8C-430E-A1CB-EBA8A27F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C22BD-6C16-4DEF-B210-CB1F41F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C5B5-0F79-4C13-A269-2AC13C0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E08AE-FBB7-4B06-8052-A2434A2D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E4C24-176D-4CFE-AE4B-9AC33513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4ECAA-8E0A-4B62-839E-281CDFD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533080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7E182-CC86-41FF-9722-40F6D48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787B4-14F8-469C-9D88-F7307BA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FABC-3D75-4D22-B7A9-9574711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10D99-2845-43CB-AD08-F00582C1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4D975-66B6-490A-BFD3-828E6A0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4B0DC-53A9-4732-BB85-4E4FFDF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£ÀÆå£À/¤µÉÃzsÁxÀðPÀ QæAiÀiÁ¥ÀzÀUÀ¼ÀÄ &amp; ªÀtð UÀÄtªÁZÀPÀUÀ¼...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9A3BE-312C-4C54-9049-6F38757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F1D8F-08C7-4A2A-A551-914327D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544FF-4CCA-4135-A7E0-376E045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BF660-2D06-4CD4-A5A0-19BBF8C2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0B4AD-ECB0-4DC7-8F33-D545ED1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76745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B1107-B9D8-4758-9D72-FD9ACCD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C3ED7-50B8-4302-86F3-4C50BF4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26F8E-DF1F-4678-BBD4-184916A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D3D1E-0CC0-477F-87D4-3679FA74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387F1-DBC9-40EB-B2D1-C5D6DC6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04897-A4B2-468C-9478-74F5B39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659632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FE399-B336-4876-83C2-D69A48AB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9E5FC-8DA8-4B34-8872-B96175EF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2FEF4-0F52-48D2-859A-552204B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3362C-9C0D-4C3B-A318-1484F681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D434D-784E-4167-AEFB-02C4BF4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Dative: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790B-708C-4E2F-A1F6-CA5D17E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232231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4E087-DDAD-4816-9208-11AE2F61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D34A9-E065-48D6-94D4-F126F470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F63E4-0243-495B-9260-D45E4F6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D2B39-D14C-4B13-8B21-F52E63D8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46F82-FE87-4106-9F93-F424CF19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B74E2-40B5-4171-90B4-A6C47C6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636023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426A0-0A90-489F-8847-66788C3C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979A4-A850-4164-BC02-734583B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A2DEF-9F90-445E-B2B7-2F583EF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89132-E54A-49D8-9641-1A7CD017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DC95A-058D-4A0A-81A6-8EDE850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3FADD-9FFB-4F26-986F-9A0B4F28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198779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D6B-FD9F-4E2D-9AD5-CD9A09E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E46AF-7C63-47AA-8DBD-97215E62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15869-F5C0-4E9A-8FA9-2BDA5B6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712A-5C95-451E-9171-332B8DCB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AFB87-2F8C-4B4A-9059-EB82CCF8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ZÀvÀÄyð «¨sÀQÛ ¥ÀævÀåAiÀÄzÀ §¼ÀPÉ ªÀÄvÀÄÛ ¸ÀASÁåªÁZÀPÀUÀ¼ÀÄ - Dative 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¸ÀASÁåUÀÄtªÁZÀPÀUÀ¼ÀÄ ªÀÄvÀÄÛ §ºÀÄªÀZÀ£À £ÁªÀÄgÀÆ¥ÀUÀ¼ÀÄ -Ordinal numer...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£ÀÆå£À/¤µÉÃzsÁxÀðPÀ QæAiÀiÁ¥ÀzÀUÀ¼ÀÄ &amp; ªÀtð UÀÄtªÁZÀPÀUÀ¼ÀÄ -Defective/...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CCD9B-9356-4A6F-BEF0-181170D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B1C3D-B8EE-48D3-9B75-C8A4DC73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A472-231D-4EEC-A59D-45779CF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598104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077C7-8D47-4AB2-9DEA-4262B4B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75CB1-C9D5-4467-A0B1-8D779EC4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ZÀvÀÄyð «¨sÀQÛ ¥ÀævÀåAiÀÄzÀ §¼ÀPÉ ªÀÄvÀÄÛ ¸...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06CC2-B74B-44CE-AE3F-C3C668EB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702E8-2382-4BEC-910C-FC64BB5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EE13A-F213-4E74-A193-2E7F9FC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A171E-A09E-4C1B-9BAA-59A26B5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3694-7293-4732-A3F8-0CA592D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B5CF3-F70C-4A0B-8F9C-440703B4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429E9-B550-472B-BDB5-8EE6F21E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FFC90-BB42-4EDE-9C43-D5A620B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B6B6C-7E36-4470-9B53-A064A12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6A154-B679-4DBF-B0C1-DA310919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3BC74-7347-4626-BBFF-5F79481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37526-38A3-4BC8-9652-F7CC04A2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ED5C9-9609-4BA6-A856-C47A7B53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DA21E-3C3B-4B60-8A49-8F1874F3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E1709-AB0E-46A6-9E14-966B4778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1BED3-24CE-456F-B6A2-383E08F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6CA60-F2EF-44F3-A981-18F7C41D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2452F-8A1B-4D77-800B-9790BF3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78BB6-6954-4342-881F-CE6E4B95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C401B-1158-4F5E-8A12-8521554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AD351-FE5F-4F78-BB53-0B1EA3D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E959D-AF29-4BB4-A400-CE72EB10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9B9B5-837B-4653-864E-5F8189D0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D5281-5B56-4841-9AE2-70EC666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F3993-E6EB-4248-8EAB-0727CF1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831B2-C5FA-40B5-88D4-887B19A6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14D34-3941-4849-B12D-F8F1EB5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1D36A-BB28-42E9-8AA2-F4D24F9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5C5BE-F293-4971-9E04-F53D120F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A14A3-998D-47D8-BB89-84D4A3C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325080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C49B4-5160-4307-A6AC-BCE74B7A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9B77-E95E-4FEB-BA06-3ACE4D8F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¸ÀASÁåUÀÄtªÁZÀPÀUÀ¼ÀÄ ªÀÄvÀÄÛ §ºÀÄªÀZÀ£À £Á...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257CA-B6CD-4A5F-8721-48BAC07D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45BE9-DA8A-4A87-A2A1-FC9F4FC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9F97-EA2F-446E-AB32-33F95635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0042C-82D9-4EF3-9E15-87EC0A1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7704A-41B1-4007-92D8-5E6ADE9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232F-82A3-4691-8509-75E5127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8DAA0-D08B-4A4E-ADFF-FB15CFC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DB2EA-174A-4709-AC99-D9B6AE6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57980-5299-40AB-8C68-A36C205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FEEFE-3C06-42B0-A417-AF451F1E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E0A2B-0F87-4D59-AD6C-96DCBB8A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1146C-EF7C-444D-AAA4-323AE2A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6313F-BCE6-4A36-BD00-6ADFE52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1E2CA-5485-4D1C-9AB0-57F6B61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4C817-5983-4BA3-9A18-4A3920B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7EB72-BFD0-4D31-ABC5-FC2E1A6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4FA8B-85EA-4378-85BE-A6ED586D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EBFF8-603F-4A03-937F-ACBA426A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8A1E7-B31F-491B-9578-B313076B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055E4-8CE9-4804-A446-64B5339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87135-C3F1-49C4-B1A6-1DDDDD6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6C95E-00C8-4999-8FCF-382F4304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05293-5F57-4F79-AF54-43AEA4ED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DA15C-BF5B-4580-BE2D-2C2AE5D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AAE08-C892-4B0C-B0CE-1DAE2D1E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D225C-4F18-4EF1-AB1B-4076459C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2B9F3-A12B-4206-A7E5-392D47F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31494-A5C0-4B94-81D2-C933ADC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F5BBD-2F4F-424E-9AF1-2E5C10ED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DD93B-073A-408F-83F7-B2E98F8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738994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A2E2D-8036-4224-B16A-00F4B86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4B826-85A0-403E-98C4-418BF83F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£ÀÆå£À/¤µÉÃzsÁxÀðPÀ QæAiÀiÁ¥ÀzÀUÀ¼ÀÄ &amp; ªÀtð...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1E31E-8185-4AB5-BC6D-D328325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B8442-6596-4325-9615-4AF57234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84DA2-7659-45D4-8FC7-1EA94C9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E624F-0F74-418D-80D8-5DCA4A0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8C4AF-91B2-4163-AE1A-3CF988E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58E66-0B04-4D37-A4A4-AAB0B8B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84778-AAFD-4777-9A1C-8B5FEC1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78B06-C28B-4F0F-B90F-997FD9F0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59F5A-7127-4624-B45C-30B3F66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CB25C-E66A-47AE-AE2C-30A99D7E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E8DEC-C4ED-4272-A08A-F4CA8B59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C53FC-75B2-46C3-98F9-293CD00C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DC0C3-D1EB-4508-9021-1F768760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CD8F2-800D-4AC0-A7C0-E28C0C2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6192C-065F-4C26-B34C-999BD61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07768-9D84-4E06-8517-CAD15D4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2F472-2F58-401F-B135-B653C03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FD906-2DA8-497C-9E5B-88A26A8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3E74A-2AD9-44D3-9AD1-DADF04D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436E1-C8C5-4E75-8C20-EF3FE51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AD18F-9ECC-47C8-BCC4-5D0EFBCC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4B61A-F454-45DE-BD13-1982016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488B-E095-46C1-9864-F44A9D2A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590978-D598-44C3-AF42-2E28E1BE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E28B1-3C62-461A-88E1-FD443F98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A3568-FF18-4056-B8A3-45948B1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768B9-34AE-45A6-8F5E-0DF4771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A9B3B0-7EE6-440B-9B85-EC4BD79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2F970-3F2A-432B-B7A2-470851E0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C56F7F-6E04-4C55-BF12-ACACB35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960395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28268-6B0A-4F99-81C0-6A28179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05412-F19A-4401-8A9C-0E7FE61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8644B-8D40-43C9-AA12-BA12696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D5B36-BD50-414C-B3E2-7D68DB4C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1A71E-498E-4D8F-ADA8-9EF85F2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F5244-4254-4D0A-AEB9-EA2AED1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D62C-8AE8-4D83-B7E1-DA1027F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5F39B-3B9D-48E8-AF8F-5CDBC72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1A0B5-2662-4273-A8C6-520D48CA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B12B8-51FA-45C1-B8FF-74A5BAA5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2E00E-D02B-4674-8D7A-9951885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ECB37-7479-4E69-B177-578C335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023FD-BDE6-41C8-AA95-B9E491D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4AFD2-F1E9-4054-9154-DDAE6599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46E70-037E-4FB9-979E-E68A5D0D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39012-AF9B-4704-BC91-BD81F09A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623C6-59AB-4170-AFAB-34778934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DFAE0-1935-4F7D-8EB8-1E60877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A8953-F489-43B7-A79B-2B8A682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6410F-0BA7-48D2-8128-CB703522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1FFE8-506C-4A5B-B3CB-7C26AEB8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F3502-B945-40B0-81D8-5C68A4D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A5CA9-B62E-45B3-8CB3-6492295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2773A-9996-4071-AC62-8914590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C8D8E-FA3E-4E63-BA03-ADE12718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49375-FE3A-4154-9DB6-A368EECD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5CBD5-8585-48E6-8EA9-97F610C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D89A0-8CDB-49A8-890A-2FAF8DDA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0C19C-5F4A-45E5-BB9A-BB979B8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E924B-D66C-4A5E-9F53-BC0FDC8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AD983-E8C1-40BB-8D01-27BA47AB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016A53-4A89-471D-BF37-A8EBB64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227730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FE28E-507B-494E-9869-6AFC1D5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4E24F-1AED-47D4-B29C-0744B18E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ZÀvÀÄyð «¨sÀQÛ ¥ÀævÀåAiÀÄzÀ §¼ÀPÉ ªÀÄvÀÄÛ ¸...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D574C-CE1D-4B49-87F2-A97450CD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DDC4-FA38-4A27-A130-52EE52AF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1FBBF-6BA8-4D53-9E6C-34023F60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EE209-9D83-4942-9AAB-7A72006C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B0A6B-3B72-42E3-B814-089AB20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EB51E-31DF-45EC-B562-4232428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16015-FD5C-47C1-B782-763E77B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8F72E-CF5B-4167-B87F-602B5A2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0A72-ACC2-40A5-9970-BE50B123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03C4D-8BBA-4C88-B55C-34E35504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E68C8-1790-467B-AA87-E87D898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27524-5F2A-4544-8F5D-09D7F36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3D0DA-E78E-4D7F-A147-2D31C78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7CFC0-4F35-4B3E-A9D0-DDFC2B8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2A719-5FC4-4B3E-BEC2-E0761B4C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A04F6-494A-4C86-92EA-6A26144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FE202-1F8E-47D1-AF02-8F15CEB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68456-44F6-44C8-A129-534186E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F92C-B689-4198-9EE6-D3F467AD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AF9FB-DB2E-41D9-ACA1-795ED6A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21687-924F-432E-87D7-6AF2581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E1AB8-C4BF-443A-88E8-6139B19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11BF6-4796-4DD4-9F90-C5D6B78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3F6BE-59C7-4280-8186-2E8C531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401EA-FEC2-4EAE-AD8E-85E0050E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3401E-3FE7-42A9-A859-1897098B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9CA24-8887-43CA-B38E-D5B09C13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FE80B-0ABF-48A0-8A21-A04DDA4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F0CE2-DFF7-47DE-B19F-09CE216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BA63F2-BC18-4F0D-A005-861C72B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675564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1B7C7-5B32-410C-9505-E1F569CD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8B861-3247-437E-A20E-523762AF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¸ÀASÁåUÀÄtªÁZÀPÀUÀ¼ÀÄ ªÀÄvÀÄÛ §ºÀÄªÀZÀ£À £Á...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559C1-1723-4EBC-BB48-07768CD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99838-303F-4C00-8EB4-025F73F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C5AE5-D0F6-4CD0-A642-CEFEAABA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AACCB-30C3-4930-9911-8AEF51ED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A0103-2C81-4B9D-9BE3-888806A3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C726-A455-4018-857E-7FA5C15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7BD77-5C45-40B9-BE33-D1865EBC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C9356-8211-4982-9130-CC89580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32DFB-E198-4C69-B21C-7C48E91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D38B8-009B-4551-8104-1F95AE1D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8166A-9388-412F-B0FA-CA188DD3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950CD-965F-4B1B-9552-C066960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35F1D-E207-4681-B73C-829CD893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FD670-9735-4377-9A20-1A9E61F6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F13CF-39B9-4645-A1ED-1787D68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4296B-ED45-4BE8-9B3F-D515DA6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3A355-0716-4773-A84A-F3014C0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553F0-3DCA-4068-ABED-D8ADA7D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087DA-DDF5-4C1F-8C83-C51E5D0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8F70A-2518-4011-999F-5F4590EB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A2E4D-36C9-4488-A010-454AC1B3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89220-825B-4560-995A-ADEA058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FFB33-DB3E-419C-8F48-10CDAB8E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CEA97-E2BB-4F39-A5A9-5885D45D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F413F-4DD5-4C48-BCFB-0A155A9C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EDF10-EFB3-4937-9D73-78F92C9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DFA4E-FE46-4801-A119-0DA62A2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65644-B6F1-411A-BA9F-8D5ABFF5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674B76-F4FC-4258-A568-EB800B9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3B8255-FE50-44EB-8D35-28518FD5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797033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0DF57-8135-456C-A0A0-28AE9AE2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15D67-6F03-4831-A6B0-F3DE4BE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£ÀÆå£À/¤µÉÃzsÁxÀðPÀ QæAiÀiÁ¥ÀzÀUÀ¼ÀÄ &amp; ªÀtð...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04534-DA36-420B-B87C-0373687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5C95E-AC28-4353-B9DB-5AC3CB39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2A1E8-D1DB-42F4-A965-0DCE86F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9AC6A-E594-4C84-A214-2EE6902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D7BD3-679F-497A-BDB1-AD2ED09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BA23C-B6F9-4267-A65D-F30C0F6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99F72-91E1-4F25-84F4-A0E5564E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DEA57-1DF8-4D4C-B222-2EF0036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5ECD9-81E3-4C92-BC5B-750BC7C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9D3A9-8C38-4596-ADFF-527D6C3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EE1DA-F1DE-4844-9D63-EA8E1F5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C1939-95D6-4A72-8087-06E4DCD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E47C5-0666-4BE7-A44E-AB12CF0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D098E-19B9-428C-A574-D81DDF0C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CA5E9-E93A-425E-A61E-6BAFDEB3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B79F0-B6F4-458A-A252-DE71EC35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9A480-F6B3-471A-B777-7294BE4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03A5C-9D65-46FC-A76C-C0B079EE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08080-ADB3-4F6F-8781-ECE00F7A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C0E9A-D452-46CB-B0F6-1F6B588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129E0-5A24-424C-90E9-7F6F11D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D52A4-6180-4A87-B676-5DD7ACB3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51E4D-1235-447D-88D3-4699AE5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CD665-7015-4502-A413-84836911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5D95BE-1A52-4A6F-B4D3-32536A5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BF5F5-B866-4628-91F1-0397AC2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50E1C-575D-4EAB-9BDF-C90B049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62E2E-C508-4D22-9DC8-6496B6A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0747DE-F37E-490E-8945-92630EC3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FED35-82F9-422C-BF25-91A4791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467392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F662CD-9CB2-4186-B33E-CD266A79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0FBCC-5283-42C6-8013-F9140575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14D3-7F9A-43F6-851F-6126EE6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67AEB-5BF6-49E6-9D18-7C5B043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BF9C-8CE7-4210-A70B-473829D5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7ACF9-B54C-400C-88D3-6FD33CBB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759AA-BC00-4EDD-B65E-FC7EB1A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AF0DA-8160-492B-99B2-CACD0CC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6EA61-03FE-465F-9A32-799F731C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13DF7-8C37-4A57-B9D5-A8A0D409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DACE1-C48B-4611-8967-9418448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723E0-0443-4206-A58C-626BBAC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98EDB-AD9B-426D-BA44-AA04CADC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E968F-2DD0-4716-921B-53FB952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BD574-6D6F-401D-850B-84F1B42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868CC-294D-4689-84E1-F5499A05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889EC-4878-42C4-96FB-D6EB77E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CBFA7-8051-41B1-BE84-728718EF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1756F-916B-4F2F-8DD2-B61C0A4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57D26-3C2C-4CCE-8BF8-9102AB8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BDCED-1B3F-487C-B343-A0A03E4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4CC78-CF46-4336-80C7-81DBEA4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9DDA1-112E-49B0-AA9E-E416A17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B332F-0DD6-4AA8-8E70-175E4BC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F4F91-93A8-47E5-8252-FD4E086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2A867-8505-4DAF-87BF-1B5355E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47CE3-1452-44CF-96F3-B5D8D491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F8E32-BF3E-4992-9CBA-5FA98EB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873DF-D4CF-4B03-8A4A-F11491F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0E59E-B66D-4AD0-84CA-ABDADDC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E3B5E-D056-4ECB-B233-70135DF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E18DAE-6872-4D17-B896-84077862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258672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E8738-4763-4653-B8FA-B7F5CAC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D4B7-9010-4869-A5DC-7AF06347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ZÀvÀÄyð «¨sÀQÛ ¥ÀævÀåAiÀÄzÀ §¼ÀPÉ ªÀÄvÀÄÛ ¸...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4D41B-39C1-49D0-B244-632BD3B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436FB-5180-4BE1-9F0D-C2B9AE8E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71851-994E-4A2B-9440-E4F81CD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26F5A-273A-44C3-B5E1-EAA779F9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41CBA-29CC-4762-B764-0F91D05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C83B2-223F-4986-A9AA-C7541315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549A2-3EB6-45DA-A3B1-2C66AA9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B9DC9-01EC-42CB-BEE4-19957E7F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8F96E-B3FD-4962-A8A7-0607CF2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A5258-1398-46F4-9DE9-D4CC2A87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82598-1B9B-42AE-8045-FAA8D4B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81084-4921-4194-9155-BDDF87A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0FE74-D96B-4B1B-B50B-1E2DD0AE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EB92D-3D34-4211-93CE-48B2803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D8651-922F-4F16-9B97-E5436AB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56A87-7E63-4511-9BB9-00778325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6B733-DAE5-4E1C-989A-D3DE2D93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00BC6-3E18-4D24-AC28-FBC0D79E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C06AF-8897-4ACB-8C6D-D1DA6790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8F90D-D944-42B3-8548-0F1DB00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2BD42-69FE-40B0-A0BF-1C22FCD2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AAB67-A54D-4234-A68F-7A264D8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5BA80-B124-432A-BB39-B00096D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CD202-C6A2-4C46-A557-22D2B4D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2E98A-BA26-4AC3-BF18-BB07DA4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60A5E-24D2-4D9D-B7FA-665DF6F5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CFF1C-E76B-4F61-957B-0EABF1F8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9B251-2825-497C-A95C-5D5E354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B26D7E-23FC-481E-A55E-2F0AD66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DE3F9-BFD4-4D25-9B22-285D679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324475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DD065-C3EB-47C0-85EC-0CCA8D7E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08E87-9AD6-4F1E-818B-D9425CB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¸ÀASÁåUÀÄtªÁZÀPÀUÀ¼ÀÄ ªÀÄvÀÄÛ §ºÀÄªÀZÀ£À £Á...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A5558-9E17-47BD-8A29-47F62BC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C8FAD-B291-4EAA-A269-7B93432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6A92-D58E-4A5E-BCF6-78D0BC3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A5010-FA5D-4184-A4CB-2F34E72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B2C87-314B-45A9-A69F-9A26959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F63A9-E3D1-4136-A06F-3859C01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6C4D4-12AF-4D95-A645-6CC8EE2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0671A-1777-474F-ADEE-366A533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CDFD7-BCD9-4113-89C4-BAB4DF9C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7FAF5-F03E-45CB-93F1-CEFE847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855DB-A2D1-4157-A312-E1414D5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7AF05-082B-4843-AE30-74FADB0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09F3A-A87F-4697-8B86-9202E3B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D16F3-4F2B-4E75-987E-46A9176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B1793-3A1D-4B73-9FF5-CB72132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D0525-0C20-42D4-AFFF-DB56C74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23A13-8C60-480A-9FA1-FE483352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0C286-45A0-489F-8332-CA2D200A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9FFA9-8C32-456C-9A32-5F42FBE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FF60F-35EA-4FD2-B55E-1D379594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7FD4B-25E6-4971-AFF8-804DB70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6B68F-3D20-4020-BDD8-7FDB7C4D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D5F8E-B6AB-4CA2-AA4C-38B0408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827D7-D3C7-442A-89D4-46CB6305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12E2A-67B6-4337-BE04-C5FB996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17FAF-7053-4860-B864-4614FA4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D7766-0C0D-402F-BF92-8AE4BD8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C142B-E533-4EAC-A311-3FE435BF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B69C2-0710-4531-A51A-1D8610EF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407EF-54BB-4342-B832-CF2BEF4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5755849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6151E-CE73-4998-B2D2-54866256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9282-1E37-403B-816F-2524616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£ÀÆå£À/¤µÉÃzsÁxÀðPÀ QæAiÀiÁ¥ÀzÀUÀ¼ÀÄ &amp; ªÀtð...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11CFB-B96A-4F03-B870-BB83702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629E5-C9DD-4C6D-AEFC-0A594F35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CDA39-6569-47DC-9879-C0FB336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B9BA2-189B-4604-A5AB-8D71356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2B0B9-E095-4A38-82BF-6E50492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B99DF-79F6-4883-B881-9738BFE4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6FC5-022A-4E52-BA75-2A097F84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B09C3-BCA5-4029-B526-695C400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8E6E3-C173-420B-84AF-BD90A668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A6224-D1ED-4271-8DE0-2A0AF3E3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58684-6F98-40E7-B57F-A1D2F3D6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7A9CC-D333-4633-95A3-ECFF366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A7910-7EAF-4C19-8B56-FE35E82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A9F4C-5468-42DB-9C91-EAF347E5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8F2E0-C0BA-457D-AD7A-F730D260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03135-63D9-44DC-8163-98B37732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D623E-F1FA-4927-B9F6-E68C2034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E7EAF-21E1-4985-A221-C828717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42B6E-B16A-4138-B0B1-F35F461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BC076-A5A1-46DB-B48E-B38F4FA9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39189-B3C6-4E71-AA24-5D15DC5D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44DB8-1AC6-427C-BDCD-F4B4218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F08F0-92C9-428E-B617-D16741E1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02584-246D-4443-B06C-AEA0325F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F2608-2336-4A73-8986-B86A8D7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F0C3F-5F16-4631-B8FE-FA29DE3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5D6A8D-9F76-4010-9CB1-C80AA968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D17E4-C697-48F8-9456-2C6737FC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6D561-FFEC-4690-B9DD-94844E59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3A982-82A4-45F3-AF3E-0FEB95C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944104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C32280-008C-487E-9D98-6DB20F0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58830-D618-4FD2-A6FA-BD63B35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733AC-C61D-4487-A3D2-F51C45E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33E47-A9A5-4E27-937C-29079FA6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8577-43A5-4A9D-8124-B33278AC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80397-405C-463F-8BD1-2F00DD7A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73A1E-6562-48DA-8285-62E2235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9852F-CA8C-4329-B294-CB5317CF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EDD27-85AB-42E9-B5CE-E94814D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59FA2-2011-498A-8DE1-3A31935C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8ADEE-C991-4FAE-AA58-CE6BE41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9A6A2-6103-4F40-A9AE-1DB0DFEB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A2EFF-87B4-4523-B1C0-3E02816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03F82-8D1D-47E1-ADA6-5E1C63C3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70808-DCAB-4199-BC60-C296B11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46BE0-8EC3-48A9-B723-319762AF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BA84E-BDDD-487C-BA9C-A35F6F7E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C629B-8AEF-4C6C-BA23-5D30D495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C42C8-9980-4BBA-8F07-2C3BB4F7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85A9F-9A6F-4462-B6B9-6D500FB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22C8A-6FD5-4107-B1AC-2B681182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47E47-59C5-48FF-B366-AA8CC82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83136-768C-45F9-97AC-51BF695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270DA7-8AB9-4A35-B580-5504145D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D241F-A9E7-4D86-8C2E-937F7CFC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A18DE-00C3-4544-99F5-470A322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269F0-D545-41A5-8809-C36E4E69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D112A-8A89-47CA-947A-3BDBF72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CBD31-3A7E-4C10-979E-E35FBC3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3E766-146E-47C4-9AC4-FD94B0AB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F4C7F-B821-476B-AD1D-FDAD591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CC486-F4F0-4AD5-BF43-68BCFFB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172828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E422B-A918-4D5E-B552-E0A58A5A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6FEEF-E607-40C4-B0E9-C5AEE1F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ZÀvÀÄyð «¨sÀQÛ ¥ÀævÀåAiÀÄzÀ §¼ÀPÉ ªÀÄvÀÄÛ ¸...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75BF2-73ED-40E3-A0D7-4DD95ADD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47DEB-09A8-4D2F-9F4C-1816625D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61EA9-547E-4C1C-8B2D-A8299ED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306FC-A386-402A-AFD0-F683BA43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5258-D15D-4747-A4C2-128EDF65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78696-8433-47CA-8295-513C4B9E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79C53-B4E7-4813-980A-A5EDA5B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48A3-AC4D-4ED6-8876-D53293C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1E646-11D5-40E1-91AC-AD35624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6866E-CB67-4F1A-8D2C-3ADA5EA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676F3-4762-469B-8550-899362C7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50437-F0B2-479F-971E-68E493DA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78E82-078A-4EC6-93B9-C87108AC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1133F-697E-4F13-A418-6170A5C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884D2-5910-4361-87E3-12233EA3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ADEAC-B885-47C5-8B65-65972F0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64805-EBD6-4333-9944-8D3354AC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88693-C83B-4134-B2F1-A362129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326F1-8D46-4821-A7DD-32B4FA7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F963F-E32A-4E96-B6C0-ED9EC3C0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3D3BD-6A43-46EF-AE08-975C002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29605-6DE3-40F9-8F8A-9E1D2AB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118F4-48BA-400D-874F-4594A020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6C380-3079-4C1B-B52A-72C3531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9C24D-CACA-4EBE-82EF-B3ACB1E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342EB-448F-4080-A132-5B4458B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94831-4CE3-4084-9CA9-3B94E4AF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E08B1-BF7B-4A9D-8D36-D47E130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2618A-B10A-45B7-89A6-A9BD5B1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47A1B0-BE34-43AC-B0ED-C836481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075504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3F585-7591-44BC-A552-F221F87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B35ED-62DF-4A52-908B-78D7AA7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¸ÀASÁåUÀÄtªÁZÀPÀUÀ¼ÀÄ ªÀÄvÀÄÛ §ºÀÄªÀZÀ£À £Á...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D2B30-A7B4-4BAB-B00E-ACCE822B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63CE3-B8A2-4679-97A4-6F091D0E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B0105-438E-4808-80C4-9D3A4F44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14791-A2B9-48B4-858C-29F432C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61EFF-786F-48E0-BACF-E8A63CBB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76E8A-A88A-4BEB-A7F1-ACF2DAAB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DB32F-A6DC-4371-A374-2238F15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C36BD-090C-4E1A-9BDF-F19EAC1C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578AF-F039-4531-B8F7-0EDD408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0F700-5C69-41D8-B72F-900389C2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B5FB6-05D7-4D94-8744-8E941B54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51C5F-3DC5-4501-AB5F-76C1700F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070BD-E2A0-4983-94FE-9A331D1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776EE-8083-4103-BE0D-AAB3A33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16782-9D51-4C22-911E-9E399D4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EAB04-3532-4A36-B715-1EA18CB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B5186-4E68-4EC2-9720-52544485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EC511-38B8-49C3-86BB-318894B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6AA72-92DF-4D76-A03D-71EFCF8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EA2B4-8060-4F6C-8F6E-27C8F161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69220-0034-4B7D-BC10-0932A52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0A8FE-0528-454C-B9EC-FC90B89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396B6-88F1-42BE-B5D3-BB815CDD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B0DF0-50FC-477C-9E08-91D8687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13D2A-F508-4898-B87D-25AEE6D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A6AC38-CFA2-43AF-991A-4417E9F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6663E-602B-49CC-958D-8547922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B5C8D-6418-4159-8F0E-A34F906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BF38A6-DFD8-4AD9-A719-95B1C937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546C1-F12C-4079-AE7A-C530C4A2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629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2026-08-24T16:02:54.2050000Z</dcterms:created>
  <dcterms:modified xsi:type="dcterms:W3CDTF">2026-08-24T16:02:54.2050000Z</dcterms:modified>
</coreProperties>
</file>