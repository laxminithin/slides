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acbb9eb6e24a63" /><Relationship Type="http://schemas.openxmlformats.org/officeDocument/2006/relationships/extended-properties" Target="/docProps/app.xml" Id="Radb5953d633449be" /><Relationship Type="http://schemas.openxmlformats.org/officeDocument/2006/relationships/officeDocument" Target="/ppt/presentation.xml" Id="Ra9973a9424164f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0c69e98d8144c2"/>
  </p:sldMasterIdLst>
  <p:notesMasterIdLst>
    <p:notesMasterId xmlns:r="http://schemas.openxmlformats.org/officeDocument/2006/relationships" r:id="Rfdfb989bb46c40d2"/>
  </p:notesMasterIdLst>
  <p:sldIdLst>
    <p:sldId xmlns:r="http://schemas.openxmlformats.org/officeDocument/2006/relationships" id="256" r:id="Rc9e02f2cc80d41e4"/>
    <p:sldId xmlns:r="http://schemas.openxmlformats.org/officeDocument/2006/relationships" id="257" r:id="Re45c73f807ce4ef8"/>
    <p:sldId xmlns:r="http://schemas.openxmlformats.org/officeDocument/2006/relationships" id="258" r:id="R6e50c3d9b4d642de"/>
    <p:sldId xmlns:r="http://schemas.openxmlformats.org/officeDocument/2006/relationships" id="259" r:id="R4e15ed1037cd4e7d"/>
    <p:sldId xmlns:r="http://schemas.openxmlformats.org/officeDocument/2006/relationships" id="260" r:id="Ra273be6620644ed9"/>
    <p:sldId xmlns:r="http://schemas.openxmlformats.org/officeDocument/2006/relationships" id="261" r:id="R9f40173f0bf54441"/>
    <p:sldId xmlns:r="http://schemas.openxmlformats.org/officeDocument/2006/relationships" id="262" r:id="R9ac55245c6d646a6"/>
    <p:sldId xmlns:r="http://schemas.openxmlformats.org/officeDocument/2006/relationships" id="263" r:id="Re9145529f07d47ee"/>
    <p:sldId xmlns:r="http://schemas.openxmlformats.org/officeDocument/2006/relationships" id="264" r:id="R768b8051d28d4d94"/>
    <p:sldId xmlns:r="http://schemas.openxmlformats.org/officeDocument/2006/relationships" id="265" r:id="Rb75d95ea46c1497a"/>
    <p:sldId xmlns:r="http://schemas.openxmlformats.org/officeDocument/2006/relationships" id="266" r:id="Rd62971d0f3714122"/>
    <p:sldId xmlns:r="http://schemas.openxmlformats.org/officeDocument/2006/relationships" id="267" r:id="R88b9575146524ead"/>
    <p:sldId xmlns:r="http://schemas.openxmlformats.org/officeDocument/2006/relationships" id="268" r:id="Rb592f28ecca74e75"/>
    <p:sldId xmlns:r="http://schemas.openxmlformats.org/officeDocument/2006/relationships" id="269" r:id="R824aefb58c9b4cec"/>
    <p:sldId xmlns:r="http://schemas.openxmlformats.org/officeDocument/2006/relationships" id="270" r:id="Rc1c7c6ae72a34b48"/>
    <p:sldId xmlns:r="http://schemas.openxmlformats.org/officeDocument/2006/relationships" id="271" r:id="R2f6b03162ba74d34"/>
    <p:sldId xmlns:r="http://schemas.openxmlformats.org/officeDocument/2006/relationships" id="272" r:id="R7921a724d2e24928"/>
    <p:sldId xmlns:r="http://schemas.openxmlformats.org/officeDocument/2006/relationships" id="273" r:id="Rf7c52a8793ba41d0"/>
    <p:sldId xmlns:r="http://schemas.openxmlformats.org/officeDocument/2006/relationships" id="274" r:id="R4e50089826b74512"/>
    <p:sldId xmlns:r="http://schemas.openxmlformats.org/officeDocument/2006/relationships" id="275" r:id="Rcad40f9104a44d9e"/>
    <p:sldId xmlns:r="http://schemas.openxmlformats.org/officeDocument/2006/relationships" id="276" r:id="R9f16b0adb8804044"/>
    <p:sldId xmlns:r="http://schemas.openxmlformats.org/officeDocument/2006/relationships" id="277" r:id="R9f22b9e33bd641e6"/>
    <p:sldId xmlns:r="http://schemas.openxmlformats.org/officeDocument/2006/relationships" id="278" r:id="R048a6fb9c4a2442e"/>
    <p:sldId xmlns:r="http://schemas.openxmlformats.org/officeDocument/2006/relationships" id="279" r:id="R7a5879ea7c57458c"/>
    <p:sldId xmlns:r="http://schemas.openxmlformats.org/officeDocument/2006/relationships" id="280" r:id="Rdb76e12eec4c4e01"/>
    <p:sldId xmlns:r="http://schemas.openxmlformats.org/officeDocument/2006/relationships" id="281" r:id="R48c14c95f1794f2f"/>
    <p:sldId xmlns:r="http://schemas.openxmlformats.org/officeDocument/2006/relationships" id="282" r:id="R0233ee95f5ac4d11"/>
    <p:sldId xmlns:r="http://schemas.openxmlformats.org/officeDocument/2006/relationships" id="283" r:id="R65955432bb4c415e"/>
    <p:sldId xmlns:r="http://schemas.openxmlformats.org/officeDocument/2006/relationships" id="284" r:id="R4e04026485d34846"/>
    <p:sldId xmlns:r="http://schemas.openxmlformats.org/officeDocument/2006/relationships" id="285" r:id="R352bdfd15e214b83"/>
    <p:sldId xmlns:r="http://schemas.openxmlformats.org/officeDocument/2006/relationships" id="286" r:id="R43a273c17cfb4d0a"/>
    <p:sldId xmlns:r="http://schemas.openxmlformats.org/officeDocument/2006/relationships" id="287" r:id="R1efc6394b12a4461"/>
    <p:sldId xmlns:r="http://schemas.openxmlformats.org/officeDocument/2006/relationships" id="288" r:id="Re878deea43824851"/>
    <p:sldId xmlns:r="http://schemas.openxmlformats.org/officeDocument/2006/relationships" id="289" r:id="Reb001304e619434c"/>
    <p:sldId xmlns:r="http://schemas.openxmlformats.org/officeDocument/2006/relationships" id="290" r:id="Rd49a536ccd544bb9"/>
    <p:sldId xmlns:r="http://schemas.openxmlformats.org/officeDocument/2006/relationships" id="291" r:id="R01234877894b4782"/>
    <p:sldId xmlns:r="http://schemas.openxmlformats.org/officeDocument/2006/relationships" id="292" r:id="Rd2c460e7766b41ce"/>
    <p:sldId xmlns:r="http://schemas.openxmlformats.org/officeDocument/2006/relationships" id="293" r:id="R1c4abf6456444108"/>
    <p:sldId xmlns:r="http://schemas.openxmlformats.org/officeDocument/2006/relationships" id="294" r:id="R78e48be8ef614f15"/>
    <p:sldId xmlns:r="http://schemas.openxmlformats.org/officeDocument/2006/relationships" id="295" r:id="Rc8e30e306f9045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e34955d77d4545" /><Relationship Type="http://schemas.openxmlformats.org/officeDocument/2006/relationships/slideMaster" Target="/ppt/slideMasters/slideMaster1.xml" Id="Rec0c69e98d8144c2" /><Relationship Type="http://schemas.openxmlformats.org/officeDocument/2006/relationships/notesMaster" Target="/ppt/notesMasters/notesMaster1.xml" Id="Rfdfb989bb46c40d2" /><Relationship Type="http://schemas.openxmlformats.org/officeDocument/2006/relationships/presProps" Target="/ppt/presProps.xml" Id="Rcea536cf5274468b" /><Relationship Type="http://schemas.openxmlformats.org/officeDocument/2006/relationships/tableStyles" Target="/ppt/tableStyles.xml" Id="Rbb72749e08584017" /><Relationship Type="http://schemas.openxmlformats.org/officeDocument/2006/relationships/slide" Target="/ppt/slides/slide1.xml" Id="Rc9e02f2cc80d41e4" /><Relationship Type="http://schemas.openxmlformats.org/officeDocument/2006/relationships/slide" Target="/ppt/slides/slide2.xml" Id="Re45c73f807ce4ef8" /><Relationship Type="http://schemas.openxmlformats.org/officeDocument/2006/relationships/slide" Target="/ppt/slides/slide3.xml" Id="R6e50c3d9b4d642de" /><Relationship Type="http://schemas.openxmlformats.org/officeDocument/2006/relationships/slide" Target="/ppt/slides/slide4.xml" Id="R4e15ed1037cd4e7d" /><Relationship Type="http://schemas.openxmlformats.org/officeDocument/2006/relationships/slide" Target="/ppt/slides/slide5.xml" Id="Ra273be6620644ed9" /><Relationship Type="http://schemas.openxmlformats.org/officeDocument/2006/relationships/slide" Target="/ppt/slides/slide6.xml" Id="R9f40173f0bf54441" /><Relationship Type="http://schemas.openxmlformats.org/officeDocument/2006/relationships/slide" Target="/ppt/slides/slide7.xml" Id="R9ac55245c6d646a6" /><Relationship Type="http://schemas.openxmlformats.org/officeDocument/2006/relationships/slide" Target="/ppt/slides/slide8.xml" Id="Re9145529f07d47ee" /><Relationship Type="http://schemas.openxmlformats.org/officeDocument/2006/relationships/slide" Target="/ppt/slides/slide9.xml" Id="R768b8051d28d4d94" /><Relationship Type="http://schemas.openxmlformats.org/officeDocument/2006/relationships/slide" Target="/ppt/slides/slide10.xml" Id="Rb75d95ea46c1497a" /><Relationship Type="http://schemas.openxmlformats.org/officeDocument/2006/relationships/slide" Target="/ppt/slides/slide11.xml" Id="Rd62971d0f3714122" /><Relationship Type="http://schemas.openxmlformats.org/officeDocument/2006/relationships/slide" Target="/ppt/slides/slide12.xml" Id="R88b9575146524ead" /><Relationship Type="http://schemas.openxmlformats.org/officeDocument/2006/relationships/slide" Target="/ppt/slides/slide13.xml" Id="Rb592f28ecca74e75" /><Relationship Type="http://schemas.openxmlformats.org/officeDocument/2006/relationships/slide" Target="/ppt/slides/slide14.xml" Id="R824aefb58c9b4cec" /><Relationship Type="http://schemas.openxmlformats.org/officeDocument/2006/relationships/slide" Target="/ppt/slides/slide15.xml" Id="Rc1c7c6ae72a34b48" /><Relationship Type="http://schemas.openxmlformats.org/officeDocument/2006/relationships/slide" Target="/ppt/slides/slide16.xml" Id="R2f6b03162ba74d34" /><Relationship Type="http://schemas.openxmlformats.org/officeDocument/2006/relationships/slide" Target="/ppt/slides/slide17.xml" Id="R7921a724d2e24928" /><Relationship Type="http://schemas.openxmlformats.org/officeDocument/2006/relationships/slide" Target="/ppt/slides/slide18.xml" Id="Rf7c52a8793ba41d0" /><Relationship Type="http://schemas.openxmlformats.org/officeDocument/2006/relationships/slide" Target="/ppt/slides/slide19.xml" Id="R4e50089826b74512" /><Relationship Type="http://schemas.openxmlformats.org/officeDocument/2006/relationships/slide" Target="/ppt/slides/slide20.xml" Id="Rcad40f9104a44d9e" /><Relationship Type="http://schemas.openxmlformats.org/officeDocument/2006/relationships/slide" Target="/ppt/slides/slide21.xml" Id="R9f16b0adb8804044" /><Relationship Type="http://schemas.openxmlformats.org/officeDocument/2006/relationships/slide" Target="/ppt/slides/slide22.xml" Id="R9f22b9e33bd641e6" /><Relationship Type="http://schemas.openxmlformats.org/officeDocument/2006/relationships/slide" Target="/ppt/slides/slide23.xml" Id="R048a6fb9c4a2442e" /><Relationship Type="http://schemas.openxmlformats.org/officeDocument/2006/relationships/slide" Target="/ppt/slides/slide24.xml" Id="R7a5879ea7c57458c" /><Relationship Type="http://schemas.openxmlformats.org/officeDocument/2006/relationships/slide" Target="/ppt/slides/slide25.xml" Id="Rdb76e12eec4c4e01" /><Relationship Type="http://schemas.openxmlformats.org/officeDocument/2006/relationships/slide" Target="/ppt/slides/slide26.xml" Id="R48c14c95f1794f2f" /><Relationship Type="http://schemas.openxmlformats.org/officeDocument/2006/relationships/slide" Target="/ppt/slides/slide27.xml" Id="R0233ee95f5ac4d11" /><Relationship Type="http://schemas.openxmlformats.org/officeDocument/2006/relationships/slide" Target="/ppt/slides/slide28.xml" Id="R65955432bb4c415e" /><Relationship Type="http://schemas.openxmlformats.org/officeDocument/2006/relationships/slide" Target="/ppt/slides/slide29.xml" Id="R4e04026485d34846" /><Relationship Type="http://schemas.openxmlformats.org/officeDocument/2006/relationships/slide" Target="/ppt/slides/slide30.xml" Id="R352bdfd15e214b83" /><Relationship Type="http://schemas.openxmlformats.org/officeDocument/2006/relationships/slide" Target="/ppt/slides/slide31.xml" Id="R43a273c17cfb4d0a" /><Relationship Type="http://schemas.openxmlformats.org/officeDocument/2006/relationships/slide" Target="/ppt/slides/slide32.xml" Id="R1efc6394b12a4461" /><Relationship Type="http://schemas.openxmlformats.org/officeDocument/2006/relationships/slide" Target="/ppt/slides/slide33.xml" Id="Re878deea43824851" /><Relationship Type="http://schemas.openxmlformats.org/officeDocument/2006/relationships/slide" Target="/ppt/slides/slide34.xml" Id="Reb001304e619434c" /><Relationship Type="http://schemas.openxmlformats.org/officeDocument/2006/relationships/slide" Target="/ppt/slides/slide35.xml" Id="Rd49a536ccd544bb9" /><Relationship Type="http://schemas.openxmlformats.org/officeDocument/2006/relationships/slide" Target="/ppt/slides/slide36.xml" Id="R01234877894b4782" /><Relationship Type="http://schemas.openxmlformats.org/officeDocument/2006/relationships/slide" Target="/ppt/slides/slide37.xml" Id="Rd2c460e7766b41ce" /><Relationship Type="http://schemas.openxmlformats.org/officeDocument/2006/relationships/slide" Target="/ppt/slides/slide38.xml" Id="R1c4abf6456444108" /><Relationship Type="http://schemas.openxmlformats.org/officeDocument/2006/relationships/slide" Target="/ppt/slides/slide39.xml" Id="R78e48be8ef614f15" /><Relationship Type="http://schemas.openxmlformats.org/officeDocument/2006/relationships/slide" Target="/ppt/slides/slide40.xml" Id="Rc8e30e306f9045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b9066c0e5641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17977777174b48" /><Relationship Type="http://schemas.openxmlformats.org/officeDocument/2006/relationships/notesMaster" Target="/ppt/notesMasters/notesMaster1.xml" Id="R2ea84e823d4b4c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c482293fdf4a49" /><Relationship Type="http://schemas.openxmlformats.org/officeDocument/2006/relationships/notesMaster" Target="/ppt/notesMasters/notesMaster1.xml" Id="Rf3bee9e6aa5a43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0301a090394d8b" /><Relationship Type="http://schemas.openxmlformats.org/officeDocument/2006/relationships/notesMaster" Target="/ppt/notesMasters/notesMaster1.xml" Id="R7d857c0686ec48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8257239a6c4a9d" /><Relationship Type="http://schemas.openxmlformats.org/officeDocument/2006/relationships/notesMaster" Target="/ppt/notesMasters/notesMaster1.xml" Id="R90904499baf244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05b63d69d74d1e" /><Relationship Type="http://schemas.openxmlformats.org/officeDocument/2006/relationships/notesMaster" Target="/ppt/notesMasters/notesMaster1.xml" Id="R0c5175a0262244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216f074942463e" /><Relationship Type="http://schemas.openxmlformats.org/officeDocument/2006/relationships/notesMaster" Target="/ppt/notesMasters/notesMaster1.xml" Id="R3531a580a4c847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6a58f8ff134943" /><Relationship Type="http://schemas.openxmlformats.org/officeDocument/2006/relationships/notesMaster" Target="/ppt/notesMasters/notesMaster1.xml" Id="Rbd695e7f6dab4c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f8d03ee3ad42d0" /><Relationship Type="http://schemas.openxmlformats.org/officeDocument/2006/relationships/notesMaster" Target="/ppt/notesMasters/notesMaster1.xml" Id="Raf953b4955694c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348026f1be4efb" /><Relationship Type="http://schemas.openxmlformats.org/officeDocument/2006/relationships/notesMaster" Target="/ppt/notesMasters/notesMaster1.xml" Id="R8cd355d0ee3b4d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d8436f9ecb4fbd" /><Relationship Type="http://schemas.openxmlformats.org/officeDocument/2006/relationships/notesMaster" Target="/ppt/notesMasters/notesMaster1.xml" Id="R3432b242ae3040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a8084c86914022" /><Relationship Type="http://schemas.openxmlformats.org/officeDocument/2006/relationships/notesMaster" Target="/ppt/notesMasters/notesMaster1.xml" Id="R9a1aa861566c48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f7feb11bfe4775" /><Relationship Type="http://schemas.openxmlformats.org/officeDocument/2006/relationships/notesMaster" Target="/ppt/notesMasters/notesMaster1.xml" Id="R142b3b72b65246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864dd46dea4a48" /><Relationship Type="http://schemas.openxmlformats.org/officeDocument/2006/relationships/notesMaster" Target="/ppt/notesMasters/notesMaster1.xml" Id="Rd528647d21ba49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687e87ca4448b2" /><Relationship Type="http://schemas.openxmlformats.org/officeDocument/2006/relationships/notesMaster" Target="/ppt/notesMasters/notesMaster1.xml" Id="R184b575975174d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1f8b37589a42ed" /><Relationship Type="http://schemas.openxmlformats.org/officeDocument/2006/relationships/notesMaster" Target="/ppt/notesMasters/notesMaster1.xml" Id="R24fbc94c93274c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e6857230174321" /><Relationship Type="http://schemas.openxmlformats.org/officeDocument/2006/relationships/notesMaster" Target="/ppt/notesMasters/notesMaster1.xml" Id="Rcf73008f5eb440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fce38c7f164696" /><Relationship Type="http://schemas.openxmlformats.org/officeDocument/2006/relationships/notesMaster" Target="/ppt/notesMasters/notesMaster1.xml" Id="R5251ed74adf74e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0c5568df0f413e" /><Relationship Type="http://schemas.openxmlformats.org/officeDocument/2006/relationships/notesMaster" Target="/ppt/notesMasters/notesMaster1.xml" Id="R681c381f87c742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88584069a44ede" /><Relationship Type="http://schemas.openxmlformats.org/officeDocument/2006/relationships/notesMaster" Target="/ppt/notesMasters/notesMaster1.xml" Id="Rb4755741718b4dd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e70d4620df4d18" /><Relationship Type="http://schemas.openxmlformats.org/officeDocument/2006/relationships/notesMaster" Target="/ppt/notesMasters/notesMaster1.xml" Id="R275e857954664f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bdcef6a4724e87" /><Relationship Type="http://schemas.openxmlformats.org/officeDocument/2006/relationships/notesMaster" Target="/ppt/notesMasters/notesMaster1.xml" Id="Rea1a4a1a16af4e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03b7259a844239" /><Relationship Type="http://schemas.openxmlformats.org/officeDocument/2006/relationships/notesMaster" Target="/ppt/notesMasters/notesMaster1.xml" Id="Rc254cef5bbe745c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58049adabc04556" /><Relationship Type="http://schemas.openxmlformats.org/officeDocument/2006/relationships/notesMaster" Target="/ppt/notesMasters/notesMaster1.xml" Id="Ra469093adfb9402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ecc81efa1094be8" /><Relationship Type="http://schemas.openxmlformats.org/officeDocument/2006/relationships/notesMaster" Target="/ppt/notesMasters/notesMaster1.xml" Id="Rab790f402be24a6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e30a195516b46a6" /><Relationship Type="http://schemas.openxmlformats.org/officeDocument/2006/relationships/notesMaster" Target="/ppt/notesMasters/notesMaster1.xml" Id="R4d6bddf9cc4c4e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17d797e837c4bda" /><Relationship Type="http://schemas.openxmlformats.org/officeDocument/2006/relationships/notesMaster" Target="/ppt/notesMasters/notesMaster1.xml" Id="R96031958ead24b9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378ebd1fa5d43ca" /><Relationship Type="http://schemas.openxmlformats.org/officeDocument/2006/relationships/notesMaster" Target="/ppt/notesMasters/notesMaster1.xml" Id="R8c12fe8dc2564fb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ff28b37e01f4bde" /><Relationship Type="http://schemas.openxmlformats.org/officeDocument/2006/relationships/notesMaster" Target="/ppt/notesMasters/notesMaster1.xml" Id="Rb554b7acf64b431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6fab6aaee9b4d9b" /><Relationship Type="http://schemas.openxmlformats.org/officeDocument/2006/relationships/notesMaster" Target="/ppt/notesMasters/notesMaster1.xml" Id="R495656eb314c45c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300b11ed7b1430b" /><Relationship Type="http://schemas.openxmlformats.org/officeDocument/2006/relationships/notesMaster" Target="/ppt/notesMasters/notesMaster1.xml" Id="R101fcfe2201d48e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f5204905980466c" /><Relationship Type="http://schemas.openxmlformats.org/officeDocument/2006/relationships/notesMaster" Target="/ppt/notesMasters/notesMaster1.xml" Id="R50795aa1170042f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149c87e335a46e3" /><Relationship Type="http://schemas.openxmlformats.org/officeDocument/2006/relationships/notesMaster" Target="/ppt/notesMasters/notesMaster1.xml" Id="R26c18b9b23fd499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fda9f7870604453" /><Relationship Type="http://schemas.openxmlformats.org/officeDocument/2006/relationships/notesMaster" Target="/ppt/notesMasters/notesMaster1.xml" Id="R6b2127761a08417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4e21066ba8b4353" /><Relationship Type="http://schemas.openxmlformats.org/officeDocument/2006/relationships/notesMaster" Target="/ppt/notesMasters/notesMaster1.xml" Id="R4eaeb9aee534475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79f6683ca9d4dbb" /><Relationship Type="http://schemas.openxmlformats.org/officeDocument/2006/relationships/notesMaster" Target="/ppt/notesMasters/notesMaster1.xml" Id="R6e4bf59850fa49c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f4e6f49f9f84469" /><Relationship Type="http://schemas.openxmlformats.org/officeDocument/2006/relationships/notesMaster" Target="/ppt/notesMasters/notesMaster1.xml" Id="R1f452a0a1d4d49f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649b86fbdaa49e8" /><Relationship Type="http://schemas.openxmlformats.org/officeDocument/2006/relationships/notesMaster" Target="/ppt/notesMasters/notesMaster1.xml" Id="R891199fb861742d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85a880a8fb74e55" /><Relationship Type="http://schemas.openxmlformats.org/officeDocument/2006/relationships/notesMaster" Target="/ppt/notesMasters/notesMaster1.xml" Id="Rc46061b95f9042f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592316e247e49c6" /><Relationship Type="http://schemas.openxmlformats.org/officeDocument/2006/relationships/notesMaster" Target="/ppt/notesMasters/notesMaster1.xml" Id="R0b13ce3ac4194e9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9049c58d85f4820" /><Relationship Type="http://schemas.openxmlformats.org/officeDocument/2006/relationships/notesMaster" Target="/ppt/notesMasters/notesMaster1.xml" Id="Ra991078abc0143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e3e9663f841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97ef46269b4e49" /><Relationship Type="http://schemas.openxmlformats.org/officeDocument/2006/relationships/slideLayout" Target="/ppt/slideLayouts/slideLayout1.xml" Id="R41a145bf530748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a145bf530748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5c6fef6e64f5f" /><Relationship Type="http://schemas.openxmlformats.org/officeDocument/2006/relationships/notesSlide" Target="/ppt/notesSlides/notesSlide1.xml" Id="Rfd22b2abc2ff44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313a7a1e6458c" /><Relationship Type="http://schemas.openxmlformats.org/officeDocument/2006/relationships/notesSlide" Target="/ppt/notesSlides/notesSlide2.xml" Id="Rdf514e2fe2f846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6f297b6b142d7" /><Relationship Type="http://schemas.openxmlformats.org/officeDocument/2006/relationships/notesSlide" Target="/ppt/notesSlides/notesSlide3.xml" Id="Ra0ddb60f0d5a41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47848f2c0447d" /><Relationship Type="http://schemas.openxmlformats.org/officeDocument/2006/relationships/notesSlide" Target="/ppt/notesSlides/notesSlide4.xml" Id="R144a874ec5a842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a4a75b20b476b" /><Relationship Type="http://schemas.openxmlformats.org/officeDocument/2006/relationships/notesSlide" Target="/ppt/notesSlides/notesSlide5.xml" Id="Rc7ea908667c04a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a10c3261a4c36" /><Relationship Type="http://schemas.openxmlformats.org/officeDocument/2006/relationships/notesSlide" Target="/ppt/notesSlides/notesSlide6.xml" Id="R09b03aff6a0840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b5d12305541e0" /><Relationship Type="http://schemas.openxmlformats.org/officeDocument/2006/relationships/notesSlide" Target="/ppt/notesSlides/notesSlide7.xml" Id="Rb1ccf3e072e54b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ce49ce0c34d98" /><Relationship Type="http://schemas.openxmlformats.org/officeDocument/2006/relationships/notesSlide" Target="/ppt/notesSlides/notesSlide8.xml" Id="Rf37c93b6d6f64f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8867768f541ca" /><Relationship Type="http://schemas.openxmlformats.org/officeDocument/2006/relationships/notesSlide" Target="/ppt/notesSlides/notesSlide9.xml" Id="R930a513ac8da48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f50319ba043a8" /><Relationship Type="http://schemas.openxmlformats.org/officeDocument/2006/relationships/notesSlide" Target="/ppt/notesSlides/notesSlide10.xml" Id="R425cad3b05a244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cfee6ca574d90" /><Relationship Type="http://schemas.openxmlformats.org/officeDocument/2006/relationships/notesSlide" Target="/ppt/notesSlides/notesSlide11.xml" Id="R0cd6f3a1038146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13f5dcd864874" /><Relationship Type="http://schemas.openxmlformats.org/officeDocument/2006/relationships/notesSlide" Target="/ppt/notesSlides/notesSlide12.xml" Id="R08ce9b5598fa4d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1d6c461f34c34" /><Relationship Type="http://schemas.openxmlformats.org/officeDocument/2006/relationships/notesSlide" Target="/ppt/notesSlides/notesSlide13.xml" Id="Raed0d91b7c344f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728d9d5e1440e" /><Relationship Type="http://schemas.openxmlformats.org/officeDocument/2006/relationships/notesSlide" Target="/ppt/notesSlides/notesSlide14.xml" Id="R1c240add560c4c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e32b041a14d24" /><Relationship Type="http://schemas.openxmlformats.org/officeDocument/2006/relationships/notesSlide" Target="/ppt/notesSlides/notesSlide15.xml" Id="Rb196ffc95bfa4e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907f0a7d94bf0" /><Relationship Type="http://schemas.openxmlformats.org/officeDocument/2006/relationships/notesSlide" Target="/ppt/notesSlides/notesSlide16.xml" Id="R878bc35c5b6040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0054d47d64e9b" /><Relationship Type="http://schemas.openxmlformats.org/officeDocument/2006/relationships/notesSlide" Target="/ppt/notesSlides/notesSlide17.xml" Id="Rd1a269ef43c146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885f041a24c63" /><Relationship Type="http://schemas.openxmlformats.org/officeDocument/2006/relationships/notesSlide" Target="/ppt/notesSlides/notesSlide18.xml" Id="R7d57b387e4e449f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d3e8e862f4c5a" /><Relationship Type="http://schemas.openxmlformats.org/officeDocument/2006/relationships/notesSlide" Target="/ppt/notesSlides/notesSlide19.xml" Id="Rf95fe79d62174d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1a375b7424858" /><Relationship Type="http://schemas.openxmlformats.org/officeDocument/2006/relationships/notesSlide" Target="/ppt/notesSlides/notesSlide20.xml" Id="R1dba24056b674df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3cffca34e474d" /><Relationship Type="http://schemas.openxmlformats.org/officeDocument/2006/relationships/notesSlide" Target="/ppt/notesSlides/notesSlide21.xml" Id="Ra3a608a64e7b42c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83417e32c46ee" /><Relationship Type="http://schemas.openxmlformats.org/officeDocument/2006/relationships/notesSlide" Target="/ppt/notesSlides/notesSlide22.xml" Id="R728fe4da94af4cb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079ced83e4ecf" /><Relationship Type="http://schemas.openxmlformats.org/officeDocument/2006/relationships/notesSlide" Target="/ppt/notesSlides/notesSlide23.xml" Id="R84758dd57eb64aa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e389801b14b37" /><Relationship Type="http://schemas.openxmlformats.org/officeDocument/2006/relationships/notesSlide" Target="/ppt/notesSlides/notesSlide24.xml" Id="R31af76984f18480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b63f0f99444dd" /><Relationship Type="http://schemas.openxmlformats.org/officeDocument/2006/relationships/notesSlide" Target="/ppt/notesSlides/notesSlide25.xml" Id="R86b7df727ecd4cb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b123177684fec" /><Relationship Type="http://schemas.openxmlformats.org/officeDocument/2006/relationships/notesSlide" Target="/ppt/notesSlides/notesSlide26.xml" Id="Rf38673060e0d499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b7f5755964526" /><Relationship Type="http://schemas.openxmlformats.org/officeDocument/2006/relationships/notesSlide" Target="/ppt/notesSlides/notesSlide27.xml" Id="R91d90d1783804b7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ac2b6eefb4c58" /><Relationship Type="http://schemas.openxmlformats.org/officeDocument/2006/relationships/notesSlide" Target="/ppt/notesSlides/notesSlide28.xml" Id="R1e2d0ff170e143b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bb57a5bf5461d" /><Relationship Type="http://schemas.openxmlformats.org/officeDocument/2006/relationships/notesSlide" Target="/ppt/notesSlides/notesSlide29.xml" Id="R8024222c15414ba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2afbcbd954bec" /><Relationship Type="http://schemas.openxmlformats.org/officeDocument/2006/relationships/notesSlide" Target="/ppt/notesSlides/notesSlide30.xml" Id="R099e2e6bca1f437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b5e80a2a2406b" /><Relationship Type="http://schemas.openxmlformats.org/officeDocument/2006/relationships/notesSlide" Target="/ppt/notesSlides/notesSlide31.xml" Id="R5bcf744f91d440c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df5df13d9451a" /><Relationship Type="http://schemas.openxmlformats.org/officeDocument/2006/relationships/notesSlide" Target="/ppt/notesSlides/notesSlide32.xml" Id="Rc2de0722edcb4fe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9fbb35d7f4b22" /><Relationship Type="http://schemas.openxmlformats.org/officeDocument/2006/relationships/notesSlide" Target="/ppt/notesSlides/notesSlide33.xml" Id="R3fb139b7e48b484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bde719ed04b92" /><Relationship Type="http://schemas.openxmlformats.org/officeDocument/2006/relationships/notesSlide" Target="/ppt/notesSlides/notesSlide34.xml" Id="R05860e8d2f7e433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d7d7628ec4d22" /><Relationship Type="http://schemas.openxmlformats.org/officeDocument/2006/relationships/notesSlide" Target="/ppt/notesSlides/notesSlide35.xml" Id="R560796b2a3924aa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5e166ea9b4d62" /><Relationship Type="http://schemas.openxmlformats.org/officeDocument/2006/relationships/notesSlide" Target="/ppt/notesSlides/notesSlide36.xml" Id="R619a47fae81c423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1edf9cdf9470e" /><Relationship Type="http://schemas.openxmlformats.org/officeDocument/2006/relationships/notesSlide" Target="/ppt/notesSlides/notesSlide37.xml" Id="R5662104bd7c942b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1a679f3074b17" /><Relationship Type="http://schemas.openxmlformats.org/officeDocument/2006/relationships/notesSlide" Target="/ppt/notesSlides/notesSlide38.xml" Id="R50b4218401e3480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4544572ac43f6" /><Relationship Type="http://schemas.openxmlformats.org/officeDocument/2006/relationships/notesSlide" Target="/ppt/notesSlides/notesSlide39.xml" Id="R5b8b3f2b2fda4dc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642165ffd4c07" /><Relationship Type="http://schemas.openxmlformats.org/officeDocument/2006/relationships/notesSlide" Target="/ppt/notesSlides/notesSlide40.xml" Id="Rbd984fd15ee24c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E36D1-1BE3-41AA-8710-5842A100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1690D-FD10-40DE-9BA3-09B2022C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BAD45-22B0-432A-8A6C-48E3C4DC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Balake Kannada (Kannada for Usage)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1BKBK109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167F0-CD9A-4121-97B2-A5184B02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C4C96-74D4-4385-993B-F93F39F2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971D4-931A-4AAC-9BB0-1054AFC3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EAE15-D83B-4356-8587-01AAED84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A137D-0CA0-4034-84EC-5A5D3B6F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2EF73-C58E-4A35-8BAD-4D9701F6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5FC19-A9A0-47F6-9B3F-042B865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CAAEC-5984-4D65-B80D-324379CF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C3DB7-6F74-40FD-A12D-79176677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50420-5A9F-4165-A8D3-DDD1515C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780304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164CE-E5F9-4616-8ACE-DE8D9228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D4642-83CD-40FB-88F3-0D8B9CA0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CCA41-313E-4F81-9E64-78938996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C61CF-1CB4-46B2-87DB-0E729718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9394C-AFB2-4B3E-BEDD-4594A458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8336F-8784-4FF4-A452-7BF2C6FF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79764-C8EF-4FD0-8EDB-0D6CF1DF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C915F-A208-4A28-B64B-2AA57CC0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BE4B1-FF44-447B-9FD8-5E5DB5E1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82936-A307-441A-8684-69452ADB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28BCA-8428-414E-8E72-E74969C6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157B0-56DB-4DCE-98C8-7DF9BA50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E76F4-836F-4569-A89D-A702B048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7E724-549E-424E-9C51-B759E8B6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66D58-1117-46E8-99AF-42FDD401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3020048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0EB4DB-9639-4C70-A9C6-F948F8F8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F75E7-132D-4F37-9E08-00BA58F9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2E1EB-35A5-4A0A-A3F8-69161D19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07D1C-1B7B-4FB8-AA11-90CF02CE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682D2-2EF8-4E54-8A30-A9AE7532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AF0CF-9FC6-4165-956C-8C59807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21402-67DF-4EEE-BCD1-07124C75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0BC91-7536-4DA5-9AC9-9DCA59D9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41408-15F0-43E8-AE9C-62890A47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731F1-883F-4382-9E90-6FDB4B61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4FA4D-DF92-4626-BE22-9EF8E75D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D9AC9-A16A-431C-A26A-5972D481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౽ ಲ ಮൡ ౨ ಸಮಯದ ๻ಟ ౾ ౳ ෴ಪದಗಳ เเ ಧ ಪ౳ ౽ರಗำ -Different types...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FB69C-57BF-46C1-B7D6-46ADE68A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0A6EF-809B-4749-B364-486D3378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080B2-BBAB-462E-97C2-DB888A4C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ඊ , -൬ , - ൡ , - ಇൡ , - ಆಜ, - ಅಲ౵, - ಩ , -ಋ , ಇං , ౾ ౳ ෴...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69247-EBF0-49CC-9210-7A66B685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20C50-921C-4305-A23A-DD41DF15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B538E-B413-4859-B43A-02089D46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:๸ූ ಷൕ ಯย ౵ ൽඣ ೕಪ෽ ೕಜ ಕನ౬ಡ ಪದಗำ -Kannada Words in Co...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CB3E4-D19B-4702-9E8B-D484D63B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A3857-02BB-4AE1-9E5D-5344B770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926056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246B7-237A-4792-A367-3A2CCD7A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D2064-7CB1-415C-BDDE-29A07EC0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A3804-0498-4CE9-9560-0D38197F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4C9C2-BA71-473B-99E9-13B9E1FD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667F9-1E80-41AD-AC53-05B2DFE7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42246-5887-4522-8710-7EFCC473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68DDF-3004-4606-8428-59E86815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9A0A4-4EF7-477C-8DDA-FDEF1C8A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CFF15-DB48-4C49-AC43-CC7CA221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DACA4-406E-48C1-987A-7E58D9D0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B9480-136D-411F-820D-C5690D7B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౽ ಲ ಮൡ ౨ ಸಮಯದ ๻ಟ ౾ ౳ ෴ಪದಗಳ เเ ಧ ಪ౳ ౽ರಗำ -Different types....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1F731-ADA4-440E-B34F-B1A442E8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699C5-5556-47D3-80D0-E9D7384C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164F1-F359-4EAF-97E3-8FF8F83A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ඊ , -൬ , - ൡ , - ಇൡ , - ಆಜ, - ಅಲ౵, - ಩ , -ಋ , ಇං , ౾ ౳ ෴....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E616D-118F-463E-9770-0739D69E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2F001-F22A-435A-987D-ADE6DE76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0C4F6-0C0F-4516-BAAB-F3C19513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List :๸ූ ಷൕ ಯย ౵ ൽඣ ೕಪ෽ ೕಜ ಕನ౬ಡ ಪದಗำ -Kannada Words in Co...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D9B1F-FDB1-415C-83B0-E920CE2B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B1CBA-7DBC-43D4-AF91-BAD732CD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A3E59-7FDD-4FA9-BEAE-F045DE2C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67193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637F48-4D5B-4F65-B3D2-0D074533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B553B-3907-4A73-9F40-78DA5705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EA0E7-BD08-460F-8B5E-7CBADCCC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8D9D9-328A-4AC0-B59B-D5B462DB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24B4E-6BFD-43A6-B698-CB37BB26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pedagogy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E23C0-0865-45B9-938D-D0E79FCC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17EAA-0AAC-401D-BE13-F4E6C920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D942C-F621-4D7C-A3FB-F1E68ADB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ED275-AECA-4AE6-A931-6CEEE77F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Verbs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E303F-2F23-4FD8-B342-3C9BF7CD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01776-8158-4FA7-870A-F5CF4BDB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8E09C-C2A2-4D1B-B0A4-F7454323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01687-8D55-4127-A17E-16851989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Present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D1172-D37E-4FE3-BA58-BA13D130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Sentences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96B1E-8A61-4715-804A-619EC533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850CC-9733-4CC1-A7FE-41E63AB1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632845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6D87A-645E-4FDF-9D87-4237FF75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9D5D9-6CB1-4948-AC05-FF695C8B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83329-AD1E-455C-BE03-352574C5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FE621-F474-4140-BB37-F1067586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6B5F8-B373-4AD0-8001-C181272A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AB140-7FE1-4909-A03E-298C4694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(03 hours of pedagogy) 1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70E48-6A42-4E70-8503-52A8BCD6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D0ADC-F733-49D8-AAC8-7C25310B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9366C-AEC0-4BBE-91CA-F5C90CE5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960AD-CC7D-4598-896B-4B82615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98E0E-D9E2-448A-847E-9C89CC38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E78D7-ACD0-4E4B-9AB4-7172DEFF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33B4A-1B71-4C85-88CA-79BBE7AE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4CF01-B23F-4DA5-AE72-4F6FF907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9A914-C84D-4455-A158-71CC31A8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2C671-0EA2-4FC1-9582-C94FA1BA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22415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6FD22C-A9F8-4C06-8B9E-417D2C00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3535E-7D30-47E6-AD82-49DADC4B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2E3B3-1CE0-43A5-A51C-4F524319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CF761-D677-47BF-ABA8-74BEB4A6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E15DA-838D-4FC2-830E-7891E2F2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3D0B3-61B3-4E0F-8DC3-3992B580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89BA8-AB1C-4052-9143-F2162A60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41660-28DA-4DE5-9408-1D6433BA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F41FD-960B-4CDC-8E3E-A77C6BF5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(03 hours of pedag...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75397-70EF-465B-B597-5B39ADF3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C5BB1-6EE8-4894-9512-BFC9D8C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72D23-CC19-4665-AB9E-678361FC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(03 hours of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36ED1-E682-485A-8E0E-2F929E1F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939C7-2EA8-40E5-BDFD-5CF1225E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D7450-738B-45E6-AEA3-51434985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(03 hours of pedag...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3B5C0-34EC-4978-A557-7E575C37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61180-2FEF-46B7-BB82-35FD7490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C0263-C812-4084-BA70-BAC3F108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(03 hours of peda...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CA479-BEC3-4D5B-8522-E335A2A2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12155-CD17-4BC6-9689-73D0531D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062BA-3554-4D13-8DEF-9D5E01B7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(03 hours of pe...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FB5BB-8455-444D-8FF6-C8F3D49E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64A8C-1DD1-46C8-9D8A-5A79360C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1988076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8AA45-E03C-4F99-8693-375B8253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37E24-326E-49C0-9EEA-7A0444E9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E71F1-E734-499E-B621-57188981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2BE20-B779-4D39-811A-39200F8B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39C8E-4814-4468-84EC-516B80FE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07621-EE67-495F-B738-C46E5EC4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AC203-355F-4F73-ABBF-6FBF5FD5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6BD60-5D92-4015-92F6-E2C761AD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46DD6-34DE-49FD-B5C5-B1CA5CDD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6A0EF-D013-4004-817D-ED1DF783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7778D-87D0-4A87-AFEB-FE70B29E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8B13A-50ED-47A2-B4A7-6A36031F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87C01-B778-4EED-9025-41437F40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259FA-2597-49E9-B853-1AF12C65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E94C7-95E7-49FC-9CFC-66F91B49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1130632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C7852-BB9B-4B63-85C8-5876AA5C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19A14-B9C6-4BC0-ABDB-8A8616FC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C47FE-8C1C-4E9F-8051-DFC82D0E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EEF1B-69AE-4086-B41F-BDD31CA8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DBD6D-3031-4648-AD09-AEBBBEE0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8CEAE-B074-4D05-AEA0-30EAEB96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(03 hours of pedagogy) 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24B93-E8DA-494C-A55F-6FF9663A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238A2-B69C-4C09-AF65-A3E5D3E4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A502C-9C8B-482F-BECF-E145BA17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21345-712E-4A77-8F47-65199E46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57DD6-D44E-4B36-BE22-6B16E713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488123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3ECC5-E667-415E-A0FB-576ED256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AB6D4-F7E3-4643-99F1-34A2A838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77D9E-087F-430E-A7A1-36FBD87F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8C843-FD5C-4D50-86C3-280E2403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C9F35-5527-466B-B467-D586CCD0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౽ ಲ ಮൡ ౨ ಸಮಯದ ๻ಟ ౾ ౳ ෴ಪದಗಳ เเ ಧ ಪ౳ ౽ರಗำ -Different types of Tense, Time and Verbs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BD845-9235-46D5-AE5F-E0C61B94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౽ ಲ ಮൡ ౨ ಸಮಯದ ๻ಟ ౾ ౳ ෴ಪದಗಳ เเ ಧ ಪ౳ ౽ರಗำ -...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B90D5-BCEC-43EF-BF81-34A96EA4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23464-F4DF-4A41-A20E-97C31A4B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56651-7CF6-4554-AF93-D4C8C29C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225EC-D5D9-4E9A-99AD-5424C614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07C82-C904-40BE-BB89-EC5BD447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08209-7B78-4270-8725-B61C0B7E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877A9-DD18-4D99-A211-90B06005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24872-E97E-4E0D-8D50-EF1EAE2C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FB4FA-78BE-4AB0-8ED7-F701F789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F35D1-EF7B-4E69-B73E-E6F51D35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170743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38D96-412C-4A88-B2F4-B9F09B54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97D75-3E19-4468-8E27-4A3F8E7E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B7FE8-4FE0-41C3-A679-226F309A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E72A5-C285-4D9D-B576-0F070079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44487-96CB-4B7E-A7C1-DFC22D3D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D19CA-C87B-4306-A107-C199E831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A1C61-D7E9-4AEB-9BD7-4F9D9B25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BF9C7-C875-4CDF-A371-F92DDCA2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E514A-9014-492F-81DA-25759244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౽ ಲ ಮൡ ౨ ಸಮಯದ ๻ಟ ౾...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151B4-0FC5-485D-B126-24FC14C4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81AED-19F4-42F3-9F03-61ED64FD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E202B-E00E-4E28-8EE7-8B583F33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౽ ಲ ಮൡ ౨ ಸಮಯದ...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FEB67-674A-4635-9573-9795415F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72B83-C3D9-4869-8B38-BD6AF499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8802B-61FD-4F73-B793-CCC4DBA3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౽ ಲ ಮൡ ౨ ಸಮಯದ ๻ಟ ౾...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48FF3-3699-4C77-B86D-8155EE8C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C5A1D-CEB3-4FBF-A516-D7C2A5D5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27CBC-FD3F-4548-9860-6C0F40BD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౽ ಲ ಮൡ ౨ ಸಮಯದ ๻ಟ...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8D456-5A63-4441-A4ED-73DC471A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5E510-91F9-467A-A6A2-27BF96AC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C1E17-6E76-4B8E-9BF7-0B19D72B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౽ ಲ ಮൡ ౨ ಸಮಯದ ๻...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3E8EF-D84B-4CF3-9CDC-6F449471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1EED9B-F332-4EBE-83ED-38F6F79A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4699993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550EC-BA11-482A-989A-18393842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A7B4C-3F4C-4F8D-8891-2075F318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01EBB-319D-45EE-8FB0-DDBDEC34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93040-DFC8-4FF6-AD6F-24A261C9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5D85B-03AE-4C0C-84DE-0BF8FD01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4B2C3-4219-4817-8C11-30849050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66D62-AEA5-4D76-9164-710C93C3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81578-CAB7-46D9-BB0F-FF55694A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B16E5-90E6-4365-9F1C-388BF76B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BD4CB-B033-489A-A776-DF6DDE52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26109-38D2-43E2-930E-D7B80133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93326-925C-4C32-A519-87D26698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E76A7-D496-488A-8398-469040E1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605D4-3C64-4C01-968D-0DFFC503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B3098-2D1D-4C2B-AB54-AB23C4EF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3609825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5DEBC-A36E-4574-AA86-57011EA3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3365A-1241-4B85-96E8-E6328BB6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EF4CB-D4B6-4685-8F8E-A7293EA3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C4D47-F0C7-43E7-8AC6-BFE73D02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3BF6F-0BD7-4775-ADA2-7CF409B3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44E84-7ABF-4DBB-A84F-E7D606CF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౽ ಲ ಮൡ ౨ ಸಮಯದ ๻ಟ ౾ ౳ ෴ಪದಗಳ เเ ಧ ಪ౳ ౽ರಗำ -Different types...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16C40-0132-4FAC-AD77-1F59A1E4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A8EEF-3AD4-43C8-9A16-F879A0DF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64CCF-7DEE-4DB0-AFD4-77DB8B67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42D10-3FF4-4A60-8CEA-8587D2EA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217C7-64CB-4C59-9AF4-C363A175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9405921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23F30-7919-45C7-A22B-78D1CFD1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17A4C-02C3-4DD9-8958-6BA9D1ED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0938B-5F06-4FC2-837F-32084647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F735F-D43E-4130-8589-4333F7F4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82119-3EB0-45FE-9814-9C26A162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ඊ , -൬ , - ൡ , - ಇൡ , - ಆಜ, - ಅಲ౵, - ಩ , -ಋ , ಇං , ౾ ౳ ෴ ಪ౳ತ౲ಯಗู ಂൽಡ ේ ತ, ಭเ ಷ౲ ൬ ಮൡ ౨ ವತბ෥ ನ ౽ ಲ ฿ ಕ౲ ರಚච - Fo...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98B21-8C2B-415A-AB87-4C13F86D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ඊ , -൬ , - ൡ , - ಇൡ , - ಆಜ, - ಅಲ౵, - ಩ ,...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87A56-BE0E-482A-ADB6-AA16B3AC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7CC9B-87BA-4EE0-8F3D-6A428944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A65E5-93A3-4B4F-A53D-62948360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986A0-0785-4998-BF60-81C70C4B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71CD1-5DAB-4339-84AF-6D425FBC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C6BED-6EB0-4595-9822-205425CF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3A0BD-D76D-47F0-81F3-13707889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A1ADC-4FB6-42FC-9426-CC701988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1667B-D1A1-48C9-8666-02029559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D5626-F06F-4C52-8799-7BB8BDF0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4241323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E5CFE-5830-4F47-BABF-3DE0C459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235CC-35BD-460A-B89F-1FDC1D03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C0814-5D61-429D-981A-DD95A655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6CCD7-F14F-4A3A-919E-4B65B9C7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12D1E-8282-4E44-A0E5-8C77FD69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F4238-D1ED-4664-925C-EB978F70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4FA09-3BEC-42C2-A59F-EC3054EB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00F76-6142-4DEB-A16F-2CA52E16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E460D-FE4C-4F93-A25A-C99358F3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ඊ , -൬ , - ൡ , - ಇ...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2544F-7E66-4022-A7B2-2AAD6C1F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4E1DF-5631-48EB-88B3-2BFF895B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543A5-6E22-4B7F-BA79-0741257D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ඊ , -൬ , - ൡ 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35AB4-FCD1-4E05-8FC4-F0E68705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DC731-9B7A-4729-BBBC-7BF15D03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98C34-7C77-475B-974B-F04C9F74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ඊ , -൬ , - ൡ , - ಇ...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A67A2-6A85-43F6-B0D7-6F27A358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D5669-1BE5-41B4-8247-DCC5E85F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59C6D-23A5-4D38-88FE-C720E07F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ඊ , -൬ , - ൡ , -...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37EEE-F5AF-461A-BF0F-B9BCAB98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94D5A-7354-46E1-9175-6F84754A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D157C-6DA8-4E60-BB3C-87A5BA9A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ඊ , -൬ , - ൡ 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DEC92-81F0-4176-B8E0-0D0AE8C1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2EF52-5537-49A2-92A5-66FCBFDD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4747347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AC28B-B961-489F-870F-1A4AAA47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E9BA6-B519-49C6-9FC8-7EEF387D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75B24-2CEC-46B6-804F-A3BE9036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4FBD4-63CD-4CF8-BE2A-C480777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874F8-CCB9-4C5B-8CA8-950F0F43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E2B21-D528-4EAB-99FB-79914F7F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95A8A-C393-4F1B-A90F-AA27E929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9D7D9-C6C4-4D03-B999-B7775D75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2EBF2-41A5-4065-AEF1-55236AA5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E6C51-A0A1-456E-A4A9-03B64CA8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93B60-5DE3-4123-8E2F-20032916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51B35-A45B-4680-832F-41EFEBAE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7FBB1-E656-4776-95A4-63D6C243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28A1D-576C-4368-A8FB-89570994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1C3C9-C797-47FC-BB17-0573097B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2099548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29799-C26C-41A2-A83F-CF831746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5A90D-E4E0-410C-A748-4ADEC44C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E45F4-03D8-4914-AD6A-8779EFA5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879A3-C6F0-4157-8D29-E33D9005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EB5AA-F88C-4438-A55F-319B86EA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9D92F-105D-4035-84B5-36618601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ඊ , -൬ , - ൡ , - ಇൡ , - ಆಜ, - ಅಲ౵, - ಩ , -ಋ , ಇං , ౾ ౳ ෴...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E8E79-CB11-4846-962B-915E6080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A6C0A-68FE-48D1-BA1C-FFAA6C1E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64E99-7756-4D4A-9C32-632C3EF5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68E54-4F8D-4CB9-88B0-9BF63076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9AED4-52CF-475E-8A5C-6DB98D2B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537602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A7093-6591-4168-B8AC-CEDFEF71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A884A-8D8D-4A37-BD4D-3CD09E3F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3F845-A651-45E5-AD27-64E8D7BE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43541-0B6B-448E-8C7D-46A3A6C8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1A39C-CC59-4BBC-A39E-08826B5C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List :๸ූ ಷൕ ಯย ౵ ൽඣ ೕಪ෽ ೕಜ ಕನ౬ಡ ಪದಗำ -Kannada Words in Conversation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8E81D-2CF6-4A0F-9045-AD1E1799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 :๸ූ ಷൕ ಯย ౵ ൽඣ ೕಪ෽ ೕಜ ಕನ౬ಡ ಪದಗำ -Kan...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16966-5D40-4313-82D6-B725A30F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791D9-0670-4524-9A41-1F3586EC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1C265-BC74-4E22-B4C0-3FBBC28A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46B81-73C3-4FBD-93A1-46D86A3B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E439F-04E1-4AA1-958B-7037F3E0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87B19-ECB1-443D-9B1D-3D819FED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65550-713C-40EF-A1D7-151A36BB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58E0C-335F-424A-808D-F4A854E0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1DA12-F128-4FC0-898A-7F35FE10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D24F0-0EA1-4725-8745-0C87231C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9527576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BD8D0F-2AC3-4B3B-93A6-5FDAF472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16C88-32A8-47E9-82B0-67EB88FA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64A5E-7097-4D7B-BC57-608D6CC4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BAC71-CB54-43B3-9D0D-D538CA37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39767-01D0-4CAA-B16D-6A7826EF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C7F5F-CF9C-405F-ABC7-59D12A8A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8916D-AB9A-4227-B85E-CC3793F9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7C7A7-E8CE-409E-ADB0-4A4FAAD8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8E7A1-542F-4F52-95DE-128B3442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List :๸ූ ಷൕ ಯย ౵ ൽ...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F083E-24BF-4EB8-82B5-4EDA3A46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9A23B-CBF4-46C4-A8BF-CF16F830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7E584-16CC-43DE-BFD9-B81C3682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List :๸ූ ಷൕ ಯย...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62A62-DD25-4397-8FC8-755C25EE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AE3A5-8650-46FF-A2B2-6956B6B9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E68BE-6A00-4548-952C-4F82D375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List :๸ූ ಷൕ ಯย ౵ ൽ...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92E70-53CF-479A-92DB-9DCF85D9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BBFF9-84EE-4E41-B27B-BEAD1975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3C208-E2C3-47C8-A08D-43CC9A73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List :๸ූ ಷൕ ಯย ౵...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2BBD6-F62F-40D1-AF8F-BBF684A3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E8BE4-C2E3-4036-A049-26CD8370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C7544-6407-4A83-B360-3C36B408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List :๸ූ ಷൕ ಯย...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ED112B-594F-4F9A-91D3-82B20B66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511808-5280-4376-ADA8-55242607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1508333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02581-64C0-47EB-AF52-42229DF0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35EB8-7FBD-4D19-AE9B-5DCB0185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F7A0B-541D-4A5F-B0B3-C5EB59D3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F1019-D361-449E-A958-3B28986B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07CC5-D3B1-4375-B7D2-9744DA6A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27A16-1FB7-4535-9072-BD38A930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B2A2E-6056-4719-B907-84266D2A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EF28C-9ADA-4775-9897-709F833D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37F02-B8E5-42FD-A885-1687F042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938BE-868E-40FA-A5BE-BDA0CD81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F3F0C-D54E-4810-8355-25B12C1E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E370C-C679-428D-A60E-5E3FCFC1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F0CD8-11E3-4320-9DE4-6BA28457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033B4-9A9D-4A12-9FD5-A8B4B1A0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117B9-0172-46F6-9E31-3F1DAABF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8377947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004DC-B543-4778-B69B-039922FC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2CF99-A187-41ED-9DD8-2B453F30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74B76-A436-4A07-803E-0AE3ABCE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87204-7CC9-442D-BC39-04F3E5B4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D2038-A555-49B8-A941-B64D4566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7C5F-D9F0-4717-8C37-F7D4BD1A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List :๸ූ ಷൕ ಯย ౵ ൽඣ ೕಪ෽ ೕಜ ಕನ౬ಡ ಪದಗำ -Kannada Words in Co...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B7634-B83E-4861-8605-FF508CA0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6E883-1C0F-4EE6-ACCD-29D1E87E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58301-1FF4-4267-BE6A-18FE0BFC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6B541-D850-4726-8ED0-3E30C5C5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92F82-5510-45EA-9537-7FCCFF54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238860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527E9-AE43-4C57-9114-85687582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A1C20-87FB-4E87-A1C2-35639CB9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618E5-BC0A-4F42-B730-103ADAB4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BC780-5801-4797-A68E-DC8CA184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2460B-6009-4983-A877-4856B023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6B981-DF87-4FD3-A273-528C3C96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0871471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1B036-E336-4849-867F-AF1FB1D3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64E82-D9EE-4301-90D9-B6EE61B1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2B9DF-1EEE-4AAD-BC0F-CAECF5CA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3B900-E715-48E5-97BE-4F4EBD84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7CEF1-52E8-4E49-B1E1-723368B9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pedagogy: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Tense: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Time: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Verbs: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6F25A-A2BB-4AB7-B6B3-D5C21E3B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0209468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1B2AD-A5D8-4E58-893B-CB175914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B90AF-3CA5-4099-A54A-DCCC4DFC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44BA3-108F-4A74-9772-FF6AAA05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C59C6-B801-46E7-BBAA-515B1F89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CE63A-5788-4F8C-AC64-4C09C1A5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F3E0E-01BB-4099-8F18-A3D7E06A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02361764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BB2C1-A7D2-40CA-9C02-BBA0CD7D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03CB8-ABC2-4BFD-954D-01F9BB2E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F14DD-2858-4D44-8588-E3D4F0CD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A42B0-9A38-4C3A-9D24-04F48795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E093B-2207-437B-86DE-4B99C1CA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37F8C-1584-46AC-B311-7B1CF5A7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446718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DB4B7-B6F5-448B-9E3C-B9780B83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F4FBD-A2E3-4343-9293-9F70B549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26DDE-2699-4CF0-9F55-58CED304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6A258-DB2F-4720-942F-FC2D8CD8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695C4-DF36-42CC-AD53-4F86A6D6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(03 hours of pedagogy) 1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౽ ಲ ಮൡ ౨ ಸಮಯದ ๻ಟ ౾ ౳ ෴ಪದಗಳ เเ ಧ ಪ౳ ౽ರಗำ -Different types of Tense, Time...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ඊ , -൬ , - ൡ , - ಇൡ , - ಆಜ, - ಅಲ౵, - ಩ , -ಋ , ಇං , ౾ ౳ ෴ ಪ౳ತ౲ಯಗู ಂൽಡ ේ...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List :๸ූ ಷൕ ಯย ౵ ൽඣ ೕಪ෽ ೕಜ ಕನ౬ಡ ಪದಗำ -Kannada Words in Conversation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9CEC8-206C-4847-9234-248DB5D1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42731-55CF-4173-A2AB-B18BB579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5420B-3D26-4C77-A74F-E88F13BD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8484739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166DCC-92A9-4961-AA22-DEE49B25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87F19-76EF-44CD-A2E6-96D99359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౽ ಲ ಮൡ ౨ ಸಮಯದ ๻ಟ ౾ ౳ ෴ಪದಗಳ เเ ಧ ಪ౳ ౽ರಗำ -Di...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43592-8D53-4226-9810-8680C15D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D8D06-4657-49E7-B3B3-763E1346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69115-1E30-46F7-9FA4-7F788E49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CE5F4-9789-4C4B-BF20-7EC02F4C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87E16-46CD-46D5-8611-082337ED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91676-E9F4-4AE7-BC91-19DBD958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5CAD3-6498-4DC4-9DA3-37EBBE5B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F1639-EA22-406B-8F71-A9FA4ED7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A7F3A-D062-44E7-B83D-9A656DCA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8D579-EDC6-48DD-87D4-7BF4A5FB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B8ADA-56B2-4BD8-9D51-3EDC6A70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242FD-6E3B-476A-B4CC-406D765A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05F76-631F-4590-A223-18C65045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67AA1-6BFB-4837-8474-FB59D0CC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07D5D-D9A3-440D-B39E-4279A71A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CC18E-34A6-4283-A1DA-6AAF382F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50542-32AA-462A-827E-2195271E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E733DC-29B8-42F7-93AC-72D8C9AA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C6501-D3FE-489A-9093-0FF2AF67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2A4CD3-773E-4BC1-9E3B-5CB0E426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D7911-F66E-4335-AA5D-7558FF18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1EFC8-BF19-4E2B-B7BB-B68E76F5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FB9C41-BB38-4303-9A2F-113250F3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3431B-8AB8-4634-8339-72B4035C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69317C-9A67-4BD8-9211-55474D01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CF1E22-53D1-4EC8-994E-82118A5E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BD569-AA19-4435-93D0-6EBC77F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D59AE6-1AB2-410A-8C4A-EC1C85B5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474D7F-44C1-4882-B01F-F2E2A0D8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9478E0-1EC6-4BEE-ACB0-6D04262B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81383272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57D976-A274-44EE-BE7A-9A37CAAD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88CB1-79CB-4D1B-862B-EEA4B218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ඊ , -൬ , - ൡ , - ಇൡ , - ಆಜ, - ಅಲ౵, - ಩ , -ಋ...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BE0AA-4F3A-4446-89CE-2D3B9FAE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31D2E-AB68-49CF-BC8C-49C405CD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E348A-DE08-43E1-AF9E-3AAA6966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097EC-040A-470A-834A-805F7007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CAFE2-1840-4943-9FB6-928F353C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CA2B4-251D-427F-8BF6-EA33D6BC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5F869-418D-4DA1-963B-A3E5EE7B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FEF12-7F3B-4AA7-BCAB-A5BCECE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4B2BB-5D7D-4236-A6C5-94C4078C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62BEC-50AB-4A82-8762-80E603C1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29462-D803-4148-B52E-1148629E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F10E8-FDF1-4FF6-A2A1-5A29A962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91261-46D4-4D7F-9D6B-2FA67C37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929CA-435E-4E9A-B09F-8E0F196D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C1EA7-A2DE-4E6A-A387-E8BFE527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01EB6-40B6-44C4-974B-CA0CE3C5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1EE25-27FD-45ED-9F0D-D29DF47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AF5D28-21BE-4737-9399-0FE2B281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F91D6-3AF3-4FBC-A808-79A8B75B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33F99A-AE7A-4F7B-9CAE-371B1773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7DFF7-67F0-4E35-9FCD-66E17E63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CC3CD-5773-408F-981E-83622CF4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14DC0-46E7-4AFD-B3FF-997955EF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DB72E5-9BC3-4949-9283-26B1532D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BD030-6556-4632-844E-136AA297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78ED36-3806-4DE6-A0E3-735CC277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2982E9-96EF-4D98-80DA-62DA6990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E4D7AD-D5DF-4249-AABE-B911BB34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C72C5E-2F7C-49E8-9F39-E6ED5B08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E6EC19-0F47-4025-8E20-3E3C121E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3749190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F9D4B5-D556-4DE9-987D-E790BAB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63F0B-93B2-484B-A5A8-B6D0BEFF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List :๸ූ ಷൕ ಯย ౵ ൽඣ ೕಪ෽ ೕಜ ಕನ౬ಡ ಪದಗำ -Kanna...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ECE38-D1B9-4344-8417-841E519D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D1B63-9C68-41A4-B3FC-807AA091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EE036-82BE-4D57-B0DF-1CB1B18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5BE30-6923-4895-B388-D39F03A7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128CD-F3AB-471B-8D5C-771D2E56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9F533-39BD-43E4-93C4-2101DDEA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DF9B1-0682-4F16-82BE-F0F6102A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AF11C-5164-4AC8-90F8-D5387163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E056D-D2F1-4209-8A09-4878162C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3619B-8C1C-495F-B031-69303B2C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A4217-CC96-418C-89CB-033A5D20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B30C5-AB0F-4E67-90B5-78EE9099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4B9D8-26C2-4F50-8A85-2C3D9E49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0944D-7F47-4094-8672-F795619D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13D9B-4633-4160-9E63-7340E426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F7E57-C7D5-4277-B91E-CC54424C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4453C-1738-46E1-B913-DD7568AA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69C01-359D-4064-B476-CD9B71E5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2C81F-98A6-4BC8-B3BD-F1F92C45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9B2B0-9E5E-4F80-8391-3C1B375F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6D2D46-1EF6-4A61-8D5B-00E5922F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F555F-F0C2-48A9-9C96-29977E78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189C9E-1F49-4C9C-BB9F-0D81CD98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4A3ADD-FB71-4DD3-AD74-D6A58E39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3E3DC1-3BF5-4005-8BAB-D374EDB9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D4037D-11C9-4980-B501-26F3D9EE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827F86-0A56-4BE3-9711-3846E382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7AF456-1770-4A32-BA72-F61663FC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792910-07E3-49C0-86F5-128DE70F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80351D-8350-46E9-B98E-E8D2B43B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960764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6F9E91-E580-4B2E-A377-5DEF5FC0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0D9E7-E4D3-496E-9A02-9CEB02B4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79DDE-FEDB-4794-AB9F-F3ABDAD2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D731A-429F-423C-9C9F-B2C82347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CFDDD-FA80-47F4-B0E4-ED19740B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8CFB8-A476-45B9-AE4A-DEC31AC7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DBA6C-01D1-4561-8F35-8655A951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5FB0A-0F00-4822-BB85-0B86CE17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5B977-B8E8-46E5-81B5-5AA49EAE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82EB6-EE14-45F9-A675-7BA129CE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5263F-7612-435E-A50B-A433B6A0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B7D7B-3098-4356-B016-C5C68EB1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0F475-BF9C-45D8-932C-E901FB72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7C0DC-0276-4D32-BA42-78AC6751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60C75-AE3C-4FB9-A6F2-CBDFD22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1CAA4-49B7-4A62-97D7-BA4D13E4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A79CA-F02B-41E1-9468-290A3059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5700D-FA7F-45FD-8EAD-95A55047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90630-F409-4D14-A638-ACC8E197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A85FB-4335-4C9E-81F0-4043A855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B9761-1E11-4669-928D-15047BD0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D31B64-542C-4243-8682-0F8C3A29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45005-C047-49F3-BB17-BDE79FAA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B3AED-73F1-47B5-9DAE-3C31FC7F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ABA4F9-C7BC-45BC-979D-C46BBF24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FA7075-7A7E-4D1E-914D-06ADCFE9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30975F-D363-484F-90C1-A59DA28B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FEC6C3-8BEA-40BD-B6C0-4212E40D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32C6D3-3BF0-45D8-80DE-D2EDEAEA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3442FF-951C-4753-ACAB-9AA0795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429F74-89E9-44C3-92BE-4CF0D239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D5E1E9-A347-418E-86CA-FDCB5A77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1624505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08772-A5F0-44B5-A5E2-0FD38C04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30515-DF3B-442D-83E3-F7C93C0B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౽ ಲ ಮൡ ౨ ಸಮಯದ ๻ಟ ౾ ౳ ෴ಪದಗಳ เเ ಧ ಪ౳ ౽ರಗำ -Di...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4A907-C5A9-4C46-B815-9364A1ED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7A303-0346-4416-8CE6-36DD0176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F833E-88B7-4BCB-BA5A-CF3592AB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EB81B-1449-4EC9-99E1-7208CDD9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14F40-D665-4E8E-B0D9-784FF9D1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CD96F-BE25-4968-9B6A-AF2AD713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25466-D10D-486D-9A9D-9D38233A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4FC7F-80ED-4FE3-A0CE-113CEBED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A9C00-B886-437F-BB41-4C1265DD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3F3FE-20B9-4DF8-8242-2004E186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E0A38-9828-4771-96A6-038E1D5D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A64AE-2C71-475D-959E-253DFFA3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B0A32-8CF6-483A-94F1-69A88102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EB2B4-6FC5-4471-96A7-45F1C23E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663C4-52E1-4F77-B5D3-DFA5307F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B5879-8D35-4481-88C5-30EC2374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0A751-EDBF-4E2C-8BB2-3C7394C8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88AC6-F579-4FD3-91D3-89135FD9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F73A6-4D91-44F1-BAB8-78D7C94D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FA0F30-F6D1-4E59-A171-4618C40A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4A68D-B86F-44E8-BC8E-E4B91E57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440471-26CB-4645-A315-EB241CC9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7EB77F-D45D-47E0-95F7-EB79D723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5395B-682E-45E9-95E9-12A37BA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646DA8-109D-467A-AABD-03AD7A0D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86C592-9C09-4892-AF79-E3966D5D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AB809E-168D-483F-B241-5A1AF65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26F08-7B15-4B6F-925D-D670C4E9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DD4763-79E7-41F5-B4DF-10EC12B3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BC5B72-68D4-4738-B7CC-D97FC6F1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4880404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5929C5-0667-4F05-ACFF-5CD1EE25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DA6B3-7F7C-4FD8-A7A0-7A43A44C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ඊ , -൬ , - ൡ , - ಇൡ , - ಆಜ, - ಅಲ౵, - ಩ , -ಋ...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5780B-CFEA-4D44-86A6-32B6AC55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E78C7-18F8-404C-B5D6-047AB43E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147BC-59EA-4476-AE57-C25DF56F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DDBDD-F4FB-42C4-ACBF-BE1F89DF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95576-4D1D-45F6-865C-E06C3B6C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64C35-1A62-4C19-B751-316377EE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373E8-47E6-4F54-9B38-327AD83C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CAFB6-9B4D-4DD7-B2E1-9236F804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28AA2-A16C-4036-B6D5-813A3C2F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476A6-A7C6-4854-B3CA-F57A6E7B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6793D-0A61-4266-9595-A69E900A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D8E25-4EAB-40BC-ABAC-2D4BB03E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5AA06-E4E5-4646-91FA-ED761DE5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980D6-AE91-4220-96DC-35578309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BCB82-CBC4-47CB-9FC0-547C6138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88EB7-A707-4A83-AAF3-13213660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B251F-FC0C-4081-8C63-B5C774E3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05895-6A5C-4BE4-BAC8-19A957AD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7D81C-78F8-492C-A2C2-2237D1CB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31004-C61C-4F20-88FD-9E3DB4ED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DA911-B119-4FEC-827B-C1E9098E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484B1E-229D-421F-82A6-DDF017AB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E98F34-315A-462E-8B4D-F9B61445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5FAED-0056-49BF-BFDE-F500A727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53EA2B-6386-4397-8F63-C91D8C5E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11A2AB-EC07-4EE3-A219-65CF79A0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6A0391-B7AA-49AB-898E-38472366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E8C3DE-DC1B-4DCE-87C3-7E59D103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A8AAB7-BD9E-427C-8C10-1609621A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00CF69-D0EB-4AE5-9430-59DD693A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6374325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F8AF9A-34CB-49C8-AFF6-7B6D3182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39BD5-D38B-4E06-B8A5-56ABEC47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List :๸ූ ಷൕ ಯย ౵ ൽඣ ೕಪ෽ ೕಜ ಕನ౬ಡ ಪದಗำ -Kanna...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DFBB8-8BB0-4334-85D0-8954F49D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B8F45-F3F0-457B-9CC6-5433CFCE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433B8-AD80-4951-864E-45ACDF54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E767C-D93A-4785-86BE-123312FA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A4495-A210-4BD4-8ABA-5CF442C4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9210B-1F99-429B-BC10-C5D2D813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BAD9E-1103-44E0-ADD5-38DA1C48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BE43F-453B-4022-B2D4-FB7F6B11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F06BD-84BB-4561-9CFF-0ADB8EEE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9E461-6F1B-42E0-9319-D8FF9FF3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4B0E8-E839-4A07-91C5-20A3915D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49C7F-F90B-4147-B05E-0F7B80F1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A0348-D71C-45C0-ABC0-065F5337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8D5E9-F504-4C5F-BC07-D079FB97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A9057-C9DB-4D3F-B169-17B05DA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A6377-F6B3-4573-9F01-C624EAA9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F5DA0-661B-4A56-9DC6-F1BB0B18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67B52-7AC5-49E8-ACB9-5D2FE5D9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30363-033F-4EC2-9C84-12C53334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91B52-0EF9-49D9-91B4-4B4CA5BE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D92CB-89E8-4C78-958E-A9198522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055785-E063-4F87-A6B6-876F27ED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0AAF7-921F-43F6-BA83-F2C4E685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501948-1A1A-40B4-ADEA-2802F327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4378D-FDBB-4FE8-B623-0BEEC606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8DC274-9D63-44A6-B8C5-421C6DDD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07EEEE-22C9-4BEF-8D2E-99B757C7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97FBB8-3AC6-4342-B170-1152F72C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92284E-6D38-4EE3-9B06-0F70972F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5CE6C5-D0E4-4801-881A-17F3C799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79545037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7349AE-13F7-413C-814E-056CBA3C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C6749-A18C-4E46-9423-BF0641D1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62CA2-169B-4F6E-B11D-27E8E854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7DF93-0B32-40A8-8504-32EBFAB2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C63E4-5837-4AE7-9794-E7AD92CC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F42D1-7E65-43A0-98B2-CAE9F1DE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EC744-A41C-44C2-8C9E-697872D2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776F0-C27E-4F04-B308-BB139250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8D817-4CDD-4CFB-9A76-CE44F769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673B7-496E-4252-B339-F644AA24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2FB65-3C7E-41B0-AD7C-31321625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70E39-B8EF-4C4F-A809-5795DF69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A4BE0-41E8-4E5F-B17A-B6ECA56B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DB16A-C275-4437-8A27-99104F6D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0DD62-6968-4D50-A5C7-6477CB51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5E87A-0127-4D87-8FA1-A73CF0D3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BACF1-EBA8-4F13-9456-525D5BA8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784E2-972D-4914-A27E-8BFF1B3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9CDF7-8B79-4899-A4AF-BACC8B72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567BD5-64FC-4300-AF49-01DB38FA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807865-61F4-473F-B989-6F23BA87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4A414-EF61-4CB9-8E3F-927808D3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34BA8-E3FA-411C-9500-DA8E05A0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A77B8-BB0F-4284-A080-BB61DAF6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A1943F-23B0-4D6A-A7D1-989068AB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9590C7-168F-458A-A42A-B8C6348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E86278-C711-4B48-AF22-5D26027E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35E59A-C7B6-4BBA-9E08-DE950FA4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576376-0498-4466-B489-F423A9DE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21A54B-7082-4B93-99E0-E9195653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F50EEE-668F-48A9-A1D6-7CB18B09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57F20C-83EC-440A-8F75-ACD7FD04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37315564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3CA2BE-11DE-4206-B0CF-824BF938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1D5B3-8D67-4114-84A4-2290B2D7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౽ ಲ ಮൡ ౨ ಸಮಯದ ๻ಟ ౾ ౳ ෴ಪದಗಳ เเ ಧ ಪ౳ ౽ರಗำ -Di...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C7A7B-13DF-4276-BD42-956F0ECA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95383-CD41-44C0-B39F-C093F19D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DBBD1-2425-4E55-BECA-44DCC133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7D66C-B49F-411E-AE5B-9BF9616F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A5FFF-052B-4718-A5C4-CED5DF37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99766-B3DB-4D0B-BD5C-8ECB4562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64047-6C2C-41F2-8D2A-5D2BF035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82F90-DD04-4A78-867A-7353AEE9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BD981-408F-4F3B-BA77-B47BC5E9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9B428-0FF1-4007-B971-D9B665F2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A9A49-B54F-4353-80B8-2DE0A95D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8AE4E-5093-43B4-A236-3CA0CEAE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7A914-D569-4192-AC58-0510EE28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55F88-9CEC-45F0-95A3-09A9F368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5D30A-DEA9-4F04-AA90-EBDD6D08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E2043-1CEC-42CB-A4D6-8A8DE9BE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D71BB-060D-4D1D-87D8-C89A6129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1F3024-F27E-4602-BFCF-804CC5A3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8C98D-F9E9-46C0-A22D-0420AAD6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8C3F5E-F39F-464F-82F6-E2231376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4763AC-A5CC-48E2-9067-5B261E58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3AA388-7DDE-4068-A0AA-2DEDA5D1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1FE9D-5E6F-43A1-AE58-29A407DF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2D97EB-369C-4198-8446-1ACDE247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37C486-6655-45A0-BA5D-2FFD21AC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2D9349-BC39-43CD-BE9F-5BD7EF71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D989AE-C75B-44B0-88C6-607A328F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66A02A-2E0C-4034-B799-6D68696C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5FF34-46C8-4766-83FF-711119C0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126B20-4EAE-49B2-A482-F2C7E11E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38600290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4F804E-2286-440A-B28D-BCC35CCE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49F98-92D1-40E7-84F4-A64DFD2E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ඊ , -൬ , - ൡ , - ಇൡ , - ಆಜ, - ಅಲ౵, - ಩ , -ಋ...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3752F-150C-4B9F-B0D8-A339C3A4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9457F-1A54-49EB-A841-9C584074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528A2-9802-47BC-9C0A-4D4FE949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C05AD-A699-4FB9-95D4-303924F4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194FA-176D-4605-AEDD-8C9ACF96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FD5F1-34BD-459A-AC1B-8C222811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887D5-7CC8-410D-8F4C-A471835F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1B35F-35B3-465C-8667-89EA7274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E1195-6DCA-43B3-9AE0-CBCBA395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5B1C8-4241-41E7-9DC5-00799261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9A6BA-D736-40D0-A1B0-2974697D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8E913-C968-438A-8ADF-AF660038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AECEA-A35D-4474-A66A-741EE7F0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6E203-82A0-46C7-AB9D-63C08DB0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F502F-59EF-4679-BA24-D2210C97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8CBCA-83AE-4E0A-A52E-12FD47B2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B2CDE7-76F5-4CA2-B44B-F354D0B4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569A7-12D0-4420-840F-364DE03A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31B44-305B-4E30-A615-FF708066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F92C1-1D5B-4496-A642-89C85396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7F3779-C491-48F1-82BE-591CBAF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9BB0D-D9B6-4D30-A53D-8240E1B5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78B6C8-031C-43B3-A1F2-587EF65F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6B0744-B385-4E66-96A3-B7EAC06F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F7603B-6E6A-4D09-AC93-F86282BC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83F40E-A0D3-49E4-BB87-D27A7F84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A0325-1895-478C-8BD5-A2115758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EBC32B-E977-46F3-BD12-DC883562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8817A-9895-41FA-A707-E6CD083D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4D60A2-AF12-4E0A-823D-CB75BF55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62594758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0D5626-8730-4C05-844A-DCDE8906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BD1B4-7682-4897-9248-62E5A8EE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List :๸ූ ಷൕ ಯย ౵ ൽඣ ೕಪ෽ ೕಜ ಕನ౬ಡ ಪದಗำ -Kanna...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C3787-0F24-42F9-BA8F-FEFCEE09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95834-8546-4E61-8E2F-44B47FD6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57915-28D8-45A1-8048-8496B8D8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8AB4E-97C5-420D-BE05-964E0E54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BBCC3-3501-49F1-B358-9D4B184A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30949-FF8A-47B8-8017-94EB4427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CF11B-CE84-4D36-AE30-5D97AD7C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78AFB-4067-4A03-8038-BD00AE50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A98DE-45E9-4809-A4FC-809AA46F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83265-6DFD-4231-B22A-D25B75E7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20A5C-E230-4AE4-BC05-EB477379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CC821-8B44-4049-8579-C68DFAEB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708E7-0EC8-4637-9509-8CE1BB19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E3088-C0AF-4F98-9E1F-129C8CE3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583EC-E218-4F79-9199-4915990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1AE43-8A40-419B-8939-58A330F1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67032-83AD-4519-B476-D658A021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FBAF6-E6E8-4DC1-AB65-D799D15B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1F8FB-73B5-4016-A40A-909BA77D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3705FF-16F2-4F00-8180-64935839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1A628A-C542-43F2-95F7-A78411BF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39730F-7AA3-4DE5-BBFA-78683B6F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8E6D5E-4200-4E34-B67D-726D7D45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F6D8F4-8E5C-44EC-9537-4556BEF1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C824A4-9B58-4BD9-8E43-6746DA96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078B14-8B27-403B-A029-8D2D5971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0B652B-B23D-4E2A-BFE8-CE61E1C0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D44C98-48FD-4C24-A038-BEB29F60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FDC1F2-9709-4076-AF6C-386EB6FE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8A65D3-92BE-444D-A8DB-FC9DE8F7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95950326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C67929-027D-404F-9ADD-459A83BB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0E232-C3ED-46BF-85A3-5F67E1AE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70B16-4A6C-47C8-8DC5-44F61386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5BD2B-F3F3-4CE4-9178-96F1B4F0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622DD-4675-47BF-9BCF-D67577E2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93769-6E24-4C5B-A818-7741ED77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99385-83BC-4A74-8402-E9972D64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ED59B-9B26-4806-AB17-B0878157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6ED2A-97DC-4FB9-9C12-52A9AFE0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81E40-67D7-4D1D-B3EC-18D0F92F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F0C18-1FC8-4F07-AC90-A68D3F28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02B2E-03DF-487B-8404-F6A76B30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36E6B-FC1B-447D-8CC5-D4378CC3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E6C61-F5E2-442C-8ACE-5DC2B91C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BB2F2-109E-45AC-9A55-2B90C68E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EFD09-2E2D-4F39-90D8-B981FB90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DEFEC-FD28-40BA-9C56-C07FE580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E2693-52D1-445E-9B9C-E151CD30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A66BB-12CF-4170-8D60-35160D98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49E997-9428-4BB6-B58F-24BFD874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7FCAA-9C2C-4997-9F8C-CBDC8530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3084B-B6D2-4224-A961-787CC0E4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542EC-039B-40CC-8E51-298AA100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82642-01D7-4AEE-83B9-061ED9EB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BD46B8-5556-4DB8-9695-ED903A35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647E2C-180B-4326-8D0C-D6C8F8A2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794451-E90C-46C7-8E6B-DB7BED4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985D33-5CB0-4033-919D-19F811E8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E23185-BF00-4982-8EFB-3AD0FC5E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798B15-3E80-4364-9C78-FCA72B7B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9994FA-5C67-4EE2-94AF-74DF2EA0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6963D5-D7BD-433B-AD80-9B0285A2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254328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0BBD98-20D7-418A-9468-B1A69993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6414E-3E11-443F-9F78-5FDD7EFF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౽ ಲ ಮൡ ౨ ಸಮಯದ ๻ಟ ౾ ౳ ෴ಪದಗಳ เเ ಧ ಪ౳ ౽ರಗำ -Di...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027BA-A357-44EA-AE91-1191D418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AB4E0-1E69-4E6E-AA35-DB43D3F4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2E8A5-D2FB-4E1C-BB81-4AF395FB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CAFC7-F88C-4975-9586-D1CF82D9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89706-FCB4-4368-A09D-A69633A2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AE712-B1B7-47E2-9939-1B4F4409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DC3CF-AF1B-4DDE-9FED-F7691650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AAD4A-80BB-482F-A99B-5F0B9245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86041-A82F-415B-84C4-C8F2F452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30A5F-507C-4F5B-8239-80E67446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96BAC-A1ED-45E7-B218-E2D692A1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AD361-5560-4EA3-B189-B99CF64B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06CB7-240A-4F70-861B-AB1F9DD8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7EA52-0C3E-4C62-A50B-54E525E6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7E6C5-9385-4027-B403-FC82BDDA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44840-77A6-49FB-9923-A9DC34DB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C8DE9-4938-4E4B-9B06-6E666851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38556-0791-41BD-BB69-ADFB0BDB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88321F-5FD3-41A6-934B-7BD36574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9B076-AA78-4D0D-AD7E-52E4BFCA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EFCE8-FB29-4CF2-AE73-2A7D5659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B9AE2D-9248-4B94-8D45-864DD8C1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3B3B92-D8F8-4DB3-BB87-B534C113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7C67A1-9BEB-4030-A839-5BF93E1D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4E43E-D178-4815-B1B7-0E135893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6D443C-540B-4CF0-94B1-9471AE8E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ACD4A-AD1B-4531-BF29-F2C4E43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040369-6DE1-4AB0-9361-51971787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B88559-5C76-4CCA-A892-37F1F8A5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BA20DD-FD25-46E3-B430-D2845E73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93678370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DE62DA-DEDA-45C3-AADF-47B5FF1D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2BF9C-F15C-46DA-9990-6E5BA4CB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ඊ , -൬ , - ൡ , - ಇൡ , - ಆಜ, - ಅಲ౵, - ಩ , -ಋ...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BF008-C88D-4D72-A8C3-80864798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393C5-DDD6-4B00-B325-53D44781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215C6-98FB-4A29-9A78-29058A90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0B438-D4DD-4F07-B6BC-F396757E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BB6CB-6A59-4001-A100-9B239071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69447-0D88-4F5B-9AC3-7F614D05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4CB68-206A-4163-9138-8537B7AF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2D96D-4D2B-4E3D-8EB3-7B198E87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80093-7E08-43F6-BBCE-3117E269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41138-819A-45DD-B18E-89917EA1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77A30-1549-4880-A392-761DA5F4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D742A-3378-479E-ABDE-3847C39F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3C774-CF20-4F47-94A4-CD7B2A99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48FC4-D39C-4EFD-BB0F-1A2E38A9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B09C2-ECD8-4E38-99AF-495C451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87703-008B-43DD-8E0D-29000442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380DB-09B6-40B0-95C6-E860D63B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C1F74-CD73-4E96-9C17-BFCFCBDC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0B43C-6EF9-4E1A-9CFB-83C45FE9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F1108-2300-4586-8284-98521DC8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1D50A9-CFA2-4A5A-BA31-C4945FC6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FE006D-887B-4103-B59D-3C663EF8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A979A2-325E-423C-B04C-2108AE7A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CF2EE1-C392-41E6-8317-CAA9F95D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E9884D-9292-422E-9EFA-2E314EF0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BD972A-F9E4-419B-8502-57E2236D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22D8A7-8847-4728-A024-BE6777C0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C5B7A6-2B1F-4E78-9F90-B57E9909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BB2039-98B8-453C-B470-1420754D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9AD2BE-D881-498A-AEDB-4DC80D27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4226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2026-08-24T16:02:54.7500000Z</dcterms:created>
  <dcterms:modified xsi:type="dcterms:W3CDTF">2026-08-24T16:02:54.7500000Z</dcterms:modified>
</coreProperties>
</file>