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9fcf42d8e4403d" /><Relationship Type="http://schemas.openxmlformats.org/officeDocument/2006/relationships/extended-properties" Target="/docProps/app.xml" Id="R94a2f814107546b4" /><Relationship Type="http://schemas.openxmlformats.org/officeDocument/2006/relationships/officeDocument" Target="/ppt/presentation.xml" Id="R5749aa72fccf4b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7411ae0cc34228"/>
  </p:sldMasterIdLst>
  <p:notesMasterIdLst>
    <p:notesMasterId xmlns:r="http://schemas.openxmlformats.org/officeDocument/2006/relationships" r:id="Red0f70e21f484260"/>
  </p:notesMasterIdLst>
  <p:sldIdLst>
    <p:sldId xmlns:r="http://schemas.openxmlformats.org/officeDocument/2006/relationships" id="256" r:id="Rf62b299619ce4b10"/>
    <p:sldId xmlns:r="http://schemas.openxmlformats.org/officeDocument/2006/relationships" id="257" r:id="R9fc7bf431f6044da"/>
    <p:sldId xmlns:r="http://schemas.openxmlformats.org/officeDocument/2006/relationships" id="258" r:id="R4654314e35c443f8"/>
    <p:sldId xmlns:r="http://schemas.openxmlformats.org/officeDocument/2006/relationships" id="259" r:id="Rb2ebddbbc9e24f6d"/>
    <p:sldId xmlns:r="http://schemas.openxmlformats.org/officeDocument/2006/relationships" id="260" r:id="R00d1b2467b9a41b5"/>
    <p:sldId xmlns:r="http://schemas.openxmlformats.org/officeDocument/2006/relationships" id="261" r:id="Rec073691b7f341be"/>
    <p:sldId xmlns:r="http://schemas.openxmlformats.org/officeDocument/2006/relationships" id="262" r:id="R4ccc7a82025d4067"/>
    <p:sldId xmlns:r="http://schemas.openxmlformats.org/officeDocument/2006/relationships" id="263" r:id="R0a8517d42b7a4ed9"/>
    <p:sldId xmlns:r="http://schemas.openxmlformats.org/officeDocument/2006/relationships" id="264" r:id="R107f2688cc604294"/>
    <p:sldId xmlns:r="http://schemas.openxmlformats.org/officeDocument/2006/relationships" id="265" r:id="R5146604a47614107"/>
    <p:sldId xmlns:r="http://schemas.openxmlformats.org/officeDocument/2006/relationships" id="266" r:id="R5386500bb2154be4"/>
    <p:sldId xmlns:r="http://schemas.openxmlformats.org/officeDocument/2006/relationships" id="267" r:id="R792011922621482d"/>
    <p:sldId xmlns:r="http://schemas.openxmlformats.org/officeDocument/2006/relationships" id="268" r:id="R549fc3a02820419f"/>
    <p:sldId xmlns:r="http://schemas.openxmlformats.org/officeDocument/2006/relationships" id="269" r:id="R0a845ba21c714b22"/>
    <p:sldId xmlns:r="http://schemas.openxmlformats.org/officeDocument/2006/relationships" id="270" r:id="R6011b792a37549ae"/>
    <p:sldId xmlns:r="http://schemas.openxmlformats.org/officeDocument/2006/relationships" id="271" r:id="Rae192853d91847e1"/>
    <p:sldId xmlns:r="http://schemas.openxmlformats.org/officeDocument/2006/relationships" id="272" r:id="Rce38fcb66f3a4fc1"/>
    <p:sldId xmlns:r="http://schemas.openxmlformats.org/officeDocument/2006/relationships" id="273" r:id="Rf462df1cab4c4382"/>
    <p:sldId xmlns:r="http://schemas.openxmlformats.org/officeDocument/2006/relationships" id="274" r:id="R2df67c5a526949d2"/>
    <p:sldId xmlns:r="http://schemas.openxmlformats.org/officeDocument/2006/relationships" id="275" r:id="R681baac17381440a"/>
    <p:sldId xmlns:r="http://schemas.openxmlformats.org/officeDocument/2006/relationships" id="276" r:id="Ra75f7c7e66ff44fb"/>
    <p:sldId xmlns:r="http://schemas.openxmlformats.org/officeDocument/2006/relationships" id="277" r:id="R050186b42d594315"/>
    <p:sldId xmlns:r="http://schemas.openxmlformats.org/officeDocument/2006/relationships" id="278" r:id="R61ce5d2babd0477c"/>
    <p:sldId xmlns:r="http://schemas.openxmlformats.org/officeDocument/2006/relationships" id="279" r:id="R2452a92f9b2e4402"/>
    <p:sldId xmlns:r="http://schemas.openxmlformats.org/officeDocument/2006/relationships" id="280" r:id="Rb1e278cbf9a445db"/>
    <p:sldId xmlns:r="http://schemas.openxmlformats.org/officeDocument/2006/relationships" id="281" r:id="Rbe5503b4b9004dcc"/>
    <p:sldId xmlns:r="http://schemas.openxmlformats.org/officeDocument/2006/relationships" id="282" r:id="Rd54776265ba24274"/>
    <p:sldId xmlns:r="http://schemas.openxmlformats.org/officeDocument/2006/relationships" id="283" r:id="Re241a1e589c7434d"/>
    <p:sldId xmlns:r="http://schemas.openxmlformats.org/officeDocument/2006/relationships" id="284" r:id="Rdb7df10ec988465b"/>
    <p:sldId xmlns:r="http://schemas.openxmlformats.org/officeDocument/2006/relationships" id="285" r:id="R25fa87a948e74b1a"/>
    <p:sldId xmlns:r="http://schemas.openxmlformats.org/officeDocument/2006/relationships" id="286" r:id="R3faaa26bff824779"/>
    <p:sldId xmlns:r="http://schemas.openxmlformats.org/officeDocument/2006/relationships" id="287" r:id="R5c391d0c6df04d4d"/>
    <p:sldId xmlns:r="http://schemas.openxmlformats.org/officeDocument/2006/relationships" id="288" r:id="R4a24dcacd62d4b71"/>
    <p:sldId xmlns:r="http://schemas.openxmlformats.org/officeDocument/2006/relationships" id="289" r:id="R31b709b5153b4cac"/>
    <p:sldId xmlns:r="http://schemas.openxmlformats.org/officeDocument/2006/relationships" id="290" r:id="Re5eeb1c8b5bc4bf8"/>
    <p:sldId xmlns:r="http://schemas.openxmlformats.org/officeDocument/2006/relationships" id="291" r:id="R8e509dd889d24cd8"/>
    <p:sldId xmlns:r="http://schemas.openxmlformats.org/officeDocument/2006/relationships" id="292" r:id="Rb283730538b448a8"/>
    <p:sldId xmlns:r="http://schemas.openxmlformats.org/officeDocument/2006/relationships" id="293" r:id="R913265c2c6c24b32"/>
    <p:sldId xmlns:r="http://schemas.openxmlformats.org/officeDocument/2006/relationships" id="294" r:id="Ra3fe51e920f347d9"/>
    <p:sldId xmlns:r="http://schemas.openxmlformats.org/officeDocument/2006/relationships" id="295" r:id="R9e7bcc9c0e3140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667109aff24a8f" /><Relationship Type="http://schemas.openxmlformats.org/officeDocument/2006/relationships/slideMaster" Target="/ppt/slideMasters/slideMaster1.xml" Id="R557411ae0cc34228" /><Relationship Type="http://schemas.openxmlformats.org/officeDocument/2006/relationships/notesMaster" Target="/ppt/notesMasters/notesMaster1.xml" Id="Red0f70e21f484260" /><Relationship Type="http://schemas.openxmlformats.org/officeDocument/2006/relationships/presProps" Target="/ppt/presProps.xml" Id="R14071e092f8047f2" /><Relationship Type="http://schemas.openxmlformats.org/officeDocument/2006/relationships/tableStyles" Target="/ppt/tableStyles.xml" Id="Rceceba53f3b4450a" /><Relationship Type="http://schemas.openxmlformats.org/officeDocument/2006/relationships/slide" Target="/ppt/slides/slide1.xml" Id="Rf62b299619ce4b10" /><Relationship Type="http://schemas.openxmlformats.org/officeDocument/2006/relationships/slide" Target="/ppt/slides/slide2.xml" Id="R9fc7bf431f6044da" /><Relationship Type="http://schemas.openxmlformats.org/officeDocument/2006/relationships/slide" Target="/ppt/slides/slide3.xml" Id="R4654314e35c443f8" /><Relationship Type="http://schemas.openxmlformats.org/officeDocument/2006/relationships/slide" Target="/ppt/slides/slide4.xml" Id="Rb2ebddbbc9e24f6d" /><Relationship Type="http://schemas.openxmlformats.org/officeDocument/2006/relationships/slide" Target="/ppt/slides/slide5.xml" Id="R00d1b2467b9a41b5" /><Relationship Type="http://schemas.openxmlformats.org/officeDocument/2006/relationships/slide" Target="/ppt/slides/slide6.xml" Id="Rec073691b7f341be" /><Relationship Type="http://schemas.openxmlformats.org/officeDocument/2006/relationships/slide" Target="/ppt/slides/slide7.xml" Id="R4ccc7a82025d4067" /><Relationship Type="http://schemas.openxmlformats.org/officeDocument/2006/relationships/slide" Target="/ppt/slides/slide8.xml" Id="R0a8517d42b7a4ed9" /><Relationship Type="http://schemas.openxmlformats.org/officeDocument/2006/relationships/slide" Target="/ppt/slides/slide9.xml" Id="R107f2688cc604294" /><Relationship Type="http://schemas.openxmlformats.org/officeDocument/2006/relationships/slide" Target="/ppt/slides/slide10.xml" Id="R5146604a47614107" /><Relationship Type="http://schemas.openxmlformats.org/officeDocument/2006/relationships/slide" Target="/ppt/slides/slide11.xml" Id="R5386500bb2154be4" /><Relationship Type="http://schemas.openxmlformats.org/officeDocument/2006/relationships/slide" Target="/ppt/slides/slide12.xml" Id="R792011922621482d" /><Relationship Type="http://schemas.openxmlformats.org/officeDocument/2006/relationships/slide" Target="/ppt/slides/slide13.xml" Id="R549fc3a02820419f" /><Relationship Type="http://schemas.openxmlformats.org/officeDocument/2006/relationships/slide" Target="/ppt/slides/slide14.xml" Id="R0a845ba21c714b22" /><Relationship Type="http://schemas.openxmlformats.org/officeDocument/2006/relationships/slide" Target="/ppt/slides/slide15.xml" Id="R6011b792a37549ae" /><Relationship Type="http://schemas.openxmlformats.org/officeDocument/2006/relationships/slide" Target="/ppt/slides/slide16.xml" Id="Rae192853d91847e1" /><Relationship Type="http://schemas.openxmlformats.org/officeDocument/2006/relationships/slide" Target="/ppt/slides/slide17.xml" Id="Rce38fcb66f3a4fc1" /><Relationship Type="http://schemas.openxmlformats.org/officeDocument/2006/relationships/slide" Target="/ppt/slides/slide18.xml" Id="Rf462df1cab4c4382" /><Relationship Type="http://schemas.openxmlformats.org/officeDocument/2006/relationships/slide" Target="/ppt/slides/slide19.xml" Id="R2df67c5a526949d2" /><Relationship Type="http://schemas.openxmlformats.org/officeDocument/2006/relationships/slide" Target="/ppt/slides/slide20.xml" Id="R681baac17381440a" /><Relationship Type="http://schemas.openxmlformats.org/officeDocument/2006/relationships/slide" Target="/ppt/slides/slide21.xml" Id="Ra75f7c7e66ff44fb" /><Relationship Type="http://schemas.openxmlformats.org/officeDocument/2006/relationships/slide" Target="/ppt/slides/slide22.xml" Id="R050186b42d594315" /><Relationship Type="http://schemas.openxmlformats.org/officeDocument/2006/relationships/slide" Target="/ppt/slides/slide23.xml" Id="R61ce5d2babd0477c" /><Relationship Type="http://schemas.openxmlformats.org/officeDocument/2006/relationships/slide" Target="/ppt/slides/slide24.xml" Id="R2452a92f9b2e4402" /><Relationship Type="http://schemas.openxmlformats.org/officeDocument/2006/relationships/slide" Target="/ppt/slides/slide25.xml" Id="Rb1e278cbf9a445db" /><Relationship Type="http://schemas.openxmlformats.org/officeDocument/2006/relationships/slide" Target="/ppt/slides/slide26.xml" Id="Rbe5503b4b9004dcc" /><Relationship Type="http://schemas.openxmlformats.org/officeDocument/2006/relationships/slide" Target="/ppt/slides/slide27.xml" Id="Rd54776265ba24274" /><Relationship Type="http://schemas.openxmlformats.org/officeDocument/2006/relationships/slide" Target="/ppt/slides/slide28.xml" Id="Re241a1e589c7434d" /><Relationship Type="http://schemas.openxmlformats.org/officeDocument/2006/relationships/slide" Target="/ppt/slides/slide29.xml" Id="Rdb7df10ec988465b" /><Relationship Type="http://schemas.openxmlformats.org/officeDocument/2006/relationships/slide" Target="/ppt/slides/slide30.xml" Id="R25fa87a948e74b1a" /><Relationship Type="http://schemas.openxmlformats.org/officeDocument/2006/relationships/slide" Target="/ppt/slides/slide31.xml" Id="R3faaa26bff824779" /><Relationship Type="http://schemas.openxmlformats.org/officeDocument/2006/relationships/slide" Target="/ppt/slides/slide32.xml" Id="R5c391d0c6df04d4d" /><Relationship Type="http://schemas.openxmlformats.org/officeDocument/2006/relationships/slide" Target="/ppt/slides/slide33.xml" Id="R4a24dcacd62d4b71" /><Relationship Type="http://schemas.openxmlformats.org/officeDocument/2006/relationships/slide" Target="/ppt/slides/slide34.xml" Id="R31b709b5153b4cac" /><Relationship Type="http://schemas.openxmlformats.org/officeDocument/2006/relationships/slide" Target="/ppt/slides/slide35.xml" Id="Re5eeb1c8b5bc4bf8" /><Relationship Type="http://schemas.openxmlformats.org/officeDocument/2006/relationships/slide" Target="/ppt/slides/slide36.xml" Id="R8e509dd889d24cd8" /><Relationship Type="http://schemas.openxmlformats.org/officeDocument/2006/relationships/slide" Target="/ppt/slides/slide37.xml" Id="Rb283730538b448a8" /><Relationship Type="http://schemas.openxmlformats.org/officeDocument/2006/relationships/slide" Target="/ppt/slides/slide38.xml" Id="R913265c2c6c24b32" /><Relationship Type="http://schemas.openxmlformats.org/officeDocument/2006/relationships/slide" Target="/ppt/slides/slide39.xml" Id="Ra3fe51e920f347d9" /><Relationship Type="http://schemas.openxmlformats.org/officeDocument/2006/relationships/slide" Target="/ppt/slides/slide40.xml" Id="R9e7bcc9c0e3140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1fb7a9531f41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4b8d3db62f4383" /><Relationship Type="http://schemas.openxmlformats.org/officeDocument/2006/relationships/notesMaster" Target="/ppt/notesMasters/notesMaster1.xml" Id="R089ca971c1f440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a99faf22dc4dc0" /><Relationship Type="http://schemas.openxmlformats.org/officeDocument/2006/relationships/notesMaster" Target="/ppt/notesMasters/notesMaster1.xml" Id="Rb679f0f9c06547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57a8d5d8a44ad8" /><Relationship Type="http://schemas.openxmlformats.org/officeDocument/2006/relationships/notesMaster" Target="/ppt/notesMasters/notesMaster1.xml" Id="R66365138d4b247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d627c501694409" /><Relationship Type="http://schemas.openxmlformats.org/officeDocument/2006/relationships/notesMaster" Target="/ppt/notesMasters/notesMaster1.xml" Id="Rf94f54c6dc9142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2b4749323e4a0a" /><Relationship Type="http://schemas.openxmlformats.org/officeDocument/2006/relationships/notesMaster" Target="/ppt/notesMasters/notesMaster1.xml" Id="R69089e71342247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a02b647de246c9" /><Relationship Type="http://schemas.openxmlformats.org/officeDocument/2006/relationships/notesMaster" Target="/ppt/notesMasters/notesMaster1.xml" Id="Re4fa3d1cee094d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d3f1a39241435a" /><Relationship Type="http://schemas.openxmlformats.org/officeDocument/2006/relationships/notesMaster" Target="/ppt/notesMasters/notesMaster1.xml" Id="Rf26cdaec043346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ae61c4c8814c3d" /><Relationship Type="http://schemas.openxmlformats.org/officeDocument/2006/relationships/notesMaster" Target="/ppt/notesMasters/notesMaster1.xml" Id="Rc6087b947d8a44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5d344bfa8c4f8d" /><Relationship Type="http://schemas.openxmlformats.org/officeDocument/2006/relationships/notesMaster" Target="/ppt/notesMasters/notesMaster1.xml" Id="R26aea799652143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99a6cf122f42be" /><Relationship Type="http://schemas.openxmlformats.org/officeDocument/2006/relationships/notesMaster" Target="/ppt/notesMasters/notesMaster1.xml" Id="Rf998dd1cb3f744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ea65ffb2594d6b" /><Relationship Type="http://schemas.openxmlformats.org/officeDocument/2006/relationships/notesMaster" Target="/ppt/notesMasters/notesMaster1.xml" Id="R2cd9051b30ee41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7601c1341a4949" /><Relationship Type="http://schemas.openxmlformats.org/officeDocument/2006/relationships/notesMaster" Target="/ppt/notesMasters/notesMaster1.xml" Id="Rb332f873317547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f92983b95b4d32" /><Relationship Type="http://schemas.openxmlformats.org/officeDocument/2006/relationships/notesMaster" Target="/ppt/notesMasters/notesMaster1.xml" Id="R4e7002c95df94a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c232b38ba24302" /><Relationship Type="http://schemas.openxmlformats.org/officeDocument/2006/relationships/notesMaster" Target="/ppt/notesMasters/notesMaster1.xml" Id="R84b03d9c97c049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bd3a8ddf154166" /><Relationship Type="http://schemas.openxmlformats.org/officeDocument/2006/relationships/notesMaster" Target="/ppt/notesMasters/notesMaster1.xml" Id="R67bcc81ffcd34e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34389650a349ed" /><Relationship Type="http://schemas.openxmlformats.org/officeDocument/2006/relationships/notesMaster" Target="/ppt/notesMasters/notesMaster1.xml" Id="R12264a7d369442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b246b69f8b425b" /><Relationship Type="http://schemas.openxmlformats.org/officeDocument/2006/relationships/notesMaster" Target="/ppt/notesMasters/notesMaster1.xml" Id="Rb7842bcff5c6454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67d0633f054633" /><Relationship Type="http://schemas.openxmlformats.org/officeDocument/2006/relationships/notesMaster" Target="/ppt/notesMasters/notesMaster1.xml" Id="Rf8c1dd7a4ea5468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0496ae3d6bf4ccf" /><Relationship Type="http://schemas.openxmlformats.org/officeDocument/2006/relationships/notesMaster" Target="/ppt/notesMasters/notesMaster1.xml" Id="R14dee87fabfc41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aa5e6838bc14632" /><Relationship Type="http://schemas.openxmlformats.org/officeDocument/2006/relationships/notesMaster" Target="/ppt/notesMasters/notesMaster1.xml" Id="R68c6c914d3db461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85813d03f854221" /><Relationship Type="http://schemas.openxmlformats.org/officeDocument/2006/relationships/notesMaster" Target="/ppt/notesMasters/notesMaster1.xml" Id="R560dd6aecc164a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ab8e753736b43c6" /><Relationship Type="http://schemas.openxmlformats.org/officeDocument/2006/relationships/notesMaster" Target="/ppt/notesMasters/notesMaster1.xml" Id="R0e97fb015800424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a1fbaac6119403f" /><Relationship Type="http://schemas.openxmlformats.org/officeDocument/2006/relationships/notesMaster" Target="/ppt/notesMasters/notesMaster1.xml" Id="R6f84abae5eb9441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77fea4254374505" /><Relationship Type="http://schemas.openxmlformats.org/officeDocument/2006/relationships/notesMaster" Target="/ppt/notesMasters/notesMaster1.xml" Id="R2e15d81747f04ce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e99e0776af54729" /><Relationship Type="http://schemas.openxmlformats.org/officeDocument/2006/relationships/notesMaster" Target="/ppt/notesMasters/notesMaster1.xml" Id="R49765a9a47aa479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d96007a51074194" /><Relationship Type="http://schemas.openxmlformats.org/officeDocument/2006/relationships/notesMaster" Target="/ppt/notesMasters/notesMaster1.xml" Id="Rd4d5d63f97d941f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88d5fe5cd64442f" /><Relationship Type="http://schemas.openxmlformats.org/officeDocument/2006/relationships/notesMaster" Target="/ppt/notesMasters/notesMaster1.xml" Id="Rf40affd225a6467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fa15699ceac40f0" /><Relationship Type="http://schemas.openxmlformats.org/officeDocument/2006/relationships/notesMaster" Target="/ppt/notesMasters/notesMaster1.xml" Id="R6f94973d51244f7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615a73eda314ea3" /><Relationship Type="http://schemas.openxmlformats.org/officeDocument/2006/relationships/notesMaster" Target="/ppt/notesMasters/notesMaster1.xml" Id="R601aaff2c6394db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67e7ddfa5de4b17" /><Relationship Type="http://schemas.openxmlformats.org/officeDocument/2006/relationships/notesMaster" Target="/ppt/notesMasters/notesMaster1.xml" Id="R98b3ee19e7e9454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7023186b3d94be8" /><Relationship Type="http://schemas.openxmlformats.org/officeDocument/2006/relationships/notesMaster" Target="/ppt/notesMasters/notesMaster1.xml" Id="R1cec585bcd5e4cd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3f258d5051b4d85" /><Relationship Type="http://schemas.openxmlformats.org/officeDocument/2006/relationships/notesMaster" Target="/ppt/notesMasters/notesMaster1.xml" Id="R5014e5c6f70a4ec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be274e40ce44d2f" /><Relationship Type="http://schemas.openxmlformats.org/officeDocument/2006/relationships/notesMaster" Target="/ppt/notesMasters/notesMaster1.xml" Id="Rb54aa17d8ae741e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b366d31580b4ec4" /><Relationship Type="http://schemas.openxmlformats.org/officeDocument/2006/relationships/notesMaster" Target="/ppt/notesMasters/notesMaster1.xml" Id="R3d06f0b6ad874bd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366219bd3ee4c03" /><Relationship Type="http://schemas.openxmlformats.org/officeDocument/2006/relationships/notesMaster" Target="/ppt/notesMasters/notesMaster1.xml" Id="Rc0697395f5b34f0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9ad06f807224bdc" /><Relationship Type="http://schemas.openxmlformats.org/officeDocument/2006/relationships/notesMaster" Target="/ppt/notesMasters/notesMaster1.xml" Id="R5badef5d5a484e1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2ff23b754fb48c0" /><Relationship Type="http://schemas.openxmlformats.org/officeDocument/2006/relationships/notesMaster" Target="/ppt/notesMasters/notesMaster1.xml" Id="Ra7854510e5bf49b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6c62a2403fa4f4b" /><Relationship Type="http://schemas.openxmlformats.org/officeDocument/2006/relationships/notesMaster" Target="/ppt/notesMasters/notesMaster1.xml" Id="R9045ce0d20ee467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fd9d4afc4de478b" /><Relationship Type="http://schemas.openxmlformats.org/officeDocument/2006/relationships/notesMaster" Target="/ppt/notesMasters/notesMaster1.xml" Id="R6fb3df4a28c84d2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e3fc540d37e4344" /><Relationship Type="http://schemas.openxmlformats.org/officeDocument/2006/relationships/notesMaster" Target="/ppt/notesMasters/notesMaster1.xml" Id="R9a0737bf87da4e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e0d3549f747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18fe1b63c74139" /><Relationship Type="http://schemas.openxmlformats.org/officeDocument/2006/relationships/slideLayout" Target="/ppt/slideLayouts/slideLayout1.xml" Id="Rb8964e00422d4d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964e00422d4d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48087662549da" /><Relationship Type="http://schemas.openxmlformats.org/officeDocument/2006/relationships/notesSlide" Target="/ppt/notesSlides/notesSlide1.xml" Id="R8005e821366249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ddbe894324db5" /><Relationship Type="http://schemas.openxmlformats.org/officeDocument/2006/relationships/notesSlide" Target="/ppt/notesSlides/notesSlide2.xml" Id="Rfaa228dde4564f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133f174954b9b" /><Relationship Type="http://schemas.openxmlformats.org/officeDocument/2006/relationships/notesSlide" Target="/ppt/notesSlides/notesSlide3.xml" Id="R296c029649ea4a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fbd3d9a7d4d94" /><Relationship Type="http://schemas.openxmlformats.org/officeDocument/2006/relationships/notesSlide" Target="/ppt/notesSlides/notesSlide4.xml" Id="R4c97b73e8cc646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df8743cf54a62" /><Relationship Type="http://schemas.openxmlformats.org/officeDocument/2006/relationships/notesSlide" Target="/ppt/notesSlides/notesSlide5.xml" Id="Rf8ce6d14abac4e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3ab469b794b8d" /><Relationship Type="http://schemas.openxmlformats.org/officeDocument/2006/relationships/notesSlide" Target="/ppt/notesSlides/notesSlide6.xml" Id="R74073e9de84a47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d5c6fed434479" /><Relationship Type="http://schemas.openxmlformats.org/officeDocument/2006/relationships/notesSlide" Target="/ppt/notesSlides/notesSlide7.xml" Id="R480f5bfa63c44c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58f5705ba40eb" /><Relationship Type="http://schemas.openxmlformats.org/officeDocument/2006/relationships/notesSlide" Target="/ppt/notesSlides/notesSlide8.xml" Id="Recdf3ded3cb64e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4b4afcc314069" /><Relationship Type="http://schemas.openxmlformats.org/officeDocument/2006/relationships/notesSlide" Target="/ppt/notesSlides/notesSlide9.xml" Id="R098f3ba25af54a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675f71c6547d5" /><Relationship Type="http://schemas.openxmlformats.org/officeDocument/2006/relationships/notesSlide" Target="/ppt/notesSlides/notesSlide10.xml" Id="Rde4969565aaa46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e5566c35341ad" /><Relationship Type="http://schemas.openxmlformats.org/officeDocument/2006/relationships/notesSlide" Target="/ppt/notesSlides/notesSlide11.xml" Id="R9e8fe455ff3447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8ea69be6142a8" /><Relationship Type="http://schemas.openxmlformats.org/officeDocument/2006/relationships/notesSlide" Target="/ppt/notesSlides/notesSlide12.xml" Id="R45a7a7b906834d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63cd7dd7e43c5" /><Relationship Type="http://schemas.openxmlformats.org/officeDocument/2006/relationships/notesSlide" Target="/ppt/notesSlides/notesSlide13.xml" Id="Rf77d658e030b47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dfceae8ce4940" /><Relationship Type="http://schemas.openxmlformats.org/officeDocument/2006/relationships/notesSlide" Target="/ppt/notesSlides/notesSlide14.xml" Id="R5e6caed335894d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1554caa10489b" /><Relationship Type="http://schemas.openxmlformats.org/officeDocument/2006/relationships/notesSlide" Target="/ppt/notesSlides/notesSlide15.xml" Id="Rc8d31f70979a46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f70dce8ef4572" /><Relationship Type="http://schemas.openxmlformats.org/officeDocument/2006/relationships/notesSlide" Target="/ppt/notesSlides/notesSlide16.xml" Id="R1fee1c5414f641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df4206bfd4795" /><Relationship Type="http://schemas.openxmlformats.org/officeDocument/2006/relationships/notesSlide" Target="/ppt/notesSlides/notesSlide17.xml" Id="R7fafc0f141a341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f425647d64008" /><Relationship Type="http://schemas.openxmlformats.org/officeDocument/2006/relationships/notesSlide" Target="/ppt/notesSlides/notesSlide18.xml" Id="Rea209d3c68124c1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5bff7a74649c5" /><Relationship Type="http://schemas.openxmlformats.org/officeDocument/2006/relationships/notesSlide" Target="/ppt/notesSlides/notesSlide19.xml" Id="R005541e8379549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27b327c354eb7" /><Relationship Type="http://schemas.openxmlformats.org/officeDocument/2006/relationships/notesSlide" Target="/ppt/notesSlides/notesSlide20.xml" Id="Rd1e33ef239c64c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dce64faf3446d" /><Relationship Type="http://schemas.openxmlformats.org/officeDocument/2006/relationships/notesSlide" Target="/ppt/notesSlides/notesSlide21.xml" Id="Rcd0f3cd04f084bb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569a272c04210" /><Relationship Type="http://schemas.openxmlformats.org/officeDocument/2006/relationships/notesSlide" Target="/ppt/notesSlides/notesSlide22.xml" Id="R21b7af5279874ea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028a414ce4592" /><Relationship Type="http://schemas.openxmlformats.org/officeDocument/2006/relationships/notesSlide" Target="/ppt/notesSlides/notesSlide23.xml" Id="Rd9243cc187bc45e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ecd5a7d924465" /><Relationship Type="http://schemas.openxmlformats.org/officeDocument/2006/relationships/notesSlide" Target="/ppt/notesSlides/notesSlide24.xml" Id="Rd572821ed60140e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28a90b22c42bd" /><Relationship Type="http://schemas.openxmlformats.org/officeDocument/2006/relationships/notesSlide" Target="/ppt/notesSlides/notesSlide25.xml" Id="R2544cc303e3142d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a6a0c7bff4acd" /><Relationship Type="http://schemas.openxmlformats.org/officeDocument/2006/relationships/notesSlide" Target="/ppt/notesSlides/notesSlide26.xml" Id="R9aa67f96c1354da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24c4c661d4779" /><Relationship Type="http://schemas.openxmlformats.org/officeDocument/2006/relationships/notesSlide" Target="/ppt/notesSlides/notesSlide27.xml" Id="R64d2eda16849402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923305c4a461d" /><Relationship Type="http://schemas.openxmlformats.org/officeDocument/2006/relationships/notesSlide" Target="/ppt/notesSlides/notesSlide28.xml" Id="R29bdc9d4b1bd4b1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da0fbfb0c4f25" /><Relationship Type="http://schemas.openxmlformats.org/officeDocument/2006/relationships/notesSlide" Target="/ppt/notesSlides/notesSlide29.xml" Id="R25099a4bc206498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23ddaf76a49d3" /><Relationship Type="http://schemas.openxmlformats.org/officeDocument/2006/relationships/notesSlide" Target="/ppt/notesSlides/notesSlide30.xml" Id="R55201024fa314a4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4fa2efcff4765" /><Relationship Type="http://schemas.openxmlformats.org/officeDocument/2006/relationships/notesSlide" Target="/ppt/notesSlides/notesSlide31.xml" Id="R96386cf261a64e1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c95552c7540f8" /><Relationship Type="http://schemas.openxmlformats.org/officeDocument/2006/relationships/notesSlide" Target="/ppt/notesSlides/notesSlide32.xml" Id="R03cb026c306c402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7b5bdf4034016" /><Relationship Type="http://schemas.openxmlformats.org/officeDocument/2006/relationships/notesSlide" Target="/ppt/notesSlides/notesSlide33.xml" Id="Re62f243cdcb140e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00cd2c00c4168" /><Relationship Type="http://schemas.openxmlformats.org/officeDocument/2006/relationships/notesSlide" Target="/ppt/notesSlides/notesSlide34.xml" Id="R60c516822262418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cf315b8e44287" /><Relationship Type="http://schemas.openxmlformats.org/officeDocument/2006/relationships/notesSlide" Target="/ppt/notesSlides/notesSlide35.xml" Id="R7ffbf59ea3b7480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5892e413b476d" /><Relationship Type="http://schemas.openxmlformats.org/officeDocument/2006/relationships/notesSlide" Target="/ppt/notesSlides/notesSlide36.xml" Id="R9903b038de1047e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d4e30a1dd4e63" /><Relationship Type="http://schemas.openxmlformats.org/officeDocument/2006/relationships/notesSlide" Target="/ppt/notesSlides/notesSlide37.xml" Id="Ra506a6aa57b2418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771f494854809" /><Relationship Type="http://schemas.openxmlformats.org/officeDocument/2006/relationships/notesSlide" Target="/ppt/notesSlides/notesSlide38.xml" Id="Rd742eae3c5c941d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1fd39b4714d27" /><Relationship Type="http://schemas.openxmlformats.org/officeDocument/2006/relationships/notesSlide" Target="/ppt/notesSlides/notesSlide39.xml" Id="Rb579362cc9da4fa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7ddc698c64cd3" /><Relationship Type="http://schemas.openxmlformats.org/officeDocument/2006/relationships/notesSlide" Target="/ppt/notesSlides/notesSlide40.xml" Id="Rce13ceb859984f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688CE-2DBF-4174-B186-A5D999B9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2691E-5F19-48A3-B49B-D30A97AA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05784-52C9-48F9-9429-4906280E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Balake Kannada (Kannada for Usage)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1BKBK109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AA419-7549-4771-8DB0-77D5C7C6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C0243-CAE8-4DE9-8F30-4A44BD5D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BDB04-DACB-45D8-8180-6068DA9D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9B070-D19F-4563-A9EF-C5BA9405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7A016-9622-457B-B868-F8E1D79E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CE180-1D8F-4BB6-9E2E-9BCBDC32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CE7EF-726B-4F4F-AF14-1645D7DF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4709D-8DDF-48B0-80BD-A9FCFD4A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CEBEA-BB3A-4876-8EA0-630832BA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3D9C6-E5E8-42C9-B315-9A94EBCF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86423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F0859-B471-48FB-9D9E-F2E73C20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E30D7-9B28-467C-9960-3009B615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F2533-8726-4FF6-AAAA-802E6D86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EAF60-4850-4B29-847B-197323A0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61DDF-5228-46EE-8E9C-3E62DEAC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E5EF1-3204-4E83-A8E3-DBD5C290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19F30-A2B4-4111-98C2-A359FB21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7DC7F-9034-43D0-86D8-7272EF25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30D34-B64C-4985-81EB-4CB9C58A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F8826-C885-4AC0-BA0C-8918D1CE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D0FC1-EE3C-4BE0-A13D-377BB1CF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ABC83-BDF4-4544-9C3D-B553CF04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71384-507F-4054-BB2F-6859657B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07CF2-20A9-421D-88C4-EF1CEE24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B2FBA-D90B-4609-9D70-0215C267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665432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E600E4-A4DE-4806-AB3C-C6E189EA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F56C9-D0D0-4323-A37B-28AFC854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00765-C612-43BA-B000-A5D8F771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DA614-6BD8-4C6A-AA0A-908BEFDE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2355F-931B-4CEE-A97A-8DD73934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B7FD5-DEA8-4B17-AA7E-4EB233F4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9D789-FCB2-4B13-9453-B365D74A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0CEC3-0D44-44F4-B2E7-C359DABF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C966E-5146-4C8B-B7FE-FB909366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(03 hours of pedagogy)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7284F-951E-437D-9C39-5CD038AB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9742D-C566-4382-B5AE-161762ED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8F687-4A02-43AC-808C-2B7F2001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Introduction, Necessity of learning a local language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DF17E-35A2-45FC-B93D-D2358844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98612-32D7-40FC-9A21-EB4791FE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672B1-C65A-42FA-94CE-ED633523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Methods to learn the Kannada language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5F166-351B-4E87-96E8-07522522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8A5F8-D084-4989-8854-6F6941B8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A50E8-5B95-48FA-93B4-3204E377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Language: A few tips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C3200-81DC-419C-B76A-E403153F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3F990-33F0-4832-81AB-5C30FC99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58059C-B55A-4A6F-B834-890EEA0C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Hints for correct and polite conservation, Listening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E2864-7A45-4492-A86E-70C621E8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A580BC-560E-455B-81AB-57106AC8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C196A-DF6A-4565-8EE8-1363488A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็ ಯ౾ ౨ಕ, ๬ ౷ಮ౲ ๰ ಚಕ/๸ීඌ ತ ๬ ವბක ಮಗำ ಮൡ ౨ ಪ౳ ๎ ౬ಥბಕ ಪದಗำ -...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4FC075-05A6-453F-8517-1C9DF489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1F8D2F-AEB1-463A-AD82-30BEBD47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330752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4FBEC-45B5-4827-B313-3E065B62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31684-4521-4B98-B574-60AD4DD4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AF460-7D96-464C-98C5-5540C37E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BA795-8F8F-4186-A403-987508CD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F0510-A2B9-4CD4-AA82-C4BC5900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D0262-DF65-44E8-81BE-0B0A9B1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8D9F1-C157-4B4C-83A2-692D70D8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BC8A9-BA86-45A9-BDAE-4F67EDCD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(03 hours of pedagogy)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7949E-712F-41C2-A52A-A10D2839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76D22-BE34-420A-89CC-9533CEDC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F36A7-416E-49EA-87D3-446D2801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Introduction, Necessity of learning a local language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D3633-0A0F-41CF-9A6D-EC12E804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C37EA-8E7D-48F3-8EA5-5DE08C2D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D2D9F-438C-456A-8F3A-DE073787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Methods to learn the Kannada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99178-4897-4303-8D0D-905E9D96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636AA-A2F8-4668-9EC5-B51F3953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F7794-F3C1-442E-95B6-B88D247E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Language: A few tips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6B8B3-F233-455C-8288-D0B19E15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7591CA-BA47-4EA6-A5D5-1BA5A131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30391-5595-4707-A7C5-9091C57B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Hints for correct and polite conservation, Listening and....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5AD39-502E-44D8-A3F5-09751662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B696D-8C0C-41A0-847E-32D4421A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0EBC38-DFD3-451B-8237-E355A094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็ ಯ౾ ౨ಕ, ๬ ౷ಮ౲ ๰ ಚಕ/๸ීඌ ತ ๬ ವბක ಮಗำ ಮൡ ౨ ಪ౳ ๎ ౬ಥბಕ ಪದಗำ -...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BC5607-6D3D-4B68-8CE0-5F80A05E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F2DCB6-91B5-4190-A5FB-1BA7864C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FCE9F-808F-4FE3-B56F-63532BF8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821729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4E403-5592-43CF-8C1B-27B19F0D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520E7-8D45-4CDE-9844-9124243E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0FA4D-A254-4FD0-ADC2-DCA51B51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197BC-36F5-42B9-B4CA-4E9764A1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E39E6-2089-4FBF-A1A6-4C26D44A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pedagogy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54AA8-D9E8-465F-8D23-61736FC5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Necessity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536EC-D2D9-4B05-9E4B-11037B3E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6DA06-273C-4FED-9D45-E12F43C5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814EE-913C-4CFC-A3B7-C33855D3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627F0-9109-4847-B8E1-0F7D5B84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Methods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C0963-0637-4249-96CA-653D3DB5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learn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A7700-6532-44FB-BD72-A86CC49F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Kannada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B0242-DEF8-4E36-8215-9A9DF75E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Easy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8F47C-1CBA-4F26-925E-3DE084E1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tips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F89EF-E049-4050-892C-55895E13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5A9B2-5F72-4D83-AABB-E4A5FD2F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6785638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79B9B-AB86-4FF1-9289-5064CF37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0B7DE-4191-411E-803E-44861A21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494D2-881B-4000-9A82-4515B60A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65AF4-7658-461F-892B-172A15F4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014CB-28CC-4B7B-BF20-D1D0A636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(03 hours of pedagogy)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2ED31-E995-43CC-B511-E39F3E7E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(03 hours of pedagogy) 1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86339-E49A-4651-B5FA-95DCB8E2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B03BF-885F-4EDD-BF3F-603F423F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48FCC-553B-4552-81B4-9A6F96C7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98A28-C7B9-4E5F-A95E-2942E399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553A7-CF27-457F-88E7-90880369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B0BF3-D9D7-4426-876A-A7AFCE43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F6286-572A-41FA-A2A8-7E1B7E30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034D7-32CF-459F-9F97-ADF1EA97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A04FF-FB56-4E75-A42D-29BBC87A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15BD4-0359-42E1-8F3C-CB56BEFF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7401375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851231-F860-447E-A657-0167BF7B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D362B-1CEB-4764-9806-EABF273E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477FA-8C05-414D-AB9A-7D890E55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4F4A6-1257-4F83-B77F-2AF2B494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D5ABA-7F03-434D-84BB-61B5B471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25BDE-CE33-4B8B-81E5-C782D7FF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D454A-89F6-47A7-8C87-CF45D5EF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7A1C8-945C-43D7-8A4E-926C233F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30E19-9C50-4212-8A29-6B63F76B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(03 hours of pedag...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7968C-A9D5-4A04-A3DF-9F23A1C8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DF23F-5E72-4230-8915-D512971F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9B20E-A032-413E-A94F-BD5D947E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(03 hours of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BCE82-734D-42E2-BE9F-837125E5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A7DF0-D0DD-4C54-809A-E9D63CE9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9359A-DBB4-4127-BFA0-7D9FD9B5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(03 hours of pedag...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561C7-5840-47EA-B8D6-4B7247D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0F054-1CB3-49F8-A280-803F2A3F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CDD52-EE0C-4F5E-98B0-5D8F074F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(03 hours of peda...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5CC02-64AF-4697-84EC-860FDC3D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D46F2-FD55-44F5-852C-A9EFD150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D91DFA-2210-4950-8A28-434AEAB6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(03 hours of pe...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CFE015-88A0-43BF-84B7-4E27DD2E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6B162-2B2E-4F97-8C63-0098FC3F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676574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F3ACC4-829A-4930-8277-7D354311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CA70D-4C0D-4FE0-89AB-FE685C54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49F64-21CE-4D46-B74D-BB54973E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6C528-D06B-42A0-9EBB-23E32F18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723B6-0047-4778-8920-2F679169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F43F4-09FE-4A1B-851A-D4327990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83895-DC53-4C29-9E02-44E914C9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A051B-DA06-4883-8157-26B7B4AE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A3240-CB7D-4DDC-A7A3-B5D1A69F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3D331-8A85-472D-8003-95B2BF86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8B4E7-8B30-4053-B56D-059B5134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04BE4-5D48-4ABF-9F14-DF31116A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DBC7D-574B-4474-82A7-8883D7ED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EF37F-A776-4C69-AB71-4C56A665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E27AF-81CD-4E89-A17B-85E6A822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3534095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AC4F9-2F61-42AB-A6EC-62591CDB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0AB2D-8D4D-4AA2-BBF2-FBCB4AF2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433DF-C051-48F4-B3D8-BCE46C91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B7452-EAC9-43E6-97DC-2F700F77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855A8-870A-4D55-AADC-8AA96E03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923F8-7F54-4BC1-9C15-F716BCDF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(03 hours of pedagogy) 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9DB0C-BBCF-4458-85B7-A8564042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4CDFD-735C-4BC6-9A21-F5A48FF0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5D816-F826-42C5-A52F-5AFAF7BA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31086-CB23-4630-A2E3-7EC6E6F1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4EB77-C18D-4393-BB7D-D056E90B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757247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233EA-82B7-4A6D-BD2D-12FD9DAA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6D756-0101-4B93-8495-2F831A44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4038C-0093-4263-BE33-FC6EF186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48F81-CFFF-4061-B846-2BEE5221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1B991-FFAF-4745-B39B-E587EBB8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Introduction, Necessity of learning a local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77D95-1880-436A-BC19-745BB784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Introduction, Necessity of learning a loc...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7F29B-A78A-48A4-83AC-CE891A89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F749B-7CF0-4B4F-BBE6-02CEC77B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567B3-840A-47D9-B1A3-DD751FF2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4910B-61A5-4C8F-9422-B8779045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DF061-F684-4E5C-B304-F2A831DB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5335F-1DF1-4BE9-8849-16FECA92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71C3D-3A61-4071-91E0-C8D6AD74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40DF6-38CF-4AD1-A26F-EC3FCC9B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C74B9-1708-4DFC-8404-E54A5B1A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9C842-E14D-46E3-A278-77BAA75C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3982690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7FFFD9-A3AB-47CD-B65B-3660BA1E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19ABA-AAC6-4EBD-A6C5-9190F9BA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F105F-E17E-46EA-B86D-CD00EE3B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DD7B1-7551-45CA-9C9C-946CB8A6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E7D88-34DE-4225-A3FB-E71B442B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22E3F-C002-402B-899B-F3F74BD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97A26-0202-4C65-A579-13246C6B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036A2-7F2E-484D-B2DE-FD686ADB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DAA42-51E1-41D8-8E90-891244A1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Introduction, Nece...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D9C19-B3DE-44FD-88E6-71508E22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61A18-FC49-4C5F-9BF9-810B82B7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02CC7-2CA8-4485-8D66-82DA2E70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Introduction,...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20432-76BF-4D52-A6C4-F7F39E2B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5AC7F-FB02-4400-A993-BDCDC576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6B322-7D00-4FC4-B6AB-02D2F0EA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Introduction, Nece...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5A584-96ED-46D1-8045-FDF2ABA8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82C5B-566E-45A5-A160-D39C480B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4D618B-51C8-47C2-8AF3-C43C5A7D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Introduction, Nec...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8A1AB-DF1F-4701-A746-E2497F2C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E25134-358C-4C76-84AB-0EAD2790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61A1B-5CD3-42BB-B43D-FC3CA8BA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Introduction, 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9D45C-1D6E-409C-85C2-EC0FFFAC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E92B32-EA81-4DE0-821A-D4F7B472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0511477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FC744-DA7A-4A86-87D8-EE256375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8F0AB-047B-4A68-B2E6-87C699CE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CA26A-62D8-4201-8698-F7432167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EF35C-3A37-459A-9A4C-76288657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2808E-26E4-4E4F-A40A-EC9BB188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8C951-2C01-40B9-9DC4-8C3D7A93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936FE-D153-4452-9391-30C9D641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9E521-7094-4FEB-908E-975F4C66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46283-717A-4DE1-8AC7-C47DF41F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0051E-41F6-4099-836D-2E0E7353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3BBBC-558A-4868-937E-4968472A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C5D3F-DBA4-4013-AF99-088EA4B0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4BBE6-B830-4821-BC1B-916780E4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27C92-C307-4F61-AFC1-EBDA4C63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0A113-985A-46F6-A016-16C4CDD0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9882330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1CFFE-087B-4298-AD6B-F40D00D2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36FAB-6771-49E7-AB7B-0236C0BC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09A78-21A5-4E68-9785-751AFCD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59455-A3A7-4604-8124-B69FA17C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273BA-1CC3-4331-BD0C-4C9466BD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652CE-BD67-4F1E-8B6C-5BEDA645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Introduction, Necessity of learning a local language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CDE0F-A0A8-46B7-8B16-0A67EAAD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7598C-6415-45D8-B94A-441D34EA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ED0B4-8AFB-4BF7-B000-58D60788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EAF58-6130-4CD1-8EC6-2FB36CE2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02D11-A46E-4847-B079-46AA8EB0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4748490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14EE7-53E1-4591-8A8B-98F6EA4C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B3703-B767-4B9A-A939-64FC2013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1EDBF-4793-4B31-9E62-0E856E07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16815-3F2A-4416-BF6F-331589EB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A7663-A022-46E9-AFE5-425D88C8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Methods to learn the Kannada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AD729-A89A-4064-8DCA-82BFCCC8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Methods to learn the Kannada language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BFEB5-BD3A-47FB-A03B-8E3DEC2A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F0954-D3CB-4BBC-9F1D-D3089E2D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234FF-A19C-407A-8296-972E087A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BB0D9-F646-4685-96FB-EC52E151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5A4DF-B70E-46E4-96DC-E3C559B7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A33AF-654E-42D6-BF90-0A778CF0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AB405-CB27-437C-B876-2FDDA402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B5F5C-167E-45D8-896B-5C5ED7AE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C4DEB-BF27-4B88-8C97-CC62D03D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8D49A-ED55-4138-A732-B4B38255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9356796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D7783-F913-45F5-870E-647EF39B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62CB2-5D3A-4689-95F9-7EAA7EB3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2A15E-7082-4298-A012-2683F057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072B2-ED6E-457A-88C6-F25847FC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0F5F7-A407-4990-89B2-383817A4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8F184-5013-4ABA-81D7-F16F02C5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BFF4A-36CB-4E8A-A247-F75A0388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6FFC9-DB2F-42C0-A3FD-0B26D5BF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A847B-91F4-495F-AB08-2C415E4B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Methods to learn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50652-967D-450E-9CB5-0D165FA0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7A2F9-0B28-4174-81D7-2E6C9459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C642E-4884-4C80-BC53-5FCBAF4F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Methods to lea...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5CDEA-E5F2-455D-A956-6BC4C697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51920-C7E6-4EFE-939F-F38C6DDB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9BB1C-EA62-4A26-8681-026E746F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Methods to learn 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6DB38-4EAD-49BD-B3C9-D76578BD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FF76B-9244-416E-93B0-9ED627B5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446E3-C917-427D-AFD1-AD5AFCE5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Methods to learn...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C707A-DAAE-457E-93AB-CA694D64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EEC9E-AF98-46FD-B9D3-EE7A8A3A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BAA8F-F308-4BEE-94AF-775D75C1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Methods to lear...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185119-B1A2-4CC7-81E8-D070F2EA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5B8CF7-D2F8-4F3D-86DF-13A1E6D8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8250423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AA2C2-F1C7-4AE7-8739-5613E2CB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F1ED9-3AC9-44C9-BEBB-E7499E7E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4FE20-FCE1-44C8-A233-10663C67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3CDEB-3CEB-4071-A995-214969C5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C4DBB-927B-4273-9236-4C641671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DC2E0-E783-424B-AD67-3FA80103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453DD-C696-4B9D-B936-90D2FDF0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857A4-F0A2-443F-ADC6-410E06F9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1D11F-51C6-4EC7-AE04-06D781D6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08D70-DED2-4ADC-BFB5-E1880A72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9C2C0-33FD-4E0E-9CA0-A52F4A2C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009C6-8C4E-4C97-9FCF-52092F73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0EA00-4ADB-4CDD-9E03-2099F72F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36D31-698F-48F6-A09F-3708DB3F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664E1-FA4E-4451-9D09-20D7605A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5711900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4E63A-4679-409C-BE11-FB137E2C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91838-195D-48CE-841C-194665D3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71F28-BDF9-4F76-9FF2-036B0904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0A1B7-6BF5-4010-99D3-749A23D1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D7423-169A-41FA-8156-22E82A7F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EEA87-CF92-4021-AD7B-6BCCA9EA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Methods to learn the Kannada language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B3964-1975-42A4-8C16-FE02B406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24C96-7042-4DE7-9394-49E49E9A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07E63-8DFB-40C8-9B67-0206BE62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8020E-915C-4BA0-8B36-7AB74D0E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E7B92-0DCF-4E42-9E0A-0E1BE8D1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8703642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2D760-A493-47ED-9D5B-0B5E4261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7B15A-548E-4368-9D36-234D7D03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92BF7-71BB-459F-9FFE-9526329B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58532-72C4-4E9D-834A-DE6E6F2D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82A70-EC68-41EA-8AA1-4FE3310C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Language: A few tips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4B7D4-5722-4070-B17C-E6133F58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Language: A few tips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DDD06-766B-4C7B-A6CA-AF2E2B3F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B5CF3-3738-42FB-A7A6-D807C6FE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5EEBA-F6E9-444D-885E-6DF0BD88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E0635-D28B-4FAF-BA03-EDC56D78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598A8-8AB2-4784-946C-24385ACB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A11A0-3718-4C1E-9082-0F3DA75F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D9A7B-5263-42E1-889F-9C79090F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4A0B9-13B3-4BB9-AB55-4A30FFA0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B93E5-034E-4C2C-845A-8858A42A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487AB-1C2D-4EB0-9521-2C11C4DB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1055640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CBA489-0802-4890-B994-2BAEC305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F92A7-D371-4B14-8F2A-7BC88D87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03F9A-4654-4FE8-862D-7DEB99F5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7704E-431D-43BB-A990-2AD8CA99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B1E37-99E5-4A4E-94DD-7046E1D2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B5B36-416C-4CD9-A35C-6ACCDCC5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DC1C7-B4B6-4623-9C3F-78E21682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4B564-8709-48B2-A439-6F4F77BE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A31F3-AD93-4555-8194-E13DA078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Language: A few 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C5021-89E7-45D2-9D8E-312C0848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6194F-9FA0-468F-A9B1-65809522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3F7FF-A0CD-4DC0-B574-887B586C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Language: A fe...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5A6B8-14F7-4DB4-9DC4-EDFD5BBA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4FBA4-8C18-4343-884A-77B24CE4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8E008-2268-4628-9C42-DBC94B0F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Language: A few 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1C0B4-B433-4386-8DA1-BC82C490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1783C-7DD3-4589-85AD-6049DD59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0EE9D6-2110-4AA8-AB88-88FEB6C1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Language: A few 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B8A87-A1AD-499A-A8A1-7B061527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FEDE2-3FD2-477F-8E7D-8A66B048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92852-8FEA-40F7-A2F0-2DCD45A3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Language: A few...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30CFF-A4F6-4DC3-A629-4D96C8C6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14B89D-A157-4CF7-9CC8-CCBECD85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4492825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DE05B-4FA7-4E23-BB8A-0FCBBAD1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1F1A0-0788-4AAE-A4C4-481DC4D7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56B40-DBA8-4558-8A7C-4D446444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03393-9B1B-40DD-931A-AFADD8CC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8D518-B2A4-4D9F-9BD4-B636AE96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5E61A-751E-4FEE-98F6-36F19CFD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637D8-077E-41C1-9570-7E2C8236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A72AB-EC62-4B87-8DB4-902340EB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8D2D9-3A29-48C1-B446-500CBC4F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ADE78-E048-43A2-BDD9-9D3AECF7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CDA56-A1A3-4CD3-965B-699BDD68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F381E-7829-4132-B362-F2EB5B23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78D93-4F8B-4494-B1F1-8225DD6A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90CC1-1E31-4A45-A3D0-C00F22E2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2AF93-EDB8-486A-8F77-74E4AB3A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6398792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168AE-B5BE-47B9-B6E9-06C40E73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793D1-69B8-4DC1-9E16-4E16D842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F6B7C-2585-452A-9514-A926D00D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EA58A-CA1D-4B1D-9B89-74E438DA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C98A4-F1A7-48BC-B8DE-81447FDD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CE6DF-579E-4C1F-88BE-E1F740EC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Language: A few tips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D7742-6EEE-4236-A05E-CBB3CD98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B2F33-2201-438F-BE70-7D5B6846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DB2DD-90C5-4DA6-A9B4-FB9EC20D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BA91F-6AFF-46D4-A596-298AE9AC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87D4F-0E36-493D-99A4-73D8212D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6311080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23ACA-7901-4617-ABCD-A4EA1DDC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F4324-3EA3-4C59-854D-232471A2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53B4B-2818-4BA6-B487-CF59199F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4800A-8022-4E6D-B073-BDE24D0E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BFC42-8FA7-4C19-AE45-B51A7AAD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Hints for correct and polite conservation, Listening and Speaking Activities, Key to Transcription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CC2BB-ACAF-48AC-99DE-716A8879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Hints for correct and polite conservation...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469A3-1158-405A-9BB7-53B03CF1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8F204-6DC6-43A6-9C8F-986F0B5F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4F6E3-EE31-4B1F-8DCE-62B8EF6B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3A4D3-6C4B-46BF-8545-28D4A955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00AC7-E396-4005-893A-4766FE8B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0D70B-2A7A-4574-853A-949A38FE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7FEE8-CAFB-486B-9059-25782731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E74DF-B714-4652-8F26-76F8ABF6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98BE9-D63D-47CF-847A-BBD0E9AF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6F455-6AB9-4FBF-9E53-F2100220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9778058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349C9D-71F1-41FC-86E5-CA48601B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B459C-AFBB-450E-A604-079F1989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424CB-8D57-4635-B645-A6006742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25919-6D2B-4559-9E44-B937B76C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B27C1-EA41-44F6-9E92-D3AF6A70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02498-FFE6-46F1-9C36-2124355B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1EF57-359E-4D22-8DAF-DB66EEDF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7BE02-C594-4DC7-BF21-1374171F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AAF1F-AD79-4D94-9C22-7CBFA17E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Hints for correct...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40E0C-FC13-4AFE-8D2A-6D32D449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76FC2-4986-4490-A956-798EC1D9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BBF01-9C96-491B-A595-8BC40CBE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Hints for corr...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516AE-464F-4B58-B000-EE63D5D7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753D9-AEC0-424B-875A-D6D24602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204B7-9B64-476D-B9FE-ECDCF2C8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Hints for correct...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D1ADB-675A-41E6-80A5-8147A80C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0D4F2-FAC1-4AB0-83CB-A7A6D52A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91F14-ADBD-4F20-BD63-A51D8ED5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Hints for correct...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F37C9-0EF2-4E47-AFD3-A7953DF4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01067-C2D2-415E-BC29-67595FFD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56F809-6857-47B6-B014-ACA50FC3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Hints for corre...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46ED2-48CC-4978-A4BE-74FF7277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A4301-26B6-4547-B808-214048C7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2020572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B649A-EFCE-4ED9-B0D1-FAFCBD73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14026-A53F-412D-8775-C1E46F6B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15C7D-00A4-499B-8A3E-C61CAE48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E5CC5-8CFC-497F-A232-20DF2EE5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E7AB7-CBCB-4E6D-A571-213BCEF1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91A0F-C0DA-409E-8AEE-6D9AB922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F0D32-D98B-49F3-A7C6-EFBA1152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05936-CFD4-42FE-8D33-0F4F0E22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B2E49-012E-47F7-8F4F-8DEF18E4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4971D-F92D-47EB-A569-3D2E5DC6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80FB2-F676-42F8-9546-D12B0741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24DF6-CCAF-4FBA-AFD1-32FDC3DE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0DF22-1F88-4AFF-985F-9294D8BB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C0574-B759-47B8-A472-1405EE2F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53375-65BC-4EA2-A285-4D2BFFA2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5710025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4A96A-0E85-42A1-9354-D39E9B89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470C6-3882-4CCD-8E6D-DA66060D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D1B52-A9AE-4A16-A5D8-2F7EC15E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901CC-2F4F-434F-A636-4D4E1EC9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4032B-B9F5-4F00-BD1B-F6B4E0B4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B63F3-2AD7-4B49-A999-97F84C51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Hints for correct and polite conservation, Listening and...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BAD37-748E-43D8-9526-00546FFB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9AE6A-0BDF-4331-983B-C60A0E50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C019D-88E0-45EA-9271-AF2B1C69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FE7EA-070A-4320-B889-55AB4E3A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C7932-A5D2-4A15-83F0-11F9C86D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6998573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84132-C669-493F-A8B1-9BC45096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C82D1-ECC9-4DBA-8DB8-851BDBD3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2CF67-6C43-4021-9C0B-9261C120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9F936-25F8-47F5-BC05-B16071A4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5B63B-4943-4A37-A95C-5FB81A3F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็ ಯ౾ ౨ಕ, ๬ ౷ಮ౲ ๰ ಚಕ/๸ීඌ ತ ๬ ವბක ಮಗำ ಮൡ ౨ ಪ౳ ๎ ౬ಥბಕ ಪದಗำ - Personal Pronouns, Possessive Forms, Interrogative wo...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09E5D-BD75-4C23-8865-48D8EA7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็ ಯ౾ ౨ಕ, ๬ ౷ಮ౲ ๰ ಚಕ/๸ීඌ ತ ๬ ವბක ಮಗำ ಮൡ ౨...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EC63E-E1FD-46B5-AE88-A51C7C9F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D0FB1-BA4A-4784-A197-217571A5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43BCF-00D3-44C1-B30B-AF5B5868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04A49-0F0A-47A2-A367-7C8F8C47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ABC9D-07D0-4D0F-BD2F-C71F639C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62A79-4975-4396-8A73-AC67A226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3B3A7-A3C7-4046-A762-B6F919F2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C3440-8F70-4E0C-B632-448AD4B9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AD2FA-6D8C-4931-861A-8538CF86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7CA6D-0ED0-4E9E-8BE2-ED3A64E4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17914617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FFF3DE-ABE9-48DD-AF02-3ED86C7A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37C91-A234-446D-BECA-8407A6FE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54237-7659-4A02-95E8-732EE76D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E835C-89FF-4F25-AE1E-C5E1C95B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4B409-C046-407C-9714-367E2B87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B51E4-DB66-4F98-A97E-0CF94E59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A2866-163F-435E-85DC-0C4C73BE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7DFD7-9DE9-4B64-B465-888971C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177F9-81F4-48F0-8885-2AEE0DEB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็ ಯ౾ ౨ಕ, ๬ ౷ಮ౲ ๰ ಚ...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BBBCA-7E62-49C4-A04E-D476EE0E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05534-5978-4F9C-9ED5-3CC6D071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108EA-26A7-4E64-BAA9-61DA3B77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็ ಯ౾ ౨ಕ, ๬ ౷ಮ౲...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72293-C9AA-42A5-B642-3A29C511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D9E5E-C70A-444E-9EA9-442084BD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DF1A5-D3BC-4ED0-9BCE-E21E5937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็ ಯ౾ ౨ಕ, ๬ ౷ಮ౲ ๰ ಚ...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66F08-0EB2-4E06-9B6C-608F9FEF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016D5-B73A-4EC4-B59C-CC2C090D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929AC-897B-47F8-90B9-AAF6BEDA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็ ಯ౾ ౨ಕ, ๬ ౷ಮ౲ ๰...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227CC-7A90-4654-AE20-A5BF5D10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1FDE7A-DD79-4BDD-8BD5-00A4E62D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6E621-8E57-43F5-B085-C4ADFBE3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็ ಯ౾ ౨ಕ, ๬ ౷ಮ౲...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96D16-7510-47C6-A329-D4DB7573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40E0A-0574-4F8E-80DA-61171B7F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14563252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9BDD7-D3EF-4112-B9FE-DB11ED48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BCF00-5717-42F1-AA8A-4AE24EFA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D2A5D-D1A5-4B7E-80DC-72E0D6D2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56E90-F974-42D5-AE36-D34C1F85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3663E-AD19-4009-8067-EBA240BF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8D231-3212-48BE-84BD-DC017DA8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9D712-5B74-475A-A132-4A8C6A57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0D091-B88E-4838-BD29-C0F7F712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A35A8-8BB1-4A31-81B8-22C8F751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DF690-F9F1-428B-B52D-023873EF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70AF4-542E-48DD-A1CA-1831099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5DB55-4312-4A59-82D4-65D8AFB2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D9C03-FE09-4EEA-ADC6-82698916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9E7B4-B0BD-42EA-94E3-B77C3085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24E1D-CC9F-4EBD-8697-DB426C16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084425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9996B-FE61-45FA-82A6-53DEC8F6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C8EED-92D2-45DC-9A01-39D01CA0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35585-A38E-4256-AAC3-AE0AD57A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941AF-6143-48BA-9691-A19D1FA9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E26B5-211E-46E1-A90B-67DC2C44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BFA33-1733-4A38-A14B-ACF6DDC9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็ ಯ౾ ౨ಕ, ๬ ౷ಮ౲ ๰ ಚಕ/๸ීඌ ತ ๬ ವბක ಮಗำ ಮൡ ౨ ಪ౳ ๎ ౬ಥბಕ ಪದಗำ -...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BB97C-23D9-43CA-B354-3EE9C81A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9A632-674D-4C64-91AC-E915E56A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25081-6033-4E24-83B0-0C66CA1D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04F4D-86D2-4DB2-AD6A-26C71AA9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87153-4AD3-49B7-8FAE-CF703AC9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45002738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77C46-64FF-4C24-AE94-73E16145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4C5A3-8F37-4080-9896-566A3AF4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96DD6-F278-4B09-9361-7137B23A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08FF7-6AED-4D8F-ABF0-45962826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FD67F-8500-4D90-BD20-C6D91AA5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775E9-8BEE-4E89-821A-F38143FD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0079392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3A734-C6F7-4DFE-9274-ED566B1B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6305E-7AB9-487E-91C0-1B67C0FA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D5072-AC3D-4D9C-AA53-0CA98A51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E5BC0-31B3-4B89-B353-F36D4440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9AFB2-E05B-4671-BD89-7D42AB7C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pedagogy: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Necessity: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learning: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local: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language: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6F718-EC69-4AEF-9A31-6150FD3B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5249775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FFE99-877B-4F69-8B3B-36F4FC08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20033-D7D0-4190-9FD1-B404420C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F76E1-EC2E-45DE-9C18-221E1354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0A322-2D47-489A-849D-B12D0448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3FE2A-B1EB-4FDA-B8F6-82DC7E78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08C30-6DB1-4DC5-A94D-29945BA7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5852357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B8622-FBE9-418C-A13D-045072D4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02E76-F81A-40B1-B262-C0957513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92D9D-AEC5-4237-A323-A8940387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FA045-4817-4C58-8192-BE6D37B4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402C9-9C64-4719-B555-416839BD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BBAC9-9026-4354-AAFC-379F8D0E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36245692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F57E4-2FB2-4ADB-AC9B-9C75DA66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1A8EF-4984-47D6-A149-EE9A5100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EBBDA-3E6A-4224-89BF-8A36F8FE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463DA-FB96-40F0-A197-39B243CA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9A486-0381-4091-86C6-0FEA0990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(03 hours of pedagogy) 1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Introduction, Necessity of learning a local language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Methods to learn the Kannada language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Language: A few tips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Hints for correct and polite conservation, Listening and Speaking Activ...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BCA3E-AF48-4BB4-9C82-FB81DF6A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F2276-819C-4F4E-BA99-B14E5493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3B0D8-57A2-4355-8931-CE91869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3400313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C09BD9-BDEC-4F4E-9A8C-04131AF4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2663C-C83A-46D0-8580-64C86A75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็ ಯ౾ ౨ಕ, ๬ ౷ಮ౲ ๰ ಚಕ/๸ීඌ ತ ๬ ವბක ಮಗำ ಮൡ ౨ ಪ౳...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7CAD7-8598-4657-868F-67D76EB6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42519-90A4-496C-A24B-5E3A3028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8857F-55A7-4770-B5FD-B93F3FA2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4F764-BE7E-41E0-896C-0CF84F8E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2CBB8-A30C-447A-8BB0-8A13B6B4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620C8-464B-4CB4-85B0-42CDC93D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D9F68-F6B6-4921-A506-6160AC7C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9B68D-3254-49E3-BAEC-6C6DE779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19DCC-4BE1-405D-B321-1C61C48B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14A07-02C8-4EFB-88C6-BF9A982A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ED01C-921D-455B-A29C-177F274D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EBF94-9050-4F82-80E0-AD2A34CF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EB282-6AB4-43E1-B5B0-F0FD3352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B5A42-4603-405E-8DB0-554DDA70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15BC4-461C-4F95-A6F6-4191FE89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86573-451F-404D-8069-B391A850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C7DEF-3108-4345-A39D-0B85A93F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5C581-E361-4D1E-B278-AEC05DC4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2848A3-29DD-4900-9142-77593861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19D59-499A-4E6B-941C-41245BCF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084F8-D37B-4DE9-9D1F-ACFB1D11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D87DF-5FA9-4EBF-BFD7-66DA13F1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9230D-4971-4F58-BF39-B263416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849E-1F18-4552-A3E7-45BFFDF4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476FAF-AC15-4F01-A4BB-8E743C5A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E2F4E8-A938-4391-B851-05D75B79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A4143B-6FB9-4AE0-8304-646DE0F8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13CA23-9BDF-4C15-88C2-B3DE4F0F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5C7AED-9570-4DBA-8EF0-9B758C21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98EBB8-D3E2-46DA-8A22-F7962FD6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04082729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2CDCD3-9039-4ACA-A66B-8459D593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28537-5B83-41C5-83F0-9786599D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(03 hours of pedagogy)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01E75-D63A-4B6A-BB8C-6B312B11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7A74B-0BC6-415A-BBFC-3BFC9B27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31D13-948B-4F1B-891C-DE6B7B9E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B2408-B7FA-4AE4-A14B-7C328F03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92177-6428-4246-8919-3F748A3C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79F7A-C71C-4556-AEFF-7A1B0BB0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3D450-E5EB-4287-B1C4-83506D3D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3D94E-A1C8-4AA2-AF04-88FD5AD2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D819C-B2FE-43FA-AB61-2AAC2616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0FCC9-9F77-4379-93A3-D5D8DF44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09757-0487-4FAE-BEEC-8A8C6AFB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8713B-0EF8-40EE-828F-6C7DF82D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CA1C2-9CDF-4AB8-9B07-614BF682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B19DB-474B-4D5D-8D49-09233597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6A6CD-E417-4702-A5DE-03C88326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832DD-1966-4730-8364-12F62BBE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1F373-67CA-45B0-A48F-7DC75B9D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4B848-E4F7-45A1-AEBC-62F87F0F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F2023-635A-4789-94ED-8E991202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ED06B-B6C5-4B8C-B337-9164784B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9B59DC-FC68-403E-9D02-E74A9F10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8741E8-DAD3-41D2-B789-B195AB4C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5E31F-81FA-4D5D-BB69-F85885FF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6271B0-D217-43D3-A939-FEB77B4D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54CB3E-8C16-40A5-B5F4-2126FD42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D0B336-90CD-4F95-A929-6C1E85B1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570DCB-D93D-4B56-B2E3-87297585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8B195C-F609-4F26-9A17-AF09D87C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444CB3-9BA4-4E09-8A3F-5FA14D5D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50CD77-7200-4D1B-9CB1-31C6C44F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67820926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0CB718-3556-46B9-9887-C34CBBD5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DC7A9-7328-4239-98F9-EEADBE80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Introduction, Necessity of learning a local...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0AB2C-E8CC-4E74-8114-4F3ED072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EC785-14F7-47E6-881B-C277FF3E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D02BA-CD9C-408E-ABE3-6754A73E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2055B-ABD4-48BC-A2F7-81ED2712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13B2A-F54E-407D-AB9D-D2C0617D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2F189-BBCD-4C08-AA11-ACDB345A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40306-57CC-4107-A8FF-8EC279FB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1B926-9B1C-4EC4-9664-32D7B953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95CF0-7D46-4471-8366-AB630207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8F27B-B7DD-46DD-AF9C-6FADEB03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D6D36-C207-4DD5-9FD5-6219932E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88F6A-3966-4F9F-B391-2218C223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7F2C5-2026-4615-A512-A2BC775C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9B80C-0C2C-48EA-AAEB-F717A172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C4FE9-A3C9-4C1F-9FAC-6278695A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794C7-4918-4F7E-8DB8-C7F39AE4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7E588-BF22-4DF7-9849-E14FCFC8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5BCC4-825E-46F6-BF20-595E166F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7DF57-284D-4613-84D8-D8589D33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60AEC3-B76D-4DD7-973C-E2B251A4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294FF-51E0-49C4-AAE1-E73E0178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C2752-6892-44C8-83DC-7E3F388C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52D3F-E905-4E1E-92A6-23EBC2F5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896232-5A2C-496B-8DB7-E066400D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556E53-C5B5-49DF-B76C-75ABFCDF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FD574D-E738-45EB-8D75-7DEB74B5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7C5DCD-DD93-47C0-BB2D-FC867465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D02732-CC1E-4343-8FED-747A7289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CB3F0F-BF2C-4AFC-919C-BF061233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A1CD44-E3B1-4B29-8507-CE60932B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10721196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ABBCC6-4515-4533-A5DF-4DC15E0C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C0675-7C0A-4586-AD6C-E10F68CD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Methods to learn the Kannada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B06B4-4AE8-453C-86C8-F9DC8183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43C81-874C-4C5A-A7B6-E9017882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1E9CD-E448-438D-B220-302E00E3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5A7FA-E5B4-4557-98A4-0037E258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1EFC2-1C81-452B-8999-CB5BD28B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849F5-8BCB-47C6-A756-B2EE862D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233EB-4367-4B3B-8411-8B3685C4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765DA-EE43-49B1-820B-AA9087E4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0F8CA-F611-4D96-B019-39F71312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97BE1-FD50-4929-9B90-9D4D3C9F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93107-6DA1-4559-B85A-DC0D8B37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82B6F-5F76-4FA0-BC28-E3100434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E2FCD-7885-4EE9-BD1D-988B39CA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BD586-C628-44B9-A364-547CEB56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00785-E93F-498E-A67E-C48F4DCF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14B29-5D12-4CDF-B418-2F8F6DED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7A19A-A2A2-4B4C-9A2A-2A6520A8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812F9-F285-456A-9002-9A331B01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7ADF9-39AC-4E73-BD2F-F23BEEC5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9052A5-0186-4904-9D37-11AE0110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2F4B6-88B6-4A2E-BFEF-B218870E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04190D-A73C-4A12-B606-B9746A61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6B0FBF-6402-4256-97DE-1CC0DDAD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7B17B1-8FEE-4F20-A5E1-C70A0C77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22B99-368B-4BB5-B630-B5CF13AA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EB8FC1-CCA3-41C0-9C8B-3475252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694984-8664-4DAF-9F0A-86C32D2E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3E51E7-A076-4A7A-A083-5C77D06F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7DD669-7490-4C7C-8DC5-31300F74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122CAC-2066-40ED-A928-822161F1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37653317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83AC2B-BB76-41B5-B809-2C7533B1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7BD3F-1C42-40FB-92BF-E072A8C0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Language: A few tips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063E6-7F9F-4F0F-8208-C725B6AD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54358-83F6-472A-B6D4-80BF626D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94047-5AD1-44F8-925F-65AAA01E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4C780-581E-47DD-B3A9-69323B42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B9B06-3E78-438B-B4BD-4EB2F1FE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9FC95-6BEF-41D5-9F94-23AEC4E6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45F2C-9FCE-4FAA-B2F1-DD14A4BE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9ACDE-C4DC-4B7F-AE81-DD514B74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CEFF3-278A-40F8-AAB1-A0CB8D78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967BC-92DD-4FD6-AF36-51630B5C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4D884-BE71-42B8-8307-78996FB6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B89E5-D0A6-493F-92D3-EB408A6E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7DDFF-613E-401B-97D4-BA1A8240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A6CF3-4D24-4910-B78A-C0842553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E3EDA-389B-42F3-B358-1831C02E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2A452-4045-4CEC-94DE-670CAB4D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6B895-EACC-4BF7-B924-A1702711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B5322-1AC4-44E5-A427-CA1AFA48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8E03B-7D3E-4110-B9EF-04936D13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4AC76-5DD6-42BC-A329-BFA1B067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D4BCF4-B6AD-43EB-9BC5-91259239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C24B07-558F-49CA-8686-B0E801A3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F8DA4-3459-4226-8FE1-A1A8377E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916954-CB12-439A-B224-4CED901E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EDF105-FD98-4DDF-B0DE-F39207A5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B0570B-E13B-42A4-A683-E6D04259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2BF5DD-7C1C-4380-B5D9-809999D1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58675B-C815-4BEC-A37D-4E7C32B5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FC455F-7454-4AB3-A98C-2936C2C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2F21CF-AA4B-412B-8B21-D3FC5EF0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63689974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DF29E3-1734-4BB8-A897-974A5445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D413E-0EAF-4BFB-BBCF-83204C70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Hints for correct and polite conservation,...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8405A-7BCE-4E93-9BFB-F05563CC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549BB-E5FD-4648-8E46-3BBDB1E4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6443F-70E7-45FD-BA4C-6319EBBF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5C34E-689A-427E-932D-2138CFF4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062A2-E7EE-4B32-860F-D3C8E7C8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0FA1E-3E90-458D-987B-CD73D0BA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01771-929B-4AF8-9DCD-8898898E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2F277-F478-46D8-9F73-A6018219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63301-0BE7-4EE0-B584-2E4F179A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0BE19-2E66-4B7C-841B-D7589CDE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4E941-883B-4B70-BD02-402D405A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A813E-7CE3-41F5-8040-8ABC4180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5D1C0-A1B9-4206-954E-95D564FA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372D2-4918-44D3-9575-EBD94F77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DAA6A-8D49-49D8-BD92-1D5EFD25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118DE3-D3DD-4030-8B5B-43809CAD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3B4FCA-1AE9-4733-8836-E9093DB3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41F63-6054-4DF6-BAE9-45327EAC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F9551-972C-4AAF-9E7F-920CAFDF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09186D-9686-4C2F-9ED8-6BB21248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DB108-7374-422B-A623-F64A3225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2C123-410C-46B1-B16D-9D10DEA8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25EA5E-DBBD-4CF3-AA88-DE93FF76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1A0CAA-F5C5-404E-92F5-E7F514B0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788262-399F-4F05-9871-90D13379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A5743D-DB72-450B-904B-C6584B10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194084-A33E-467F-BA36-53E28D95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35DB2-CED6-4104-9CBB-D3FF4D18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429F99-762E-46AD-91B0-416D8449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9F1CAE-E7C9-4A4C-B326-C4223533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486000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2026-08-24T16:02:53.6660000Z</dcterms:created>
  <dcterms:modified xsi:type="dcterms:W3CDTF">2026-08-24T16:02:53.6660000Z</dcterms:modified>
</coreProperties>
</file>