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76683481cc4d07" /><Relationship Type="http://schemas.openxmlformats.org/officeDocument/2006/relationships/extended-properties" Target="/docProps/app.xml" Id="R3048caba0a3b4f47" /><Relationship Type="http://schemas.openxmlformats.org/officeDocument/2006/relationships/officeDocument" Target="/ppt/presentation.xml" Id="R627d215f74dd4c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cca1e6f0e94413"/>
  </p:sldMasterIdLst>
  <p:notesMasterIdLst>
    <p:notesMasterId xmlns:r="http://schemas.openxmlformats.org/officeDocument/2006/relationships" r:id="Rf6bcf828800344aa"/>
  </p:notesMasterIdLst>
  <p:sldIdLst>
    <p:sldId xmlns:r="http://schemas.openxmlformats.org/officeDocument/2006/relationships" id="256" r:id="R4f5aaf7106bb4817"/>
    <p:sldId xmlns:r="http://schemas.openxmlformats.org/officeDocument/2006/relationships" id="257" r:id="R473308765032416f"/>
    <p:sldId xmlns:r="http://schemas.openxmlformats.org/officeDocument/2006/relationships" id="258" r:id="R66f91b84decc475f"/>
    <p:sldId xmlns:r="http://schemas.openxmlformats.org/officeDocument/2006/relationships" id="259" r:id="Re29f86c815d745f7"/>
    <p:sldId xmlns:r="http://schemas.openxmlformats.org/officeDocument/2006/relationships" id="260" r:id="R9a1c001353c64892"/>
    <p:sldId xmlns:r="http://schemas.openxmlformats.org/officeDocument/2006/relationships" id="261" r:id="R152f26f50fc64b66"/>
    <p:sldId xmlns:r="http://schemas.openxmlformats.org/officeDocument/2006/relationships" id="262" r:id="Rc805616c98724440"/>
    <p:sldId xmlns:r="http://schemas.openxmlformats.org/officeDocument/2006/relationships" id="263" r:id="R8bb190de8ed04b16"/>
    <p:sldId xmlns:r="http://schemas.openxmlformats.org/officeDocument/2006/relationships" id="264" r:id="Rb8a5d1db90fd4932"/>
    <p:sldId xmlns:r="http://schemas.openxmlformats.org/officeDocument/2006/relationships" id="265" r:id="R30153d8ecb0c4111"/>
    <p:sldId xmlns:r="http://schemas.openxmlformats.org/officeDocument/2006/relationships" id="266" r:id="R3561f8a88a3b4600"/>
    <p:sldId xmlns:r="http://schemas.openxmlformats.org/officeDocument/2006/relationships" id="267" r:id="Rdfbbd162370a47bc"/>
    <p:sldId xmlns:r="http://schemas.openxmlformats.org/officeDocument/2006/relationships" id="268" r:id="R528097ab084f4509"/>
    <p:sldId xmlns:r="http://schemas.openxmlformats.org/officeDocument/2006/relationships" id="269" r:id="Rf4be26d07b554cb6"/>
    <p:sldId xmlns:r="http://schemas.openxmlformats.org/officeDocument/2006/relationships" id="270" r:id="Rd649eb97bc744fbd"/>
    <p:sldId xmlns:r="http://schemas.openxmlformats.org/officeDocument/2006/relationships" id="271" r:id="R24f5737310aa4500"/>
    <p:sldId xmlns:r="http://schemas.openxmlformats.org/officeDocument/2006/relationships" id="272" r:id="R5443961d6057473b"/>
    <p:sldId xmlns:r="http://schemas.openxmlformats.org/officeDocument/2006/relationships" id="273" r:id="Rf3b3b02f53184880"/>
    <p:sldId xmlns:r="http://schemas.openxmlformats.org/officeDocument/2006/relationships" id="274" r:id="R0f4a14613c264493"/>
    <p:sldId xmlns:r="http://schemas.openxmlformats.org/officeDocument/2006/relationships" id="275" r:id="R0a2a3ea0fdfa495c"/>
    <p:sldId xmlns:r="http://schemas.openxmlformats.org/officeDocument/2006/relationships" id="276" r:id="Rb96f90a6d8684b4d"/>
    <p:sldId xmlns:r="http://schemas.openxmlformats.org/officeDocument/2006/relationships" id="277" r:id="R149052037e7c406f"/>
    <p:sldId xmlns:r="http://schemas.openxmlformats.org/officeDocument/2006/relationships" id="278" r:id="Rba5be8e4b79a4921"/>
    <p:sldId xmlns:r="http://schemas.openxmlformats.org/officeDocument/2006/relationships" id="279" r:id="R6b43632103344421"/>
    <p:sldId xmlns:r="http://schemas.openxmlformats.org/officeDocument/2006/relationships" id="280" r:id="R5041adef5e204bb7"/>
    <p:sldId xmlns:r="http://schemas.openxmlformats.org/officeDocument/2006/relationships" id="281" r:id="Ra27aa8b4ed8d499b"/>
    <p:sldId xmlns:r="http://schemas.openxmlformats.org/officeDocument/2006/relationships" id="282" r:id="Rd56645717e614306"/>
    <p:sldId xmlns:r="http://schemas.openxmlformats.org/officeDocument/2006/relationships" id="283" r:id="Rab53225e86814257"/>
    <p:sldId xmlns:r="http://schemas.openxmlformats.org/officeDocument/2006/relationships" id="284" r:id="Ra1b2034ba937458c"/>
    <p:sldId xmlns:r="http://schemas.openxmlformats.org/officeDocument/2006/relationships" id="285" r:id="R4071df13f3e945d2"/>
    <p:sldId xmlns:r="http://schemas.openxmlformats.org/officeDocument/2006/relationships" id="286" r:id="R5a98536aa4d54bbc"/>
    <p:sldId xmlns:r="http://schemas.openxmlformats.org/officeDocument/2006/relationships" id="287" r:id="Ref0d78474da54ea8"/>
    <p:sldId xmlns:r="http://schemas.openxmlformats.org/officeDocument/2006/relationships" id="288" r:id="R8043aee8d0b3401f"/>
    <p:sldId xmlns:r="http://schemas.openxmlformats.org/officeDocument/2006/relationships" id="289" r:id="Rddd8c872d8cb4e6b"/>
    <p:sldId xmlns:r="http://schemas.openxmlformats.org/officeDocument/2006/relationships" id="290" r:id="R007bcaace92e4404"/>
    <p:sldId xmlns:r="http://schemas.openxmlformats.org/officeDocument/2006/relationships" id="291" r:id="R27b1d4c627964e73"/>
    <p:sldId xmlns:r="http://schemas.openxmlformats.org/officeDocument/2006/relationships" id="292" r:id="Rba21e874393a4503"/>
    <p:sldId xmlns:r="http://schemas.openxmlformats.org/officeDocument/2006/relationships" id="293" r:id="R8e06da233e7a40da"/>
    <p:sldId xmlns:r="http://schemas.openxmlformats.org/officeDocument/2006/relationships" id="294" r:id="Rfa0ef5a5914145c7"/>
    <p:sldId xmlns:r="http://schemas.openxmlformats.org/officeDocument/2006/relationships" id="295" r:id="R05773a8d7c394e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a1c622abd0441e" /><Relationship Type="http://schemas.openxmlformats.org/officeDocument/2006/relationships/slideMaster" Target="/ppt/slideMasters/slideMaster1.xml" Id="Reacca1e6f0e94413" /><Relationship Type="http://schemas.openxmlformats.org/officeDocument/2006/relationships/notesMaster" Target="/ppt/notesMasters/notesMaster1.xml" Id="Rf6bcf828800344aa" /><Relationship Type="http://schemas.openxmlformats.org/officeDocument/2006/relationships/presProps" Target="/ppt/presProps.xml" Id="Re8dd9e3b80af401a" /><Relationship Type="http://schemas.openxmlformats.org/officeDocument/2006/relationships/tableStyles" Target="/ppt/tableStyles.xml" Id="R9de4102cae6f429a" /><Relationship Type="http://schemas.openxmlformats.org/officeDocument/2006/relationships/slide" Target="/ppt/slides/slide1.xml" Id="R4f5aaf7106bb4817" /><Relationship Type="http://schemas.openxmlformats.org/officeDocument/2006/relationships/slide" Target="/ppt/slides/slide2.xml" Id="R473308765032416f" /><Relationship Type="http://schemas.openxmlformats.org/officeDocument/2006/relationships/slide" Target="/ppt/slides/slide3.xml" Id="R66f91b84decc475f" /><Relationship Type="http://schemas.openxmlformats.org/officeDocument/2006/relationships/slide" Target="/ppt/slides/slide4.xml" Id="Re29f86c815d745f7" /><Relationship Type="http://schemas.openxmlformats.org/officeDocument/2006/relationships/slide" Target="/ppt/slides/slide5.xml" Id="R9a1c001353c64892" /><Relationship Type="http://schemas.openxmlformats.org/officeDocument/2006/relationships/slide" Target="/ppt/slides/slide6.xml" Id="R152f26f50fc64b66" /><Relationship Type="http://schemas.openxmlformats.org/officeDocument/2006/relationships/slide" Target="/ppt/slides/slide7.xml" Id="Rc805616c98724440" /><Relationship Type="http://schemas.openxmlformats.org/officeDocument/2006/relationships/slide" Target="/ppt/slides/slide8.xml" Id="R8bb190de8ed04b16" /><Relationship Type="http://schemas.openxmlformats.org/officeDocument/2006/relationships/slide" Target="/ppt/slides/slide9.xml" Id="Rb8a5d1db90fd4932" /><Relationship Type="http://schemas.openxmlformats.org/officeDocument/2006/relationships/slide" Target="/ppt/slides/slide10.xml" Id="R30153d8ecb0c4111" /><Relationship Type="http://schemas.openxmlformats.org/officeDocument/2006/relationships/slide" Target="/ppt/slides/slide11.xml" Id="R3561f8a88a3b4600" /><Relationship Type="http://schemas.openxmlformats.org/officeDocument/2006/relationships/slide" Target="/ppt/slides/slide12.xml" Id="Rdfbbd162370a47bc" /><Relationship Type="http://schemas.openxmlformats.org/officeDocument/2006/relationships/slide" Target="/ppt/slides/slide13.xml" Id="R528097ab084f4509" /><Relationship Type="http://schemas.openxmlformats.org/officeDocument/2006/relationships/slide" Target="/ppt/slides/slide14.xml" Id="Rf4be26d07b554cb6" /><Relationship Type="http://schemas.openxmlformats.org/officeDocument/2006/relationships/slide" Target="/ppt/slides/slide15.xml" Id="Rd649eb97bc744fbd" /><Relationship Type="http://schemas.openxmlformats.org/officeDocument/2006/relationships/slide" Target="/ppt/slides/slide16.xml" Id="R24f5737310aa4500" /><Relationship Type="http://schemas.openxmlformats.org/officeDocument/2006/relationships/slide" Target="/ppt/slides/slide17.xml" Id="R5443961d6057473b" /><Relationship Type="http://schemas.openxmlformats.org/officeDocument/2006/relationships/slide" Target="/ppt/slides/slide18.xml" Id="Rf3b3b02f53184880" /><Relationship Type="http://schemas.openxmlformats.org/officeDocument/2006/relationships/slide" Target="/ppt/slides/slide19.xml" Id="R0f4a14613c264493" /><Relationship Type="http://schemas.openxmlformats.org/officeDocument/2006/relationships/slide" Target="/ppt/slides/slide20.xml" Id="R0a2a3ea0fdfa495c" /><Relationship Type="http://schemas.openxmlformats.org/officeDocument/2006/relationships/slide" Target="/ppt/slides/slide21.xml" Id="Rb96f90a6d8684b4d" /><Relationship Type="http://schemas.openxmlformats.org/officeDocument/2006/relationships/slide" Target="/ppt/slides/slide22.xml" Id="R149052037e7c406f" /><Relationship Type="http://schemas.openxmlformats.org/officeDocument/2006/relationships/slide" Target="/ppt/slides/slide23.xml" Id="Rba5be8e4b79a4921" /><Relationship Type="http://schemas.openxmlformats.org/officeDocument/2006/relationships/slide" Target="/ppt/slides/slide24.xml" Id="R6b43632103344421" /><Relationship Type="http://schemas.openxmlformats.org/officeDocument/2006/relationships/slide" Target="/ppt/slides/slide25.xml" Id="R5041adef5e204bb7" /><Relationship Type="http://schemas.openxmlformats.org/officeDocument/2006/relationships/slide" Target="/ppt/slides/slide26.xml" Id="Ra27aa8b4ed8d499b" /><Relationship Type="http://schemas.openxmlformats.org/officeDocument/2006/relationships/slide" Target="/ppt/slides/slide27.xml" Id="Rd56645717e614306" /><Relationship Type="http://schemas.openxmlformats.org/officeDocument/2006/relationships/slide" Target="/ppt/slides/slide28.xml" Id="Rab53225e86814257" /><Relationship Type="http://schemas.openxmlformats.org/officeDocument/2006/relationships/slide" Target="/ppt/slides/slide29.xml" Id="Ra1b2034ba937458c" /><Relationship Type="http://schemas.openxmlformats.org/officeDocument/2006/relationships/slide" Target="/ppt/slides/slide30.xml" Id="R4071df13f3e945d2" /><Relationship Type="http://schemas.openxmlformats.org/officeDocument/2006/relationships/slide" Target="/ppt/slides/slide31.xml" Id="R5a98536aa4d54bbc" /><Relationship Type="http://schemas.openxmlformats.org/officeDocument/2006/relationships/slide" Target="/ppt/slides/slide32.xml" Id="Ref0d78474da54ea8" /><Relationship Type="http://schemas.openxmlformats.org/officeDocument/2006/relationships/slide" Target="/ppt/slides/slide33.xml" Id="R8043aee8d0b3401f" /><Relationship Type="http://schemas.openxmlformats.org/officeDocument/2006/relationships/slide" Target="/ppt/slides/slide34.xml" Id="Rddd8c872d8cb4e6b" /><Relationship Type="http://schemas.openxmlformats.org/officeDocument/2006/relationships/slide" Target="/ppt/slides/slide35.xml" Id="R007bcaace92e4404" /><Relationship Type="http://schemas.openxmlformats.org/officeDocument/2006/relationships/slide" Target="/ppt/slides/slide36.xml" Id="R27b1d4c627964e73" /><Relationship Type="http://schemas.openxmlformats.org/officeDocument/2006/relationships/slide" Target="/ppt/slides/slide37.xml" Id="Rba21e874393a4503" /><Relationship Type="http://schemas.openxmlformats.org/officeDocument/2006/relationships/slide" Target="/ppt/slides/slide38.xml" Id="R8e06da233e7a40da" /><Relationship Type="http://schemas.openxmlformats.org/officeDocument/2006/relationships/slide" Target="/ppt/slides/slide39.xml" Id="Rfa0ef5a5914145c7" /><Relationship Type="http://schemas.openxmlformats.org/officeDocument/2006/relationships/slide" Target="/ppt/slides/slide40.xml" Id="R05773a8d7c394e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29c68bba0b40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c0fddc397d449c" /><Relationship Type="http://schemas.openxmlformats.org/officeDocument/2006/relationships/notesMaster" Target="/ppt/notesMasters/notesMaster1.xml" Id="R4528fc48258447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fcfe22794b4465" /><Relationship Type="http://schemas.openxmlformats.org/officeDocument/2006/relationships/notesMaster" Target="/ppt/notesMasters/notesMaster1.xml" Id="R4b405ad98f224b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482071a64d42e7" /><Relationship Type="http://schemas.openxmlformats.org/officeDocument/2006/relationships/notesMaster" Target="/ppt/notesMasters/notesMaster1.xml" Id="Rbb1c7aa2533c4b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57d54d703b483d" /><Relationship Type="http://schemas.openxmlformats.org/officeDocument/2006/relationships/notesMaster" Target="/ppt/notesMasters/notesMaster1.xml" Id="Rd786452987f743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4cc88822e64df3" /><Relationship Type="http://schemas.openxmlformats.org/officeDocument/2006/relationships/notesMaster" Target="/ppt/notesMasters/notesMaster1.xml" Id="R01865b1383304a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105729b7044e5b" /><Relationship Type="http://schemas.openxmlformats.org/officeDocument/2006/relationships/notesMaster" Target="/ppt/notesMasters/notesMaster1.xml" Id="Ra976eb7bf65043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db5b96b7db4fb9" /><Relationship Type="http://schemas.openxmlformats.org/officeDocument/2006/relationships/notesMaster" Target="/ppt/notesMasters/notesMaster1.xml" Id="R5bc48f9eeb8e44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5956ecfed24c53" /><Relationship Type="http://schemas.openxmlformats.org/officeDocument/2006/relationships/notesMaster" Target="/ppt/notesMasters/notesMaster1.xml" Id="R21a4a767264643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ff6916243e41da" /><Relationship Type="http://schemas.openxmlformats.org/officeDocument/2006/relationships/notesMaster" Target="/ppt/notesMasters/notesMaster1.xml" Id="R2badbd104bd54db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cc3d2bea79467c" /><Relationship Type="http://schemas.openxmlformats.org/officeDocument/2006/relationships/notesMaster" Target="/ppt/notesMasters/notesMaster1.xml" Id="R377fe3d7fb2841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bb1994f96984d3f" /><Relationship Type="http://schemas.openxmlformats.org/officeDocument/2006/relationships/notesMaster" Target="/ppt/notesMasters/notesMaster1.xml" Id="R3776ebbf032344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2fba3cef4cf4a69" /><Relationship Type="http://schemas.openxmlformats.org/officeDocument/2006/relationships/notesMaster" Target="/ppt/notesMasters/notesMaster1.xml" Id="R4032d91b16184c4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c54e950a5fa490f" /><Relationship Type="http://schemas.openxmlformats.org/officeDocument/2006/relationships/notesMaster" Target="/ppt/notesMasters/notesMaster1.xml" Id="R44e0e09a18844ee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412af4a84f04bda" /><Relationship Type="http://schemas.openxmlformats.org/officeDocument/2006/relationships/notesMaster" Target="/ppt/notesMasters/notesMaster1.xml" Id="R2af59a7238744f4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59fdb59245f4967" /><Relationship Type="http://schemas.openxmlformats.org/officeDocument/2006/relationships/notesMaster" Target="/ppt/notesMasters/notesMaster1.xml" Id="Rb628ccf721f94ec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d798179cb9e4d47" /><Relationship Type="http://schemas.openxmlformats.org/officeDocument/2006/relationships/notesMaster" Target="/ppt/notesMasters/notesMaster1.xml" Id="R9740a765a17e42b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c4bf7329e6540fe" /><Relationship Type="http://schemas.openxmlformats.org/officeDocument/2006/relationships/notesMaster" Target="/ppt/notesMasters/notesMaster1.xml" Id="Rb3a636e75ea34a6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e2dc5e2ed9e4710" /><Relationship Type="http://schemas.openxmlformats.org/officeDocument/2006/relationships/notesMaster" Target="/ppt/notesMasters/notesMaster1.xml" Id="R25b49a60c2bc4f8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74c9cdad73a429b" /><Relationship Type="http://schemas.openxmlformats.org/officeDocument/2006/relationships/notesMaster" Target="/ppt/notesMasters/notesMaster1.xml" Id="Rf1ec8d25347e469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52a118969ff45dc" /><Relationship Type="http://schemas.openxmlformats.org/officeDocument/2006/relationships/notesMaster" Target="/ppt/notesMasters/notesMaster1.xml" Id="R2373e1fb85624a1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8c333476fc14ed5" /><Relationship Type="http://schemas.openxmlformats.org/officeDocument/2006/relationships/notesMaster" Target="/ppt/notesMasters/notesMaster1.xml" Id="R7309457b0fc1408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759e4c5911f4d4f" /><Relationship Type="http://schemas.openxmlformats.org/officeDocument/2006/relationships/notesMaster" Target="/ppt/notesMasters/notesMaster1.xml" Id="R3960f0ac946e445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1e9e21145254767" /><Relationship Type="http://schemas.openxmlformats.org/officeDocument/2006/relationships/notesMaster" Target="/ppt/notesMasters/notesMaster1.xml" Id="R97f8b3507e384a6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ab4ca56c93646e2" /><Relationship Type="http://schemas.openxmlformats.org/officeDocument/2006/relationships/notesMaster" Target="/ppt/notesMasters/notesMaster1.xml" Id="R885a647388da4e0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142160ab972428c" /><Relationship Type="http://schemas.openxmlformats.org/officeDocument/2006/relationships/notesMaster" Target="/ppt/notesMasters/notesMaster1.xml" Id="R91cffd06cd1f421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e4dab53318747ff" /><Relationship Type="http://schemas.openxmlformats.org/officeDocument/2006/relationships/notesMaster" Target="/ppt/notesMasters/notesMaster1.xml" Id="R9c2a95a458b1416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e7376a162a94906" /><Relationship Type="http://schemas.openxmlformats.org/officeDocument/2006/relationships/notesMaster" Target="/ppt/notesMasters/notesMaster1.xml" Id="Ra7b3dfc8fdea4cd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f6199c97f034b71" /><Relationship Type="http://schemas.openxmlformats.org/officeDocument/2006/relationships/notesMaster" Target="/ppt/notesMasters/notesMaster1.xml" Id="R03a10e1f7ad04c6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e6b215656dc48b7" /><Relationship Type="http://schemas.openxmlformats.org/officeDocument/2006/relationships/notesMaster" Target="/ppt/notesMasters/notesMaster1.xml" Id="R237743d6fda34e8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901b092b58c45fb" /><Relationship Type="http://schemas.openxmlformats.org/officeDocument/2006/relationships/notesMaster" Target="/ppt/notesMasters/notesMaster1.xml" Id="R9f21d7e381314ce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4ec4ff4f89541d0" /><Relationship Type="http://schemas.openxmlformats.org/officeDocument/2006/relationships/notesMaster" Target="/ppt/notesMasters/notesMaster1.xml" Id="R01a72cf7e5e8483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0ef322d31934281" /><Relationship Type="http://schemas.openxmlformats.org/officeDocument/2006/relationships/notesMaster" Target="/ppt/notesMasters/notesMaster1.xml" Id="R4019b804196842a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fc517b9d171457e" /><Relationship Type="http://schemas.openxmlformats.org/officeDocument/2006/relationships/notesMaster" Target="/ppt/notesMasters/notesMaster1.xml" Id="R0dbc18747581491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c639db13a0643ab" /><Relationship Type="http://schemas.openxmlformats.org/officeDocument/2006/relationships/notesMaster" Target="/ppt/notesMasters/notesMaster1.xml" Id="R6c01e4188dd9450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d775a25d57744fd" /><Relationship Type="http://schemas.openxmlformats.org/officeDocument/2006/relationships/notesMaster" Target="/ppt/notesMasters/notesMaster1.xml" Id="Rca68ac51c9a4441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5c458ccdaec4719" /><Relationship Type="http://schemas.openxmlformats.org/officeDocument/2006/relationships/notesMaster" Target="/ppt/notesMasters/notesMaster1.xml" Id="Rfce2f274089f4a2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6d856e7b4eb427f" /><Relationship Type="http://schemas.openxmlformats.org/officeDocument/2006/relationships/notesMaster" Target="/ppt/notesMasters/notesMaster1.xml" Id="R69ef8f77c24e4de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44b68066ccf4b9a" /><Relationship Type="http://schemas.openxmlformats.org/officeDocument/2006/relationships/notesMaster" Target="/ppt/notesMasters/notesMaster1.xml" Id="Rf674b30b40a6461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119d8f94188429c" /><Relationship Type="http://schemas.openxmlformats.org/officeDocument/2006/relationships/notesMaster" Target="/ppt/notesMasters/notesMaster1.xml" Id="Rbc92eca60a7f4cb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fface8da6aa406a" /><Relationship Type="http://schemas.openxmlformats.org/officeDocument/2006/relationships/notesMaster" Target="/ppt/notesMasters/notesMaster1.xml" Id="R5b5f05d7c0a146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c36f06764748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29a6d79b6f41db" /><Relationship Type="http://schemas.openxmlformats.org/officeDocument/2006/relationships/slideLayout" Target="/ppt/slideLayouts/slideLayout1.xml" Id="R7563eac380684c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63eac380684c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1dba6ed9e442c" /><Relationship Type="http://schemas.openxmlformats.org/officeDocument/2006/relationships/notesSlide" Target="/ppt/notesSlides/notesSlide1.xml" Id="Rba0bd20af6b54f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ccdc2827a45cb" /><Relationship Type="http://schemas.openxmlformats.org/officeDocument/2006/relationships/notesSlide" Target="/ppt/notesSlides/notesSlide2.xml" Id="R1aa074f43f034b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adab971f94dbb" /><Relationship Type="http://schemas.openxmlformats.org/officeDocument/2006/relationships/notesSlide" Target="/ppt/notesSlides/notesSlide3.xml" Id="R37dfc07342224a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661212f1b43b3" /><Relationship Type="http://schemas.openxmlformats.org/officeDocument/2006/relationships/notesSlide" Target="/ppt/notesSlides/notesSlide4.xml" Id="Rec8753a749b646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de2c7b74549c8" /><Relationship Type="http://schemas.openxmlformats.org/officeDocument/2006/relationships/notesSlide" Target="/ppt/notesSlides/notesSlide5.xml" Id="Rafe6585687a04f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b23876dda47fa" /><Relationship Type="http://schemas.openxmlformats.org/officeDocument/2006/relationships/notesSlide" Target="/ppt/notesSlides/notesSlide6.xml" Id="Ra2dde33f0cd149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7924fcd0fa4f55" /><Relationship Type="http://schemas.openxmlformats.org/officeDocument/2006/relationships/notesSlide" Target="/ppt/notesSlides/notesSlide7.xml" Id="R9e5c96e1a36347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962bb1c19446b" /><Relationship Type="http://schemas.openxmlformats.org/officeDocument/2006/relationships/notesSlide" Target="/ppt/notesSlides/notesSlide8.xml" Id="R75ce2adcf32d4c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615fd7c154868" /><Relationship Type="http://schemas.openxmlformats.org/officeDocument/2006/relationships/notesSlide" Target="/ppt/notesSlides/notesSlide9.xml" Id="R52dafef00fdd4e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4f3f28bd64a6e" /><Relationship Type="http://schemas.openxmlformats.org/officeDocument/2006/relationships/notesSlide" Target="/ppt/notesSlides/notesSlide10.xml" Id="Ra3405eccff574b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be912062e4f56" /><Relationship Type="http://schemas.openxmlformats.org/officeDocument/2006/relationships/notesSlide" Target="/ppt/notesSlides/notesSlide11.xml" Id="Re59b08dbb4f445b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d339262e64bed" /><Relationship Type="http://schemas.openxmlformats.org/officeDocument/2006/relationships/notesSlide" Target="/ppt/notesSlides/notesSlide12.xml" Id="R0d4fb293c4384ea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f5dcb10214900" /><Relationship Type="http://schemas.openxmlformats.org/officeDocument/2006/relationships/notesSlide" Target="/ppt/notesSlides/notesSlide13.xml" Id="R94706384cc914ce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9fefe9fab424b" /><Relationship Type="http://schemas.openxmlformats.org/officeDocument/2006/relationships/notesSlide" Target="/ppt/notesSlides/notesSlide14.xml" Id="R5c8047cd83cb43c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3f929cdb2405c" /><Relationship Type="http://schemas.openxmlformats.org/officeDocument/2006/relationships/notesSlide" Target="/ppt/notesSlides/notesSlide15.xml" Id="R1fc618b03c7c489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246e785054102" /><Relationship Type="http://schemas.openxmlformats.org/officeDocument/2006/relationships/notesSlide" Target="/ppt/notesSlides/notesSlide16.xml" Id="R90f9126902dc414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4be8b8faf4162" /><Relationship Type="http://schemas.openxmlformats.org/officeDocument/2006/relationships/notesSlide" Target="/ppt/notesSlides/notesSlide17.xml" Id="Rde76f76757a24de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251e51a454904" /><Relationship Type="http://schemas.openxmlformats.org/officeDocument/2006/relationships/notesSlide" Target="/ppt/notesSlides/notesSlide18.xml" Id="R747e744841284f8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2e9fb7666469b" /><Relationship Type="http://schemas.openxmlformats.org/officeDocument/2006/relationships/notesSlide" Target="/ppt/notesSlides/notesSlide19.xml" Id="Rc9d99bbeea7649a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3a461698f4c68" /><Relationship Type="http://schemas.openxmlformats.org/officeDocument/2006/relationships/notesSlide" Target="/ppt/notesSlides/notesSlide20.xml" Id="Rfd87725b05fa4a5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7e7c2128941f6" /><Relationship Type="http://schemas.openxmlformats.org/officeDocument/2006/relationships/notesSlide" Target="/ppt/notesSlides/notesSlide21.xml" Id="R716cf4354d5c43c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ed912d7584948" /><Relationship Type="http://schemas.openxmlformats.org/officeDocument/2006/relationships/notesSlide" Target="/ppt/notesSlides/notesSlide22.xml" Id="R58cc920590814cf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404cede934d3a" /><Relationship Type="http://schemas.openxmlformats.org/officeDocument/2006/relationships/notesSlide" Target="/ppt/notesSlides/notesSlide23.xml" Id="R6306db6841b249a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3daf00bc14d3d" /><Relationship Type="http://schemas.openxmlformats.org/officeDocument/2006/relationships/notesSlide" Target="/ppt/notesSlides/notesSlide24.xml" Id="R1c731a1820eb48e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5d2211e85463a" /><Relationship Type="http://schemas.openxmlformats.org/officeDocument/2006/relationships/notesSlide" Target="/ppt/notesSlides/notesSlide25.xml" Id="Rf73098f098784c5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59ee0adc84e7b" /><Relationship Type="http://schemas.openxmlformats.org/officeDocument/2006/relationships/notesSlide" Target="/ppt/notesSlides/notesSlide26.xml" Id="Rc3b1ab92f4bd486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133cfc6b84de9" /><Relationship Type="http://schemas.openxmlformats.org/officeDocument/2006/relationships/notesSlide" Target="/ppt/notesSlides/notesSlide27.xml" Id="Rbebc64999060478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5fb66eb9d84360" /><Relationship Type="http://schemas.openxmlformats.org/officeDocument/2006/relationships/notesSlide" Target="/ppt/notesSlides/notesSlide28.xml" Id="R0ce12ad6583f480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2662293d24035" /><Relationship Type="http://schemas.openxmlformats.org/officeDocument/2006/relationships/notesSlide" Target="/ppt/notesSlides/notesSlide29.xml" Id="R5911e347765446c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d94b5bd6e434d" /><Relationship Type="http://schemas.openxmlformats.org/officeDocument/2006/relationships/notesSlide" Target="/ppt/notesSlides/notesSlide30.xml" Id="R07a5b5e84cd944c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4e523d6724571" /><Relationship Type="http://schemas.openxmlformats.org/officeDocument/2006/relationships/notesSlide" Target="/ppt/notesSlides/notesSlide31.xml" Id="R7703b57c90d04ba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5e7532e3548dd" /><Relationship Type="http://schemas.openxmlformats.org/officeDocument/2006/relationships/notesSlide" Target="/ppt/notesSlides/notesSlide32.xml" Id="Rd10894cba1c6433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9b0b4f15d4aa5" /><Relationship Type="http://schemas.openxmlformats.org/officeDocument/2006/relationships/notesSlide" Target="/ppt/notesSlides/notesSlide33.xml" Id="R3ac0a5ee03604c5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2f1da38894cd6" /><Relationship Type="http://schemas.openxmlformats.org/officeDocument/2006/relationships/notesSlide" Target="/ppt/notesSlides/notesSlide34.xml" Id="R33448b25cda14f0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04c571893945ab" /><Relationship Type="http://schemas.openxmlformats.org/officeDocument/2006/relationships/notesSlide" Target="/ppt/notesSlides/notesSlide35.xml" Id="R4379157cb5954f8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f5d5be2c14210" /><Relationship Type="http://schemas.openxmlformats.org/officeDocument/2006/relationships/notesSlide" Target="/ppt/notesSlides/notesSlide36.xml" Id="Re94fd2474ec1433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16bbc53e74ae1" /><Relationship Type="http://schemas.openxmlformats.org/officeDocument/2006/relationships/notesSlide" Target="/ppt/notesSlides/notesSlide37.xml" Id="R6feeba3a9ce54f9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76826d02d490e" /><Relationship Type="http://schemas.openxmlformats.org/officeDocument/2006/relationships/notesSlide" Target="/ppt/notesSlides/notesSlide38.xml" Id="Ra543652f0ae54e6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6a79aa29434858" /><Relationship Type="http://schemas.openxmlformats.org/officeDocument/2006/relationships/notesSlide" Target="/ppt/notesSlides/notesSlide39.xml" Id="Re02edf7e7a1e42c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4bfa1307e43f1" /><Relationship Type="http://schemas.openxmlformats.org/officeDocument/2006/relationships/notesSlide" Target="/ppt/notesSlides/notesSlide40.xml" Id="R03c3f3a3ade246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81EE2B-AA73-43F2-8AC2-1EEE4F04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E0DC2D-AEED-4FE0-A90B-6F3A60D9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Numerical Methods-1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659EE9-65E5-4472-978D-FA0DFA83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Calculus, Laplace Transforms and Numerical Techniques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1BMATE201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55A581-7469-408E-81E8-5F768C74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01153B-4CB8-48C6-B3D5-496DF9FD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65371-D9B0-4AFE-99FC-BB123635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74939-08B9-46CD-8FF5-CDA58A6E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3607F2-0752-453D-8303-61BF81DA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DED07-CC62-421E-B259-508A02A5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E626F7-7607-419C-AAC9-E17CCBB0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8C829D-D6BA-4331-BDB0-2786BC7B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6C57F5-A42A-47BF-AF1D-4CB3A911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3BA90D-1459-4493-A42E-6435FF94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7091463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C96A3D-35D9-4DBE-8112-5AD34EFA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B98E7-E3A5-46AD-88B3-6D1AF88F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996DF9-5D4D-46BC-9A34-3DAD56B1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6585D-9FB6-41C3-9182-718F205D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71AF1C-4673-421F-950E-1189A042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E8781C-ED4A-4730-AA8B-14FE3AB9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A14114-5A99-410D-9B2E-32456890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C6DDB2-848E-4FF3-BD1A-1427CE73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F325AC-B23C-48E6-B115-8AB872EA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AFB357-A8FC-46A1-BC94-23787338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16A19E-8B25-4DDF-923D-7ACF6E19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A24991-2D56-45B4-8D74-56DA8647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034C8E-A6F4-4C3B-83ED-F93D2785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AF5E93-F24B-4D5D-A817-6D22A7F7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05FD70-07F8-459E-80AD-13C85C1F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20142203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AE110A-149A-42EA-8FA0-96319C13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673316-FEB2-45DE-8FBB-C6A91DED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40099-D279-4980-810C-4F770C95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2AA099-5827-459F-AE74-D2A34867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CFF8B2-2C56-4041-8E59-EA55CBE8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420D7F-8F11-477D-AD35-88379C5F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BB3A5-231E-4187-9DC2-4B20D30E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8C6928-5925-4D52-A62B-4F47D857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360F3C-7A79-4CBD-9838-6ED651CC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Numerical Methods-1 (8 Hours Theory + 4 Hours Tutorial) 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5084E2-9570-4622-B885-FD9E17EE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04FFF1-ED5C-4E4E-B9FA-DA099195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653D8E-F398-4AA2-9A6E-548CD62A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Interpolation: Forward and backward differences, Interpol...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D837C1-A0E2-4060-9FB4-C907A9C3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7FBEA9-6C2B-42DE-A18B-F3E98701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D4F8A9-1F09-4375-859A-3D0ECC86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Integration: Trapezoidal rule, Simpson's 1/3rd rule and 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423845-947E-417F-B2DF-8A4C2989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A0075B-4389-450A-9379-26A401CE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F314B3-DAA2-4D42-BA64-98465CA7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Textbook-1: Chapter-28.1, 28.2(2,3), 29.1-29.12, 30.4, 30...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5B3CD2-67F1-450C-A0AB-064C9D31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E0912A-799B-41F1-81B1-1B5C566A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6972902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71D0F6-3FC0-4509-9B44-C10F4951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A32FE3-A0CD-471C-A2E6-60D3E03C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80268-FB91-456D-A043-77261AA2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8F930-8597-4B0C-A3A8-EE667518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11DB8-0A3E-4CF4-811B-03C36B96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8BB55D-6F9C-4A35-A7C3-66DACBE5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62109A-19C1-42FF-89F5-6AD030D1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8E8F5F-D546-416E-A387-AEB3E781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Numerical Methods-1 (8 Hours Theory + 4 Hours Tutorial) S...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F1B61F-3162-4A0F-A103-50B8F142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FCBA7-7E7C-499D-B00B-415EE101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ADE973-7F83-4741-88F6-9AFD2F25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Interpolation: Forward and backward differences, Interpol...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9CF32D-34FE-4802-B274-1AE9521F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26E6DD-47BE-47E1-9372-6D8AA30B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480900-D3FB-4D11-B0F3-B91ECF72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Integration: Trapezoidal rule, Simpson's 1/3rd rule and S...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55B56C-3F3D-4AC8-8368-F4F98550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E4D701-3116-4571-8B8F-45794DAB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77E802-27C4-4CD9-862B-92F363FF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Textbook-1: Chapter-28.1, 28.2(2,3), 29.1-29.12, 30.4, 30...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5ECD26-BEDA-4103-A9CA-3549789C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71CBFA-AB6F-4B71-85E4-18FE0CB5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274F7C-06E0-4D10-8B22-68BA178A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3420053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B90930-60B5-4370-9F38-7E8597F1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95C5A-C344-4DD9-8E54-9532F9AD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374EF4-3166-4343-A4B6-2DD641FB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4E7489-FB5A-4DF4-9C80-C1243117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3CDF93-E58B-43EF-A595-D8A2895C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Numerical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111A1-C3B5-40DA-903A-E529DADD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Methods-1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DEB40C-AECA-4A74-86C0-F4AD4AD4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Tutorial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9B13A3-0588-4070-B6DE-A58D421E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Solution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65E006-039B-4B3C-9E70-AE48378A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algebraic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BB1ED7-9413-45A7-BE31-5DAAEB5B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transcendental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68CF7A-C551-4786-9C14-EF48BCDD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equations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F79363-4EEA-4E8D-997F-04FD0505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Regula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E5ED07-3073-4D51-AE6C-CD9B9359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Falsi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589B3E-6F08-4CA7-94BB-3310D643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Newton-Raphson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42D1A5-2736-4E47-A75C-9EB00755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EFB441-495F-4AB8-A9E6-2D8BA928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5569467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A01253-1850-4132-8F9A-1942D60E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FC1B2-5468-44B8-878D-53CA27B0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9C900-08CB-4475-9248-AF43F0E9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37CC3-A4B5-4B45-BACA-34BCE90B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9FC2BD-784B-4D0B-9828-59DC4F1C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Numerical Methods-1 (8 Hours Theory + 4 Hours Tutorial) Solution of algebraic and transcendental equations: Reg...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E56B5-5A55-4CDD-867B-3CF4DCBD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Numerical Methods-1 (8 Hours Theory + 4 H...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5DD4F-89FD-4F45-886D-122DB8AB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B4D47-48DD-41B8-9DFB-046F2D96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E4222D-66CD-4948-B241-335B9A5C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24A245-1AC2-4C4E-80FC-9AF2D37B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3D4A0-B9C0-4F55-A1DC-463AE622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A52B20-A824-4D72-8959-71524943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52B781-F197-4214-AFA5-4F4401EE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5D1D1-E75E-4218-AD3B-5C261B74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67C2DF-E8F4-4BCC-8273-EE532234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F79AAE-B9C0-4A44-93E2-55AAE529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8559011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7B4D40-1051-4F5D-BADB-D50280FB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AD191-FC75-480E-92FC-27964C2D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11218-780A-4BC7-A702-14ADD2C7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6AF6B-88A8-4E0A-847C-E599FFE6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EF63B-1BB5-40F0-9CB0-A216BD48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F3CDC1-A56E-41FE-8B12-BEEC7138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11CEB-D73D-4517-A9FB-DA5A7D25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E46FB5-3546-496F-9B6A-8636711F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43E873-4E5A-41B5-9D6C-7FD1052A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Numerical Metho...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F28B1-9F29-4E29-A292-441857F8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C7CAE3-4A7E-4408-A226-0840AEA0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EA5547-AAC4-416F-AEBC-1BEA6D90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Numerical...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0EBFE2-AD30-4CC6-A0AE-D10A1ADC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5E8CE8-67CE-4F2E-B9BC-E8CAFF83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59B62B-D0C3-4E14-AFFE-5455B128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Numeric...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30A2E0-2DC4-4DDE-8A9B-F849E1B1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A76BC4-D671-465E-BE14-A3EF6AE3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4104A4-97CD-4F2C-B243-89A84979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Numerical Met...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1AA55D-5D32-4920-8E19-4331C78F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D7067E-6DC6-4CAD-A3E5-94C999FC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5156D8-CE70-4469-AB9B-15023B91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Numerical M...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11939A-8DB8-4223-9E50-019F9B84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299341-CFB5-45BE-9D93-1BCA74B7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2171913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8707DA-0DA7-4B66-949C-97AF2A29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5A8FA-4954-4C67-BF67-56DD272D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DBAADA-D211-406C-991F-5FA65766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62F5FB-1830-463C-A94F-63E36F10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2D61C3-57C2-46BD-B190-CCCD00C1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F92850-F418-4E34-B3FA-AE7A5500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AE52E9-5A34-4C65-A3AF-3025D740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8638FE-AE09-4399-8089-8FF9F356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CFCBF4-9160-468F-9A18-9C9A8CA4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0C3F2-B5CF-4EC3-956D-8B08CBF7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C86C30-5B61-47A3-9F1A-DC3E3F0E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B72699-728F-4EE3-8058-A160849C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AE1B1D-24AE-491C-955E-DD58D9A8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8D61B9-4575-4DD1-B6BF-608E84C4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CAEA5-A2A7-4EA8-8266-B6004BC0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5715222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B08684-56A7-4435-A851-4E41F4CE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6507D-8FCC-4660-AA8D-53BC6CAE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F6A560-087C-4E73-B876-AD3A6705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C26419-5A43-4E75-9526-2308FA29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85758-650C-4DBB-934E-FABF7A0E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59DD6B-E9D8-48A7-8355-D6D98F0E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Numerical Methods-1 (8 Hours Theory + 4 Hours Tutorial) 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5C24F-6A93-415D-BF69-431837F5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44F7DF-834F-49C4-81C0-F7BACE3D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FEE530-3F11-404C-A51F-4100D297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DDA1CE-338B-42B8-B848-CC09BC74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15D372-3D09-4F5E-B90C-39531CD5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9598030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3EE7E4-E622-4F23-BBA9-2E2F7957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BEE6C-57D0-46A8-8189-8D9EFCF1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101463-D86D-4077-81A6-E1751C2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AF1D6-CFB4-4B2E-8E90-C613E35B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6BC13B-1E6D-4402-92E3-25198424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Interpolation: Forward and backward differences, Interpolation, Newton forward and backward interpolation formu...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73F35-01C7-464F-BE00-938C8076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Interpolation: Forward and backward diffe...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D6ED5-D3AF-4A14-9D99-BC34D8EB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D68B65-CB6C-46E1-9527-B78B023C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48ED4E-70DE-4647-84C9-E8DD333B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50A1C7-1BDA-48CC-83E9-3D2A5709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9CC21F-E2A3-4DE8-A0C1-57A5CDAF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9F92A2-C27D-4FF7-92B1-4693191B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38BB9D-0609-4466-9CCD-F38CC023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65A1C5-24E1-4CB1-9F04-5B42088D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2FD73F-9716-4939-9FD1-6D9B807C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E72F9F-5DDE-4851-AE17-B44190DD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8174843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F8AF20-AA08-45DF-8B74-B140031E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DE7FC-D268-47A1-A05B-77ED1AC2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2DC633-0A69-404E-9178-A1996E9F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5CEC6-3E49-4B1B-8AA2-2E2289A9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A6225-EFC3-4051-974E-BE208FB1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067047-21D1-492B-BE9A-5CFCA1BE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C092FB-0F4E-4D6B-8CAE-C5BDFF8D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8A1A82-D421-4AB3-B8B4-E3FF4746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F73730-7A81-40C6-9EF1-B42FC065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Interpolation:...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99DE95-4BE2-4237-A677-B4613348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AA09A0-0BE5-4913-85ED-FCA07984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32F2A2-1F5B-4690-B75A-A106C74D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Interpolat...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5DBFA-F25B-4557-817E-7A5CD665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6AC4A1-383F-45DB-8B5E-46CB9E9B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33B7D8-6174-4A4C-8D9F-886F07D5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Interpo...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FACC48-1F13-4E11-A07B-5918AA1C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40F1DA-2463-4A87-A67E-E4C418DD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7D7EAC-191D-47DE-A334-3A7C0311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Interpolation...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BDEE4B-CED2-48E3-B354-BC4807BD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9209AE-9AEE-41C2-B85E-0577AC58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F398FD-DBE1-4767-8915-8F81FFF0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Interpolati...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205B47-E6B1-48CC-B054-CFEBF5BD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DF493E-1A3F-4EF8-B7D8-44D5021F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8593289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6687CB-030A-444B-995D-EBA10C25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BFCCB-B04B-4AAC-90C9-9B929075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580A3-2FF5-4961-8CF5-C40CAAFB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7381F-0DF0-42D4-82AC-DC83A6B0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6A1AFE-0D3D-4F81-9623-4C2A7743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4173C-638F-45FA-A713-0AF8D0A7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7AE12E-5338-4E06-AE1C-F038C34D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8430F-D6E5-42F8-BBE2-F124D5A3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289A01-FAB4-421D-905E-878FEA41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70A16-8C0B-4576-B882-0F7DAB2E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AEB06F-97B9-45BF-8AC0-4448D9A5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B75E5B-6252-4D21-A6FC-0EFE5724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CA0F96-B7AD-43C8-861B-BACE5DBA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CFCF92-DDB8-45CB-9D76-F3400B34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6590C7-7DBB-4B3E-B266-F3D6344A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1507318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AA2F73-A895-404B-A207-55A71EC5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18F57-192C-4EED-A60B-6450EA61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97E80-3790-476C-A1B6-EB2A4C68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0CFCA-DE84-4217-B1C4-DC6C8B63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77DF8-576D-482C-88DF-4BADDFA7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FEBCFD-2F55-4865-9B68-64D8369A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Interpolation: Forward and backward differences, Interpol...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A07040-A97C-4E0C-833E-06B564FC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77E75-D906-4FB5-9C8E-8B38965A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6BEAA6-8502-4A0E-B498-9042A223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39627-91E6-4194-95C6-AE387E82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450910-42AD-4ECE-AC92-F2BBEE22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098796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7E6B2F-FDFF-47DE-8217-66FF0936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01B813-3624-4ADE-B78F-2AE0901D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25821-4E4F-44C5-864B-184FA29D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E2CBC-00ED-4E10-972D-A9B3B61D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39637A-788B-4D8E-AE9A-17C4678F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Integration: Trapezoidal rule, Simpson's 1/3rd rule and Simpson's 3/8th rule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4EDAEF-D5B5-4ED9-BDF7-6B6D1D17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Integration: Trapezoidal rule, Simpson's...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8021C8-BB5B-4237-8991-1B313DF0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5D38F-9E77-406A-ACD5-5FD0B156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B0D0E7-D27D-49EB-A76A-E53AEB77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C68151-3D4B-4E42-9A9E-2343FAB7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1E7F23-776F-4AEE-9E3A-7DA77CCE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FEB82D-8CD2-4868-86AB-0A5A89D2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5AAADE-FFE9-4A49-A09D-B1D4026E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880FB2-6115-4C95-95CB-62A79DD8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97E7DC-C752-4D40-B60B-187997E0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ECA156-F2A8-49F1-B23D-5F997E37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93679446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CEF66A-1239-4EC0-B480-EABCB9C5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1761B-944C-482E-92A0-2FED7438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93C4F1-62AE-41D6-99B9-307C05BF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515AA-BD8A-4D57-ABC3-EDC5EA46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8CC1F4-2FDD-4D01-9E8D-27EAF884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95327-E1DF-4A5E-A94F-20FB0047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1EC902-A32E-4DA3-8B9F-FE79B713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325F1F-4765-458A-95DB-B34B8208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0217EC-1525-4D5C-B588-7E30118A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Integration: Tr...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E64A6A-0F98-4040-94B6-84CA1B12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DE82CF-6F71-4632-9A7E-7C035CE7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74D5A1-92E5-42F2-B984-58885BC8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Integratio...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AC41CE-2E24-487A-88FB-DCBEC19A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43D68C-B9A8-455F-A9B3-7F75A826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794DEA-4D3B-4664-B84F-8F8E81C2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Integra...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AC750C-603F-4C8D-A64C-35C34F5A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7F92C4-2D83-4A7D-831F-CD07DA05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56649F-2217-416E-83CA-AA2838C2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Integration:...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2F7352-CC43-49AD-860A-F5BE18EB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149F1A-F2AC-473F-A94C-737D58D6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FCB955-1512-4E39-9EFB-9D98774A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Integration...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86637C-2306-472C-A3F9-540B0147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43926D-6F06-4CB9-97B7-ED19C41D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3149978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0F31C4-AA5A-4A63-9BFC-8BEA3865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760F2-4D5B-402F-8CF7-1C544C53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C5003-7220-4A42-B755-9612026A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F204C9-BFF6-4141-8BE7-D8F66942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D0AEE2-A24C-4F3B-8274-D7BD664D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99880B-DAAE-43F6-A11C-AEA2DE2B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0F793-87FA-4B23-BD03-A6098BE3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F719B9-072B-4F12-92A9-87922E58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2786F0-DA65-48CA-A673-5992344A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ADB4B1-2B31-4660-8B5C-D0B80EB0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DCE5E8-36D9-4BBC-B83C-AD0DF097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71B1F3-1770-47D7-97A0-C2B2C4A0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C445B7-53C5-46BA-9CD9-9E5E9539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F55A6C-8553-4F18-BF87-338C94AB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B0F25F-C181-4A0A-ADC6-3AF688E4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3685055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2A690D-1D4F-4E3D-A4FF-F447B5D3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47BFF-874E-4DF4-B31D-01862B68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098B46-EC3F-49DA-B619-464E8181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5FD0DB-6E8C-478C-9D28-6DB8206F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0C91A8-94FE-44DB-B256-71B4338F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EA1D1-1CD2-467D-A483-F1B04940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Integration: Trapezoidal rule, Simpson's 1/3rd rule and 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929C7E-5F76-4298-8B2D-8D4C98A6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12B53A-A601-4EEE-834C-13EDE67D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98C592-DF80-45E5-8C96-259B023E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330A8-2B34-4BAB-8122-932B916E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01BBC2-5FC5-459B-8060-74FD0A76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21106535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B5FCAC-6B55-419E-B992-B77E548D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80025-DCF1-4AC1-8255-FBAA4130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F5759-9575-4022-8A7C-357320D2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32EF4-DA22-4EBB-83A0-03BCAAC3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81836C-2CBB-4A1E-BAC2-F9993648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Textbook-1: Chapter-28.1, 28.2(2,3), 29.1-29.12, 30.4, 30.6, 30.7, 30.8.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3EEDAD-C16F-4B38-A9C6-4B18C7EB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Textbook-1: Chapter-28.1, 28.2(2,3), 29.1...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BC1458-4970-404B-AF7E-C1418578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2C5DA0-4338-442F-AFB9-90B9F736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A984E5-5A0A-4131-AE4E-76EE6B95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465D9-F95F-4B53-9B2D-E8AF9998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04D0E5-6910-49C9-9C35-422C2A7C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FAA625-4C25-4072-A695-E061122A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794FA4-2821-4D9A-B7A2-FC3F3771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E20142-C8AA-460A-B80F-6646399B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56CBF6-A0D5-4371-B843-8E8FBA07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FBD896-F7E4-4E47-8835-45D5D274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36074387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3622E2-501B-4EC7-8D03-9161746A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AED53B-4CFE-4AD4-82DF-03E09D5E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EDCC3-1011-4D8B-B25D-35E8CF9A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4C539-7879-4C2A-A69C-3BE9E352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D82BD1-F2C2-4355-8199-0F3B6AB5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63A061-E047-498A-832D-FCF26EEB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3C7709-1FF0-4828-8C9C-0173ACED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3B534-1367-4B51-A249-0B8AA022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5463E3-57B7-402E-A89A-90E0BEC5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Textbook-1: Cha...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B95A77-67A7-448A-A733-25805CC1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FFAB26-707D-467C-B39F-9AC74767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75AC70-AA56-48F1-8D03-493414F2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Textbook-1...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21164-B6DA-43F7-8E9B-50B766A8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72FCCF-4CC6-497C-A771-5B198BA5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FBCDB4-DD82-4089-BD4D-4725AE8F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Textboo...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2E28CB-BC58-42C7-A98D-0353DCC0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FC92ED-9AF4-451C-B019-32A4653F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F743D8-3803-4825-B77A-FBE53B66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Textbook-1: 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9953A0-3842-439C-8F44-1FAB05CF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7B3C5E-6D93-43C1-BAE8-9DE607D2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AE3D2A-CB78-4D93-9CD7-5E8F775B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Textbook-1:...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29D17E-E7E8-473D-8643-C3422392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66DB93-49D4-4CB5-A465-338D1B68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4761363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C66960-884C-4B54-A7A1-D1B1AD46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42BC3-41D7-4E90-A025-9FAB9931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29C368-7201-457F-A8C6-0BC0B47F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A7FBB-DF6B-42D3-A6AC-6BBDE7F3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5A97A-E972-4130-92B4-B640D92A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941624-B280-4892-A411-CED961C1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E02690-97FC-4C08-9D7D-382494E8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32B9B5-6C00-49DC-B238-8C4CC34A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9D0530-A367-4628-BF93-19D87FBA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39D4D0-5C4B-4205-8041-49F9E82D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A33925-B721-4159-9B56-7692FC6C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C98D03-9EC5-4845-928D-3C6E0C5C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078B28-4641-49D9-8488-F850FE3E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D9A900-9F1A-4895-9564-011D12E7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D3BC2D-8D69-4D16-95BD-744E9B19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63930596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909142-63E3-4BF4-8C04-71C85A46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77125-08D8-4E15-BDA7-05277A2A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BA9816-9469-4EC1-80D2-B647FB5D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6E5ECF-E4C7-474A-819C-06721D61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813FDA-BFAF-46C9-891C-2C54FD0D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4CE8A8-752C-4F53-A427-19D5CF17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Textbook-1: Chapter-28.1, 28.2(2,3), 29.1-29.12, 30.4, 30...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C74D03-48F6-4FBF-99B7-56ABBC07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4CE9B9-C287-4495-89B5-AA814C57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32224-C176-4CEA-963C-B50840B3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9885DD-778B-4879-A8E7-50E458BB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6EB529-1492-4BAA-BA1D-43E539EC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59737356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947611-24FB-470A-AE30-330534F8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C92DA-AFE8-456B-88C7-911B813E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1C573B-DBF9-44A9-9153-B19968CE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C3125A-DB5D-4980-86E2-EDD4970C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A0144-3839-4E53-99BF-4B5C4B6A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592DEF-EE3A-456B-8EDC-CB45FC2E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99971505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15DDF7-3291-45E9-A4A0-B984718D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9800A4-964D-4BCB-B70C-4C67D8F7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07AB28-2A38-4FC9-962B-7BB1C031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1BB31-88E4-4D1C-8754-3C2D1DCF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F04DB-E75B-48C3-869B-70AAA418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Numerical: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Methods-1: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Tutorial: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Solution: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algebraic: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8036E-5C4A-4BC3-9731-0CC07BFC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26604139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0E9B0-DCCB-4738-9960-7051DD49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5CA8DA-23A9-481A-88D8-4FC40A24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B9D616-334D-4BD8-B006-400DFCFD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110A98-2BEB-42FD-9B92-28DCCB45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F4E9F-8470-4454-B2FC-17EB2BF2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Given data: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Required result: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Formula or theorem: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Substitution: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Interpretation: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AF6746-CA00-4A20-B533-D7C9BD9B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35052857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10B13C-9D13-4F31-B8E8-BE214F1F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4E47EC-AA7A-4CDB-9A16-EDB7EC87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04D839-FF4D-4853-83CC-39EB8F85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07130-9289-473F-9B47-5C2EA711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C235D-C18D-44FF-A9A4-466E176F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Jumping from theorem to answer without showing conditions, substitution, or intermediate simplification.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8A245-EDA6-41CA-BBE2-9F334A34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44550927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A42321-E24A-493B-87DA-A09A89FA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246A9-111F-4B1A-A454-52172A57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CC5B8-7266-4619-BC72-284B558B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1542B8-109E-4722-92CE-9852608F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51840-3852-47EA-8CFE-E0CE32C5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Numerical Methods-1 (8 Hours Theory + 4 Hours Tutorial) Solution of alg...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Interpolation: Forward and backward differences, Interpolation, Newton...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Integration: Trapezoidal rule, Simpson's 1/3rd rule and Simpson's 3/8th...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Textbook-1: Chapter-28.1, 28.2(2,3), 29.1-29.12, 30.4, 30.6, 30.7, 30.8.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31DE51-C02B-4467-AFD0-F9CA357C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9A65B-EE75-4E25-BEDB-9A7F3B30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D883F9-44D5-48DE-A1BE-BF9F5164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76647355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C0728B-E76B-4F27-86E4-11AF8C16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D39A72-62E8-4014-8799-2E29A45E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Interpolation: Forward and backward differe...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2B67CA-5749-49EA-8DD7-E6FF2447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32B76-96CD-451B-9583-78FE81A4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380BB-3D84-4132-9E08-72928E79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21956-2CB2-4BEF-B1DD-D7A2A29E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25DE1-3128-4A81-8957-90F00895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F6A7B0-B2F3-4176-A240-4A4C05AE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7CAB3F-577F-4272-B56A-449B20AD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45A106-DF14-4962-B0A4-74F05C56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AA9075-1B16-4072-8B4E-437FAC35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4F9474-A43D-47E3-B52D-ED37BD57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8929A6-5DD6-4164-B227-AE9D35F3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FF8ACA-6069-4706-8289-A68DC511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626A45-F563-475C-83ED-E8DDD2EF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87766E-CC61-4DE6-BA0B-2EBD4D6E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EE17FE-063F-4741-B441-47BE46C3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6E0D72-0EBB-43AE-A490-6CFA7305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8C2F35-B277-465F-9C63-8137FC46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B4BFEE-61F2-4039-AA06-688DC7DC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9FA22F-C267-483A-AE61-CED24F49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882E2-FDC4-406B-B13E-A72099C4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96549D-5F53-471E-8DAA-7943C8EC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B99745-53CF-4E77-A0EC-DAC3C590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6980B9-4A6A-409C-9813-D49592E0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FFE98D-A352-4F0D-A40B-F8F4321A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A14B9F-3DF0-4FA8-926B-A12149C6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A51599-909C-45BD-A5EB-AC39E6F6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1FD3B1-8628-4500-81A0-7531817D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5CADE9-FA16-421E-AA3B-18290293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E70F1A-3092-44AB-A53C-4D114A26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B84903-41CD-4EE4-8392-13D864BA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98729256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FA6F78-CB9E-4B0D-A3A4-387AB73A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DAA95-BB6E-4E66-8FD2-BFA59C86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Integration: Trapezoidal rule, Simpson's 1/...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C02D38-B197-4EC3-8FCF-0277A4FF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77B49-086E-4DA4-871E-2B93A436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DE288-C872-415E-B03A-1D8F2890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8A65E7-CE2C-4F1B-8432-3B4D3D20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402165-EDBB-4037-9280-554DB277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C613BC-7209-4276-AD2A-6CCD23AB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51C60A-89DD-4C64-B92D-3BFEE952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D91A9E-CE64-47F1-BA84-F521C92A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D66C1-2E69-4575-BF6A-89F7A36D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761D48-207D-4DE1-B37E-92518A18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8636CA-26CE-4040-B251-A01D7A13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653D87-AE34-45D1-8371-8F2BCC47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0EA65C-DECC-4C09-AD9D-2F4C6399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0C287C-D22F-4DED-B4CB-F4292711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C999C4-6BFA-400B-963E-A03D0E15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8B7D34-C1A6-4D88-9F91-A368ED3E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DF2476-D6F2-4A29-8127-91BEADA9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C7A58C-A826-4047-AF2C-F2063627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7C657D-BD23-4525-8CDF-BCBAA8C2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00E98B-ECA3-4590-8B0F-D250CE62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7F1B66-C75A-4D7C-9985-60160498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0950EF-6577-41B0-9DA4-79879AF6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B6B35C-AE4F-436C-9F71-28F1D34B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139F02-8325-460A-B3D9-D7CEF2E4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78E0A2-7BD9-424E-BDC3-1FBDAC61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1DA213-96A2-4ACC-BB93-A6F534CE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C7B95A-FFA5-443D-A76A-725CC48F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54567D-DC22-4A84-AA12-AC2521E2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1F5D25-242D-44D4-92FE-E4899A99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B1982B-4FC0-4996-860D-5C386302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85158422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F77286-51DB-41B5-BFBC-E1B71E98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05E8C-0749-4152-8EB4-3EE478C2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Textbook-1: Chapter-28.1, 28.2(2,3), 29.1-2...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F7D2A0-B173-4C28-BB65-20C6F390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745CFF-3B99-46DF-A53D-5B500C23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258929-79C8-442B-B186-0F6EE635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6C4F0-21F0-4399-802F-99592654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B4543-1766-49C9-8C95-3BE86EA6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5C0B48-95AC-460B-AD63-29522156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A5C3FD-6B76-4E0F-91C2-F2EBDFE5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62FF94-E8EB-4D1E-A244-765F645F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F26E55-EF42-43FB-91B2-7DA4E893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CAD5EC-9CCB-48E8-84AA-FB630441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E0EEE2-D0B6-4EB3-A33B-6565FBB7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FC544C-E4D7-4FA0-B471-86A1CCE6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1FD060-C3E8-4C8B-A78C-91261165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21BFFE-F02A-42D5-8585-1348F34D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FE342F-6085-45D9-96F3-67D56C09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62DF60-AFAF-4E55-96D8-9D3461F9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B0A5A5-763F-4118-A92E-17929A52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57241C-8A33-4256-BE17-4ACC9E27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EAE43F-16CC-4563-9D95-594B3781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B52265-6554-45F4-9103-F15A0209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BA14F9-E889-4FC5-B7F9-7FA68C35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DD378A-9829-4FEA-B89B-DEE065CF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D26766-6417-4652-B0EA-A17CF6B0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BA760B-141D-420F-BDEF-BA304D71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6A466-26EC-49C3-AF43-F71CF507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C35434-4652-40C8-984E-5972D8D8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2C6B44-5CDD-4C8D-8741-D64389D5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E62788-9865-4260-969F-18CA229C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52AB5F-18D2-4A69-8589-5CDA9B7F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08F0EE-1C13-49E7-9F41-3E02EE00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205066541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C2DC4B-9DCE-461A-94A6-8566320E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81F27-E388-4F8C-BDF2-0AD858DD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Numerical Methods-1 (8 Hours Theory + 4 Hou...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4E67A-8EB6-48D7-A294-2B81D6C6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CB670D-FA12-44A2-B3A6-E1333532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88F9B-98AF-4869-87B4-24EAC3F6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E7792-66C4-442E-9D55-A62690DF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14D083-4614-457B-9827-307B6A88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3907D6-B3CB-40B4-8232-31A50BEC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ACD5B3-24C8-4F35-B934-6CBD6097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B47090-8002-4076-8DC8-29FA85CD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B1A037-C9E0-48AB-AE82-DE95D9EE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F4FA59-500B-449D-A75F-13237A12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26E013-6DB2-4312-A600-07628A1C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F9CE62-A6D4-4A62-B3D7-D7DA3FAE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8AD6C3-7280-4F61-B998-2D181B26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67D1E7-F346-418C-9590-D3A117E6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E1F2C8-EB18-4113-BF8A-EE38AAC9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E39BA9-1127-4D40-A9D6-497CDAE1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0762B1-4190-43FC-9884-16761872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61E617-C1D8-4441-B6DC-1EF63F68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FD7CB4-2EAB-4878-8565-C0196C6A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C85F5E-4E20-44EB-824E-F5E16FCB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9C2E74-A399-4C1F-8900-75F19714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D2C6A4-8A5F-4261-8DEB-670E373E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6ADC66-F66F-4C1F-8408-D302F54E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D7F720-E62B-45FF-AFEC-F84EC695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92CC76-21A1-4117-9E14-A9CD5715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43BFD0-F643-4CC7-90ED-F69B19E7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423CAF-8856-4385-9296-2CA07F83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2B2A5A-B823-4479-A656-F53A1774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F34F5C-9625-45FF-9952-06F83221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C1725E-824C-4C5E-A487-A9C23913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26892844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D71BB5-61F7-4B6A-BFB9-2A8CA7B4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F7DCFE-2AE2-400B-8447-8205B499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Interpolation: Forward and backward differe...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7B7411-E96A-4919-BD8E-5C7AF73D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AF9EA-117C-47E7-92A6-B5458B69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73F92D-83C9-43E0-8B0D-F8BE787B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65947-D507-47BE-9CB0-7EB91D90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4CB79-2E66-4F33-9F8F-DF37084B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DE8B4-E0FE-42D0-A3B4-BC14F2E4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ED0A2C-EFF3-42C2-A3FA-4EE3930F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C63F39-A55C-4F49-AAF5-F1759122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3621B2-EECC-4AD4-B36A-6097136E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AB44C9-281F-4749-9680-AF015C6B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6DD8C3-ECC6-468B-80CE-22D3E327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5707C2-A149-427E-91AE-A7E89C38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C34ACE-13F3-49CC-9B9D-6EF5FF55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A4A76A-2A3A-4FB0-978D-2F105CB6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F668B4-EA31-4FAA-9865-43A2B46D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B87870-4E99-4546-8351-772EC129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49C7BB-502A-4884-8AE5-E7D62F0A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B084AC-BD0D-4DB4-9BF2-8A0BBCF3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D78E0C-BCE9-4558-948F-4204E983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2E66B8-9FB0-4D85-B0CA-9D7AE991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9A6321-2B56-4F35-A2A7-D616A47E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1FE98C-EAC4-43C0-9CBA-D492320A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F964B8-55B9-4364-8BF9-AF5720A1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08A6B7-941A-4782-8CAE-51D63B31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713419-E8CA-45D5-A9D5-F2F70815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320FD7-0ED1-4806-A2A6-360747A8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035074-A79B-4837-9B92-9E638878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45AD52-C30D-4657-B722-382C20EB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84FB1E-AC87-4811-ACA2-88A3E01B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873D47-3669-444C-BC5D-BE431BDB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94386382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B342BF-F372-43B7-90C5-8AB7900A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C87FFE-527B-4937-BDCA-628D1B94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Integration: Trapezoidal rule, Simpson's 1/...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D0F26-7E7B-4FC9-98FA-E956FB09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9833F-3E55-4E68-8FA6-73A10983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5F15DB-DBBA-49A0-802A-2FD69305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F0172-0246-437B-9793-05CDD786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589E8-89B2-498E-979A-CCFE75F5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945BB7-121E-4C75-BAC9-649096B9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00B89B-C571-4FEF-A7BD-DABC6F23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B7D9E2-1F39-433C-B5EB-4F2CEEA9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84EE03-B4D6-4FDD-861C-976A9D68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905874-401C-41E7-AECD-46995692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6B3BB0-900A-41CB-AC12-9D0CF95A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9A1218-0F49-47FA-B908-930E71AE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F89157-E7CB-4321-9F96-A883C5F4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9F0118-2A3C-4411-A7DF-943AC908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A81084-2E77-4D1D-BAC8-51EDE59F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CF2009-7935-4C43-939D-B03AE39C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F069B0-D815-4398-86E7-0C7EE28A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5A21B5-C8D6-4724-AE3C-7C31DD26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57FCBF-F069-490D-BFCA-6DEFDB87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E671B5-A319-42C3-A7F2-574EFA27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35820E-D1D2-46DD-9D45-72F50E59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917AD8-E772-4D06-9064-C3B3A5DC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D615DE-2641-4826-9C47-40390F77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5E895B-116E-4F82-AA6E-F60EE7AE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52CE19-ECDB-4F35-B883-BEDD79A7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93F489-5F6C-4A6E-B36E-781BCBF7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34B063-6214-400C-B1AA-D009F457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D34B00-FD34-4198-B4A6-4ADBA624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857668-096E-4C48-9500-D978CD87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00D0E4-F382-4613-9C12-CEC49E42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46528763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404029-6CAE-4971-BECF-4901FF16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08A5E-1323-498C-8168-94AFE58F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Textbook-1: Chapter-28.1, 28.2(2,3), 29.1-2...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3B7B8-A617-4EB7-A1FA-F2D3685F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CFC49-053A-4506-B4C2-DF303C95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FA72A4-E15A-4ECE-BA52-027DF81F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52797F-7127-4299-9A39-315E503D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79B62C-3229-4296-A9F4-4FADFF54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D87203-B77D-4612-9531-16339878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0BD8F9-B61B-4E68-A727-1104BB16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906B74-2C5F-4B08-A5B7-FC12EF9B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2FB328-A605-49B9-8896-246480D7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C5315D-DB98-41FE-875F-23146BA1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1D5F1D-A0CB-430E-9B5B-36FE6ED4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263AD1-16F1-4AEF-BAFE-618E58A3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FCF59B-AB4A-4C99-B7A9-DB3CA203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C683A4-E8E3-4475-8C1B-FF228774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DD9081-FB74-4D2B-A96C-1C3E7513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668463-C035-4EDA-9389-5760EDF1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1DF824-758F-4E89-8318-FA6F18BF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F92E60-5DDB-4C3A-BEF2-FBF9D63E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59FD39-254B-4332-96C9-A29CB831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A856B2-B433-48E5-82AC-7E63D656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E376EF-833F-4479-B168-FCF76F06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4F1ADA-9A3C-4DCA-8D25-3D4D93D0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1381D5-3050-483E-B513-722651A7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2242FE-5270-4D2F-8CA4-3CE37F02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B27141-C138-4B9A-B11B-F11FB24F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96F550-A0CE-4D24-B708-7902DAF7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5E6DAC-22E1-4467-B4B4-B3AB952C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D880BA-145A-4015-8418-315EBE13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ECE0AD-889D-4E24-8D94-87865767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56A0EF-FAC1-460F-959D-BAA9A113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48526809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C8F975-1CA3-4C2E-923B-2F47BDF6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0F796-F852-4323-A4C6-3D17C87E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Numerical Methods-1 (8 Hours Theory + 4 Hou...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E92682-C77F-41CC-85BA-64FDECE8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9B3C3-6FCF-4E42-80B7-5F50496D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33E7E-BDD1-4C26-8B15-4785F111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F89359-9058-43A3-A46A-24E278B6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A70AC4-358A-4994-93A0-14B629C1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13545-B758-4495-840A-48FFEC62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44D8FA-8BA3-4AC6-8C26-A326B142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F9202F-8C2A-490E-AEF2-AC784D39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812C53-B4B9-4A09-8AF8-4E5DDFEA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0B7313-2CCD-497F-A9BD-58E414DF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0DC646-76A6-4C63-AE86-FECD30F7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D88A66-F161-4A4F-8C64-37F25DBA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8FC276-B7FE-43CD-ABC6-DB269364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8D0469-6F8C-4507-A7A7-0BFD5DFA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24A147-D9DB-40BF-BDB5-42C9FD5E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803993-9A52-4753-ACA9-32AB168B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8C7005-47FE-479F-885C-677084CF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C3B080-F592-474E-B9F5-6A779BFB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580797-7732-4F01-925F-1E8BB386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9EF2EB-8135-4E7A-85C9-5B2AA651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EC291E-6188-4BAD-8AD1-0BAD45A3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A448FD-8464-48EC-BEC4-F335B787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7171A3-4312-49CC-96D3-39AB7F2D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6843E7-5D62-4D6C-9931-A7648884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E042C6-CBD1-4210-ABC0-25B9E44F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89A5B3-696A-4096-96A1-D7F6B5DE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C4F145-32EF-40FE-8B22-122EABAA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0598CB-3571-47CC-96CB-44008803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B0D6BE-ADE7-4160-83AE-FB2CBA10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3E7DAA-033C-40B1-982F-F702C3D3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9521101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AC0738-A7D6-45E4-9167-D18EC7BF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8B6DC-C589-4C67-B096-304489FE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Interpolation: Forward and backward differe...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3A3D4E-916C-4160-9670-623D32D8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07817-0AF4-481F-B76A-4EBE43F5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E12D8-D472-4E1A-A130-F16B8354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B3D488-FC59-4381-80B4-8C96B436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674A71-FFC3-4574-98E6-99C1F81F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51BD93-76D9-4423-BD67-8B45501D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712D55-F1B4-4B87-AB0E-CF292AC9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2A76A7-8B5C-4906-A981-8475B372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34EEB3-3594-4F03-A9C5-48CDE4FE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AEFE2F-616A-4DF3-B3D6-64456A4E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76A6DB-D892-4711-BC5B-16D1ACAA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4D69C8-90D4-4CD6-BBA6-9E674C81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3920E9-7209-4D36-BF36-9E274C51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F90791-EE93-4DF5-AA4E-63C2B516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E5C262-A3E1-482F-810D-7A513613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DA027A-2838-4735-899F-AAD7FEDA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F4BC48-61EB-4605-AEBC-E6FF2823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FCC550-249C-48AA-92E5-C075099D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F894BE-7C11-4783-86AB-A05DB0DD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17D62B-3352-4D80-B53B-09875321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544387-FDA0-4432-B037-D3BB2002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CECB91-52AF-4780-A1F6-C74F649C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6C7D9C-74E9-43C5-8228-99715D93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ECD985-A240-4858-A08F-6FA81902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DCD046-3FAA-474D-ABAD-81E035D6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2F71AC-FE91-4E9F-B954-3024BF11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39E768-3D9B-4358-931F-99FA420B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C2450D-B3BA-4F4F-BAD9-36E822E9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52755D-229D-4606-B4A3-2F93509C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F0CD80-F2D1-4B97-B6AB-FC076075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73483314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810B92-DEF4-45FA-BB6F-3836DE87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18AB12-D484-4E87-ADFC-2965A1A2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Integration: Trapezoidal rule, Simpson's 1/...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88573B-3AAB-464E-9AF9-48972003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F7221-DCC9-4A06-8721-B0A0D512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3452B4-745E-43A0-A6D1-4EF11CA6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B3EB3-892B-4C19-9FF9-0E585B06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C04D5-DA02-4DFB-8980-1CF55CBC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D9C9FC-6A51-4AAD-8B6C-92496DF0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78A1C0-AE29-47D7-8296-D9ABE4F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28E855-4061-480F-9581-691C82E8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BBB52D-727E-4B74-B029-0884059D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DB8311-F14B-4DD5-9EB1-11ED782E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D2CA0C-75AF-4859-804C-F2B77AF4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1D137E-0F7D-44E8-AC62-28B89FCD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82DB44-D73D-4ED3-92C9-C0AEDD3B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EB478B-BDEF-4B4E-81EF-BFF8A56D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79BB4C-5D66-4615-BF7F-73F026F3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422B7A-FB69-48CF-9FFC-76BA85AF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DBBE27-4CDB-4BEA-8033-BD8DEFD2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F977A1-3795-48AB-BC03-52342C51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3C68B9-A727-49CA-8611-6526DBC6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30EC6E-45B2-4747-956F-DA546C3F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E299EB-116D-42F8-BF81-52D8BEE4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673526-F4B9-4D80-94B6-74DEA849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F1AD87-95D2-4633-80E3-2B2C0B25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E6CFC9-ED44-4DD0-82F9-0082CC22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65341B-BB9E-42C2-BCAB-82BB1557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0A123A-715D-4511-BE0E-70E2734A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53F801-5468-4FBC-A209-6A58ABC7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2E37B4-A63E-4952-A8E3-748C2418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073A9B-8A0B-4DD2-86C6-B6DA1CA2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85C8C1-220C-49AC-84EA-71E1E1F4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99955678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9A6C85-924A-4455-AAB2-9F33E4EE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D5BA5-3D3D-4231-B154-646F0832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Textbook-1: Chapter-28.1, 28.2(2,3), 29.1-2...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A3AD8E-4D7B-4A3C-B2CB-09A31D7E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A50663-EDB3-415C-BD4E-4A119B1D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54216-89F7-4F8C-B9BA-3C914339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C1D7F5-4717-42FD-9B25-F74A74C6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559366-C1C7-4A83-A5B6-CED4231F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233326-24E6-4CB7-965B-4339B398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4E34E6-5D34-4843-8284-8E97858B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4E2011-7C39-4688-A6E0-76E73F98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681D29-AFEB-4DC5-8917-18664DEF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054FB8-17EF-4508-9DED-8CDBDD60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93C65A-DEF2-4AE4-AE25-9D9FBD22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F11863-0EEC-42DC-A027-362C9010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D023F3-865F-42AA-8AAD-559F8507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570A20-67DC-4B6C-BF04-7044762E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DF5621-00AD-442A-AFE4-9BC4B509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646EA9-68E6-4E1A-AEFE-9DCABC5A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A8425E-1688-4865-9F5D-FAAF0427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4311DA-87BE-4D9C-883C-D7B85529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296B46-8C71-45E0-829D-F7B2D44E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959E90-0023-46E7-9235-62309C77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B1400E-44E2-4325-BBB7-03188E1D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4F5105-BBC7-4ECB-BA99-D75C32C0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865EFB-79AF-486E-B4D5-75D542CE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7C9FE3-EAAF-4C58-8636-3C8047B2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E6D7AF-75AE-4EDD-8F29-0639D2A3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FC6711-6948-49F4-B89A-B435C366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6823F9-6053-4EC4-836B-E2F5491F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EC7639-29D6-493E-994E-590D3B9E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A1632E-BB97-4383-8987-012649C8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CB9749-DD39-4622-96C5-8C99BC4E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34978728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0A89AB-780C-4CAB-9A82-DC8727A2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94C0A-9523-4346-BB95-6AE01FA8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Numerical Methods-1 (8 Hours Theory + 4 Hou...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26C3B-E6B8-46C2-8D1A-1D060E28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98BF9-0E52-47E8-8371-812CFADE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23A3A-5011-4050-BB55-636CD959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D1D2A1-3C62-4213-8A29-D731ED83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5B61B4-45BA-4DDE-9F58-2D5C54D5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B2FA8D-B861-4661-9A87-8C1BCCA9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67880-DB79-4FA0-90C6-11374067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7357BD-B257-4650-A480-33E2ABFF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EDBB8E-DB9F-4461-9244-F19BB919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3BA7F0-CD56-4909-BA18-759700F5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EDE01B-9D8E-4BBB-AA0D-291D23E5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F71DE6-286B-4356-8FC6-8F60731F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A3D61B-4014-45C3-B241-CF6DB51B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AEEF58-7CA1-41D5-8087-318A4A46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62994D-CC01-4663-8434-3D111F81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DCAE4A-26C3-468C-80B7-393ABAA0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C6789A-E178-4AB8-AED5-B6A98421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209A20-165E-415C-BF0E-452021C5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B38792-CF48-4012-ABAA-2418238B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2A6FBE-8D8F-42C3-9D54-89AECA61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486BD3-3831-490C-B95A-92B7504B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8BAFDC-C708-4638-8F39-BA0BB920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97ED87-51F7-4080-B974-263908CE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B03213-0C69-4962-967D-635609A8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7D61CA-8C44-4C4B-BDDE-D05B0A0F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7C4BF1-27DB-4789-914E-64E871F8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568BF0-9091-467C-9415-082C1FE6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9ACDEE-C3FF-48E4-A73B-A85A8569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B3BD91-3E36-4FF1-A069-99DE9735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106C5F-8A9A-479B-A649-CA13E8DF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18269000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A83DEF-7EFE-462C-93CC-DD3353D5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A07DE1-C02E-471C-8325-62D30E7E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Interpolation: Forward and backward differe...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F75CC-C016-4A90-9511-5007ECAA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AA85FB-FD7D-4E4E-B70E-4F654A7D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919469-2CB8-4E03-B35C-CDBF6DED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C3317B-4C87-46A1-8B77-71099DCF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20601A-8D31-4D21-BDCF-49E53596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5ADADF-EE65-42E3-BC9A-ACAF2138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087E5D-851A-419A-AF44-713D81AC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CE84B4-9654-4969-A872-E675C662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EF6A96-B1F4-4D8F-8C43-D32F31CA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34FE22-C7E6-4D46-B926-980B2042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8847F0-CE81-4522-AEDB-BD98BED2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75B044-BA05-49E3-A95F-B30E8683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2145B0-653E-4356-9931-54008D1A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79C0F4-9F25-489E-9774-F332EB44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4C5FE1-2E57-4119-9336-9B403A9E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8BA5EA-AB7E-484A-8C01-9B19CA39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69BBA5-CD67-4BC4-B408-3BAD4AF4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E44407-516C-424D-B617-48DAF656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868599-4F0C-4ADD-A7B6-0F71BF5E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AE9ABD-50DE-4296-B7FE-9EB70968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897074-7776-464E-9E10-AB797DC0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BD428B-4109-4856-AF84-7C92BC3D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9A24E1-802D-4DB6-B3A1-2A0F3988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535E46-00DE-4FC7-B36A-7EFAFB04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F91629-A51A-415C-85DC-2FB16225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2F72F4-F9FB-4343-BB5A-07A00511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D0C263-3BF5-41C4-908C-EB2F3088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E488EF-22E7-4F57-91FC-2B326339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31C2E7-ACBC-42A8-89AC-B13F3866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88C174-5FE4-41B2-B935-C5D23B6A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10297207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6FC406-C0A8-42A1-BD69-16C23A04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47FE7-296F-4972-A702-5550AF2D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Integration: Trapezoidal rule, Simpson's 1/...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DEBB5A-E77D-41C0-BC84-ED550B98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44ADB-9C3E-4713-8243-D9FA01C3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1BE331-C99D-41C5-AE80-21220BBE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78869-7E55-41C2-82F6-10D80983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745BF8-CFFB-4624-8424-6A7CEE84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FE14ED-4566-4247-B261-90656B14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0CFCC9-AC72-4906-A612-772C5E1D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B96F25-7C8B-42CC-85BE-BD8D0F24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B44071-3AE9-4249-8034-33FC2A37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A28F3E-409F-4C77-A968-AA4FB977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9E5BB9-537C-48D4-8D33-AFE65542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BDB3D3-826B-4DB9-B3D6-886BE605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C93B81-BCD6-4EF9-ABD5-F17A64CD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79D4A0-7496-4C8D-888B-3BEB67B7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E82A66-0975-4E13-B48F-E414F711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AD5132-344B-458B-B13B-07911A46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1CD5C2-E724-4748-B3EF-9BE62881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6E1D45-E02C-451B-8A43-36898DC2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0C19C3-852F-49CF-93B7-877F8D86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FF2C19-E24C-4002-A2E8-976BD06D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5A55D3-FFF3-41AF-BF85-E6B57BF6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A5CDCE-69B8-4A03-A16F-1E6CED66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802373-69FE-4565-960F-07B1E82D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874FFE-8D39-4251-9F18-F3B51F35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393E84-D008-44B0-A2EB-A39E012C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BF02E7-1F79-4521-AAA3-CC1BBBB2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BBE3C0-B395-4192-9197-E165132D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83FDFE-117C-4A6E-AE66-BB6B26D4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3AA397-238C-49C2-AC1A-C1AD185C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9F14D9-B8DF-41D1-9A45-000AE057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Calculus, Laplace Transforms and Numerical Techniques</a:t>
            </a:r>
          </a:p>
        </p:txBody>
      </p:sp>
    </p:spTree>
    <p:extLst>
      <p:ext uri="{BB962C8B-B14F-4D97-AF65-F5344CB8AC3E}">
        <p14:creationId xmlns:p14="http://schemas.microsoft.com/office/powerpoint/2010/main" val="9084111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2026-08-24T16:03:00.9280000Z</dcterms:created>
  <dcterms:modified xsi:type="dcterms:W3CDTF">2026-08-24T16:03:00.9280000Z</dcterms:modified>
</coreProperties>
</file>