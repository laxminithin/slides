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c40a037525e47e0" /><Relationship Type="http://schemas.openxmlformats.org/officeDocument/2006/relationships/extended-properties" Target="/docProps/app.xml" Id="Rf97ea7eafc0f46d2" /><Relationship Type="http://schemas.openxmlformats.org/officeDocument/2006/relationships/officeDocument" Target="/ppt/presentation.xml" Id="Re0a33462b7d34be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da9ce595fe740ee"/>
  </p:sldMasterIdLst>
  <p:notesMasterIdLst>
    <p:notesMasterId xmlns:r="http://schemas.openxmlformats.org/officeDocument/2006/relationships" r:id="Rf033329e588d486e"/>
  </p:notesMasterIdLst>
  <p:sldIdLst>
    <p:sldId xmlns:r="http://schemas.openxmlformats.org/officeDocument/2006/relationships" id="256" r:id="R363f213ca2914895"/>
    <p:sldId xmlns:r="http://schemas.openxmlformats.org/officeDocument/2006/relationships" id="257" r:id="Re9a7e464e72e4452"/>
    <p:sldId xmlns:r="http://schemas.openxmlformats.org/officeDocument/2006/relationships" id="258" r:id="Re526bc64ec814bbb"/>
    <p:sldId xmlns:r="http://schemas.openxmlformats.org/officeDocument/2006/relationships" id="259" r:id="R1f261742b51e4a8e"/>
    <p:sldId xmlns:r="http://schemas.openxmlformats.org/officeDocument/2006/relationships" id="260" r:id="Rde339450b2864b55"/>
    <p:sldId xmlns:r="http://schemas.openxmlformats.org/officeDocument/2006/relationships" id="261" r:id="R7ca7ca54491e4f95"/>
    <p:sldId xmlns:r="http://schemas.openxmlformats.org/officeDocument/2006/relationships" id="262" r:id="R3be289e2e87a4e30"/>
    <p:sldId xmlns:r="http://schemas.openxmlformats.org/officeDocument/2006/relationships" id="263" r:id="R05014fac9b6d407d"/>
    <p:sldId xmlns:r="http://schemas.openxmlformats.org/officeDocument/2006/relationships" id="264" r:id="R0e9be711359e4277"/>
    <p:sldId xmlns:r="http://schemas.openxmlformats.org/officeDocument/2006/relationships" id="265" r:id="R6810e894d22547ff"/>
    <p:sldId xmlns:r="http://schemas.openxmlformats.org/officeDocument/2006/relationships" id="266" r:id="R9f5581423c5c484d"/>
    <p:sldId xmlns:r="http://schemas.openxmlformats.org/officeDocument/2006/relationships" id="267" r:id="R3b631d050b034d24"/>
    <p:sldId xmlns:r="http://schemas.openxmlformats.org/officeDocument/2006/relationships" id="268" r:id="Rdd451b09a39d4250"/>
    <p:sldId xmlns:r="http://schemas.openxmlformats.org/officeDocument/2006/relationships" id="269" r:id="Rd8024f5c61ed4c87"/>
    <p:sldId xmlns:r="http://schemas.openxmlformats.org/officeDocument/2006/relationships" id="270" r:id="Rf6a54fd636384a0b"/>
    <p:sldId xmlns:r="http://schemas.openxmlformats.org/officeDocument/2006/relationships" id="271" r:id="R93eb65ba43744b1c"/>
    <p:sldId xmlns:r="http://schemas.openxmlformats.org/officeDocument/2006/relationships" id="272" r:id="R9241478bcd27479e"/>
    <p:sldId xmlns:r="http://schemas.openxmlformats.org/officeDocument/2006/relationships" id="273" r:id="R8941764d7eb94e3b"/>
    <p:sldId xmlns:r="http://schemas.openxmlformats.org/officeDocument/2006/relationships" id="274" r:id="Rf1de868d44bb4713"/>
    <p:sldId xmlns:r="http://schemas.openxmlformats.org/officeDocument/2006/relationships" id="275" r:id="Rbe743c11a58a446a"/>
    <p:sldId xmlns:r="http://schemas.openxmlformats.org/officeDocument/2006/relationships" id="276" r:id="Ra942eee4485f46a2"/>
    <p:sldId xmlns:r="http://schemas.openxmlformats.org/officeDocument/2006/relationships" id="277" r:id="R8b9fdf3454b143bb"/>
    <p:sldId xmlns:r="http://schemas.openxmlformats.org/officeDocument/2006/relationships" id="278" r:id="R3b56be58ba644ccb"/>
    <p:sldId xmlns:r="http://schemas.openxmlformats.org/officeDocument/2006/relationships" id="279" r:id="R89954e179b5e4b9d"/>
    <p:sldId xmlns:r="http://schemas.openxmlformats.org/officeDocument/2006/relationships" id="280" r:id="R02fd47639d084a90"/>
    <p:sldId xmlns:r="http://schemas.openxmlformats.org/officeDocument/2006/relationships" id="281" r:id="Rab9efe8ba33945c4"/>
    <p:sldId xmlns:r="http://schemas.openxmlformats.org/officeDocument/2006/relationships" id="282" r:id="R183eb1909ff34b90"/>
    <p:sldId xmlns:r="http://schemas.openxmlformats.org/officeDocument/2006/relationships" id="283" r:id="Ra77e5b1eab0e4f6b"/>
    <p:sldId xmlns:r="http://schemas.openxmlformats.org/officeDocument/2006/relationships" id="284" r:id="Ra72c0c736c1547de"/>
    <p:sldId xmlns:r="http://schemas.openxmlformats.org/officeDocument/2006/relationships" id="285" r:id="Rcf1eab6d827644f3"/>
    <p:sldId xmlns:r="http://schemas.openxmlformats.org/officeDocument/2006/relationships" id="286" r:id="R3294f7ea89364bc9"/>
    <p:sldId xmlns:r="http://schemas.openxmlformats.org/officeDocument/2006/relationships" id="287" r:id="R8c47cf11b6694187"/>
    <p:sldId xmlns:r="http://schemas.openxmlformats.org/officeDocument/2006/relationships" id="288" r:id="R14df184d734c40c1"/>
    <p:sldId xmlns:r="http://schemas.openxmlformats.org/officeDocument/2006/relationships" id="289" r:id="Rf5a657f9951442ef"/>
    <p:sldId xmlns:r="http://schemas.openxmlformats.org/officeDocument/2006/relationships" id="290" r:id="R9cb0324cfce74aa6"/>
    <p:sldId xmlns:r="http://schemas.openxmlformats.org/officeDocument/2006/relationships" id="291" r:id="Rbd8382af1fa9400e"/>
    <p:sldId xmlns:r="http://schemas.openxmlformats.org/officeDocument/2006/relationships" id="292" r:id="R1a5c5a5cc20f4f0d"/>
    <p:sldId xmlns:r="http://schemas.openxmlformats.org/officeDocument/2006/relationships" id="293" r:id="Rb67fa23eee524bd7"/>
    <p:sldId xmlns:r="http://schemas.openxmlformats.org/officeDocument/2006/relationships" id="294" r:id="R37d0063225d446cc"/>
    <p:sldId xmlns:r="http://schemas.openxmlformats.org/officeDocument/2006/relationships" id="295" r:id="Rd4238d8358be4e7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f488837278f4ebb" /><Relationship Type="http://schemas.openxmlformats.org/officeDocument/2006/relationships/slideMaster" Target="/ppt/slideMasters/slideMaster1.xml" Id="R0da9ce595fe740ee" /><Relationship Type="http://schemas.openxmlformats.org/officeDocument/2006/relationships/notesMaster" Target="/ppt/notesMasters/notesMaster1.xml" Id="Rf033329e588d486e" /><Relationship Type="http://schemas.openxmlformats.org/officeDocument/2006/relationships/presProps" Target="/ppt/presProps.xml" Id="Rc3be1176bf51447e" /><Relationship Type="http://schemas.openxmlformats.org/officeDocument/2006/relationships/tableStyles" Target="/ppt/tableStyles.xml" Id="R70e27d4739e94a4b" /><Relationship Type="http://schemas.openxmlformats.org/officeDocument/2006/relationships/slide" Target="/ppt/slides/slide1.xml" Id="R363f213ca2914895" /><Relationship Type="http://schemas.openxmlformats.org/officeDocument/2006/relationships/slide" Target="/ppt/slides/slide2.xml" Id="Re9a7e464e72e4452" /><Relationship Type="http://schemas.openxmlformats.org/officeDocument/2006/relationships/slide" Target="/ppt/slides/slide3.xml" Id="Re526bc64ec814bbb" /><Relationship Type="http://schemas.openxmlformats.org/officeDocument/2006/relationships/slide" Target="/ppt/slides/slide4.xml" Id="R1f261742b51e4a8e" /><Relationship Type="http://schemas.openxmlformats.org/officeDocument/2006/relationships/slide" Target="/ppt/slides/slide5.xml" Id="Rde339450b2864b55" /><Relationship Type="http://schemas.openxmlformats.org/officeDocument/2006/relationships/slide" Target="/ppt/slides/slide6.xml" Id="R7ca7ca54491e4f95" /><Relationship Type="http://schemas.openxmlformats.org/officeDocument/2006/relationships/slide" Target="/ppt/slides/slide7.xml" Id="R3be289e2e87a4e30" /><Relationship Type="http://schemas.openxmlformats.org/officeDocument/2006/relationships/slide" Target="/ppt/slides/slide8.xml" Id="R05014fac9b6d407d" /><Relationship Type="http://schemas.openxmlformats.org/officeDocument/2006/relationships/slide" Target="/ppt/slides/slide9.xml" Id="R0e9be711359e4277" /><Relationship Type="http://schemas.openxmlformats.org/officeDocument/2006/relationships/slide" Target="/ppt/slides/slide10.xml" Id="R6810e894d22547ff" /><Relationship Type="http://schemas.openxmlformats.org/officeDocument/2006/relationships/slide" Target="/ppt/slides/slide11.xml" Id="R9f5581423c5c484d" /><Relationship Type="http://schemas.openxmlformats.org/officeDocument/2006/relationships/slide" Target="/ppt/slides/slide12.xml" Id="R3b631d050b034d24" /><Relationship Type="http://schemas.openxmlformats.org/officeDocument/2006/relationships/slide" Target="/ppt/slides/slide13.xml" Id="Rdd451b09a39d4250" /><Relationship Type="http://schemas.openxmlformats.org/officeDocument/2006/relationships/slide" Target="/ppt/slides/slide14.xml" Id="Rd8024f5c61ed4c87" /><Relationship Type="http://schemas.openxmlformats.org/officeDocument/2006/relationships/slide" Target="/ppt/slides/slide15.xml" Id="Rf6a54fd636384a0b" /><Relationship Type="http://schemas.openxmlformats.org/officeDocument/2006/relationships/slide" Target="/ppt/slides/slide16.xml" Id="R93eb65ba43744b1c" /><Relationship Type="http://schemas.openxmlformats.org/officeDocument/2006/relationships/slide" Target="/ppt/slides/slide17.xml" Id="R9241478bcd27479e" /><Relationship Type="http://schemas.openxmlformats.org/officeDocument/2006/relationships/slide" Target="/ppt/slides/slide18.xml" Id="R8941764d7eb94e3b" /><Relationship Type="http://schemas.openxmlformats.org/officeDocument/2006/relationships/slide" Target="/ppt/slides/slide19.xml" Id="Rf1de868d44bb4713" /><Relationship Type="http://schemas.openxmlformats.org/officeDocument/2006/relationships/slide" Target="/ppt/slides/slide20.xml" Id="Rbe743c11a58a446a" /><Relationship Type="http://schemas.openxmlformats.org/officeDocument/2006/relationships/slide" Target="/ppt/slides/slide21.xml" Id="Ra942eee4485f46a2" /><Relationship Type="http://schemas.openxmlformats.org/officeDocument/2006/relationships/slide" Target="/ppt/slides/slide22.xml" Id="R8b9fdf3454b143bb" /><Relationship Type="http://schemas.openxmlformats.org/officeDocument/2006/relationships/slide" Target="/ppt/slides/slide23.xml" Id="R3b56be58ba644ccb" /><Relationship Type="http://schemas.openxmlformats.org/officeDocument/2006/relationships/slide" Target="/ppt/slides/slide24.xml" Id="R89954e179b5e4b9d" /><Relationship Type="http://schemas.openxmlformats.org/officeDocument/2006/relationships/slide" Target="/ppt/slides/slide25.xml" Id="R02fd47639d084a90" /><Relationship Type="http://schemas.openxmlformats.org/officeDocument/2006/relationships/slide" Target="/ppt/slides/slide26.xml" Id="Rab9efe8ba33945c4" /><Relationship Type="http://schemas.openxmlformats.org/officeDocument/2006/relationships/slide" Target="/ppt/slides/slide27.xml" Id="R183eb1909ff34b90" /><Relationship Type="http://schemas.openxmlformats.org/officeDocument/2006/relationships/slide" Target="/ppt/slides/slide28.xml" Id="Ra77e5b1eab0e4f6b" /><Relationship Type="http://schemas.openxmlformats.org/officeDocument/2006/relationships/slide" Target="/ppt/slides/slide29.xml" Id="Ra72c0c736c1547de" /><Relationship Type="http://schemas.openxmlformats.org/officeDocument/2006/relationships/slide" Target="/ppt/slides/slide30.xml" Id="Rcf1eab6d827644f3" /><Relationship Type="http://schemas.openxmlformats.org/officeDocument/2006/relationships/slide" Target="/ppt/slides/slide31.xml" Id="R3294f7ea89364bc9" /><Relationship Type="http://schemas.openxmlformats.org/officeDocument/2006/relationships/slide" Target="/ppt/slides/slide32.xml" Id="R8c47cf11b6694187" /><Relationship Type="http://schemas.openxmlformats.org/officeDocument/2006/relationships/slide" Target="/ppt/slides/slide33.xml" Id="R14df184d734c40c1" /><Relationship Type="http://schemas.openxmlformats.org/officeDocument/2006/relationships/slide" Target="/ppt/slides/slide34.xml" Id="Rf5a657f9951442ef" /><Relationship Type="http://schemas.openxmlformats.org/officeDocument/2006/relationships/slide" Target="/ppt/slides/slide35.xml" Id="R9cb0324cfce74aa6" /><Relationship Type="http://schemas.openxmlformats.org/officeDocument/2006/relationships/slide" Target="/ppt/slides/slide36.xml" Id="Rbd8382af1fa9400e" /><Relationship Type="http://schemas.openxmlformats.org/officeDocument/2006/relationships/slide" Target="/ppt/slides/slide37.xml" Id="R1a5c5a5cc20f4f0d" /><Relationship Type="http://schemas.openxmlformats.org/officeDocument/2006/relationships/slide" Target="/ppt/slides/slide38.xml" Id="Rb67fa23eee524bd7" /><Relationship Type="http://schemas.openxmlformats.org/officeDocument/2006/relationships/slide" Target="/ppt/slides/slide39.xml" Id="R37d0063225d446cc" /><Relationship Type="http://schemas.openxmlformats.org/officeDocument/2006/relationships/slide" Target="/ppt/slides/slide40.xml" Id="Rd4238d8358be4e7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b85ca1b58ad4cb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7bac02ef6f84b6c" /><Relationship Type="http://schemas.openxmlformats.org/officeDocument/2006/relationships/notesMaster" Target="/ppt/notesMasters/notesMaster1.xml" Id="R1088620938a443e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5ff9ff8857e444b" /><Relationship Type="http://schemas.openxmlformats.org/officeDocument/2006/relationships/notesMaster" Target="/ppt/notesMasters/notesMaster1.xml" Id="R6dec31b4ddec41d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6c169901463495d" /><Relationship Type="http://schemas.openxmlformats.org/officeDocument/2006/relationships/notesMaster" Target="/ppt/notesMasters/notesMaster1.xml" Id="Rf6d2ac51669143e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1645614d45547a3" /><Relationship Type="http://schemas.openxmlformats.org/officeDocument/2006/relationships/notesMaster" Target="/ppt/notesMasters/notesMaster1.xml" Id="R2c6e05c4a7654b8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15eb7ef674b46b1" /><Relationship Type="http://schemas.openxmlformats.org/officeDocument/2006/relationships/notesMaster" Target="/ppt/notesMasters/notesMaster1.xml" Id="R82fd55b9d4894a6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8dcd81cc1e54625" /><Relationship Type="http://schemas.openxmlformats.org/officeDocument/2006/relationships/notesMaster" Target="/ppt/notesMasters/notesMaster1.xml" Id="Rbd5d03a5cb2f42b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90223958bb64368" /><Relationship Type="http://schemas.openxmlformats.org/officeDocument/2006/relationships/notesMaster" Target="/ppt/notesMasters/notesMaster1.xml" Id="R6ba5047c77b941d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8abc12d210449a0" /><Relationship Type="http://schemas.openxmlformats.org/officeDocument/2006/relationships/notesMaster" Target="/ppt/notesMasters/notesMaster1.xml" Id="Rc2d02b14024f49c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228d022b4f9425b" /><Relationship Type="http://schemas.openxmlformats.org/officeDocument/2006/relationships/notesMaster" Target="/ppt/notesMasters/notesMaster1.xml" Id="R7ad1e3576a6e413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fee742832b44706" /><Relationship Type="http://schemas.openxmlformats.org/officeDocument/2006/relationships/notesMaster" Target="/ppt/notesMasters/notesMaster1.xml" Id="R88ef887ac887480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b4db22dfbfd4241" /><Relationship Type="http://schemas.openxmlformats.org/officeDocument/2006/relationships/notesMaster" Target="/ppt/notesMasters/notesMaster1.xml" Id="R9000ebf1bfec4e2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e4d8d67150e4e5f" /><Relationship Type="http://schemas.openxmlformats.org/officeDocument/2006/relationships/notesMaster" Target="/ppt/notesMasters/notesMaster1.xml" Id="R2c358484a17a471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e50cbc677744caa" /><Relationship Type="http://schemas.openxmlformats.org/officeDocument/2006/relationships/notesMaster" Target="/ppt/notesMasters/notesMaster1.xml" Id="Rbaf92cbc178d421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6a979a38c85466f" /><Relationship Type="http://schemas.openxmlformats.org/officeDocument/2006/relationships/notesMaster" Target="/ppt/notesMasters/notesMaster1.xml" Id="R98252e584c19486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530caaed3744199" /><Relationship Type="http://schemas.openxmlformats.org/officeDocument/2006/relationships/notesMaster" Target="/ppt/notesMasters/notesMaster1.xml" Id="R428d7f80006d42a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afdfb266603422c" /><Relationship Type="http://schemas.openxmlformats.org/officeDocument/2006/relationships/notesMaster" Target="/ppt/notesMasters/notesMaster1.xml" Id="R0443b7901b32459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58450d45d0a41e2" /><Relationship Type="http://schemas.openxmlformats.org/officeDocument/2006/relationships/notesMaster" Target="/ppt/notesMasters/notesMaster1.xml" Id="R93b2e98051c4459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15b303a71364b14" /><Relationship Type="http://schemas.openxmlformats.org/officeDocument/2006/relationships/notesMaster" Target="/ppt/notesMasters/notesMaster1.xml" Id="R2e358bc4a1434de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7abb12047b94105" /><Relationship Type="http://schemas.openxmlformats.org/officeDocument/2006/relationships/notesMaster" Target="/ppt/notesMasters/notesMaster1.xml" Id="Rba8f19cce7fa44b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fcfd493bdce4ba2" /><Relationship Type="http://schemas.openxmlformats.org/officeDocument/2006/relationships/notesMaster" Target="/ppt/notesMasters/notesMaster1.xml" Id="R0a74ad9badd74316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2a037d82e3144a80" /><Relationship Type="http://schemas.openxmlformats.org/officeDocument/2006/relationships/notesMaster" Target="/ppt/notesMasters/notesMaster1.xml" Id="Rdd206ca1f4c6478a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e1b4d3de5d254d0d" /><Relationship Type="http://schemas.openxmlformats.org/officeDocument/2006/relationships/notesMaster" Target="/ppt/notesMasters/notesMaster1.xml" Id="Rfe3f8ba4c27545b5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723a3fad368045db" /><Relationship Type="http://schemas.openxmlformats.org/officeDocument/2006/relationships/notesMaster" Target="/ppt/notesMasters/notesMaster1.xml" Id="Rd1d41d73277f4b17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fefd33a19b6b4e90" /><Relationship Type="http://schemas.openxmlformats.org/officeDocument/2006/relationships/notesMaster" Target="/ppt/notesMasters/notesMaster1.xml" Id="R7f7122f2e9424be1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9aa219338409402a" /><Relationship Type="http://schemas.openxmlformats.org/officeDocument/2006/relationships/notesMaster" Target="/ppt/notesMasters/notesMaster1.xml" Id="R50d9f31e3cab41d3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2416c2fb91a746a7" /><Relationship Type="http://schemas.openxmlformats.org/officeDocument/2006/relationships/notesMaster" Target="/ppt/notesMasters/notesMaster1.xml" Id="R3e65ce2ee2ed42b9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6068afe7bc024f27" /><Relationship Type="http://schemas.openxmlformats.org/officeDocument/2006/relationships/notesMaster" Target="/ppt/notesMasters/notesMaster1.xml" Id="R3dd5015a26c54285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17106fc03a434c7a" /><Relationship Type="http://schemas.openxmlformats.org/officeDocument/2006/relationships/notesMaster" Target="/ppt/notesMasters/notesMaster1.xml" Id="R309ce4b7bf814643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b2c2288691b94f57" /><Relationship Type="http://schemas.openxmlformats.org/officeDocument/2006/relationships/notesMaster" Target="/ppt/notesMasters/notesMaster1.xml" Id="R847ee96e86b142d7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c86a98801b894d78" /><Relationship Type="http://schemas.openxmlformats.org/officeDocument/2006/relationships/notesMaster" Target="/ppt/notesMasters/notesMaster1.xml" Id="Rce7addd5dfef4b00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6182882cc95e4c98" /><Relationship Type="http://schemas.openxmlformats.org/officeDocument/2006/relationships/notesMaster" Target="/ppt/notesMasters/notesMaster1.xml" Id="R886f77c211cc4d50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23b82618a4bc442f" /><Relationship Type="http://schemas.openxmlformats.org/officeDocument/2006/relationships/notesMaster" Target="/ppt/notesMasters/notesMaster1.xml" Id="R376430d9e8254117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fad2bddfc3a643fb" /><Relationship Type="http://schemas.openxmlformats.org/officeDocument/2006/relationships/notesMaster" Target="/ppt/notesMasters/notesMaster1.xml" Id="R0b8c58ab3024483f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31ef19349ef0474e" /><Relationship Type="http://schemas.openxmlformats.org/officeDocument/2006/relationships/notesMaster" Target="/ppt/notesMasters/notesMaster1.xml" Id="Rb0aaba3634134b53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0b981f03a81543b9" /><Relationship Type="http://schemas.openxmlformats.org/officeDocument/2006/relationships/notesMaster" Target="/ppt/notesMasters/notesMaster1.xml" Id="Ra5f165ea268d4a8d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c939ea395e2348a8" /><Relationship Type="http://schemas.openxmlformats.org/officeDocument/2006/relationships/notesMaster" Target="/ppt/notesMasters/notesMaster1.xml" Id="R4a1c4daf2f884d6c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80bb7abe91124f9c" /><Relationship Type="http://schemas.openxmlformats.org/officeDocument/2006/relationships/notesMaster" Target="/ppt/notesMasters/notesMaster1.xml" Id="Rb5579704c0d94d9e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d7283b3e7352417d" /><Relationship Type="http://schemas.openxmlformats.org/officeDocument/2006/relationships/notesMaster" Target="/ppt/notesMasters/notesMaster1.xml" Id="R73873069f8674eb3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e86d971498ea4546" /><Relationship Type="http://schemas.openxmlformats.org/officeDocument/2006/relationships/notesMaster" Target="/ppt/notesMasters/notesMaster1.xml" Id="R8035ae04ff174a41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3df2580c865844c8" /><Relationship Type="http://schemas.openxmlformats.org/officeDocument/2006/relationships/notesMaster" Target="/ppt/notesMasters/notesMaster1.xml" Id="Re74472aeb2584d8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fba022750a4a2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6a2360d6c73449a" /><Relationship Type="http://schemas.openxmlformats.org/officeDocument/2006/relationships/slideLayout" Target="/ppt/slideLayouts/slideLayout1.xml" Id="R186da3dd6c324e4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86da3dd6c324e4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a7b8b087514d67" /><Relationship Type="http://schemas.openxmlformats.org/officeDocument/2006/relationships/notesSlide" Target="/ppt/notesSlides/notesSlide1.xml" Id="Rd04bc9659b624e3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0c818992074b29" /><Relationship Type="http://schemas.openxmlformats.org/officeDocument/2006/relationships/notesSlide" Target="/ppt/notesSlides/notesSlide2.xml" Id="Rc5e5fc2565d24a9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a349f967f74890" /><Relationship Type="http://schemas.openxmlformats.org/officeDocument/2006/relationships/notesSlide" Target="/ppt/notesSlides/notesSlide3.xml" Id="R088c310377fa42d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fcaed63e8146f6" /><Relationship Type="http://schemas.openxmlformats.org/officeDocument/2006/relationships/notesSlide" Target="/ppt/notesSlides/notesSlide4.xml" Id="R7519e59c2c1e44e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85f1510cf44893" /><Relationship Type="http://schemas.openxmlformats.org/officeDocument/2006/relationships/notesSlide" Target="/ppt/notesSlides/notesSlide5.xml" Id="R398e93ed0501440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19249183404507" /><Relationship Type="http://schemas.openxmlformats.org/officeDocument/2006/relationships/notesSlide" Target="/ppt/notesSlides/notesSlide6.xml" Id="R9722c815d3ce4ca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ed6feb8ee34394" /><Relationship Type="http://schemas.openxmlformats.org/officeDocument/2006/relationships/notesSlide" Target="/ppt/notesSlides/notesSlide7.xml" Id="Rac016d6bf48e49a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8db5c6422b429d" /><Relationship Type="http://schemas.openxmlformats.org/officeDocument/2006/relationships/notesSlide" Target="/ppt/notesSlides/notesSlide8.xml" Id="R5f0af423458e42b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7e7e3cde864f73" /><Relationship Type="http://schemas.openxmlformats.org/officeDocument/2006/relationships/notesSlide" Target="/ppt/notesSlides/notesSlide9.xml" Id="R6bed9d692f6449f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90e3e123f24199" /><Relationship Type="http://schemas.openxmlformats.org/officeDocument/2006/relationships/notesSlide" Target="/ppt/notesSlides/notesSlide10.xml" Id="Rfb2779ce725043a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898376c26d42d6" /><Relationship Type="http://schemas.openxmlformats.org/officeDocument/2006/relationships/notesSlide" Target="/ppt/notesSlides/notesSlide11.xml" Id="R68e9a0028adb4e6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f318eeb5284a92" /><Relationship Type="http://schemas.openxmlformats.org/officeDocument/2006/relationships/notesSlide" Target="/ppt/notesSlides/notesSlide12.xml" Id="Rfe0c07e8490448a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29cf991c454c91" /><Relationship Type="http://schemas.openxmlformats.org/officeDocument/2006/relationships/notesSlide" Target="/ppt/notesSlides/notesSlide13.xml" Id="R834c28bcbbed45a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a1cf971af44c1e" /><Relationship Type="http://schemas.openxmlformats.org/officeDocument/2006/relationships/notesSlide" Target="/ppt/notesSlides/notesSlide14.xml" Id="Rd010bd1bedd0493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3b2ece714e4a60" /><Relationship Type="http://schemas.openxmlformats.org/officeDocument/2006/relationships/notesSlide" Target="/ppt/notesSlides/notesSlide15.xml" Id="Rd7c55ce8f55b403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0ccd4ae39f4112" /><Relationship Type="http://schemas.openxmlformats.org/officeDocument/2006/relationships/notesSlide" Target="/ppt/notesSlides/notesSlide16.xml" Id="Rb6a333eb45f1453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a68be92c064773" /><Relationship Type="http://schemas.openxmlformats.org/officeDocument/2006/relationships/notesSlide" Target="/ppt/notesSlides/notesSlide17.xml" Id="R2f5cbdb7a9fa45f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2e75fc237e451c" /><Relationship Type="http://schemas.openxmlformats.org/officeDocument/2006/relationships/notesSlide" Target="/ppt/notesSlides/notesSlide18.xml" Id="R7ecce8f541d7407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472f38fffb404d" /><Relationship Type="http://schemas.openxmlformats.org/officeDocument/2006/relationships/notesSlide" Target="/ppt/notesSlides/notesSlide19.xml" Id="Rf5689224d5d64bf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e63c79879344fd" /><Relationship Type="http://schemas.openxmlformats.org/officeDocument/2006/relationships/notesSlide" Target="/ppt/notesSlides/notesSlide20.xml" Id="Rca154fbe44474e3e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b0d9de569e4e56" /><Relationship Type="http://schemas.openxmlformats.org/officeDocument/2006/relationships/notesSlide" Target="/ppt/notesSlides/notesSlide21.xml" Id="Re6f3aae827fa4383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c16189fa224e29" /><Relationship Type="http://schemas.openxmlformats.org/officeDocument/2006/relationships/notesSlide" Target="/ppt/notesSlides/notesSlide22.xml" Id="R4964f5827216413d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fcb6a3da3f4b66" /><Relationship Type="http://schemas.openxmlformats.org/officeDocument/2006/relationships/notesSlide" Target="/ppt/notesSlides/notesSlide23.xml" Id="R4ec9c359c8f84290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b4e02a7be2478b" /><Relationship Type="http://schemas.openxmlformats.org/officeDocument/2006/relationships/notesSlide" Target="/ppt/notesSlides/notesSlide24.xml" Id="R76fc8e87ee344ae7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ba6906e903449f" /><Relationship Type="http://schemas.openxmlformats.org/officeDocument/2006/relationships/notesSlide" Target="/ppt/notesSlides/notesSlide25.xml" Id="Rb9dbcffb8e0d4ce7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3111fc0e5b49c0" /><Relationship Type="http://schemas.openxmlformats.org/officeDocument/2006/relationships/notesSlide" Target="/ppt/notesSlides/notesSlide26.xml" Id="R1433a30eeaa647f9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cb71100da04514" /><Relationship Type="http://schemas.openxmlformats.org/officeDocument/2006/relationships/notesSlide" Target="/ppt/notesSlides/notesSlide27.xml" Id="Rc4f9f1e5f86a4c87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583b23b64b487e" /><Relationship Type="http://schemas.openxmlformats.org/officeDocument/2006/relationships/notesSlide" Target="/ppt/notesSlides/notesSlide28.xml" Id="R93deb6fa5cd34438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cfbf0126e34f1b" /><Relationship Type="http://schemas.openxmlformats.org/officeDocument/2006/relationships/notesSlide" Target="/ppt/notesSlides/notesSlide29.xml" Id="R6c07718bb81f4b3d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babb9c4e33491a" /><Relationship Type="http://schemas.openxmlformats.org/officeDocument/2006/relationships/notesSlide" Target="/ppt/notesSlides/notesSlide30.xml" Id="Rbcdef5d05aed4f4e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759f6123c04214" /><Relationship Type="http://schemas.openxmlformats.org/officeDocument/2006/relationships/notesSlide" Target="/ppt/notesSlides/notesSlide31.xml" Id="R64b7e647d52443b5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fbea8ce8544999" /><Relationship Type="http://schemas.openxmlformats.org/officeDocument/2006/relationships/notesSlide" Target="/ppt/notesSlides/notesSlide32.xml" Id="Rc5b5788c776e4fdc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27091c1e9d4e31" /><Relationship Type="http://schemas.openxmlformats.org/officeDocument/2006/relationships/notesSlide" Target="/ppt/notesSlides/notesSlide33.xml" Id="R2edf7a7f2127444c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2b556597c34c5e" /><Relationship Type="http://schemas.openxmlformats.org/officeDocument/2006/relationships/notesSlide" Target="/ppt/notesSlides/notesSlide34.xml" Id="R515067f92c4943fb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500bec1330494b" /><Relationship Type="http://schemas.openxmlformats.org/officeDocument/2006/relationships/notesSlide" Target="/ppt/notesSlides/notesSlide35.xml" Id="Rb6f72f172190402b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815df780f84030" /><Relationship Type="http://schemas.openxmlformats.org/officeDocument/2006/relationships/notesSlide" Target="/ppt/notesSlides/notesSlide36.xml" Id="Rca9a74c736a54aa2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82194cd8d6475f" /><Relationship Type="http://schemas.openxmlformats.org/officeDocument/2006/relationships/notesSlide" Target="/ppt/notesSlides/notesSlide37.xml" Id="Rda5317a2ac474785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be135c17f147ee" /><Relationship Type="http://schemas.openxmlformats.org/officeDocument/2006/relationships/notesSlide" Target="/ppt/notesSlides/notesSlide38.xml" Id="Rdb120033bad14270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4412c6f43344c9" /><Relationship Type="http://schemas.openxmlformats.org/officeDocument/2006/relationships/notesSlide" Target="/ppt/notesSlides/notesSlide39.xml" Id="R4fd7962987ce46b5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ddebf9810144fd" /><Relationship Type="http://schemas.openxmlformats.org/officeDocument/2006/relationships/notesSlide" Target="/ppt/notesSlides/notesSlide40.xml" Id="R230032092807417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AE6AEA-29B3-4621-9470-2B02F9862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997A86-9F05-46E9-B670-3FD307BEA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Vector calculus and its applications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7769FD-6F43-4DEA-AAB1-5F8821CCD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Calculus, Laplace Transforms and Numerical Techniques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1BMATE201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40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14FD27-A67B-4846-A206-6155C8A4C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E1A1DB-ED6D-4225-9408-A804F27A4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DF6935-C2F9-44A1-B03F-AE77B8A52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823BB3-2C6F-450E-93F8-0774ECF8E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1768BB-7276-4DC0-AD92-497988926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0592CE-8158-47B6-A765-23B00E6CF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4F3E0E-4A31-4028-8328-DB749A1EC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663366-053B-4EDD-96B3-26EBC1DD6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E72AB0-6D4F-4EED-9E91-665F8394D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9C877A-4D3F-47AF-8258-A46F87049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Calculus, Laplace Transforms and Numerical Techniques</a:t>
            </a:r>
          </a:p>
        </p:txBody>
      </p:sp>
    </p:spTree>
    <p:extLst>
      <p:ext uri="{BB962C8B-B14F-4D97-AF65-F5344CB8AC3E}">
        <p14:creationId xmlns:p14="http://schemas.microsoft.com/office/powerpoint/2010/main" val="14242576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D37B1D-3402-47FE-BAC3-C7E075D40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E1AB35-2EA9-44C2-BFB9-B7E431834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AD1385-79D0-42C7-B994-88E468D89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FF669B-4CB5-4C2C-AC69-5AE1FB773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385CD7-77CA-44E2-B8D8-C7E6221B6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1B6DE6-5026-4A2C-9C11-27C695796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B4BE16-BB9E-442A-9544-6A4A674DE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BBC88D-49C0-46F7-A8FC-49230FDFD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462E46-7962-4E28-A0BA-B1E14EC93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715A01-ABDB-41FA-AF53-C0B668CC4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07746E-7C9B-4B4B-A20E-3AB0520A5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50B9AB-64C2-485F-8075-045DB2CD4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B28745-03AD-446D-BA37-F6E12EB34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538061-A11D-400C-A7E5-39AF3B347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50466E-C635-41A2-B32F-28817BD25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Calculus, Laplace Transforms and Numerical Techniques</a:t>
            </a:r>
          </a:p>
        </p:txBody>
      </p:sp>
    </p:spTree>
    <p:extLst>
      <p:ext uri="{BB962C8B-B14F-4D97-AF65-F5344CB8AC3E}">
        <p14:creationId xmlns:p14="http://schemas.microsoft.com/office/powerpoint/2010/main" val="67433358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4654D0-7619-420C-8BD0-EF1E1E931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780143-071D-4255-8191-79A2DD47B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1D2590-98F0-4B4D-8025-2AEA1A8FB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BD903D-5721-41E2-87D4-193494FB4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A5F089-E05D-4722-9735-3E8E88F7C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2E0B4A-2E55-47EA-A106-15B0196AA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AA617C-72AC-4008-A1B8-46FAEFC32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01E378-06EC-45FC-9BEE-365F167F3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3A90F7-7EC1-4AFC-AE9D-6D905DB27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Vector calculus and its applications (8 Hours Theory + 4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38711A-5304-4A14-832E-83F8A5535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A0D20E-2B01-48DC-8AFD-12119B0C6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15208C-19EE-4F1C-A254-0CA845AA9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Vector differentiation: Scalar and vector fields, gradien...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C06CA8-55DA-4AF4-8508-F47FAEFB2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EE9E8C-B667-49A2-A2A9-3A35F1E9A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0FEEC4-7563-495E-836F-3B6854FEF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Integration: Line integrals, Statement of Green's and Sto...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5B0A98-5010-4A49-9E57-A690040C1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7EE7A2-CBC0-4762-8A47-839BBF60F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25AEE9-E17C-45C1-821C-3597D1233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052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TextBook-1: Chapter-8.4- 8.14.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C319F3-0067-4EE2-B4DE-AD9D3E677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052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9CB557-8EC3-4BB7-9D73-4144C5BC5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Calculus, Laplace Transforms and Numerical Techniques</a:t>
            </a:r>
          </a:p>
        </p:txBody>
      </p:sp>
    </p:spTree>
    <p:extLst>
      <p:ext uri="{BB962C8B-B14F-4D97-AF65-F5344CB8AC3E}">
        <p14:creationId xmlns:p14="http://schemas.microsoft.com/office/powerpoint/2010/main" val="133218556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E9CBA3-705A-46E0-820F-BEF3A3FA6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7C3FAF-7684-4F9C-8004-B6A6D66A6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7C9D25-72C5-44A7-9012-038D0E985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1A6514-B0AA-49DA-97F5-9C8468E9A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B4BB58-EC83-45D8-9345-574007C4F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CD2AA4-E240-46A0-AA4F-81458291F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47328F-5D55-4A65-8A5A-FF7E79B6F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8E86E2-2B42-418B-9581-2BD1B7B54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Vector calculus and its applications (8 Hours Theory + 4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EF0B68-AE3F-4E7D-AE25-99405B19D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81ADC0-8CB3-4959-A370-3406556F7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185753-DB4A-4F24-9348-6B8422B0A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Vector differentiation: Scalar and vector fields, gradien...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AA5689-4EB5-4163-A4C0-43FFDB840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762C0A-1A45-4414-B49B-E5405B56A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9694B5-2AE9-42C4-B2B1-6D148FB37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Integration: Line integrals, Statement of Green's and Sto...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6578A1-84BC-4F58-A6D7-860BFB5A7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F0091A-3B3D-4157-B7B6-EB26AB48D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E4AC00-E3D9-4248-8397-DAE791A3C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TextBook-1: Chapter-8.4- 8.14.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48D02E-0AD0-42D3-83AE-58FA79B80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2A8E14-6FF6-4DD7-A568-2026B71BF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1E9387-B380-4E3E-94AB-CE03017A8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Calculus, Laplace Transforms and Numerical Techniques</a:t>
            </a:r>
          </a:p>
        </p:txBody>
      </p:sp>
    </p:spTree>
    <p:extLst>
      <p:ext uri="{BB962C8B-B14F-4D97-AF65-F5344CB8AC3E}">
        <p14:creationId xmlns:p14="http://schemas.microsoft.com/office/powerpoint/2010/main" val="13017312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BE4961-1A77-4C12-B7D6-66405BB38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7B2899-9B87-487E-BA97-2A0C604FE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04AEED-1F46-4D9D-BC08-9FE03150B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14AB5C-43B5-4D5D-9030-83D2C120E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82E810-423C-47DC-87A3-73BC454BE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Vector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EC6934-06C7-415A-BB33-4BB46359A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calculus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8349B8-F405-4A03-933B-BAD9A5CF5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applications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6F9029-3E14-4216-90F7-522FAA86D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Tutorial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C55D3D-3795-47BC-A676-43B3DF874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differentiation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D76750-4944-42B6-92CB-9D2F3970F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Scalar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2DE789-DD89-4928-B55A-A2DEC44D0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fields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856B06-5AD3-4601-9486-8BE03B988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gradient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997542-1921-4F74-8636-720EED472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field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97E0E1-1BE3-4E23-BD54-CA5F5C71A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directional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AC16D8-8A87-4A0F-A485-3E76549A6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14E53E-1B94-459F-AF26-DBE4E4237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Calculus, Laplace Transforms and Numerical Techniques</a:t>
            </a:r>
          </a:p>
        </p:txBody>
      </p:sp>
    </p:spTree>
    <p:extLst>
      <p:ext uri="{BB962C8B-B14F-4D97-AF65-F5344CB8AC3E}">
        <p14:creationId xmlns:p14="http://schemas.microsoft.com/office/powerpoint/2010/main" val="35767365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9E2757-58DC-40E7-AE3A-40929071B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BAB4A5-817A-4B5B-83D3-261C71900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5C538A-4D1C-4BAA-BFEC-DED59D39A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0E8E70-63FA-4B9F-9B7F-105CFA6DC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CB88D2-4ACB-4A19-84B9-9B3F8C965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Vector calculus and its applications (8 Hours Theory + 4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BBD15A-B840-460D-93B3-558D4C06E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 method gives a dependable way to translate Vector calculus and its applications (8 H... into solvable mathematical steps.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4B45D8-85A3-4A28-98FC-EC246012C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CE1507-1963-4DAF-AA04-C58107EF6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9B6999-80D1-4248-BA00-FDD6440EA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62EEF5-F81E-4ECB-8F6F-0BD16D292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169FE6-3C2B-4B61-8504-6D49DB710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935351-D93C-4B0C-AAE6-B8CA0C6DD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BEE87F-0F49-4E5E-A574-F69B8BC86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8D7FC3-B5E3-4967-B2F0-6D6F4D8AA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F076C2-A078-4AC2-BB52-CE4246CA9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19F499-D82C-46FA-9142-FBA1AA3B7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Calculus, Laplace Transforms and Numerical Techniques</a:t>
            </a:r>
          </a:p>
        </p:txBody>
      </p:sp>
    </p:spTree>
    <p:extLst>
      <p:ext uri="{BB962C8B-B14F-4D97-AF65-F5344CB8AC3E}">
        <p14:creationId xmlns:p14="http://schemas.microsoft.com/office/powerpoint/2010/main" val="26186885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0315A8-D186-431A-9B7A-DC941D33A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2BAEB0-B89B-4DF8-8A45-84B19F2CD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E24190-F146-4521-865B-8EBA7039D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631F38-ED50-4829-85D3-8E32ABAED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174786-99FF-454D-BFAB-BEB191539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BB7C88-CBC8-45CC-B070-5F0701419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884CAF-DA0E-4DAA-A33F-A8B48009D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DDEECC-1229-49A9-BE35-832973150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BC536E-12C1-420D-B1F0-2C06F5B4E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 explains one necessary part of Vector calculus...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31102E-213B-4AA8-ADE5-92EB212E2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EB7D29-C8B3-45DA-A04B-A34525DF5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BF7F9B-2073-464E-B15F-A62607AD9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 explains one necessary part of Vector cal...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A388E9-C7FE-43C3-87AB-92A148F96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069006-6B37-4870-8734-7AB2E298E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393440-0A4C-4F01-8DC4-23DAAA3DA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 explains one necessary part of Vector...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1A29B3-801A-4B89-9345-8DE8653C6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9EEED9-36E7-408C-94A1-7B22BBAF9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30224A-C11A-4D3B-A53D-BCD2507B2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 explains one necessary part of Vector calcul...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4099AF-65D4-444F-81B1-DA39E04A4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8BC5FE-FAFA-476B-AC3F-055178105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A477E7-38D6-4509-9F04-55E0CC2B8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 explains one necessary part of Vector calc...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9F1337-86EA-4865-83AF-9E3278B55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B2036B-9DF7-4034-A8BE-73EC41C29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Calculus, Laplace Transforms and Numerical Techniques</a:t>
            </a:r>
          </a:p>
        </p:txBody>
      </p:sp>
    </p:spTree>
    <p:extLst>
      <p:ext uri="{BB962C8B-B14F-4D97-AF65-F5344CB8AC3E}">
        <p14:creationId xmlns:p14="http://schemas.microsoft.com/office/powerpoint/2010/main" val="57712728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0DF45F-0DE0-4FE9-BC5D-0E98A12C5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E3A2E6-21A4-476A-A812-0EC82679A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C70462-62DE-49BD-92DD-715B02BBC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257B23-E6AF-4F9C-AC8E-53FB040E0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2A19B7-F8E9-417A-A371-A224103B4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1B7AC6-EC66-432B-AD1B-E039AEB78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8B5F6A-E408-4663-8291-E0C2C308F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2953FB-988A-4B48-97ED-F85029C2F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5935C4-30D2-44DB-8DE6-1F4587174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28A9E9-7D74-4DAF-B173-95A028B82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D80AED-903B-4A2E-98AF-8828A3C0D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CCDDD3-9665-4D4A-878E-99E66D602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8EF6E6-67A4-45CE-9D4D-8D948267B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3E9E97-37CC-4C19-B2AA-3B32B12E5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the problem: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List known values: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the formula: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Substitute carefully: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Simplify step by step: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Check units/domain: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3FD65C-63A8-44D0-85EA-9802A1D47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Calculus, Laplace Transforms and Numerical Techniques</a:t>
            </a:r>
          </a:p>
        </p:txBody>
      </p:sp>
    </p:spTree>
    <p:extLst>
      <p:ext uri="{BB962C8B-B14F-4D97-AF65-F5344CB8AC3E}">
        <p14:creationId xmlns:p14="http://schemas.microsoft.com/office/powerpoint/2010/main" val="71917159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1656C2-67AE-4340-8E83-28F4812B1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678EB5-AD69-410E-B3E4-7AA5B6F48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CF9FB2-A86F-4D89-8187-6BC88337E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225933-3225-44D1-9EF4-F075054A9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F5E1F6-B143-414C-A401-AD552306D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E6468F-2C1A-4CCC-AB7A-0EFBBCCF4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Vector calculus and its applications (8 Hours Theory + 4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18A78A-24BB-421F-AA59-2CB28FFD5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6818AB-8D57-4A72-99D7-3C82DC4C4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Jumping from theorem to answer without showing conditions, substitution, or intermediate simplification.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06F5F6-2F3A-4711-A418-EA77A81BF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374013-5D5A-445A-9A5E-E1373DF18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AC7705-E8DB-4D96-9E73-ACD647BB9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Calculus, Laplace Transforms and Numerical Techniques</a:t>
            </a:r>
          </a:p>
        </p:txBody>
      </p:sp>
    </p:spTree>
    <p:extLst>
      <p:ext uri="{BB962C8B-B14F-4D97-AF65-F5344CB8AC3E}">
        <p14:creationId xmlns:p14="http://schemas.microsoft.com/office/powerpoint/2010/main" val="7533621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E78FCD-5985-41C1-9163-2B469C0B8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E2662B-C1ED-4225-A845-351C722DF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9F40A2-4B9E-49EC-9C64-04F8E41C5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49D542-1B38-4B87-80BC-0C53C6075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9FD664-7DD3-4803-B9E3-726B9E9E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Vector differentiation: Scalar and vector fields, gradient of a scalar field, directional derivatives, divergen...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AAD401-ABDF-4E02-B7C8-5D26F7D19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 method gives a dependable way to translate Vector differentiation: Scalar and vector... into solvable mathematical steps.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CE1803-B524-4304-A982-333D9B0B8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D99085-4EA4-4EB2-AD04-14839C2A1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759EC5-1E3A-469D-AE90-0CAA0C2A7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8EEFFB-7987-42C5-9723-29AA60FD0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FE8B8C-4720-4813-8A51-60F558109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D5439F-2844-463D-9299-DBA0FDD01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7F5B5F-78A7-4988-A310-73BCA19AF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526212-0E1D-41F7-AD23-1E2D9992B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38AAB3-63E1-44B3-9586-996EEDCA7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F453A7-A91F-4505-BA98-DC606298E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Calculus, Laplace Transforms and Numerical Techniques</a:t>
            </a:r>
          </a:p>
        </p:txBody>
      </p:sp>
    </p:spTree>
    <p:extLst>
      <p:ext uri="{BB962C8B-B14F-4D97-AF65-F5344CB8AC3E}">
        <p14:creationId xmlns:p14="http://schemas.microsoft.com/office/powerpoint/2010/main" val="90110981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C6C138-93EB-4028-A89C-45DDA3A5D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A818C9-2971-4D43-ABD4-C887A228E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EAEF40-37E3-4B17-9AF7-C55844AFB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D069C9-057E-40B0-A6F6-C10016F70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449304-EDA9-4AB2-AD56-9013372A5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803C97-3FE7-4B77-A0D5-3C6C66483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BF1820-26BD-458E-B059-7914B8C6C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2E29F5-ACA9-485A-9980-F794AC4A8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3D9684-9C57-485C-A7B1-A9ACC0F5A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 explains one necessary part of Vector differen...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450D7F-28AD-4577-93A5-122438F5C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62FF2E-82E5-40DD-A700-86BB4F797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C9A873-48E3-49DF-A5E0-1DF20D2A4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 explains one necessary part of Vector dif...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4CB2B6-FBC1-485F-A1F7-B8796AD19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44C4C3-D3DA-45B0-B23A-B10AC2E0D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905B41-974F-44A6-9269-520DA8914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 explains one necessary part of Vector...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1C62A5-AC78-4C76-AAA8-7363DCCCA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1B4D60-8C3B-40CE-AF91-A757903E3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A7650A-8503-4FBB-9779-B943E9B3C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 explains one necessary part of Vector differ...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515AA2-5231-48C0-8126-7DDC71064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8E41EE-F959-4008-8689-D0A52F045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01458F-3540-493F-8B37-A4F7F69BE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 explains one necessary part of Vector diff...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567CBE-D1A5-46C8-975D-EFEB23493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4C445F-4BD1-4F50-AFC8-D748014F9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Calculus, Laplace Transforms and Numerical Techniques</a:t>
            </a:r>
          </a:p>
        </p:txBody>
      </p:sp>
    </p:spTree>
    <p:extLst>
      <p:ext uri="{BB962C8B-B14F-4D97-AF65-F5344CB8AC3E}">
        <p14:creationId xmlns:p14="http://schemas.microsoft.com/office/powerpoint/2010/main" val="74911135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9E26D8-D765-4987-831E-D104883AF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6B2CA1-331F-4EA8-94CE-54EED0ADF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8F6BCA-E6B0-4F53-9400-DE2A7EC1F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A9389D-83A1-4E6E-A41A-2AFE21F11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0699FC-BA22-497B-AC77-264BC7798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37A51A-DC24-4509-B579-3011D4AC1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F53BE4-5184-42AE-9E0E-F197A3F7C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8EB975-4F79-4809-B939-2CE0B4397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9A63C6-FA24-40B5-95DB-5F570B668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ACDB9A-F296-46FF-8426-19A69F239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40D1F9-3AEB-4E1F-986F-ECAF0C07D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1EB178-FD62-4CC7-833A-395588C7B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9E98C0-8588-4E93-8BB2-85B2557DB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DD2DB2-6A44-4979-ABDE-6853B0445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the problem: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List known values: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the formula: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Substitute carefully: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Simplify step by step: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Check units/domain: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834395-68EB-4F05-B268-A1D0BA8ED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Calculus, Laplace Transforms and Numerical Techniques</a:t>
            </a:r>
          </a:p>
        </p:txBody>
      </p:sp>
    </p:spTree>
    <p:extLst>
      <p:ext uri="{BB962C8B-B14F-4D97-AF65-F5344CB8AC3E}">
        <p14:creationId xmlns:p14="http://schemas.microsoft.com/office/powerpoint/2010/main" val="144029122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A19971-186D-4AD7-B654-ECCB6FBC9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44497B-D28A-4429-AD4A-E5EE1C388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7F7C62-253F-486E-92B2-4A59B4944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6C17F0-576D-4080-8BAE-753F963D7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E0CB5B-B31A-4A2C-B9F0-84AAAAB39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97239B-0728-4B42-BE7F-44F4B7E70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Vector differentiation: Scalar and vector fields, gradien...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9E1C1E-8BDE-44C3-B7BE-6DA874461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45BF19-CE71-4A5F-BEF8-899A0A280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Jumping from theorem to answer without showing conditions, substitution, or intermediate simplification.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9895D9-EDBD-46A2-9A4A-356F95BBD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850ED0-BA9F-40B9-A99C-E0377B1DE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FD49BC-2625-410F-8D48-47B430484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Calculus, Laplace Transforms and Numerical Techniques</a:t>
            </a:r>
          </a:p>
        </p:txBody>
      </p:sp>
    </p:spTree>
    <p:extLst>
      <p:ext uri="{BB962C8B-B14F-4D97-AF65-F5344CB8AC3E}">
        <p14:creationId xmlns:p14="http://schemas.microsoft.com/office/powerpoint/2010/main" val="75080797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3B393B-930E-4D56-B03F-5F42B9971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FE2493-36E3-4F4A-9302-AA2B36F98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A92030-362C-406C-A744-9D0EBFA38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D59DE7-398E-4289-B8C6-B37A5CB46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899B4B-7D14-49C4-B60F-573465451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Integration: Line integrals, Statement of Green's and Stokes' theorem without verification problems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57C2DC-D35B-48BF-8BFC-FF69643CC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 method gives a dependable way to translate Integration: Line integrals, Statement of... into solvable mathematical steps.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68C0F6-ED8D-4C2A-B780-EE8A77673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2EEA79-9B8D-45E1-BC60-DECC60EC2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58F8AC-60E8-4E77-8AFC-732600404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0E99DA-4CB8-45E8-882B-13742327E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25B414-8BF1-4CBC-984C-B0F4E881A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CC1D5D-A962-461D-8B28-373B380BE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037B9E-2B60-45C2-BB0C-4AAB48A4A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A9E5EE-26CF-42B2-8600-4922BBCF2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67D1BE-4AE9-4483-B17D-8D82D87D3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39DD23-6F46-47E3-8C53-E20C74F54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Calculus, Laplace Transforms and Numerical Techniques</a:t>
            </a:r>
          </a:p>
        </p:txBody>
      </p:sp>
    </p:spTree>
    <p:extLst>
      <p:ext uri="{BB962C8B-B14F-4D97-AF65-F5344CB8AC3E}">
        <p14:creationId xmlns:p14="http://schemas.microsoft.com/office/powerpoint/2010/main" val="181415453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669232-B96A-4A9F-A7DE-CCFB9EF6C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3F729D-383C-46BA-955E-7645D3853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21A4D7-51F5-43A7-AD90-78D90085D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9F3DBD-0400-4CF9-8D59-95748E0B1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320168-ABBB-420C-A57B-4CF203242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0B3E8D-4E77-4CF9-8602-21B12FF89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ED1F46-229E-4F70-800E-45EE8C7FC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8DD9A3-5C14-4555-A29A-43315C134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D291F5-7E62-4C59-9DBA-6D3F92674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 explains one necessary part of Integration: Li...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72E2F7-1C0A-41DE-95D9-64785C6AB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B5EA0B-2DE4-4942-91BC-C65B0C17F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5D91EB-7256-4EEF-90B9-519A1A675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 explains one necessary part of Integratio...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B83FA9-B63D-4627-A001-7A9C327E7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04F2F7-48AA-411A-ADD8-92119C2CA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BDA372-B161-4C30-B0D3-CBC92C4A4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 explains one necessary part of Integra...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444BC1-B7B0-482A-8262-F0E752E63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DD69D0-D97F-4CC7-8A82-EF3DF7AE9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0F0A71-C7BC-40BD-B311-1B76A0036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 explains one necessary part of Integration:...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BA2831-BC26-419D-BD90-42F13CDCC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C85209-525A-4B58-A287-ED6597223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458791-3EE3-4447-A770-8202B9B25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 explains one necessary part of Integration...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88F9BE-7524-4DA6-BDD9-F0A8C34B9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3D1A77-6C01-46B7-9497-14B59CCBF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Calculus, Laplace Transforms and Numerical Techniques</a:t>
            </a:r>
          </a:p>
        </p:txBody>
      </p:sp>
    </p:spTree>
    <p:extLst>
      <p:ext uri="{BB962C8B-B14F-4D97-AF65-F5344CB8AC3E}">
        <p14:creationId xmlns:p14="http://schemas.microsoft.com/office/powerpoint/2010/main" val="55943187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AFE180-EFBE-4F69-B015-42D0E1507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4B9195-6F71-458A-BA21-4E2CDED84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AB7936-3175-48C7-83DA-31CB29BDC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D60AB5-FDFD-4227-AE19-E9B1EEDBD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9B8F9D-48DA-4746-BF9F-12B7BDB9D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5C2E16-EF5D-41BE-BD48-2321E6A33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C02528-5CE0-4D0C-B5A6-6E8ABFE61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9FDB94-A28B-424D-9953-0C7B78C00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01D224-CDF4-4D29-89F7-A9319AF84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3EEA78-E58F-447B-8C73-21680FE99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26BEC4-DFBB-43D2-83D3-3E1D6DAD6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575D09-7CD1-4E89-8104-93C132ECA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3AE2D6-3B99-40A9-A0DA-6FF095D42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B4A82B-BA3A-4E6E-86FA-9C7D8652E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the problem: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List known values: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the formula: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Substitute carefully: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Simplify step by step: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Check units/domain: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393F54-2F69-4025-9AB4-DDF23CEB4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Calculus, Laplace Transforms and Numerical Techniques</a:t>
            </a:r>
          </a:p>
        </p:txBody>
      </p:sp>
    </p:spTree>
    <p:extLst>
      <p:ext uri="{BB962C8B-B14F-4D97-AF65-F5344CB8AC3E}">
        <p14:creationId xmlns:p14="http://schemas.microsoft.com/office/powerpoint/2010/main" val="8316968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DD3D4C-1D03-4A2C-BC06-130EC8E58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FE9C72-7A92-487B-8803-857550315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317BDA-6B84-4D52-8024-8C56F3FF4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77EAD7-9C7A-4F6A-A2C9-9BEB3BE79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C2A42D-D026-4E88-A791-D8FEB2238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70DD3B-6CD5-4B39-A673-DA43EA2F1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Integration: Line integrals, Statement of Green's and Sto...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78B06A-0740-4E56-8B50-516894E20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894AA9-2D18-42B5-B378-4DE455329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Jumping from theorem to answer without showing conditions, substitution, or intermediate simplification.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7E40B1-F77F-4C1E-AE1F-F68864638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6CB9A1-4515-48DB-AD34-4C45154A1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03F78E-C61D-4A68-88E3-D74C89D5D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Calculus, Laplace Transforms and Numerical Techniques</a:t>
            </a:r>
          </a:p>
        </p:txBody>
      </p:sp>
    </p:spTree>
    <p:extLst>
      <p:ext uri="{BB962C8B-B14F-4D97-AF65-F5344CB8AC3E}">
        <p14:creationId xmlns:p14="http://schemas.microsoft.com/office/powerpoint/2010/main" val="191673873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50655C-45EA-4E11-8256-961D70E4A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DB8ECB-C6D7-4951-9DE6-BA2B3ADF0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763470-6076-4A81-A10B-C6A0C943D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C68096-9795-4625-ACEA-6DAC8435C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CA7F5C-ED51-4F93-BE8E-3F9E37B20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TextBook-1: Chapter-8.4- 8.14.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DC98A1-5692-48EF-86BF-79674DFA2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 method gives a dependable way to translate TextBook-1: Chapter-8.4- 8.14. into solvable mathematical steps.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E4D7E1-FF5B-4D29-99E3-97A56D19A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EE501C-C737-490F-BDA0-4C802A3F7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6DE0BD-BFA3-4E30-B716-D05298985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84DC97-F29A-4A93-B946-835844FD6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1D14CC-8B36-4BCF-BB63-59E47438B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C722F0-6012-4483-9909-7BA067366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90BEEF-0650-4D56-B284-3B6878D1D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F29E84-95BD-4DF3-813B-1EDF0B85B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5837AF-9736-4D17-90A6-AC441D721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12F2F9-CAE0-47E1-A2EC-4583AAB85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Calculus, Laplace Transforms and Numerical Techniques</a:t>
            </a:r>
          </a:p>
        </p:txBody>
      </p:sp>
    </p:spTree>
    <p:extLst>
      <p:ext uri="{BB962C8B-B14F-4D97-AF65-F5344CB8AC3E}">
        <p14:creationId xmlns:p14="http://schemas.microsoft.com/office/powerpoint/2010/main" val="149188642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14F38B9-659D-4AE0-A0D5-E9C9A227E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F7272B-321C-4204-A801-7831D6FFF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EFC122-545F-4E2E-9170-81C32A7FB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A81CF1-0671-47B1-86BA-DDE6DFB51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ED90CD-EF0E-47D0-B02E-0E012824D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4C7E30-17D2-463B-97EC-FAAB27DBD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CD420C-BD48-4B01-9328-3844C21A1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3211F0-B871-4D3F-AE97-3518861BE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7F5716-C901-41F7-8520-E1EC1D513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 explains one necessary part of TextBook-1: Cha...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5D0780-30E0-4236-B63D-B75FE11A6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7CAD06-28FE-4818-9335-740AD500B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7AB123-40B2-4B36-A376-066C5053F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 explains one necessary part of TextBook-1...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E2BB82-D1F1-4D02-97B3-9320B54FB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575726-612C-4C36-B0A7-6CFA77999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D45EA6-8BC5-4D23-8C91-37FB716AF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 explains one necessary part of TextBoo...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1A3C4C-9FFE-4AC0-81D6-E98E8AB9A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47654B-F917-4432-A4AA-AA72F3594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4B4803-1773-456F-A0F1-FD7B8B7B3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 explains one necessary part of TextBook-1: C...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53744D-6014-4D66-8A17-997685C83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77A4CF-8944-454E-A88C-4135F0AAD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CD4E25-06FC-463C-ACAF-9C60444D0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 explains one necessary part of TextBook-1:...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BA53EA-AD18-41E4-9CD4-CFBD141A2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51C17E-8AC5-4FA5-945C-58151E874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Calculus, Laplace Transforms and Numerical Techniques</a:t>
            </a:r>
          </a:p>
        </p:txBody>
      </p:sp>
    </p:spTree>
    <p:extLst>
      <p:ext uri="{BB962C8B-B14F-4D97-AF65-F5344CB8AC3E}">
        <p14:creationId xmlns:p14="http://schemas.microsoft.com/office/powerpoint/2010/main" val="209862238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EA367B-58AA-495E-928D-F4BDD5C6A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8A3016-8188-4380-86E7-CD9D0E63E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AB3C13-51A9-455C-AB6A-C93FF3E37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C5FD2A-BC2F-4153-BE2D-0872C549A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B7E012-22BE-4C2A-87FA-29531E558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3712FA-927B-4563-967E-A2F59986E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82C1B2-2574-4EFE-8922-D42B2DA13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D209DB-82CA-4569-AE56-50DBB12A7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FFA12E-6B07-4B05-9663-B20664992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3468B7-5DB5-44FE-A6FF-D2268AE53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38BDD6-4DFC-4CD2-97CD-2788F78A3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7F207A-2B14-4D86-B47C-49C2623C0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64EFA5-1C5E-4B36-9098-F55E22FE4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60110E-562D-4CDB-AC06-6D2D03F0F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the problem: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List known values: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the formula: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Substitute carefully: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Simplify step by step: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Check units/domain: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8EC521-FD66-4711-97A7-BFE8AEB04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Calculus, Laplace Transforms and Numerical Techniques</a:t>
            </a:r>
          </a:p>
        </p:txBody>
      </p:sp>
    </p:spTree>
    <p:extLst>
      <p:ext uri="{BB962C8B-B14F-4D97-AF65-F5344CB8AC3E}">
        <p14:creationId xmlns:p14="http://schemas.microsoft.com/office/powerpoint/2010/main" val="206609759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1AF1C4-0295-49C3-87E8-C37AB89AD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9D0F86-EF41-4ADB-A42E-1DCF6E9E4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3787A0-0FF6-49D4-BDAC-EA75E8374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4C1366-745F-459C-BF07-FD6BDC20A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280999-AC8D-42F3-ABF2-2557ACADA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4AABBE-5349-45EF-AC75-29EF8975C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TextBook-1: Chapter-8.4- 8.14.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B43E4A-73AE-4C98-BEA2-FCA224068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3D750A-29FD-4198-B38F-1943D5526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Jumping from theorem to answer without showing conditions, substitution, or intermediate simplification.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FE85EF-D9A0-413C-9A82-800478D03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125BA4-B91A-4C0B-AF31-A2A73AAD3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DB3EF2-B540-42B2-B141-8FF2D1D48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Calculus, Laplace Transforms and Numerical Techniques</a:t>
            </a:r>
          </a:p>
        </p:txBody>
      </p:sp>
    </p:spTree>
    <p:extLst>
      <p:ext uri="{BB962C8B-B14F-4D97-AF65-F5344CB8AC3E}">
        <p14:creationId xmlns:p14="http://schemas.microsoft.com/office/powerpoint/2010/main" val="19763765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072C3A-157F-4957-AC34-CE02C91B4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A4F5C8-12AC-483F-8E0C-420385EEE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891EFA-8B03-4448-9116-470C6ABBE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C884B0-F526-4C5D-845D-281D4CB9C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397309-A1A3-47B3-A89F-EC1162BD7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C3BD7D-F9C8-4ABA-AB24-796BE2972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Calculus, Laplace Transforms and Numerical Techniques</a:t>
            </a:r>
          </a:p>
        </p:txBody>
      </p:sp>
    </p:spTree>
    <p:extLst>
      <p:ext uri="{BB962C8B-B14F-4D97-AF65-F5344CB8AC3E}">
        <p14:creationId xmlns:p14="http://schemas.microsoft.com/office/powerpoint/2010/main" val="138984709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2078FD-7CE2-425C-BE05-3761B8087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F234BC-2899-471F-97E8-49C434398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13520D-0A2A-49CE-9187-DB00D665A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948467-4C09-464D-8275-FC70A95BD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D6480A-CCE3-42F5-92C0-2DA89C730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Vector: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calculus: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Tutorial: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differentiation: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69ECB3-1188-4FDC-81B9-4DBBF4BF8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Calculus, Laplace Transforms and Numerical Techniques</a:t>
            </a:r>
          </a:p>
        </p:txBody>
      </p:sp>
    </p:spTree>
    <p:extLst>
      <p:ext uri="{BB962C8B-B14F-4D97-AF65-F5344CB8AC3E}">
        <p14:creationId xmlns:p14="http://schemas.microsoft.com/office/powerpoint/2010/main" val="765671697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133B07-251E-49B0-8045-10F921531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DDAF11-79CA-46B4-8AB1-5DDE6910A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27B912-D571-41FB-A258-A77D5AC81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B0CE96-8915-4855-8927-834286B81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9A6304-F8F2-40A2-9B6A-18745C8C2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Given data: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Required result: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Formula or theorem: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Substitution: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Interpretation: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49ACA8-104C-4DE8-BD79-DC101A9F1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Calculus, Laplace Transforms and Numerical Techniques</a:t>
            </a:r>
          </a:p>
        </p:txBody>
      </p:sp>
    </p:spTree>
    <p:extLst>
      <p:ext uri="{BB962C8B-B14F-4D97-AF65-F5344CB8AC3E}">
        <p14:creationId xmlns:p14="http://schemas.microsoft.com/office/powerpoint/2010/main" val="158953452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869D17-A0FB-4D6B-BEC2-AC676F9BE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14BA4D-78EF-41B1-824C-9317FF1DF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C69351-8209-420D-A2D9-9FEF605F4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C49101-1EFB-4180-9B92-985DA1517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952D44-5CA4-438B-B3F7-32A23CCA2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Jumping from theorem to answer without showing conditions, substitution, or intermediate simplification.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817E74-EB55-475A-82C6-8D98CD623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Calculus, Laplace Transforms and Numerical Techniques</a:t>
            </a:r>
          </a:p>
        </p:txBody>
      </p:sp>
    </p:spTree>
    <p:extLst>
      <p:ext uri="{BB962C8B-B14F-4D97-AF65-F5344CB8AC3E}">
        <p14:creationId xmlns:p14="http://schemas.microsoft.com/office/powerpoint/2010/main" val="1845152913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3E3857-EAEA-4DE2-9E69-126B56157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44C857-87C3-4EBA-A58B-E71378ACD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F106D7-1D90-40D4-9B35-2A582C4D3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A6A2F2-3479-4C12-B4E8-43A26E5EF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89B1FB-38C2-43B0-91A6-1E7271FFE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Vector calculus and its applications (8 Hours Theory + 4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Vector differentiation: Scalar and vector fields, gradient of a scalar...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3. Explain Integration: Line integrals, Statement of Green's and Stokes' theorem w...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4. Explain TextBook-1: Chapter-8.4- 8.14.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1CDC61-CA61-452C-AFE7-BD85A639D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54FA33-DD4B-437D-A09E-B4FF14457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72CBC8-B5DD-4B17-BE97-D90855AB9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Calculus, Laplace Transforms and Numerical Techniques</a:t>
            </a:r>
          </a:p>
        </p:txBody>
      </p:sp>
    </p:spTree>
    <p:extLst>
      <p:ext uri="{BB962C8B-B14F-4D97-AF65-F5344CB8AC3E}">
        <p14:creationId xmlns:p14="http://schemas.microsoft.com/office/powerpoint/2010/main" val="434397946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186EEF1-390A-4944-BEE6-A5FB41C74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36C388-9D11-4A8B-A9B7-5CDEBEEEA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Vector differentiation: Scalar and vector f...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643C55-2BEF-466B-A815-3E59943F0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E236EB-9992-4627-BB9A-273F84694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104A31-D8DF-4F28-9A8C-D9B170EC0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59BD0D-CEDA-4AA8-875A-893A7E2B2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DBAA82-7CB6-44E8-9703-A20A5EDDE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99136E-1447-4E7C-BFF2-05540EBCE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7DDDB6-6641-46F8-87D3-82F82E938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EDA226-68AA-4458-8C9A-0394514AC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825107-D758-4D7C-A3E1-2C45F4C9F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FFA82C-7AF3-48CA-94B1-AD28E2FA1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F3434E-5464-40E5-9184-2B352A7C3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A4542A-54FE-4B33-BF8E-8C2CC7E35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55B159-BE0C-4236-A46A-A64BFE865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90FC8D-E33C-4AC5-A961-640B87FE8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679989-BB56-4672-8185-932F68D1C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1DA772-B4D7-4B91-9411-5BF239BC4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935CF2-378B-4A23-99A6-A00695022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905209-1D7E-450E-92E1-B4B8850FB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4D11F6-4ADC-428D-87A8-FFFD28637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DD687F-9296-4883-97E1-5D6EC8407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6B819D-CDFB-4D6C-A24B-57D0DDC7D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2ECBDD-A283-46B2-B80C-3EC0B77E6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9D9D405-6684-49D9-A799-689007A2A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4B0ED2E-B0DC-4D3E-B516-50B4AFD91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BEA4DF7-48A1-4A8E-9E53-FC2745931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590A71A-4D13-4D95-A793-D89260D0D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0DA0F9E-FC15-4ED0-8E34-A839F120F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8E79C58-36AE-4A02-A940-152827645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E65D623-4529-4577-9F48-E549C55DB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3EFD8A4-BAA1-478B-8F4E-B1DF8C047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Calculus, Laplace Transforms and Numerical Techniques</a:t>
            </a:r>
          </a:p>
        </p:txBody>
      </p:sp>
    </p:spTree>
    <p:extLst>
      <p:ext uri="{BB962C8B-B14F-4D97-AF65-F5344CB8AC3E}">
        <p14:creationId xmlns:p14="http://schemas.microsoft.com/office/powerpoint/2010/main" val="865188750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7F5E6C3-D242-4760-84DF-A14B2883C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69CCFB-F724-47C7-B709-BD5E61563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Integration: Line integrals, Statement of G...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E4412E-E50D-4F3A-8DAE-8E01A839D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8A6A16-2360-4830-932A-B6A66EC76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590A8A-BC10-472C-8991-E7DA83D22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5DC94B-6DB7-4C23-B5AA-59BD24104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DFBEE3-E8F4-4F1C-88A4-104CECB8F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5C2106-CF85-42FD-9976-129F29C99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416C3D-4FA7-4601-B266-EDB06A85A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FD81CC-18C8-4843-91EB-391FBB301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84C008-E417-468A-9499-594B45A19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ACEDBA-EF9F-4D26-B16F-AB3D83BD9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39FACA-F2F8-42C9-B316-9155E3B07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F93CAA-AE59-4316-B502-5C3CB7D9E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40AC2B-6A0E-4519-AACC-4681FF073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39BCA7-D9F0-4C94-A79F-E46E66E37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67402B-5DEC-446E-AD04-9441FC2FE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4F4C06-E848-4532-8BAB-A6DD4F564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F1E299-F7D9-4DEA-BC6D-2A79D3DED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F56338-AD25-4F0C-81F9-917EA08AD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CD9C05-2680-4516-96B9-F11F9B30D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DFB777-D3EC-41EB-9332-DDFC959B7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E38BA9-43C9-4CEB-8D2D-A9F813282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D34761-6190-4768-AFCF-A8665EC51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CBF6B87-903E-4BE4-8043-D189A513A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104A3D7-2055-41FB-A3F1-E00DD4A94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C1FF4FD-8947-4BBA-BB07-5EB6243B4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464D7A8-0008-4999-929D-69628ED25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FC39C4A-2B47-4FA2-BB8C-8B73844CB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D3086FD-04F3-458B-969B-5330FE925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F61ACBB-7501-42C9-9E0B-069CE0FB5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8BB2E43-36CA-42BF-A73F-2AEF35CDB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Calculus, Laplace Transforms and Numerical Techniques</a:t>
            </a:r>
          </a:p>
        </p:txBody>
      </p:sp>
    </p:spTree>
    <p:extLst>
      <p:ext uri="{BB962C8B-B14F-4D97-AF65-F5344CB8AC3E}">
        <p14:creationId xmlns:p14="http://schemas.microsoft.com/office/powerpoint/2010/main" val="1364432885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3D42AF4-2760-4B17-8D87-65D6E07AD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442C40-4F41-44F3-A737-D738BBABA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TextBook-1: Chapter-8.4- 8.14.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CBAFD0-5270-4901-ADD2-556C7FC85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53B1C5-4D4C-4272-BD1D-5FF5BDF85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86DF8B-9E79-4E86-9AB1-263D8C241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22F2BC-622D-4B21-959A-A0CC8709A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794CD6-D27A-4017-8931-2F7B85ED3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4BB56A-ADB7-4EE3-86DD-F87A93481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B313BF-854B-4E12-B214-C865C5BAD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CF499F-56DC-4268-9045-DD6AA30A2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EC6173-746F-49D4-B817-1230185E8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24D2D5-6E3A-45E9-997B-62EA814C3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4B1248-FB04-425C-8A33-0E9E528CD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03DAA3-E5C7-4FDF-A93E-59D87BBFC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B7ACD6-2151-47E0-99FF-D208E209B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804A4A-9557-4BBC-96F8-55F85ECDB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FE5ABB-C644-4841-9F9A-473C5DDD7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7B1674-AA45-44E9-A235-5F91C9A60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7AD6AF-FC85-4DEA-BAE2-F06474E23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6D5A98-64C5-4C50-89A7-1A1CB65A6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73B07A-B665-4DFE-96E5-996E28DB8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82A67B-DEA7-41A3-B233-EB3A483BD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3810E7-D19E-49DE-98DD-8C5DBAFB6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4CAF2D-CF4C-4282-AE16-A8C3A1C38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F824FA-3C60-4256-A89E-B249D3FCF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CF47DC4-DDF7-4C81-AFE7-83849EB04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362DA94-6F94-43D3-919F-A7D10ECBB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C693DCD-4A96-4DB6-BB91-B2C1EE937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68FBCCF-7798-47EF-91C3-E0927A874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EE9B11D-4566-44BC-9781-689FB41C3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BC5B506-8831-46E1-B8C7-73CAFA054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08E850D-93B5-44D5-8146-041573F85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Calculus, Laplace Transforms and Numerical Techniques</a:t>
            </a:r>
          </a:p>
        </p:txBody>
      </p:sp>
    </p:spTree>
    <p:extLst>
      <p:ext uri="{BB962C8B-B14F-4D97-AF65-F5344CB8AC3E}">
        <p14:creationId xmlns:p14="http://schemas.microsoft.com/office/powerpoint/2010/main" val="925735083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FA64CE5-C03B-4523-9937-DF86B576A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69AC3C-7F6E-41F1-8942-5F16ED2F3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Vector calculus and its applications (8 Hou...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9E72FC-FF17-474E-9FA0-8E98A17E8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A318E2-1873-438A-B57A-589E03FB9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0195DD-9A89-4DA4-9F70-81D734E93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A97AA3-CC36-47B0-88FE-0BD24D839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7308AE-B430-4010-854A-DD413A721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FCAA85-E979-405C-8F75-6E1AFB81F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9AEC01-5295-420E-839C-BB3B3F41F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9D0BE2-3A9E-4EFA-A185-9C3573687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8AB2B8-0B89-4769-B5F1-7CE9676D5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E7E9F9-CD57-4156-BD9E-BC86AB42E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8F1B96-8E77-424E-B849-C57F4BE46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179C22-A0E8-499B-8DA7-664215AD6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423EC3-1278-4AAE-9457-9A311732F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95C91F-D70D-412A-A54A-A783DE5E3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C63F56-7CC1-4D59-B121-0AEA7C0B1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31B5DF-F39B-4868-85FE-ECD0476C8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CF2212-4239-4D7B-9866-944496DED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C8B301-3D02-4610-BEEB-2256F5CE9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573487-83C4-44C5-8F17-541271EE7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540136-92B2-4EEB-B05F-99A900557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7C8A0B-7869-4172-8AB3-7230BFC95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404602-0066-4090-BD95-8CE92DB02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AE970AF-D6D0-40DA-A330-C05C560F3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571A728-2A8A-4739-B565-5DFB536AA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0577BEE-77A7-48B1-A89C-CF21D682D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34F72B1-5605-43C3-9132-BC9597034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EE30B86-6537-427E-9FC6-ED5BF2022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6A5985E-0147-44ED-A5CD-7CFA41072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E5BE202-3558-482D-B1F3-92BE71D2D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61F3B2C-D7E7-4253-BC4D-08CB0CA28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Calculus, Laplace Transforms and Numerical Techniques</a:t>
            </a:r>
          </a:p>
        </p:txBody>
      </p:sp>
    </p:spTree>
    <p:extLst>
      <p:ext uri="{BB962C8B-B14F-4D97-AF65-F5344CB8AC3E}">
        <p14:creationId xmlns:p14="http://schemas.microsoft.com/office/powerpoint/2010/main" val="983132857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558F6AB-317D-4D0C-A02B-F7C76A588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DD4A46-A9BE-44B3-A0C0-795251DBB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Vector differentiation: Scalar and vector f...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2A20F7-4716-4E53-8E88-7AD263227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7CAD9B-4E24-435A-9063-FCA0F4606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A3ECCA-BC70-46AD-AB12-0106B2ADE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11F566-9BA7-46F6-B8A4-7BB6D421C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A213F5-8B95-4E3C-8146-416C6A0AC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31CA7E-AA7F-4757-9856-80853F50A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2C1A47-8E9B-41E2-B7DB-F802D4175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1812D6-9863-409B-AFCB-539556045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6ECF7C-DCCA-489E-A7AA-C8D6B3ED7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0D68A0-97E3-4850-8827-622ED595E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4B8139-7A8E-48A2-BD34-7828BA105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8B0422-C849-4B17-91A1-9F6967874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18D7F3-250D-4B41-8B03-09099CC4B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FE298A-CB9D-4C38-8756-9048550BF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3F90A1-3062-420B-9CCD-9D908FD53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AEED41-FBCB-4D54-8F6C-B881461A0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121EA0-F2A5-4F48-91B2-D6AAEE0D1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5D280B-63F7-420C-BF5E-8A7980B22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91040C-CD3D-4E85-A939-FB8BAF305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56A6F2-5BEF-4B19-AF2C-9F92ABAB6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DB9EE3-A068-4576-8D03-73F296DCF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54C41C-F532-41DA-AD32-E2807FD57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A28C5E4-26C3-438D-B44D-65B67CC08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CB2415A-D002-4786-954C-329192FDA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ED80E88-EBA3-43E0-A20A-3E453FA96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BE59ED6-80ED-4219-B142-C9B95EE31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0FACB4E-130B-4D3B-A9CF-B643C64D5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E7195DF-F8A1-4DF5-8597-B770D7CF5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922608F-DCE9-44D1-9164-F348D8899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E964B64-CFFE-4421-BCA0-C0EC5743A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Calculus, Laplace Transforms and Numerical Techniques</a:t>
            </a:r>
          </a:p>
        </p:txBody>
      </p:sp>
    </p:spTree>
    <p:extLst>
      <p:ext uri="{BB962C8B-B14F-4D97-AF65-F5344CB8AC3E}">
        <p14:creationId xmlns:p14="http://schemas.microsoft.com/office/powerpoint/2010/main" val="609409875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04F09C1-52E4-4038-BBF6-C40E15927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8D5409-04A7-406F-A612-C1005F1D5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Integration: Line integrals, Statement of G...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E17444-71B1-40BA-A759-F1929A4C3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AA5A6A-172D-4BFA-8614-4E9A393A3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0D979E-4FB7-48BA-BF9A-43DB758F9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F32888-C72B-46F6-BCDE-54F669AC8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8A6364-2FB6-462E-9418-40B3E34B3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16C2FF-2C72-445D-8B40-485FC2D9C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44F2E2-8D4F-4AAB-AA0E-FFDB4F66B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6FA23B-F4B9-402E-844D-23A689771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42F139-0EE8-461A-8560-A71088D72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C45CB8-9FD9-4A62-B558-E88FB0FAD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826173-C7F3-4F92-97A2-F39406B8F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E3A1DB-A9A4-4F67-80BF-08D9BC6DF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36DDDF-3BF1-4815-B0A8-246F12D2F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3A8274-DCC6-4B2D-B332-D1BE9A89C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DDB1B4-FDF1-40D9-ABBE-D63395FAD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A55FE2-3706-4A7F-A075-5222F9CE9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8C9EDE-8FF4-4B14-9EF9-35364C211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E0E32A-7011-4910-B24F-FC50F46AB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1207BC-538F-4BD4-8EE3-525D41F1F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9DA5D4-2509-4C11-B65D-28EF55165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569B64-1F34-4A40-AC82-52C48DEAF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BBE8EE-F82E-4BDC-AACA-120985F44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44E942-9848-4DD5-B844-5EA9865EC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5A1993C-8AF0-4336-B956-74CACEA57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6A5B559-1F9D-4CCD-9943-A94E178DA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CC7E22A-3945-4D6F-A616-A14C58D10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78094B6-403F-4433-824D-4646CB5D6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C60F5DF-884C-46CD-BC42-4A1EE4E40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3545E83-D7F6-46F9-B517-7C10AC940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3E6BFE1-E0B7-4F98-AF74-565F11A0B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Calculus, Laplace Transforms and Numerical Techniques</a:t>
            </a:r>
          </a:p>
        </p:txBody>
      </p:sp>
    </p:spTree>
    <p:extLst>
      <p:ext uri="{BB962C8B-B14F-4D97-AF65-F5344CB8AC3E}">
        <p14:creationId xmlns:p14="http://schemas.microsoft.com/office/powerpoint/2010/main" val="276290845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551F0C1-8725-458E-8C3C-B4626B711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AF7F3F-0B47-4E1F-B0C6-BB88AB116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TextBook-1: Chapter-8.4- 8.14.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C0C10D-8980-4056-83F4-9466037AF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55BE44-F7E2-45D6-943D-AADA07259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63C3FD-7FBD-40E5-BA14-AA7CB66BA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C37EDB-6D64-4B9F-850A-5ED85F031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88EBC6-4D6E-4438-B861-32AC9DF77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21C5BD-A4DE-413B-8F62-A2AF22A2F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014AEB-C4C0-40CF-97C7-77350B68B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63CE9A-2CD6-49D0-974C-E558DC4F7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28CB9F-766F-44B5-AD77-E10C25B7E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896D0B-6F80-4495-85CD-AECF7181E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3A019A-E068-48A0-86E3-D72C0B66A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C71ECC-4A63-4348-841D-A94DCC696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348DA8-E2B0-4EA9-9592-753394D42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0BCFD6-5DED-4E03-932D-23AF5DB23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239C25-99A8-4C82-8B1A-708DE88C4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DDF00C-2CCF-436A-990D-B083A70CE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899CEA-A9E4-4363-AE5C-ABDF76D3E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CC3294-24DC-4B2C-9BB4-E51ADB1A2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34E8E8-A81B-4864-9663-6A32619FC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B51953-5BD7-4EFC-81A4-64FB14411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1456B5-9DA0-4F6F-B64D-EABF9E435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3ECD860-74C9-40D5-A0FD-3D0867FDD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3567458-4179-4A7C-AC7E-1C5EACDCF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ADDAF27-C48A-4B41-9479-4A6DEB38C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AACB1B2-3C8D-45EB-AC8B-182AD1FED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4BAA061-3192-4F9B-B791-F47B271DF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BD77C4D-C31D-45C4-863B-869933238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CEEC4E9-8AAC-44AC-AA7A-8485B7C0B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7B33E7B-E32B-4196-85B7-52157D6A2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6BDD278-6085-4997-8A3F-F6B46D2CD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Calculus, Laplace Transforms and Numerical Techniques</a:t>
            </a:r>
          </a:p>
        </p:txBody>
      </p:sp>
    </p:spTree>
    <p:extLst>
      <p:ext uri="{BB962C8B-B14F-4D97-AF65-F5344CB8AC3E}">
        <p14:creationId xmlns:p14="http://schemas.microsoft.com/office/powerpoint/2010/main" val="1246846460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D6DF4F2-06B9-4BC9-A4E6-67D1E5269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A8CAC7-746D-465C-A283-CEC4F4CCD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Vector calculus and its applications (8 Hou...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89CF82-D38C-4F96-8D5D-F3E4EF447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DC232B-4D6F-42E8-85A3-F3802868D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DBF46F-1AA6-41DE-B7E9-34875B800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654D59-9F96-4348-AB29-C305A11E7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354E32-32E7-4018-AA9B-114E661C1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19513B-E733-4C7C-A9A0-693965D04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2E839D-974C-4586-9648-7292AD020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987132-70DA-4CF4-87EB-D0F878192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EA4BD0-0351-472F-97EB-58EF46144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09AC30-A2EA-478E-A449-63CAD6FBF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4EF663-6357-4A27-A367-3ACD83042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9A015F-50CD-4E9A-9D00-CEB2B1C23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1487A7-1225-4209-BF2D-EE909EF6F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98EBDA-D301-4673-BBF8-B7BB2B8D8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FE0951-C9A5-4ABA-B120-1D619D9AE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076E34-F20B-4C11-8D6D-70051E312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BB3CEB-74C2-4C41-BE2E-DAA5E4C5B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9A9427-652D-4D2E-803A-E63E3A6DE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65304B-28EB-4F23-A35D-F960D9C4E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6A781B-904E-41ED-84C5-DEE5CAE97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413819-5B95-4819-974D-B3593184A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6BBBBE-EFBE-4B5A-B904-06228BC76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4252A52-DDEF-455E-AD04-6BBF86889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3BE25AF-E7C5-4F15-AF12-09621B942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B86ED74-1734-4C4B-BFFE-2F506D2A3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1DDA427-004D-4AD7-9D48-FF35D68D5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DA5B1AD-5F14-4B10-8874-4A56BA237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EE94D26-BE23-4A17-951C-72E66D4CA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1950B64-97A3-43B7-AE1C-EC91DB107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BFFFD8E-D39A-4079-B88E-ABFE1C206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Calculus, Laplace Transforms and Numerical Techniques</a:t>
            </a:r>
          </a:p>
        </p:txBody>
      </p:sp>
    </p:spTree>
    <p:extLst>
      <p:ext uri="{BB962C8B-B14F-4D97-AF65-F5344CB8AC3E}">
        <p14:creationId xmlns:p14="http://schemas.microsoft.com/office/powerpoint/2010/main" val="1612856435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906D029-3CD8-4803-879D-09371BBAF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43EB2C-BD9E-40FC-B376-6DA2D99A6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Vector differentiation: Scalar and vector f...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719EEB-8617-4AE3-A1E1-0418F7E65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2DA904-F621-4C55-83DB-DF55B3C4E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EDB1C8-42F3-4B0A-BBF8-9E530D274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EA5A34-8362-408A-9B10-6C973CAD7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20CAA5-2B67-4ABE-848D-77F1236D3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C6CFD0-C5B6-4BE9-A5EC-5CE30FAA0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E8DE03-21E9-48D0-88A9-C05350854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64ED20-1AE1-49D4-B0D7-68124956D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4BC3B3-5631-427F-91F4-3F7682106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4D0A5C-AB89-4672-BF70-4787D18B9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785199-B084-4DE7-BCF0-AC7ADB5AC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66B6AA-943C-47C1-AE84-5FC408882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03DA72-DAD8-485A-90BD-B587D59F5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866FEC-7DF5-4798-ADA4-BDC6B5B1C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D13445-2B23-40B6-91C8-57DAC2F42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B6D6AF-6862-4CA3-8579-01221989E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4F8515-EC52-4128-8251-54AB43157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CDFFFC-F50B-4BF3-818D-66A99C68F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FB2A5D-5922-4EC4-8097-648B1868C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03A65B-F797-4837-A8D2-F2785E6C9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5D9229-15BF-4FD4-82B6-7A7D75EBA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FD4C767-D4D8-4D94-8020-37A876947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146BC84-2104-4289-99AE-A59C51F53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8538340-1FA0-49BC-8920-D06B0B1A7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79F97D9-E208-4D1A-A14B-92A7E94C2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AC0DA6F-2C70-45DE-A322-046D75E45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CCE7497-B041-4237-A40B-D717BFB38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382E9FC-E286-437F-848C-637E190DB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1C6060A-18FE-4534-B130-4E4E1B2DC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51ADFAC-D257-4C6C-BD55-F742FE2F9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Calculus, Laplace Transforms and Numerical Techniques</a:t>
            </a:r>
          </a:p>
        </p:txBody>
      </p:sp>
    </p:spTree>
    <p:extLst>
      <p:ext uri="{BB962C8B-B14F-4D97-AF65-F5344CB8AC3E}">
        <p14:creationId xmlns:p14="http://schemas.microsoft.com/office/powerpoint/2010/main" val="197077315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66619A3-A9E8-4B70-80B4-0F18AAF21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9F0BBE-36B3-4443-990A-7BE4A3DB7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Integration: Line integrals, Statement of G...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FB5FFC-EE1A-45AC-BCEF-CDCABBE4E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E8C903-3DCE-4A6D-BDA1-2F5821C2B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3822CC-7383-4894-BF1E-13925F9D0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3F7BEC-1DB7-4357-A7F3-9D1330F4E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BB53CB-7894-4385-A9F7-133104840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9ADE8C-4CC3-402E-A0BE-002CEC8BD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E54A69-D58B-4715-8946-469097F15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3EFEDD-C5CB-41A9-8495-E572CE5B5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550474-1AE1-4901-8A4A-62412E49C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878495-B2B4-46DB-94FE-4B7639CB6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5B0F30-08DA-4DA0-9746-1A8DE923B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A9BE93-2823-4783-980A-89AB3032D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68A459-F1F9-459D-9823-A8DEEFC86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5FEF78-A9B2-4C0B-BCA4-AC8D4DCC9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70DFCC-2919-4735-9943-D97B7C8F2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431A91-85E1-4F7A-BB3B-41D440B7B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8046DD-F1FA-4B60-B31E-00A676959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11A7C4-DA04-4FA2-864A-86C282C8E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AE895C-2007-49A6-AE19-575E8DED3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3C5451-3E46-4981-9FCF-ED5551C73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8D34BE-560D-477B-A809-69475DADF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DC02A8-72FF-4B0C-B8ED-393444AF2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81B45B3-1169-4C55-A327-CB322DD60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797E8C4-0472-4B83-97D3-803DAB91D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512763A-B7D9-4C1C-BD1B-29C917488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8B581A2-3033-4A1F-98CC-6B792A8E5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C382A62-F5F4-497B-9097-805F019F6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B65C36B-1A4C-4AFC-BD6E-461B212E2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6929F51-D69E-4C63-B735-25F22AFA4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2C99C0C-3728-4411-8C7A-542F57712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Calculus, Laplace Transforms and Numerical Techniques</a:t>
            </a:r>
          </a:p>
        </p:txBody>
      </p:sp>
    </p:spTree>
    <p:extLst>
      <p:ext uri="{BB962C8B-B14F-4D97-AF65-F5344CB8AC3E}">
        <p14:creationId xmlns:p14="http://schemas.microsoft.com/office/powerpoint/2010/main" val="1088313174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9CCF77E-3F11-49AB-932C-42B334B3D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A23486-6056-42B7-90B8-5C7D8EDF5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TextBook-1: Chapter-8.4- 8.14.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9136FD-7E9D-4018-9E5C-07A20ECCA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D1D724-1438-429A-A45F-681F77C61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04BFF7-B41B-47AC-BB8D-BFF4F5415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FE6498-9011-4817-AD84-B635D9E33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D7E942-30B0-435D-9033-04FE20C8B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14E1A6-55A1-4AEE-8C13-FACBDB70C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AD0C9F-DEC0-4F38-8D9B-CD3B5D6A8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A1BA8C-3BFE-42AE-A11D-252CC45AA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6085BE-BB86-49F5-B0E5-7E9B1AEC0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D41CCE-F832-40D6-8E3C-A17931D69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F315F1-9ECE-47D6-A5E3-AA7E8F4E5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8FE12A-3139-48A3-BB79-8BB7E7431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28ACBE-C67A-41C1-8BC0-571460B94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E3A084-DCDB-4574-99F4-A77529507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4F854D-252E-4A5A-AF4B-0AD768752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B123D5-6C83-43FD-B343-529A6A4E0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E93624-F856-4863-92C8-6A051ECF4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A973A1-08B3-4EA5-979C-EE7675C1F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274B62-1F81-44DE-805A-26E17AC87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F36B87-C9DA-4557-A7D4-145BA6F77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E340ED-2866-4815-9263-D18583D90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58D2D3-C961-494B-AF0A-B3921B6E4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DB72BE9-0F03-4F3A-8182-0F366FC1D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6ED4412-6CDB-4C16-8D4E-37E9617A0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EBAA104-EEFB-49A4-BD57-CDAB2A162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143240D-9F50-4384-A2C5-C536F629F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0D80230-4770-4BCF-82B2-18C4C863D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E336CEC-5113-4D94-9E54-F4D1F810B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529F670-6266-488D-B3F1-208CD0E44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9A11650-C978-410C-A478-6EDF4C773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Calculus, Laplace Transforms and Numerical Techniques</a:t>
            </a:r>
          </a:p>
        </p:txBody>
      </p:sp>
    </p:spTree>
    <p:extLst>
      <p:ext uri="{BB962C8B-B14F-4D97-AF65-F5344CB8AC3E}">
        <p14:creationId xmlns:p14="http://schemas.microsoft.com/office/powerpoint/2010/main" val="2006570617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EB5122B-27E0-49FC-B1B3-0DE3CD85A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65E04C-8C7E-49D0-9D5B-F03F23E6E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Vector calculus and its applications (8 Hou...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475537-620B-4D14-AB2F-0C53C51C8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A09FC2-958B-4844-92F7-7A6012093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4DB84D-98B1-496A-A0AB-AB296869E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CD589D-F425-4DC0-BB01-766878185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030C77-F916-4B93-98B1-7CAD06524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35A9AE-38BF-4045-B9FF-3C7CCE3BB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27E606-3032-4FE2-B4C4-1915F0097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1861DE-B8EF-4774-A4A4-680B5BD82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7E860A-3999-428D-8278-D91F1B0EF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318A00-075C-4C83-AABA-376086432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F6978F-BEF4-4DB3-BE55-E19EFF184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DAEDFA-B914-4C77-80E5-D8B22E364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0EBABE-3D85-40F9-8B8E-0EF1F1FFF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82A1AF-24C7-4938-98B8-622636665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F7766D-3EBC-4BF3-9C92-78ADE50A1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3FAFE0-EE30-4361-BDF9-91378D6DA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6B1810-9A0C-4B74-AE1B-63178F058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37F14E-07C3-441F-82DE-69B7273E7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26F152-D257-481B-B138-C6C8831DC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711036-3117-493B-BA7B-3588ACB90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A54043-0F11-4C80-9E3C-61841BDA3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0E9E01-204D-4629-83DF-8F1AB22F4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4A216B5-A1B7-43F6-A490-2CF00A626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02B990F-9DD0-4283-9F02-E13B4D9EB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2653E43-58F4-415D-AE5F-1593A36A9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4C10D16-9826-4231-8833-90C8EE24D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A992615-4421-4665-BFE4-A460BCEAF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99007B4-54D9-488F-A232-762656EBA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887A6F6-4C62-40EE-9B64-ECB80E636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A2EBA11-8B63-43AD-931A-7A0C4BCB8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Calculus, Laplace Transforms and Numerical Techniques</a:t>
            </a:r>
          </a:p>
        </p:txBody>
      </p:sp>
    </p:spTree>
    <p:extLst>
      <p:ext uri="{BB962C8B-B14F-4D97-AF65-F5344CB8AC3E}">
        <p14:creationId xmlns:p14="http://schemas.microsoft.com/office/powerpoint/2010/main" val="56704616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A87C2F5-AC09-4B4E-A5BC-F0E9003DB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E64DD5-F773-4C1C-AA9E-32B0BD8C9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Vector differentiation: Scalar and vector f...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7D564B-38F9-41E7-B3B3-C1520537C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A75766-4487-4506-A3A6-504B320E0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AF95B9-14FF-4BA3-B079-7FAE421C1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F7BD32-6547-40DF-BADD-58F2B8DB6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9B8D3A-0770-4687-8411-B6588A709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A0CF97-7ECF-4CC2-81E3-ECE0813FA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3C9A41-A621-4C3F-A100-1BBBA2F4D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6D1E2A-5BA1-4E03-B5CB-033FF07B8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68110C-ED06-4EF1-BD46-071AEC6F3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DCAC8C-C4EA-43AE-95FA-4CFB296C6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AA77E9-D9FF-472C-9479-D2CB2CDCE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E4B36D-8BD9-4090-B8E7-C2F058085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4CFCB0-C4B0-4FEF-87EF-B31E26A4D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DF239A-6214-4248-9D82-A9E16279E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5628B9-69D7-4B95-8489-9D901E31F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8E7591-73ED-4AA6-A48E-C4A56235C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AFCB36-D41A-4881-A07A-D68DB731C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4D9693-425C-4DE6-91BC-BF57C69BA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07789A-84C9-40F9-92AB-1DEAD63B1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D200D0-0F90-4AA2-A22E-B3134509E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9DD8448-3834-41B3-AD9E-B7297584F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E4DC54-C58E-4A3D-9A8C-8ED58DE65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C4F7BEF-7B90-4AA7-AD2F-62838C436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2F78DD4-6424-4AF7-A45F-54E0227E2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6EB6374-5919-44A2-A680-57A1F9C10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5F8FF5C-CA9D-4E3A-9CC9-4AA604448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D7DB671-BA80-457E-B57E-0452D6EDE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465C336-D734-4713-A022-B53CF5413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88B8259-4D68-43B2-BD04-107845107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B0B7EEB-D94A-4EC4-8F5A-560E2C375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Calculus, Laplace Transforms and Numerical Techniques</a:t>
            </a:r>
          </a:p>
        </p:txBody>
      </p:sp>
    </p:spTree>
    <p:extLst>
      <p:ext uri="{BB962C8B-B14F-4D97-AF65-F5344CB8AC3E}">
        <p14:creationId xmlns:p14="http://schemas.microsoft.com/office/powerpoint/2010/main" val="535668693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3799E18-526E-4F18-9247-FF7C0212A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B3CB39-53AD-4AD8-83AE-F8BA29A1B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Integration: Line integrals, Statement of G...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DF0DA5-ADC4-4F0F-B010-513ED5241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C85EE7-CA9E-47F0-866A-672FCD639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BE0735-E75E-4678-A758-04D0AC388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0AE93C-5E5A-43F2-AEBA-0F80C0305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FF2564-DE92-4788-B078-4CB42E0AE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24EDE3-4A8B-42AC-82E5-2A8A4D72E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4868A0-249D-4A4C-80EF-0957C2FEF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7EAECE-E563-4444-8EA6-C7D0D2701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9B3326-9511-4017-A25A-A1686C4B9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BDD2E2-8B69-4099-BBAA-DE2211759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8D9070-9BC7-4928-A1D5-E1A28FA90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2CEEA6-BCFB-49DB-8426-EF5D79022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04F95B-7C87-428F-B0EA-4F97FBB8A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DF7263-5F3C-410F-9AC4-28F894A35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313FD3-11BA-4CC4-9CAA-D2CFCA56A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D78B2A-9A8F-4A9B-9458-65C28465C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4F9976-0E1A-47CD-AEA6-0CBDD6E1B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CB0B34-CD32-45E9-BEE4-631158A2E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C1A32A-340F-4525-8803-91AE63014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568E20-0FF3-49E9-ABE7-38042218E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D0D259-F290-46BF-AA3F-857C763C5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242027-C55B-446B-80C4-A3905B92B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4A1A3BC-AEA8-41EE-8EFF-192706036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11D770-F192-48D6-8156-9F360C424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53BD743-24E9-4FE4-85CD-7F6553A4E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E67A470-005F-44A9-9EF1-F8F57851D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6A9369B-00CF-4689-A4AE-F5370B285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FA9F344-F99B-4E12-BD45-EC42637A9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6621260-1264-4A8F-B3EF-64B0D107D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8C6B998-1A6F-4074-A0D2-34EFCACB2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Calculus, Laplace Transforms and Numerical Techniques</a:t>
            </a:r>
          </a:p>
        </p:txBody>
      </p:sp>
    </p:spTree>
    <p:extLst>
      <p:ext uri="{BB962C8B-B14F-4D97-AF65-F5344CB8AC3E}">
        <p14:creationId xmlns:p14="http://schemas.microsoft.com/office/powerpoint/2010/main" val="11738843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2026-08-24T16:03:00.6550000Z</dcterms:created>
  <dcterms:modified xsi:type="dcterms:W3CDTF">2026-08-24T16:03:00.6550000Z</dcterms:modified>
</coreProperties>
</file>