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4264aed53f40fd" /><Relationship Type="http://schemas.openxmlformats.org/officeDocument/2006/relationships/extended-properties" Target="/docProps/app.xml" Id="Raae3ce09d6784501" /><Relationship Type="http://schemas.openxmlformats.org/officeDocument/2006/relationships/officeDocument" Target="/ppt/presentation.xml" Id="Rff87ff964b4742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c71a7ce2134712"/>
  </p:sldMasterIdLst>
  <p:notesMasterIdLst>
    <p:notesMasterId xmlns:r="http://schemas.openxmlformats.org/officeDocument/2006/relationships" r:id="Rbb955825280d4ab8"/>
  </p:notesMasterIdLst>
  <p:sldIdLst>
    <p:sldId xmlns:r="http://schemas.openxmlformats.org/officeDocument/2006/relationships" id="256" r:id="Rcd25f3b0873a4bc2"/>
    <p:sldId xmlns:r="http://schemas.openxmlformats.org/officeDocument/2006/relationships" id="257" r:id="R12e89ec10784462e"/>
    <p:sldId xmlns:r="http://schemas.openxmlformats.org/officeDocument/2006/relationships" id="258" r:id="R84dd36e29c3b42f4"/>
    <p:sldId xmlns:r="http://schemas.openxmlformats.org/officeDocument/2006/relationships" id="259" r:id="Rea80d9f6b5ea42cf"/>
    <p:sldId xmlns:r="http://schemas.openxmlformats.org/officeDocument/2006/relationships" id="260" r:id="Rf8593f98408e4f26"/>
    <p:sldId xmlns:r="http://schemas.openxmlformats.org/officeDocument/2006/relationships" id="261" r:id="Racd11fc2727d457c"/>
    <p:sldId xmlns:r="http://schemas.openxmlformats.org/officeDocument/2006/relationships" id="262" r:id="Rf81807301c634a83"/>
    <p:sldId xmlns:r="http://schemas.openxmlformats.org/officeDocument/2006/relationships" id="263" r:id="Rda0ddd2b70564f27"/>
    <p:sldId xmlns:r="http://schemas.openxmlformats.org/officeDocument/2006/relationships" id="264" r:id="R27e878d459a24ce6"/>
    <p:sldId xmlns:r="http://schemas.openxmlformats.org/officeDocument/2006/relationships" id="265" r:id="R491f68fb7d684097"/>
    <p:sldId xmlns:r="http://schemas.openxmlformats.org/officeDocument/2006/relationships" id="266" r:id="R2a625d906daf4df5"/>
    <p:sldId xmlns:r="http://schemas.openxmlformats.org/officeDocument/2006/relationships" id="267" r:id="R2507a4cfa1c345dc"/>
    <p:sldId xmlns:r="http://schemas.openxmlformats.org/officeDocument/2006/relationships" id="268" r:id="R04ad56b87a7b4ee6"/>
    <p:sldId xmlns:r="http://schemas.openxmlformats.org/officeDocument/2006/relationships" id="269" r:id="Rbdf151bd3ccb436d"/>
    <p:sldId xmlns:r="http://schemas.openxmlformats.org/officeDocument/2006/relationships" id="270" r:id="R99e75a6bc92a42c7"/>
    <p:sldId xmlns:r="http://schemas.openxmlformats.org/officeDocument/2006/relationships" id="271" r:id="R1b60c887510a4950"/>
    <p:sldId xmlns:r="http://schemas.openxmlformats.org/officeDocument/2006/relationships" id="272" r:id="Rf2c1bd78e07a41f0"/>
    <p:sldId xmlns:r="http://schemas.openxmlformats.org/officeDocument/2006/relationships" id="273" r:id="Rb2ed5fdc1f964293"/>
    <p:sldId xmlns:r="http://schemas.openxmlformats.org/officeDocument/2006/relationships" id="274" r:id="Rab5846961c3b4de0"/>
    <p:sldId xmlns:r="http://schemas.openxmlformats.org/officeDocument/2006/relationships" id="275" r:id="R1c1c4ab0472749b9"/>
    <p:sldId xmlns:r="http://schemas.openxmlformats.org/officeDocument/2006/relationships" id="276" r:id="Rb2edc020eda94f23"/>
    <p:sldId xmlns:r="http://schemas.openxmlformats.org/officeDocument/2006/relationships" id="277" r:id="R1d200aa6d70944af"/>
    <p:sldId xmlns:r="http://schemas.openxmlformats.org/officeDocument/2006/relationships" id="278" r:id="Rb87c4abcf5554ff0"/>
    <p:sldId xmlns:r="http://schemas.openxmlformats.org/officeDocument/2006/relationships" id="279" r:id="R996eb25913024ef5"/>
    <p:sldId xmlns:r="http://schemas.openxmlformats.org/officeDocument/2006/relationships" id="280" r:id="Rb94b5de6235f4782"/>
    <p:sldId xmlns:r="http://schemas.openxmlformats.org/officeDocument/2006/relationships" id="281" r:id="R6409e3ba26994533"/>
    <p:sldId xmlns:r="http://schemas.openxmlformats.org/officeDocument/2006/relationships" id="282" r:id="R1147f7848c5b42b5"/>
    <p:sldId xmlns:r="http://schemas.openxmlformats.org/officeDocument/2006/relationships" id="283" r:id="R064f66ac4d14484f"/>
    <p:sldId xmlns:r="http://schemas.openxmlformats.org/officeDocument/2006/relationships" id="284" r:id="R5b7c1ddda2c14f6d"/>
    <p:sldId xmlns:r="http://schemas.openxmlformats.org/officeDocument/2006/relationships" id="285" r:id="Re402020c3c394c31"/>
    <p:sldId xmlns:r="http://schemas.openxmlformats.org/officeDocument/2006/relationships" id="286" r:id="Rb0070fb84a4742b0"/>
    <p:sldId xmlns:r="http://schemas.openxmlformats.org/officeDocument/2006/relationships" id="287" r:id="R144e9c041d184513"/>
    <p:sldId xmlns:r="http://schemas.openxmlformats.org/officeDocument/2006/relationships" id="288" r:id="Rfe104533938f4ebf"/>
    <p:sldId xmlns:r="http://schemas.openxmlformats.org/officeDocument/2006/relationships" id="289" r:id="Rd2ee343a03724e13"/>
    <p:sldId xmlns:r="http://schemas.openxmlformats.org/officeDocument/2006/relationships" id="290" r:id="R3955c9bae8cb4421"/>
    <p:sldId xmlns:r="http://schemas.openxmlformats.org/officeDocument/2006/relationships" id="291" r:id="Rbcb1bdc01068452a"/>
    <p:sldId xmlns:r="http://schemas.openxmlformats.org/officeDocument/2006/relationships" id="292" r:id="R72df406ff1b340f0"/>
    <p:sldId xmlns:r="http://schemas.openxmlformats.org/officeDocument/2006/relationships" id="293" r:id="R65a5d505c5b74cb0"/>
    <p:sldId xmlns:r="http://schemas.openxmlformats.org/officeDocument/2006/relationships" id="294" r:id="R40f0cc5720f244e1"/>
    <p:sldId xmlns:r="http://schemas.openxmlformats.org/officeDocument/2006/relationships" id="295" r:id="R3a17a534f5e747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b3d8989bc8482c" /><Relationship Type="http://schemas.openxmlformats.org/officeDocument/2006/relationships/slideMaster" Target="/ppt/slideMasters/slideMaster1.xml" Id="R51c71a7ce2134712" /><Relationship Type="http://schemas.openxmlformats.org/officeDocument/2006/relationships/notesMaster" Target="/ppt/notesMasters/notesMaster1.xml" Id="Rbb955825280d4ab8" /><Relationship Type="http://schemas.openxmlformats.org/officeDocument/2006/relationships/presProps" Target="/ppt/presProps.xml" Id="Rd9545b3478124ee2" /><Relationship Type="http://schemas.openxmlformats.org/officeDocument/2006/relationships/tableStyles" Target="/ppt/tableStyles.xml" Id="R2227ca19a0dd4ba8" /><Relationship Type="http://schemas.openxmlformats.org/officeDocument/2006/relationships/slide" Target="/ppt/slides/slide1.xml" Id="Rcd25f3b0873a4bc2" /><Relationship Type="http://schemas.openxmlformats.org/officeDocument/2006/relationships/slide" Target="/ppt/slides/slide2.xml" Id="R12e89ec10784462e" /><Relationship Type="http://schemas.openxmlformats.org/officeDocument/2006/relationships/slide" Target="/ppt/slides/slide3.xml" Id="R84dd36e29c3b42f4" /><Relationship Type="http://schemas.openxmlformats.org/officeDocument/2006/relationships/slide" Target="/ppt/slides/slide4.xml" Id="Rea80d9f6b5ea42cf" /><Relationship Type="http://schemas.openxmlformats.org/officeDocument/2006/relationships/slide" Target="/ppt/slides/slide5.xml" Id="Rf8593f98408e4f26" /><Relationship Type="http://schemas.openxmlformats.org/officeDocument/2006/relationships/slide" Target="/ppt/slides/slide6.xml" Id="Racd11fc2727d457c" /><Relationship Type="http://schemas.openxmlformats.org/officeDocument/2006/relationships/slide" Target="/ppt/slides/slide7.xml" Id="Rf81807301c634a83" /><Relationship Type="http://schemas.openxmlformats.org/officeDocument/2006/relationships/slide" Target="/ppt/slides/slide8.xml" Id="Rda0ddd2b70564f27" /><Relationship Type="http://schemas.openxmlformats.org/officeDocument/2006/relationships/slide" Target="/ppt/slides/slide9.xml" Id="R27e878d459a24ce6" /><Relationship Type="http://schemas.openxmlformats.org/officeDocument/2006/relationships/slide" Target="/ppt/slides/slide10.xml" Id="R491f68fb7d684097" /><Relationship Type="http://schemas.openxmlformats.org/officeDocument/2006/relationships/slide" Target="/ppt/slides/slide11.xml" Id="R2a625d906daf4df5" /><Relationship Type="http://schemas.openxmlformats.org/officeDocument/2006/relationships/slide" Target="/ppt/slides/slide12.xml" Id="R2507a4cfa1c345dc" /><Relationship Type="http://schemas.openxmlformats.org/officeDocument/2006/relationships/slide" Target="/ppt/slides/slide13.xml" Id="R04ad56b87a7b4ee6" /><Relationship Type="http://schemas.openxmlformats.org/officeDocument/2006/relationships/slide" Target="/ppt/slides/slide14.xml" Id="Rbdf151bd3ccb436d" /><Relationship Type="http://schemas.openxmlformats.org/officeDocument/2006/relationships/slide" Target="/ppt/slides/slide15.xml" Id="R99e75a6bc92a42c7" /><Relationship Type="http://schemas.openxmlformats.org/officeDocument/2006/relationships/slide" Target="/ppt/slides/slide16.xml" Id="R1b60c887510a4950" /><Relationship Type="http://schemas.openxmlformats.org/officeDocument/2006/relationships/slide" Target="/ppt/slides/slide17.xml" Id="Rf2c1bd78e07a41f0" /><Relationship Type="http://schemas.openxmlformats.org/officeDocument/2006/relationships/slide" Target="/ppt/slides/slide18.xml" Id="Rb2ed5fdc1f964293" /><Relationship Type="http://schemas.openxmlformats.org/officeDocument/2006/relationships/slide" Target="/ppt/slides/slide19.xml" Id="Rab5846961c3b4de0" /><Relationship Type="http://schemas.openxmlformats.org/officeDocument/2006/relationships/slide" Target="/ppt/slides/slide20.xml" Id="R1c1c4ab0472749b9" /><Relationship Type="http://schemas.openxmlformats.org/officeDocument/2006/relationships/slide" Target="/ppt/slides/slide21.xml" Id="Rb2edc020eda94f23" /><Relationship Type="http://schemas.openxmlformats.org/officeDocument/2006/relationships/slide" Target="/ppt/slides/slide22.xml" Id="R1d200aa6d70944af" /><Relationship Type="http://schemas.openxmlformats.org/officeDocument/2006/relationships/slide" Target="/ppt/slides/slide23.xml" Id="Rb87c4abcf5554ff0" /><Relationship Type="http://schemas.openxmlformats.org/officeDocument/2006/relationships/slide" Target="/ppt/slides/slide24.xml" Id="R996eb25913024ef5" /><Relationship Type="http://schemas.openxmlformats.org/officeDocument/2006/relationships/slide" Target="/ppt/slides/slide25.xml" Id="Rb94b5de6235f4782" /><Relationship Type="http://schemas.openxmlformats.org/officeDocument/2006/relationships/slide" Target="/ppt/slides/slide26.xml" Id="R6409e3ba26994533" /><Relationship Type="http://schemas.openxmlformats.org/officeDocument/2006/relationships/slide" Target="/ppt/slides/slide27.xml" Id="R1147f7848c5b42b5" /><Relationship Type="http://schemas.openxmlformats.org/officeDocument/2006/relationships/slide" Target="/ppt/slides/slide28.xml" Id="R064f66ac4d14484f" /><Relationship Type="http://schemas.openxmlformats.org/officeDocument/2006/relationships/slide" Target="/ppt/slides/slide29.xml" Id="R5b7c1ddda2c14f6d" /><Relationship Type="http://schemas.openxmlformats.org/officeDocument/2006/relationships/slide" Target="/ppt/slides/slide30.xml" Id="Re402020c3c394c31" /><Relationship Type="http://schemas.openxmlformats.org/officeDocument/2006/relationships/slide" Target="/ppt/slides/slide31.xml" Id="Rb0070fb84a4742b0" /><Relationship Type="http://schemas.openxmlformats.org/officeDocument/2006/relationships/slide" Target="/ppt/slides/slide32.xml" Id="R144e9c041d184513" /><Relationship Type="http://schemas.openxmlformats.org/officeDocument/2006/relationships/slide" Target="/ppt/slides/slide33.xml" Id="Rfe104533938f4ebf" /><Relationship Type="http://schemas.openxmlformats.org/officeDocument/2006/relationships/slide" Target="/ppt/slides/slide34.xml" Id="Rd2ee343a03724e13" /><Relationship Type="http://schemas.openxmlformats.org/officeDocument/2006/relationships/slide" Target="/ppt/slides/slide35.xml" Id="R3955c9bae8cb4421" /><Relationship Type="http://schemas.openxmlformats.org/officeDocument/2006/relationships/slide" Target="/ppt/slides/slide36.xml" Id="Rbcb1bdc01068452a" /><Relationship Type="http://schemas.openxmlformats.org/officeDocument/2006/relationships/slide" Target="/ppt/slides/slide37.xml" Id="R72df406ff1b340f0" /><Relationship Type="http://schemas.openxmlformats.org/officeDocument/2006/relationships/slide" Target="/ppt/slides/slide38.xml" Id="R65a5d505c5b74cb0" /><Relationship Type="http://schemas.openxmlformats.org/officeDocument/2006/relationships/slide" Target="/ppt/slides/slide39.xml" Id="R40f0cc5720f244e1" /><Relationship Type="http://schemas.openxmlformats.org/officeDocument/2006/relationships/slide" Target="/ppt/slides/slide40.xml" Id="R3a17a534f5e747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150bf0a85449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d029e82e8245d3" /><Relationship Type="http://schemas.openxmlformats.org/officeDocument/2006/relationships/notesMaster" Target="/ppt/notesMasters/notesMaster1.xml" Id="Rf8a328e90b6543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402e4946334a3d" /><Relationship Type="http://schemas.openxmlformats.org/officeDocument/2006/relationships/notesMaster" Target="/ppt/notesMasters/notesMaster1.xml" Id="R08f84b62a58649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c9f70f2c7047d5" /><Relationship Type="http://schemas.openxmlformats.org/officeDocument/2006/relationships/notesMaster" Target="/ppt/notesMasters/notesMaster1.xml" Id="Rf3ac060d22964f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64736b0ed2423c" /><Relationship Type="http://schemas.openxmlformats.org/officeDocument/2006/relationships/notesMaster" Target="/ppt/notesMasters/notesMaster1.xml" Id="Rac24dbbb146e40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04e59e86534a4b" /><Relationship Type="http://schemas.openxmlformats.org/officeDocument/2006/relationships/notesMaster" Target="/ppt/notesMasters/notesMaster1.xml" Id="Rf84d86b2180041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4c25d789034f80" /><Relationship Type="http://schemas.openxmlformats.org/officeDocument/2006/relationships/notesMaster" Target="/ppt/notesMasters/notesMaster1.xml" Id="R4153ceae554e49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de14241b3f4ad5" /><Relationship Type="http://schemas.openxmlformats.org/officeDocument/2006/relationships/notesMaster" Target="/ppt/notesMasters/notesMaster1.xml" Id="Rd607951568a24b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096ad516194283" /><Relationship Type="http://schemas.openxmlformats.org/officeDocument/2006/relationships/notesMaster" Target="/ppt/notesMasters/notesMaster1.xml" Id="R4e8fe814276c40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8d2a614f514e6f" /><Relationship Type="http://schemas.openxmlformats.org/officeDocument/2006/relationships/notesMaster" Target="/ppt/notesMasters/notesMaster1.xml" Id="R90b2cf57a0db4a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4f4d62f52d480b" /><Relationship Type="http://schemas.openxmlformats.org/officeDocument/2006/relationships/notesMaster" Target="/ppt/notesMasters/notesMaster1.xml" Id="Ra9482264481e48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04090e3f814315" /><Relationship Type="http://schemas.openxmlformats.org/officeDocument/2006/relationships/notesMaster" Target="/ppt/notesMasters/notesMaster1.xml" Id="R720f2d0732ce4a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ae280dac1c4454" /><Relationship Type="http://schemas.openxmlformats.org/officeDocument/2006/relationships/notesMaster" Target="/ppt/notesMasters/notesMaster1.xml" Id="R2b5f9f36c11444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63e3b9b6d9441d" /><Relationship Type="http://schemas.openxmlformats.org/officeDocument/2006/relationships/notesMaster" Target="/ppt/notesMasters/notesMaster1.xml" Id="Rfb1b3216275647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63bb6e59694ac3" /><Relationship Type="http://schemas.openxmlformats.org/officeDocument/2006/relationships/notesMaster" Target="/ppt/notesMasters/notesMaster1.xml" Id="Rb6b0bd5115f440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d235ce8f494a94" /><Relationship Type="http://schemas.openxmlformats.org/officeDocument/2006/relationships/notesMaster" Target="/ppt/notesMasters/notesMaster1.xml" Id="R4412c4cf9dc141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dd3fc25b2142ba" /><Relationship Type="http://schemas.openxmlformats.org/officeDocument/2006/relationships/notesMaster" Target="/ppt/notesMasters/notesMaster1.xml" Id="R822257ef0c7443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0b90f21ebd4655" /><Relationship Type="http://schemas.openxmlformats.org/officeDocument/2006/relationships/notesMaster" Target="/ppt/notesMasters/notesMaster1.xml" Id="Rf57bfee12de741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b71ef4b82f43c2" /><Relationship Type="http://schemas.openxmlformats.org/officeDocument/2006/relationships/notesMaster" Target="/ppt/notesMasters/notesMaster1.xml" Id="R6c0e6a8a7fc44a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cfd79c9a904274" /><Relationship Type="http://schemas.openxmlformats.org/officeDocument/2006/relationships/notesMaster" Target="/ppt/notesMasters/notesMaster1.xml" Id="R8cd9eb16d6f2416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bb0a0243a14bd4" /><Relationship Type="http://schemas.openxmlformats.org/officeDocument/2006/relationships/notesMaster" Target="/ppt/notesMasters/notesMaster1.xml" Id="R4da08175b3b84c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28484ff7114760" /><Relationship Type="http://schemas.openxmlformats.org/officeDocument/2006/relationships/notesMaster" Target="/ppt/notesMasters/notesMaster1.xml" Id="R19e2be6a1f764cb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d022bda93724e21" /><Relationship Type="http://schemas.openxmlformats.org/officeDocument/2006/relationships/notesMaster" Target="/ppt/notesMasters/notesMaster1.xml" Id="R3b030bce207944d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0bd7b526ad4cfa" /><Relationship Type="http://schemas.openxmlformats.org/officeDocument/2006/relationships/notesMaster" Target="/ppt/notesMasters/notesMaster1.xml" Id="R69b4ec80d10848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285f89d97584a70" /><Relationship Type="http://schemas.openxmlformats.org/officeDocument/2006/relationships/notesMaster" Target="/ppt/notesMasters/notesMaster1.xml" Id="Re2d44c8048794c2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cfbd76d65174baf" /><Relationship Type="http://schemas.openxmlformats.org/officeDocument/2006/relationships/notesMaster" Target="/ppt/notesMasters/notesMaster1.xml" Id="Rf56da2e54b9848f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c2d61210e47405a" /><Relationship Type="http://schemas.openxmlformats.org/officeDocument/2006/relationships/notesMaster" Target="/ppt/notesMasters/notesMaster1.xml" Id="R72cb80db951b4b7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29b2f5343ec4dc0" /><Relationship Type="http://schemas.openxmlformats.org/officeDocument/2006/relationships/notesMaster" Target="/ppt/notesMasters/notesMaster1.xml" Id="R050d1d1ad99441f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d1596b62b44d17" /><Relationship Type="http://schemas.openxmlformats.org/officeDocument/2006/relationships/notesMaster" Target="/ppt/notesMasters/notesMaster1.xml" Id="Rd345280f498f492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4835f3254e54057" /><Relationship Type="http://schemas.openxmlformats.org/officeDocument/2006/relationships/notesMaster" Target="/ppt/notesMasters/notesMaster1.xml" Id="R666dbd29b59643f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932d6167be84da8" /><Relationship Type="http://schemas.openxmlformats.org/officeDocument/2006/relationships/notesMaster" Target="/ppt/notesMasters/notesMaster1.xml" Id="R12c040a9f13445e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5231707c01c4c3a" /><Relationship Type="http://schemas.openxmlformats.org/officeDocument/2006/relationships/notesMaster" Target="/ppt/notesMasters/notesMaster1.xml" Id="Rd39f63f2c0c7458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cd0fde71a154643" /><Relationship Type="http://schemas.openxmlformats.org/officeDocument/2006/relationships/notesMaster" Target="/ppt/notesMasters/notesMaster1.xml" Id="Rabdd6e6e504d467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3d55fb50d64fbb" /><Relationship Type="http://schemas.openxmlformats.org/officeDocument/2006/relationships/notesMaster" Target="/ppt/notesMasters/notesMaster1.xml" Id="Rd208a3fef06e4d7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235cefae01e4b6d" /><Relationship Type="http://schemas.openxmlformats.org/officeDocument/2006/relationships/notesMaster" Target="/ppt/notesMasters/notesMaster1.xml" Id="Rad2f0e950c42464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4dcbe5a3ff544da" /><Relationship Type="http://schemas.openxmlformats.org/officeDocument/2006/relationships/notesMaster" Target="/ppt/notesMasters/notesMaster1.xml" Id="R6c7254bd29e4473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8b8514d38fa4a8e" /><Relationship Type="http://schemas.openxmlformats.org/officeDocument/2006/relationships/notesMaster" Target="/ppt/notesMasters/notesMaster1.xml" Id="R9e102270988d48e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c1fa9a02f974c5a" /><Relationship Type="http://schemas.openxmlformats.org/officeDocument/2006/relationships/notesMaster" Target="/ppt/notesMasters/notesMaster1.xml" Id="R3abcc57e4c90418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e0e322bf09c4a37" /><Relationship Type="http://schemas.openxmlformats.org/officeDocument/2006/relationships/notesMaster" Target="/ppt/notesMasters/notesMaster1.xml" Id="R5835cdde46b1438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a7760d4a7c94aee" /><Relationship Type="http://schemas.openxmlformats.org/officeDocument/2006/relationships/notesMaster" Target="/ppt/notesMasters/notesMaster1.xml" Id="R554c04e1c01141b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ea1e46419c34dc5" /><Relationship Type="http://schemas.openxmlformats.org/officeDocument/2006/relationships/notesMaster" Target="/ppt/notesMasters/notesMaster1.xml" Id="R7e40f1752ff84c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633e559f241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ec889efa9b466c" /><Relationship Type="http://schemas.openxmlformats.org/officeDocument/2006/relationships/slideLayout" Target="/ppt/slideLayouts/slideLayout1.xml" Id="Rf15a3213187e47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5a3213187e47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34ccf5ba046a2" /><Relationship Type="http://schemas.openxmlformats.org/officeDocument/2006/relationships/notesSlide" Target="/ppt/notesSlides/notesSlide1.xml" Id="Rd32180fce39e4c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9658722fd40a8" /><Relationship Type="http://schemas.openxmlformats.org/officeDocument/2006/relationships/notesSlide" Target="/ppt/notesSlides/notesSlide2.xml" Id="R9050d97ea58549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bfccd1ea240db" /><Relationship Type="http://schemas.openxmlformats.org/officeDocument/2006/relationships/notesSlide" Target="/ppt/notesSlides/notesSlide3.xml" Id="R178a43820f2842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470d78b2d4155" /><Relationship Type="http://schemas.openxmlformats.org/officeDocument/2006/relationships/notesSlide" Target="/ppt/notesSlides/notesSlide4.xml" Id="Rd5073a3f50db43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086e21efb4360" /><Relationship Type="http://schemas.openxmlformats.org/officeDocument/2006/relationships/notesSlide" Target="/ppt/notesSlides/notesSlide5.xml" Id="Rf75971ff47114b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d48d3c5ce44f4" /><Relationship Type="http://schemas.openxmlformats.org/officeDocument/2006/relationships/notesSlide" Target="/ppt/notesSlides/notesSlide6.xml" Id="R57212ade45e845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91077f75a4b57" /><Relationship Type="http://schemas.openxmlformats.org/officeDocument/2006/relationships/notesSlide" Target="/ppt/notesSlides/notesSlide7.xml" Id="R2bb607e7294544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e922fd9734e8b" /><Relationship Type="http://schemas.openxmlformats.org/officeDocument/2006/relationships/notesSlide" Target="/ppt/notesSlides/notesSlide8.xml" Id="Rd6a8d4a6735a45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bd313179e4579" /><Relationship Type="http://schemas.openxmlformats.org/officeDocument/2006/relationships/notesSlide" Target="/ppt/notesSlides/notesSlide9.xml" Id="Rfdf5a59e769b44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1ff7edb8e4b11" /><Relationship Type="http://schemas.openxmlformats.org/officeDocument/2006/relationships/notesSlide" Target="/ppt/notesSlides/notesSlide10.xml" Id="Ra8a37642f11c43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0b571aa8f4888" /><Relationship Type="http://schemas.openxmlformats.org/officeDocument/2006/relationships/notesSlide" Target="/ppt/notesSlides/notesSlide11.xml" Id="R28a73d1f23da48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b0518e2444a6f" /><Relationship Type="http://schemas.openxmlformats.org/officeDocument/2006/relationships/notesSlide" Target="/ppt/notesSlides/notesSlide12.xml" Id="R6763c12772b245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7ea0f10e64bde" /><Relationship Type="http://schemas.openxmlformats.org/officeDocument/2006/relationships/notesSlide" Target="/ppt/notesSlides/notesSlide13.xml" Id="R100bef8c147b4b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bccbda28141c0" /><Relationship Type="http://schemas.openxmlformats.org/officeDocument/2006/relationships/notesSlide" Target="/ppt/notesSlides/notesSlide14.xml" Id="R5b32d146d41b49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531e5363041c0" /><Relationship Type="http://schemas.openxmlformats.org/officeDocument/2006/relationships/notesSlide" Target="/ppt/notesSlides/notesSlide15.xml" Id="Rc512c331134041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df3e8593542da" /><Relationship Type="http://schemas.openxmlformats.org/officeDocument/2006/relationships/notesSlide" Target="/ppt/notesSlides/notesSlide16.xml" Id="Rdb798561747b4d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2cef062cf4a26" /><Relationship Type="http://schemas.openxmlformats.org/officeDocument/2006/relationships/notesSlide" Target="/ppt/notesSlides/notesSlide17.xml" Id="R0283d8c217da44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aab461bb04b2e" /><Relationship Type="http://schemas.openxmlformats.org/officeDocument/2006/relationships/notesSlide" Target="/ppt/notesSlides/notesSlide18.xml" Id="R08896a95619f41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7ce5103c444e7" /><Relationship Type="http://schemas.openxmlformats.org/officeDocument/2006/relationships/notesSlide" Target="/ppt/notesSlides/notesSlide19.xml" Id="Rf8eeeebac64b44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6e5a6534f44d4" /><Relationship Type="http://schemas.openxmlformats.org/officeDocument/2006/relationships/notesSlide" Target="/ppt/notesSlides/notesSlide20.xml" Id="Re15d01b157a74a4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b82dedb5d45d1" /><Relationship Type="http://schemas.openxmlformats.org/officeDocument/2006/relationships/notesSlide" Target="/ppt/notesSlides/notesSlide21.xml" Id="R854a843b6d60403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723494ba54cd5" /><Relationship Type="http://schemas.openxmlformats.org/officeDocument/2006/relationships/notesSlide" Target="/ppt/notesSlides/notesSlide22.xml" Id="R9a355816c65c479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83be9ed854260" /><Relationship Type="http://schemas.openxmlformats.org/officeDocument/2006/relationships/notesSlide" Target="/ppt/notesSlides/notesSlide23.xml" Id="R8aaf86a06d3f4ae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031887441440c" /><Relationship Type="http://schemas.openxmlformats.org/officeDocument/2006/relationships/notesSlide" Target="/ppt/notesSlides/notesSlide24.xml" Id="Rd233bb4cbe9444e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7386c68044a3c" /><Relationship Type="http://schemas.openxmlformats.org/officeDocument/2006/relationships/notesSlide" Target="/ppt/notesSlides/notesSlide25.xml" Id="Reaacb80c59804d0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163b78bf54bd7" /><Relationship Type="http://schemas.openxmlformats.org/officeDocument/2006/relationships/notesSlide" Target="/ppt/notesSlides/notesSlide26.xml" Id="R1359dca642904c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80cb725c14640" /><Relationship Type="http://schemas.openxmlformats.org/officeDocument/2006/relationships/notesSlide" Target="/ppt/notesSlides/notesSlide27.xml" Id="Re1bee1ea32114ca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34707e9e84ad8" /><Relationship Type="http://schemas.openxmlformats.org/officeDocument/2006/relationships/notesSlide" Target="/ppt/notesSlides/notesSlide28.xml" Id="R8e64478b8c6547d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69d9907844261" /><Relationship Type="http://schemas.openxmlformats.org/officeDocument/2006/relationships/notesSlide" Target="/ppt/notesSlides/notesSlide29.xml" Id="R9f871c5392d543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dee44a3734c9b" /><Relationship Type="http://schemas.openxmlformats.org/officeDocument/2006/relationships/notesSlide" Target="/ppt/notesSlides/notesSlide30.xml" Id="Rfc652aae6cd34ca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46259f1764e37" /><Relationship Type="http://schemas.openxmlformats.org/officeDocument/2006/relationships/notesSlide" Target="/ppt/notesSlides/notesSlide31.xml" Id="R73d59ee95be74b8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432272feb4cc1" /><Relationship Type="http://schemas.openxmlformats.org/officeDocument/2006/relationships/notesSlide" Target="/ppt/notesSlides/notesSlide32.xml" Id="R404844e45fcb4b6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c24c1466343c2" /><Relationship Type="http://schemas.openxmlformats.org/officeDocument/2006/relationships/notesSlide" Target="/ppt/notesSlides/notesSlide33.xml" Id="R433c4ba18d3b416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6ee2ed01c4fa9" /><Relationship Type="http://schemas.openxmlformats.org/officeDocument/2006/relationships/notesSlide" Target="/ppt/notesSlides/notesSlide34.xml" Id="R1c408d51f7054f7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49261d8464953" /><Relationship Type="http://schemas.openxmlformats.org/officeDocument/2006/relationships/notesSlide" Target="/ppt/notesSlides/notesSlide35.xml" Id="R85761832b220477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4d310b1e14488" /><Relationship Type="http://schemas.openxmlformats.org/officeDocument/2006/relationships/notesSlide" Target="/ppt/notesSlides/notesSlide36.xml" Id="R2ad74591188840c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ebf7beeb34858" /><Relationship Type="http://schemas.openxmlformats.org/officeDocument/2006/relationships/notesSlide" Target="/ppt/notesSlides/notesSlide37.xml" Id="R75116fb7cbcc4bd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668fdda3c410a" /><Relationship Type="http://schemas.openxmlformats.org/officeDocument/2006/relationships/notesSlide" Target="/ppt/notesSlides/notesSlide38.xml" Id="R2eb8fb214ee4410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d80dcc1184cc2" /><Relationship Type="http://schemas.openxmlformats.org/officeDocument/2006/relationships/notesSlide" Target="/ppt/notesSlides/notesSlide39.xml" Id="Rcb4f9f0cacfb489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762eeaa1c4880" /><Relationship Type="http://schemas.openxmlformats.org/officeDocument/2006/relationships/notesSlide" Target="/ppt/notesSlides/notesSlide40.xml" Id="R906dff3d660345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82958-E7E7-4787-99A4-3929D767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27A95-AEED-4EC3-AA94-6A13839E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Laplace transforms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5A606-196F-428E-BABE-D27568CB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Calculus, Laplace Transforms and Numerical Techniques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1BMATE201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7AC7B-B2CB-4671-891B-09E86EC6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D587F-0910-44EF-8D09-B6821486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CB841-898B-47E8-A24E-14CFB3AC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FA3AB-E76B-40D0-895D-39EDFC9E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0109-6595-4616-ACEF-579405C0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1804A-E1B8-440C-8E1C-9FCE39EA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FCF03-6F0A-4A74-833E-C330602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9E7F2-D9FE-4300-A01F-3A3935EF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6BF9C-32EA-4B47-BBA4-8FDF288B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104ED-D910-493D-B1D8-D4E91513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96379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F41E1-8703-453D-B640-DB749953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455E5-4187-421A-BD5E-5B11B21F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C3022-903D-42F6-92FE-BCE9CD84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364C1-3C8B-4678-A14D-479A3130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436C4-43B1-4DD6-B43D-6152871B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A6F7D-F670-468B-A614-955111B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A8624-3A19-4F62-A459-70AC2FA7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5FE4B-07D8-4B22-B241-46B8DED4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003FE-39A8-4A22-B826-B183C4D9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F4498-0470-4241-860C-A357F843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0C81F-F1EB-4F0C-8FA9-F1A0140A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49DBC-5F0A-435F-A7CB-C97A0C8B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589A8-A94B-421E-B2D0-CCAF50FC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D4BCE-846D-4A0A-BE58-B8F306F9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C67A4-393B-4448-8306-C28DAED2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16459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ECCB4-971E-425F-81CF-38087EDF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3A972-3DB7-45F7-8B49-A6F4A857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73055-7C84-484D-AAAE-0780A09C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5C779-D7A6-47B0-B05C-FAB364D6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F00CF-6F85-4433-8222-C1F739C5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D0FAD-CB36-43DD-BCD8-1C323D97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53133-3E5E-40A8-910E-E75FC0C3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3AB03-5F33-404D-85AD-6029103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4CE02-8502-4B5E-BC6A-5C24D1BF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Laplace transforms (8 Hours Theory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BCFA4-4528-46A8-A418-C13F468C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76062-5B3C-423E-A3D0-5413C731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AE5C0-CEFA-4357-A8E5-B039450E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Laplace transform s: Definition and Formulae of Laplace 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5DBB2-FF3E-4CE0-B6C9-DBF85046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D40CD-5CD2-4D79-953B-BA77D3C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0538F-505F-4BD7-AA33-1F27CCF4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Properties -Linearity, Scaling, shifting property, differ...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15343-001A-4E1E-923E-DC1AF8AD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894A9-7473-4C2A-989D-35290794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972C8-63B6-4003-AD09-C82AB736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Laplace Transforms of periodic function s, square wave,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68872-D4AF-4EE3-978A-4411BDC3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74E27-97BF-4D36-AE5E-AB54EE12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CFB8C-0514-474C-BDDE-1CD8E4E4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Transforms: Definition, properties, evaluation of Inverse...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C4394-3774-45B0-ACEE-0497C6CD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8210D-6C67-4C35-B05F-E6F2A2EC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F93912-1AF8-47B9-8A84-86EA3392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 -1: Chapter-21.1- 21.17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0A860-3CA6-45B7-9721-59958054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D03E79-3E51-4207-A09E-08B472B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212159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2FD77-FB5D-4181-B32B-11728CBD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7F59D-A67B-43DA-A46D-7BF239DC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D3B8F-5710-444E-A358-78D36D61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7E6D9-200F-4753-987E-34C6E62A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8BFD4-FFE3-484F-AFBD-656ED6C3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1EAB0-7804-4E9B-9605-191657D7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07FB8-9C01-40C6-97EF-6DFB255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B3D92-EB7D-498D-B5C4-3C7EAC32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Laplace transforms (8 Hours Theory + 4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26DA5-1B1E-41ED-95F2-E418141B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4C13B-87E9-4575-B9C2-A295D149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4D761-3CB2-413B-B636-2940EABD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Laplace transform s: Definition and Formulae of Laplace T...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A5871-F3AF-4845-98D0-E130AD9F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1B51C-3163-4647-82A6-4F2798E0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80A6E-C6AB-40EA-B15B-3DA62EA1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Properties -Linearity, Scaling, shifting property, differ...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DC4F6-8BF5-4AA6-98B1-90E6EBC3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EC8B6-132F-4392-99A2-79D4EB18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6E35B-D89D-43BA-AA28-83232F57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Laplace Transforms of periodic function s, square wave, s...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F71B6-CA27-42F8-A9F9-D1E83EF8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87C43-E692-474D-81F4-9A62CCD5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4BD60-3B72-491E-8277-591A3161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Transforms: Definition, properties, evaluation of Inverse...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5A441-D368-47E2-BA74-1930B4C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EDB4B-C2C8-4EB8-B5F3-7626C209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70E90-27CF-42A5-9D0E-C3C266B8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-1: Chapter-21.1- 21.17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7CDA1-AD04-47EC-B6C3-257F7859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5C313-959A-475D-8D77-666D423A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4D02C-E353-4FA2-8A9B-356C75F9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78159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B0C30-D624-4808-A556-9CA7233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B0CB4-4F8B-4C12-8BC6-02B3F769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C1050-F7FD-497C-9F80-8A334763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CABAB-877A-4D34-8D55-FD7D56CC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25BFF-12AB-4A43-9D06-3A990E95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Laplace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E34F7-EF37-4D13-8D71-5A0B51D6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EBB89-01FE-41B4-A8B9-F6E2F958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B41C0-597A-4886-9486-080BBD99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FEC19-4589-4712-A692-FE43565C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D998F-8872-4664-B1FC-87D00608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Formulae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8519D-A165-41CF-892E-E8EB4A7F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elementary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4A28D-FCA1-4974-9AF6-68703CAA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44DA3-32AA-4EE7-9782-7D15006F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91124-7D58-4129-A0EC-648AF4E8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F2E51-75B1-4DBD-AB7E-68FC0A16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1B66E-BB3A-48E4-95D5-B746C08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662512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FB528-993B-4CBF-84EA-1EDFAC45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32205-E37B-4FE8-A969-8635E24A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5533-BAB2-4FA6-AB0E-CD360D0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E74FC-733B-4781-8C22-A766E568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3886F-3996-4E7C-8CDA-273138D9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Laplace transforms (8 Hours Theory + 4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D2B4D-6162-4BA1-B78B-B9CB6E24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Laplace transforms (8 Hours Theory + 4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8EA30-3110-4225-815C-A551E5F6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0EC4D-5303-4A10-914D-7A08280E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A6BF3-2FC1-4E24-AC00-8D040CA7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9D54E-A4DA-4890-B4CE-8CA829BC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A5A18-FAB5-43F4-BF8B-72492B49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E870C-1B12-470A-9325-8C17DD71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66B18-081B-4736-83F6-E9F0B14C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C6CDB-942F-4D87-87CF-CB6B1BC0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6BBC9-AF4E-410C-9BD8-BA1BD927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52F5A-293E-47A0-9C80-06FAFBD1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88322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08031-CC97-4793-8FC5-9281327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BD5EF-896C-40E0-AB4F-596C2E3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FC690-B895-4668-BB61-3BA12E15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885B3-9055-42F1-819F-95FD85A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92E42-2798-47B8-8FD2-214789B1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44F12-7A01-4653-B0F7-97D8CD29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327A7-37E4-49BB-9590-C9CF90DA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8C054-BB62-45F4-A027-EB3349AF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88374-6C5F-4186-B435-1965E414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Laplace transfo...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13513-9EE7-4F32-9D68-8BF98E53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18C40-A8D8-44F4-88AB-E75E0FB4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F666A-DD2D-49B0-B66A-8995BB4C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Laplace 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4BA5D-16D3-4C79-AAAF-ECF4694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4789F-6C91-47D8-9148-A8578C44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C9536-691F-494B-9E53-C3242086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Laplace...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3D557-D650-4A6C-998E-09ABD134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1C191-88B7-4D54-84AD-F1238A97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E56CD-7D4C-4A32-A1B0-2E0D9464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Laplace trans...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C524A-B929-4570-8EDF-C9302A0D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F8639-002E-4F3B-9AF8-443BF9B6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33919-D4D6-427B-A8BD-708EB462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Laplace tra...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7D3F6-DBF7-439B-B432-F183CD45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04605-2711-40C8-89FD-E919BC24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969480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B8873-6E5E-494A-AFBF-9C47BD8F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0BD4F-A6D4-4FB8-A452-7B455F63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99245-2B82-46D6-B199-F05C908E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7BD70-81C7-4ACE-AA91-2EB54C8D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9DE27-E960-4E95-BEA5-1A3F7901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D5F97-F7AF-4CAA-A61A-01D9DE61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5F5BB-FC10-49DD-8390-965F911F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4C154-77BA-4B81-A6E0-B5E4F1F0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6A1B8-30DD-465C-8B71-27768DC6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1AF35-655B-48AC-9939-7A2A78B6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1240F-6B92-445A-A87C-508FEAE8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F95A1-C388-4971-B5F9-BB036F3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0DAEE-1FD2-4CBB-968E-FC3DD7AA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BBA00-1649-4AF9-BA4D-01A22906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8D177-3DB3-4F8A-B8A1-374CF35A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18715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CC4E0-B16A-4846-B1D4-CD316914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E5BDD-A433-4525-8FAF-3B41F05D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C069E-7494-419F-957F-B29B393D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46C6E-4539-4577-AD57-4BB0C8E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A735D-D4DF-438D-9967-ABA8175E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42449-FDBA-4680-A1EB-B6B66D03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Laplace transforms (8 Hours Theory + 4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F156A-418F-4114-A051-C963E592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5F445-20A2-4DA2-B6EB-393CAF50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B6EAE-EDAE-4A3B-91EF-A5A02B65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0357B-AC1D-4377-AD7F-5F598FA1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CB1E9-49FA-4C08-92F5-D836EAFF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616301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3B06E-14EC-4561-A8B0-FBDF2C2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F0DA2-9765-45CD-A95D-0270D324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B24CE-10E6-4166-8EE4-7C20756A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F3B99-E26B-4C32-AD71-ED730832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E2B17-A169-4847-96CB-ACF73BDE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Laplace transform s: Definition and Formulae of Laplace Transform s, Laplace Transforms of elementary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0E2C0-541E-4A84-BCA6-3122D458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Laplace transform s: Definition and Formu...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F5D30-4A31-4157-A950-25C21967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D29D2-6ACB-4FB7-AA8D-593A4712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56BDF-3DB7-481A-B475-C495B134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E7175-C989-4C1B-A334-6A3DF0FB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A6855-773F-45B1-B687-215FD0BB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51C18-C9D7-4CB4-9012-260CDFF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120A3-D0C6-4452-8FAB-95740E31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27276-0B95-4C1C-83F9-81A1E03C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4A6BF-3651-4AA6-AFBC-8A5DDD8E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56037-4BE8-4962-97B1-9648F9EA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1000633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9ABEE-DFF9-4E65-879C-B36B0891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6A356-3E0E-438C-8383-B5C4DE52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D79E2-110C-4425-9069-775BAA70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C0624-5224-4D3A-9B6F-5A141706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EC165-BF9C-4434-9400-5381BABC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30A56-2CED-424F-B679-86632660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0BC52-16A4-44A5-BF1F-036D9D63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5927C-C89A-4DCE-B2C8-FD0454E8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2B704-642D-4110-BFE1-9314B9DB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Laplace transfo...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EF331-D765-4021-B407-C1AC26BA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8335F-5EF9-4351-9301-1AD5AE62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49E16-1C60-44DC-ABF7-69F72208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Laplace 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FB365-0870-4565-BBAF-158964B5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430CF-8AC7-4C5B-875B-08B78102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2E2AD-56C2-4F59-B71D-875EBC4D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Laplace...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0B677-31F3-421C-B204-48EB4454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D0FC7-5642-4D43-A7F7-F6A8BB8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64624-E4F9-44A2-B891-FA3B3064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Laplace trans...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DC869-2D56-4107-A4B6-939088FA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98808-B5C3-4B94-B9DC-13548720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3CA47-652E-4DE9-81CD-B56B2B18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Laplace tra...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68A7A-794A-44AF-AC9B-9A86CF74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1E41C-4F82-4AF7-8173-D8FBDE5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2352124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A7C66-56EB-4777-A772-27663908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DEAD1-8966-4D3F-BCCB-448998ED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980E0-532C-471B-BAB1-80EE6B2F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EA03D-2DE0-45A7-8F85-7CC46CF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A1A05-7AD9-4849-9116-961FEBE7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76595-9678-489A-9F69-078B2FA2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E005D-B569-4708-9A60-68F0DB1D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531B-82FE-4140-A5B7-640528B1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68C73-535A-4275-8E98-C59A18C7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263C3-E70D-4318-8123-2D2A5D3B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6147E-5E15-4C96-98DD-B0D7955D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8A2AB-2B90-4408-A667-0E27E76A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0E5DA-9B87-4BA0-998A-5408E73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E37CD-47C6-46C5-BB9F-9711C709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0AE15-C8A3-449D-B86B-22DBE0E7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253138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F54D0-9E19-4431-8AC1-7C7CCC5B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CE88A-7DAB-4990-90A6-A7D72BED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05D35-5DF8-4788-A391-00B8C3C9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987D3-1882-433F-890B-14AB2B5B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448C7-D29A-476D-AA1A-4BEE0A13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53D76-0688-4C09-8DAE-BE769D07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Laplace transform s: Definition and Formulae of Laplace 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AE2D9-A3EA-4642-A3DA-D0D200BA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5D63B-72DF-4D99-88FE-1B061823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9DF09-7161-49A4-9591-6706B135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5D5E9-0AB1-40CA-974C-FE17F5D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2CAB7-527A-4E8D-BDB0-24260D77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1336212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9621B-B54A-4C30-8700-79A391FF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3E064-1D28-4657-B54A-0878E027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CE55C-07F1-4E8E-B7AC-A4321CF3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FB43B-690E-4A44-8D09-BB7EAC33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265FE-028F-447E-A91A-E2205265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Properties -Linearity, Scaling, shifting property, differentiation in the s domain, division by 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90775-F91A-45A5-A91E-9D8CFC03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Properties -Linearity, Scaling, shifting...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65495-4386-4347-8B18-9F4C5E5D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37E6E-5E5C-475A-9EFD-2E49BC5A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7DFAA-6265-4075-AA6A-0CB41CAF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14D73-B9BD-4857-8221-639C0FB8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14337-A74C-4F06-9623-81B3695E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CB253-0D06-4F25-9D77-E7795434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75DC1-DC19-463F-9639-3BC97929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5ED69-091B-4C23-BDA9-46D0545D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16F87-9298-42A8-BD05-5701CED1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421F3-DFBA-4CE9-B938-BBE5E7C7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846146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9053E-F6CA-48CD-AC60-4540F9E9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88814-E483-4D81-9B40-06954848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3263E-CED8-4C0D-85EF-99E58F42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BD7B8-7204-4539-97B8-983F28EF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E0E7A-9791-41B8-AA02-C2CCEC8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5287-79EF-422E-A1E1-4E7290B1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D35A5-5620-48D0-9D7D-CA9E8DB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0393B-0433-4CE2-A79C-90E4F619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26589-D922-4FD0-8629-026319A6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Properties -Lin...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3E425-9BCC-470E-8818-6E77E4AA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D5555-2F24-4935-A098-A0F2F687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A27FD-DD2B-4A1B-8CDA-B0278502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Properties...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9060F-58B8-430A-B940-3E877B3B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AAAB4-5C02-4483-913E-E849D4A1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471EB-9F5F-46A2-9958-71D2D192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Propert...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5122E-E05E-47D2-ABDD-E25D7D6D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CDDE1-9E8D-4F0C-A585-F055D3B6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D8CB0-A4E4-4201-B117-44CEE1BD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Properties -L...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4FC52-3D56-4035-850D-C384BEB4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5673B-B090-4B03-905B-38629122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26739-4C42-4CA5-9C98-2E3913A9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Properties...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0772A-A843-4274-9788-ABBAAC5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EF269-5966-4312-BFB9-0180F38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5993433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F4685-D239-42AE-A2F3-B85E3CA8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45559-ED18-44C8-BE73-EF68DA63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E02D5-0D82-449B-8842-EA567DAC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1A7C8-62A8-41F6-AF4B-B5BDF3B6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E34DF-1FAF-4D12-81BA-EA81FA28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91E98-9A2C-412F-AD4F-E2592357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A90F3-CC19-427D-BBEC-BE25D788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3F2F7-9E12-40DD-AAE3-4658749D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66233-7BFD-4452-BDF4-D62011E2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2C92F-3ADF-469B-A4AE-B3F31221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E19A9-80C8-46E4-9358-1C89DC7B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43C07-6F97-46F8-9870-EA809798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60944-DBBE-44DF-A119-C260D9F3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7DAD7-ACA5-4421-9067-C03A3712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440C4-8295-4648-BC58-62A905D8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475797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B83B4-BC58-4240-BA1A-6115F4F9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679F4-61C5-4EE1-98B8-D3C57D71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8D988-611C-42CA-B07B-CD4C6635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2DFBA-4600-4EC8-ABBE-9392046E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37A1A-1154-4836-83A5-FB861A12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7D5FA-640D-42DC-B896-542B2DB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Properties -Linearity, Scaling, shifting property, differ...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8DA4B-0D95-48B4-8B2F-A1AFA4B9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A1174-CF14-4567-86C3-2F9D273D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E284B-09F9-464A-96F8-71D5F14C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46497-F376-4668-889F-A862D08D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7892F-3A75-44A9-8233-A7347B4A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496758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79005-2FC4-48F6-95A5-57089418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CF3D7-8136-4054-BB9B-F2455FF9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2A9F2-749A-4C5F-9650-F3963754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601EA-BDD4-4930-9CA1-169C978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6C96E-6339-4CA4-A05E-7D9F05CF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Laplace Transforms of periodic function s, square wave, saw -tooth wave, triangular wave, full and half wave re...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5C63A-65C2-470E-9325-2B4386BB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Laplace Transforms of periodic function 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5DCF3-835D-4118-84B5-2D5DD1D6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FCDE0-FE1B-4E3B-98E9-1D81975D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894A2-808A-41D5-95FE-1419234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F0085-8EF6-407D-8590-1AA76A5A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FF32A-0AFB-4271-8292-E5E8AC62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20290-4294-4479-A5B0-C96F7CE0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46822-C776-4513-A0E7-6ED38FA9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11112-D25A-44EB-900A-8F2DB4BA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42DED-3398-4C6D-88E3-B1733A26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E117F-B509-4C49-9955-381D8E06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824935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8BE2A7-34CE-493C-9085-463860AF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5DC3E-6E09-487D-B069-C6CB2D10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FAE53-FE18-4673-97C3-1625A1FD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A6AD7-58CE-4E81-810E-20065C5F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99BFF-31C2-4219-B082-57810995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07407-092A-49B6-B46D-D76FF559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63984-F0C2-4988-9370-5C7A43AD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289CC-0116-4763-AD22-ABA6500A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D4977-51A8-4992-AD17-74297848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Laplace Transfo...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2C0EE-1923-4BF4-93AC-E5801D38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C3349-E0A0-4A87-9156-74BEFBE1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843D5-61A8-4414-BC38-FB374BDE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Laplace 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56DE5-C927-47D2-A3CC-1A864D89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1DA1F-E940-45BF-9E46-7A6B6AE7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0A864-8B9C-4736-B993-94A3C268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Laplace...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F26AB-FF81-4E1D-BDCC-3D317E5A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84A37-5400-44A7-945F-733A10C9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B0FD8-2B94-4162-B1ED-B598AC2F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Laplace Trans...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D2726-918F-4777-AD34-78765388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366BD-4091-4716-A188-846C26B6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BD63F-C38B-4163-963E-431CC01E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Laplace Tra...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06D9C-0259-46C2-BFA2-0CE8E73B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3B84C-83F3-4469-8411-1F496CA1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547357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1128C-EC0B-43B9-9B04-E7810539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86A35-DF2E-45E3-B7D5-693460CB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D8550-798E-4EDA-B9C6-4F2F35C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84921-95DB-4AFC-92A7-A15FA19B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AF3CA-4895-4A0C-9A66-10A9D51C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9CA2C-0150-4007-88D9-B2512708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72FD0-E39E-4360-A06C-5781E07D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EC34C-7711-4CA6-9209-F27B7C98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99545-E192-418F-8FDB-6BD16642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FAF44-269B-4A2B-A7A7-864B482A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31969-139C-45EF-8211-119391A5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854E9-19CC-46B0-B495-6B2259B8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473AB-A464-4870-8FFC-A81DB748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AF864-5B15-4369-AE81-4263DCFC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37909-F33D-47FE-BAD6-460FA76E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802746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1F24D-CF93-4604-9399-1E393ED1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D136F-DE0F-47E1-BBEB-27E10D36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3ED06-3452-4355-8696-66C3B3B3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6F433-7650-4F21-901B-F47F3EF6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24319-079C-47D4-B3A8-BA70A7A4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F7BC8-CB3C-48E3-B3DC-E7FF8841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Laplace Transforms of periodic function s, square wave,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D4A1F-29D6-453E-AE1E-4524681C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05813-A502-4730-AF0B-9498DC6B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02FAE-CD04-4DAD-939F-77DED526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29A19-5642-4396-B0C8-4215C24E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AB07C-CF96-4EC3-BF92-61B50DA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0043622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F25B1-A29E-4967-87EC-6B7AF69C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0FEAD-2CDE-4017-B28A-8759F64A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77F38-093E-4AFA-9E3C-3D734CE0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DF0E0-771E-4172-B5C7-5322EC34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24E43-6F82-4A2C-8B58-6AC0385D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Transforms: Definition, properties, evaluation of Inverse Laplace Transforms using different methods, and appli...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B2622-5B10-4950-BD71-EC87686E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Transforms: Definition, properties, evalu...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FAC76-37CB-4776-9288-A7108723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BB6BF-69C6-40A4-98FA-4289E72A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A3494-B4DB-4789-B08E-3B865E0C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71BBD-88C4-48E5-A467-04029169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8150B-7F0F-40F5-A749-FC5E070C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0073D-FB55-4757-A530-D4373F6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7EC84-BEEA-444C-9418-EA42E97F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F5151-3D09-440B-B8E9-0AC5F27E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1D297-7ADA-4742-83BA-FED34C16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06C0D-A520-4945-910A-D01DA908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544976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F7BDB-DE23-49D3-8F9A-1B0B252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51471-A292-439F-ADAE-1167143F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F638A-FEAF-4F28-A4E5-DB30EF8F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CD449-3462-487C-8407-CFCCC247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76FD0-C22D-490C-9AA9-E64CC38F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9E2C0-F4E8-4BD0-AC3B-3505282D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A9BA9-FD0A-4976-8062-29E95B8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C04F8-444B-4EA3-A56D-4D77882F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1B7DE-4575-46B1-AADD-428EBB71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Transforms: Def...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788FE-77CD-427E-8BEE-424EEE11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4536E-0C9E-4DB0-9234-9E76C5AD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ACB62-7693-410D-8A0D-0F4F6AA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Transforms...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ADE89-3E15-4AE8-B4EC-7791CD44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A66C8-4273-44CD-8490-A1A273CC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C57F7-942A-4334-B03A-8B0A7C9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Transfo...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13A5D-9E3E-4109-B514-0D73A02E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DB9EA-69BF-4F5F-B7AE-D5BB4886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E6064-1112-4DDE-A520-8AFB45A4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Transforms: 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67F84-D86E-4F6F-8F5E-4E51A1C7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1C66D-AF78-48D2-B776-2500163F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BE7445-9E3C-4B5E-8841-192F307F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Transforms:...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3816A-FDD9-44FE-ADD7-BE030E78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8673D-B40D-4259-A703-1D46F272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767686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91084-E7B8-4DE6-A0E0-4E39558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65CE5-F821-46BE-B699-C4F48015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A1F6C-B390-4BC5-85EB-2F01872B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5E48A-CD8F-49D2-9B9B-9F770714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D1384-495E-4C28-BFEE-087B47CF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86037-7DFE-4E89-9874-A794168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09967-6A9D-43F1-A06D-054FACE7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18E3E-EF8F-4A2D-9352-9D27CB70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7D093-D66E-4465-AAA7-6465FC62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8FE1F-2C35-4A6F-B78D-B58FCEDF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6251C-534B-4F51-AF76-5E46831A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89FA2-6784-4732-8B2B-694D1C24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AB117-0381-4725-A87F-566B63DD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0A038-EB3D-48C6-BDCC-F39BF2AA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0709B-2B81-4D63-A61C-484151D3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155844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146BC-D2C3-42C6-9CB9-72547243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BCE59-8435-4311-A0AF-5520D3B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5671D-E091-46F0-97D5-8B8D6F72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3B2BD-86B4-4161-87A2-F0CACA9E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0DED9-7E4A-4BFA-AC6B-F444077C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AFCC3-44DA-494F-AD2E-18541FE5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Transforms: Definition, properties, evaluation of Inverse...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3FBE5-080D-423E-859F-68EAA70B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AD438-B264-461A-AEC7-9F4EFE22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A6157-6048-45DE-8063-425E869B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93E75-2D0C-4948-94B1-43643999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181BD-53D9-4506-9930-69CA5D83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320362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B9BE0-CF40-40C1-AA29-2D1662D3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04DF6-C2B9-4AEA-AB1D-9F669445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0D155-046E-4D84-8FAA-0DA71BEB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65F22-B65E-4755-8DBA-4FCEE38C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5D478-89AC-4D1A-918E-AF1CE609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 -1: Chapter-21.1- 21.17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7D8DF-79EA-4C8E-91AC-2F0465D4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 -1: Chapter-21.1- 21.17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D15BA-0FA1-421D-BEEC-283F6F7E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C77AC-3F65-467D-B58F-13A6C275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17F3B-147E-4945-9DA6-797D33A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83A71-6C06-485C-B2FC-B0B1A0CC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693AB-5FE5-4D4F-8348-C7411C79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F312D-503E-46A2-A17E-410E6DA8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5308A-9D66-4E56-B87B-B01BC51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E7975-5B37-47B1-B469-7A55A78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1C1DA-7353-4FCF-807C-FA1AC14A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2B76C-02E5-415F-A15F-CFDF2AE2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323289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96F20-E37C-4343-BEA1-A93AEEE2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DFDB4-E7ED-44B8-AB18-229BD527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C0E13-E9F3-4897-B1FD-5538C12D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457B3-2A07-4B3F-AE0E-14173A48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7FBEC-4974-4CBC-A17F-90C1231D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F282B-E500-4587-9B71-5843DF03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312C5-5427-4220-9408-5026037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B8A4F-696D-4E5E-AFD9-BECBDCBD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BC15E-4DDC-4549-B7B3-FDFC39F8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 -1: 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C719B-0389-4232-940C-B26702C3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3308F-1289-48F2-9E92-9551B52D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25A30-1FBE-404C-80D9-52446D28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 -...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5D356-C000-48B8-96C8-01B0570B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BC945-C3BF-48AA-870D-5675B239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8C9E4-700F-4F41-8FE7-9F015849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5E734-1279-4C96-9BED-1AAEA12F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47A5F-5E23-4551-AF93-7508D181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D6D40-A301-4B71-A4A2-FF3ABE99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 -1:...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C0BA1-BF29-47A2-BA93-D00F7717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0D497-617B-409B-9245-267FFE0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38A2D-D962-49B4-B045-BCE6D5B5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 -1...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CD9A6-DBE6-4852-9339-2FCAABFD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AA045-07AD-45A2-9C02-39929484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867525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535CF-5E06-4568-BDC9-B80CC22C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E0A36-5BA0-4E87-9198-5B5D1D77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9A745-DCF0-4C6F-8CEF-FBB9D9A8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1F813-D318-48B2-B72F-0EB71EA9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2A52A-6FD2-4086-8BBB-057081F5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E5F37-FC39-4B00-B193-318B9BD7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4BCB0-96AC-40D3-9848-D30990E9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FA11B-8825-41C8-95D4-AA77307B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D3662-0458-487F-93F5-CAE37C57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2D548-9590-443A-850A-CF0EBC5D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10DA8-E70B-4FEB-A100-421DE3C9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30ED6-3152-48D9-871D-829C3E97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10006-BB95-40BD-8B4B-F71BF3B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C6DF1-31E6-43AF-B659-6D2228B1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0014B-8A6F-4F23-80D7-E972953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524609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43F72-5048-4881-8619-ECC35365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D3EDC-000D-4408-8187-D4DDA825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0F4EA-4880-4531-8088-C8B018EF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F1CEF-61DA-40B9-BFF5-2937BA3D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6A1DA-A835-471E-B8E0-E22A039D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CA6DA-76E6-49AD-954E-4EB2E828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 -1: Chapter-21.1- 21.17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5085A-2C0E-489E-98AA-12A25C6A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A4351-2731-45E9-B9B1-B276122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E53F5-CC83-4927-8917-DACC770A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715C0-F156-43CB-859F-BB5B67AC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F2D0F-29A3-401D-A768-CFFDA4E1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080485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2ABFF-93AC-47A9-BCAD-7C306148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B55B9-0B65-43D7-A7C9-6FDF5E20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042E7-2540-42E1-A26A-16569A56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E7ABE-41AB-4B4D-9586-7A2A53BD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1638E-E490-4A5C-9FB9-D8AD7F8D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558B5-4494-4BF0-968A-07DF390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974911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9760F-A727-4050-A199-4AF53CAA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90AC6-449D-4143-A747-9C585B57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912EE-D84C-4FC2-BD4E-78B18311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D95EB-07D8-4B8E-B898-BECF20DE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E9514-6C12-40FC-8BBF-2C40FE4D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Laplace: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transforms: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transform: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06930-5CC2-4B45-BA21-994656CB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1750861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78BB9-4CF7-4747-B623-8656FA6B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99050-F7BB-4B4D-BF6D-2A4D29D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D2B2F-C064-4356-A763-BC329FA0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DB853-5F46-47CB-BBA9-55FF84CA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F06AB-E7AF-4E5A-B3B9-2D067D30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708F1-5F82-44C5-A4C9-67053A29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9041505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33A8D-8CAF-4E4C-9B16-B716B01F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03541-5334-4458-946F-94A76038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DA0C0-D494-45F6-A549-56D5A909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6A044-6FA6-4065-A054-21DB549D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F0103-643B-4258-B3E1-28B8A4F6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D65BF-02A7-4ACC-8B79-95C984FD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8223708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67815-BD49-4DEC-807B-5E2678B5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EA753-B5D6-49FB-B314-F413173B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B6057-166A-40E1-918C-DF3A9691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991F1-81CE-4283-895A-A1CCAD83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B1035-3E7E-40AA-BDA9-2E047041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Laplace transforms (8 Hours Theory + 4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Laplace transform s: Definition and Formulae of Laplace Transform s, La...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Properties -Linearity, Scaling, shifting property, differentiation in 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Laplace Transforms of periodic function s, square wave, saw -tooth wave...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Transforms: Definition, properties, evaluation of Inverse Laplace Trans...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CD2B9-A19C-453B-91F0-F0492B9D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3C88A-1A9F-4F97-8072-155E0A85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B02F5-EB03-4696-A27D-69D01D6F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080294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3971A6-B6B8-4AC1-A942-25F60F46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FCD1C-EE62-481A-8C04-815A44AF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 -1: Chapter-21.1- 21.17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EFFC4-A99F-4348-81BA-88C74578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61B64-F610-4510-B8A3-F815655C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824C8-5D6A-406F-84FE-9DA8479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CD72F-84DF-4112-A145-E6DADA0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110FA-5EBB-4D03-9426-CA00D846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2A127-94F3-4619-A664-43FE3A98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A8718-B4FF-42A9-AF91-53EBBB61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D0922-296F-4954-BE34-B09E5ED7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124DF-A2F9-4C63-83FF-344F41F1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E5DC8-6338-4826-A1E5-B24F623C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EAF58-794D-4935-8C9F-5F329924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88EB0-E55A-4F1B-85C1-B85397CD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2755D-ED9C-4A5D-8D34-92571B7B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BF4E3-C48D-4B68-8003-84B2A4EE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2753D-5D4E-4797-914F-1C8ECAC2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E608F-EFEE-4A4A-BD02-CA8F0B69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227BC-79B1-409F-9872-A0D9A318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C3173-28A2-4949-BD17-C6030774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3EAB8-E243-4D6E-B688-9412A378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98763-E2CE-49B3-BEA0-7DD9B0CA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2AA60C-FDAF-4FD0-8A2B-AA22F9B7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B40CC-A043-44C0-AA0D-42D00FF7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5D098-823B-47DB-A46D-5BFE6FC8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07659-8085-45D2-B24D-6F8DB5C9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966746-D84A-4E77-9EA0-FA486692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DCCE91-CA25-4C8A-A564-8A63B1CB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8845E-1ED7-418D-AD5C-277B615B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DBC221-BDFA-4B2E-A7A8-8D0D3CE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BE913C-C7C0-4028-9BED-FFC695DB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2D4B2-C81D-419B-AE85-0C698D37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214493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97B039-E4BB-4382-BB68-3E2E327A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70FE5-4682-4349-AF56-66F5C378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Laplace transforms (8 Hours Theory + 4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F1BEF-84FF-421E-8A18-8FAF00D3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34F6F-2AB2-406F-9022-0CEC68E9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4A9D5-2AEA-4650-9031-CBDB0AD8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58C8C-5613-4BCA-814D-E6B46504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59C95-0018-4FE3-B799-A17551B9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C568C-73BF-4468-BF5D-F9B2D63A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F9D18-5FC5-4EFF-8DF5-B7AFAF4A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8545B-B2E7-4D28-AEC7-2D428C2A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F8D7A-6495-4CAD-ABBC-78FF085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53772-8B7A-4570-8A21-C00D0307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5EA5F-0ABA-4F78-9485-6B9790A2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F3293-1F64-49AD-A4B3-0ACF45B9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B7A47-D294-4A24-9D56-05F278C7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10EE9-36BE-49A4-B720-63284E74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D924F-32BA-4162-A2F9-18CA17D7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8389D-7A2C-453D-B3CF-AD41B616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BD717-0AB8-46DE-A3F5-46C1C78F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E1481-A962-49F4-8F69-391C1B45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CE17C-13DB-4264-8EF8-304C969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97ED8-240B-4816-A7C5-40DEC154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B4248-51B9-42CB-9FE7-A393B290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5BCA1-AE87-49F5-AE66-745766A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644F5E-9380-42F6-8444-292A67F2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0B4A7-A4BF-42BA-88BA-B08CFBC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2C1970-7577-4DCD-BEF0-C973C1C1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3FC98-5237-48FC-8CDC-7DB7FE12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7ECD0A-52F6-4297-8B79-87007F2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39C424-496D-4812-9952-D787BCBF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F2E58D-3A80-4392-BA00-DE6DDC84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2B088C-61B1-43F9-877B-5F9D2279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20950862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057043-1924-4E30-A24D-41BD61FB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1963B-7A8E-4ECE-B6E3-362D8BA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Laplace transform s: Definition and Formula...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6E19D-4A13-4BA9-9B2A-AFF4D0A9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AC539-F322-479F-A43D-A31C3BAB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B1D99-D10F-428A-BDEB-2C7B63F2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91746-D2F2-437D-A6A2-16D50C00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EAA26-3BD9-4CA8-9D46-37F88EE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9128F-B6D1-4D65-8413-6A38A77F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2F888-B6C9-4063-886B-3D3EA43E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51A21-2295-4D69-B428-8BB6AF85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CEA88-8FBF-4C9C-98B3-F00D9A42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E9B71-9AF0-4ADC-8C59-ABA02C45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1EBB9-EC85-4455-9A70-D832EEA3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079CC-3917-4768-AB1A-46F1126E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BE9EB-A1BB-4C2C-AFBC-A8CD82FF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07C0E-ED98-4A77-8CC2-D202597D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E141B-7822-480B-B725-1819D51B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A4B52-CBE6-447F-8D68-3D834E9B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E0F2E-B5CD-4992-BF3F-3549948B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5D6A8-5C42-4EAF-9A43-3A4F74CB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F1BED-2A38-4FE6-A9CE-2FBEDD4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65FCB-2962-458F-BAAB-16BE0706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3F2D99-FF1F-446C-A340-141A9A20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5EE8D-01DF-43C8-BFFB-DF6D85F7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FC3B8F-BF77-4917-9ED6-A1C1D20B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B29BFC-A3FE-4E78-BC81-4407FA02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CB1D7D-3C01-4D50-8DF0-576AE032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D21ED0-067A-4C7A-9F71-07373A9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06119D-89D9-4FAF-AED0-091602C3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5DAB2D-14CD-43F0-88F9-32387E63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5B615-47B4-4186-823A-1CD61152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5C5C50-7789-45DE-BB5C-3C8DBE3F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426917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F12C2E-54EB-4CA2-A5A1-CA20B3BC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BF393-736E-44B0-AAA3-DCAC51CB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Properties -Linearity, Scaling, shifting pr...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6295E-B4E2-4C3F-AF79-97152C89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D8689-B106-476C-BF13-F0A6FB01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1C249-2EEF-4DC9-B186-77EA8485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1726F-6EED-42C2-9388-1C36AA12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A58D8-DC0A-433E-9503-95053D08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661CF-01EA-4C9E-807A-8D694FDE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8E85F-5312-4A18-90BD-29FD1432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BFCF6-3CFA-45BA-A1FF-F152D87B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81AB6-CAB1-4113-97AD-A2F97169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F764C-BC16-49CA-85AA-091DA388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5D837-E2E6-4E2A-9CB9-684143AB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B14DF-640F-49C4-97C2-B920C010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87990-DF53-433E-8E5A-E1A58E44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F3BCC-1B84-47EE-A451-B1E44495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E850A-0B89-4C79-950C-2D1A4CB1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57A1A-8B54-407B-8C79-ABA208E2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3BD32-522A-4F4D-A7AB-2FB5151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16685-44A8-4052-BEF9-753D6CCD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637A1-D228-47F9-B62C-D75D5DCB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5000C-C074-4137-939F-0F3A6D65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CC8FC-DDB0-40F6-A3A1-31A62FAA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DBAEC-C6C9-48ED-BCD9-3FDC79D0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446A5-E67D-4CD2-ACD6-AD82D11E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87592-490C-4555-8EE2-CDFCE357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AF2294-AB5C-4B0D-B5BE-3F361FE5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8571A7-F2CE-4EEE-ACAF-B5FF7117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40A1BC-9B1D-4A89-BF5F-FB9B66CA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67E1AB-84A2-4787-AF9D-24C0980F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ACD298-C53C-4CB5-99E7-D35DE51B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8D67BC-2F9A-4453-91AD-9B95A753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5062064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1C802E-B7E7-4008-8C2F-FE92066C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16F73-6733-421A-9A52-3A095FA5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Laplace Transforms of periodic function 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28105-2C47-4489-8621-7309AB1E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1EEC4-3E5B-4219-BC54-6B89EA86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D3E5C-F437-4A63-8FD2-70A643C3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9E83A-9376-4B33-9F3B-D46C0B6A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22B55-9091-48B3-BE3E-E43C649B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5CC74-F76B-401F-8ADF-A2F01EC8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48E88-A6AC-447E-83B5-8D699120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41E1E-EAAC-4B14-A44E-40DEB46E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70CBB-E42A-4C54-BDBE-7681B30B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6A12F-8285-45B1-832A-9D7F784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C53A6-A791-44F1-A5B6-1378C99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BE64D-1445-467E-9C20-A7764133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8060C-D6F0-4418-BB50-6809F114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BAB2D-DB35-4FD1-AAA9-25BCA173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9D0E1-F8C7-4207-BAF8-238BC75D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B2C62-E170-4FEB-804B-857062F7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1D442-696F-4014-AED2-E4637E78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6CCC6-0683-4E8C-A5A0-D612E775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59680-37FC-482C-B657-DEDD0E02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EC5CF-FAB1-4F6A-A3FC-91FED25F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4BABD-091C-407F-8674-AB5BC79B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05EF2-3340-4DBC-869A-95EBE5F4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8F6E9-D433-4B01-8A51-99AABF2B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9480D-0EE6-4C91-90D3-0BADC934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146841-65D9-4EB0-B3C7-FAC4F424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016B8-150D-43B2-A24F-FF420848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A7279A-800C-4A1D-9E8F-85C36979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11A3E7-BD99-4C53-8F78-8B099C1B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E6D08-ADDF-4F28-86CE-7B671F34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132823-CCAD-4285-BC41-B07BEC06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225937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F48CB6-2FB5-4C6B-977B-7AB42558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DAFCF-1DE0-49EF-A9B3-512FB3B4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Transforms: Definition, properties, evaluat...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E1BE1-CC87-4DB4-A0A0-0246A215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ACCCB-F775-40EA-96E6-F76D20D2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60CD3-DBA5-460F-9635-2ACE9EBA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2229E-6CD1-44A0-8418-562BD9D7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22B8C-9185-47A6-84AD-3EA72FDD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ED89A-30FA-47EC-9F1E-56969E3A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C9581-26A2-4977-BF36-1BF5E398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D9E04-2141-41C0-885B-05D22A2E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7E98B-1BDA-4A4D-BF53-E2209D15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39F97-A5AF-4852-BB9C-6A66E683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8F9FC-15E3-4BFB-8EB7-8AAA30DC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E0028-EF0A-4970-AC7B-5F9D1A17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07691-4043-435C-9FBF-545E8B8A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78D27-7492-41DF-A99A-7385C81F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07473-945E-46F5-A93F-CD7FCC69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58A17-5D2C-459A-A5B8-71BBE697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5EA9B-CAEA-49F6-9272-BCF9CE64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61BBC-E979-49A3-BA8B-3D9E226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907D3-C0C0-4F24-9660-1298B2FB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F91130-AC2A-4355-80D6-63BA45F9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1B6CF-8A01-43FB-92F3-59519D2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99D1E0-76B3-4DD9-A946-A7F38DDF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2A02F-82AD-4995-BF16-D18C68B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C638F-01F6-403E-9588-886C27F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BDFD4D-657B-4333-9386-F34C5A24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D74F64-92E0-4B16-990B-F46D7ACF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C8D3EA-0738-48B1-B2F2-5BE95C40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56DA97-0802-437F-A991-80593DBE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1435EA-FF55-440F-86B7-B53203A5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A5DDB-5315-4322-9CC0-A17C1972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107211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2026-08-24T16:03:01.4600000Z</dcterms:created>
  <dcterms:modified xsi:type="dcterms:W3CDTF">2026-08-24T16:03:01.4600000Z</dcterms:modified>
</coreProperties>
</file>