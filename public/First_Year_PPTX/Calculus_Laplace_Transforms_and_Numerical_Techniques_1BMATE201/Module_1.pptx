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a6fc49c3dd4074" /><Relationship Type="http://schemas.openxmlformats.org/officeDocument/2006/relationships/extended-properties" Target="/docProps/app.xml" Id="R1bd4a72878f84310" /><Relationship Type="http://schemas.openxmlformats.org/officeDocument/2006/relationships/officeDocument" Target="/ppt/presentation.xml" Id="R0e247503b9af47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8af6d44284009"/>
  </p:sldMasterIdLst>
  <p:notesMasterIdLst>
    <p:notesMasterId xmlns:r="http://schemas.openxmlformats.org/officeDocument/2006/relationships" r:id="R9a9169c9856a48df"/>
  </p:notesMasterIdLst>
  <p:sldIdLst>
    <p:sldId xmlns:r="http://schemas.openxmlformats.org/officeDocument/2006/relationships" id="256" r:id="Rcaf88a270beb42a3"/>
    <p:sldId xmlns:r="http://schemas.openxmlformats.org/officeDocument/2006/relationships" id="257" r:id="Re9078154333241f5"/>
    <p:sldId xmlns:r="http://schemas.openxmlformats.org/officeDocument/2006/relationships" id="258" r:id="R16b34c492c8942ce"/>
    <p:sldId xmlns:r="http://schemas.openxmlformats.org/officeDocument/2006/relationships" id="259" r:id="Rb95c88d315ed4f4b"/>
    <p:sldId xmlns:r="http://schemas.openxmlformats.org/officeDocument/2006/relationships" id="260" r:id="Rfdf6e4bc4e3a4d82"/>
    <p:sldId xmlns:r="http://schemas.openxmlformats.org/officeDocument/2006/relationships" id="261" r:id="R26cbfffdb6f1476c"/>
    <p:sldId xmlns:r="http://schemas.openxmlformats.org/officeDocument/2006/relationships" id="262" r:id="R7cf6cf209d934fd3"/>
    <p:sldId xmlns:r="http://schemas.openxmlformats.org/officeDocument/2006/relationships" id="263" r:id="R50d8f281293049e9"/>
    <p:sldId xmlns:r="http://schemas.openxmlformats.org/officeDocument/2006/relationships" id="264" r:id="R31d1df1b8aa04b18"/>
    <p:sldId xmlns:r="http://schemas.openxmlformats.org/officeDocument/2006/relationships" id="265" r:id="Re613da4fc8b543fc"/>
    <p:sldId xmlns:r="http://schemas.openxmlformats.org/officeDocument/2006/relationships" id="266" r:id="Re2c14f4a69e34df8"/>
    <p:sldId xmlns:r="http://schemas.openxmlformats.org/officeDocument/2006/relationships" id="267" r:id="Rdc6da93d273240f3"/>
    <p:sldId xmlns:r="http://schemas.openxmlformats.org/officeDocument/2006/relationships" id="268" r:id="Rcd67504700bf4603"/>
    <p:sldId xmlns:r="http://schemas.openxmlformats.org/officeDocument/2006/relationships" id="269" r:id="Rd77eb41f6122434e"/>
    <p:sldId xmlns:r="http://schemas.openxmlformats.org/officeDocument/2006/relationships" id="270" r:id="R83706b8ab90d4e13"/>
    <p:sldId xmlns:r="http://schemas.openxmlformats.org/officeDocument/2006/relationships" id="271" r:id="R729dc9ae1b7c46d6"/>
    <p:sldId xmlns:r="http://schemas.openxmlformats.org/officeDocument/2006/relationships" id="272" r:id="Rafbbe31b389742f1"/>
    <p:sldId xmlns:r="http://schemas.openxmlformats.org/officeDocument/2006/relationships" id="273" r:id="Rc7274d05f035457d"/>
    <p:sldId xmlns:r="http://schemas.openxmlformats.org/officeDocument/2006/relationships" id="274" r:id="Rbd3b44ea1aa84191"/>
    <p:sldId xmlns:r="http://schemas.openxmlformats.org/officeDocument/2006/relationships" id="275" r:id="R1d69484f7f6c4f40"/>
    <p:sldId xmlns:r="http://schemas.openxmlformats.org/officeDocument/2006/relationships" id="276" r:id="R50e359c602334b91"/>
    <p:sldId xmlns:r="http://schemas.openxmlformats.org/officeDocument/2006/relationships" id="277" r:id="R3709155484134941"/>
    <p:sldId xmlns:r="http://schemas.openxmlformats.org/officeDocument/2006/relationships" id="278" r:id="Rfa894998127b4210"/>
    <p:sldId xmlns:r="http://schemas.openxmlformats.org/officeDocument/2006/relationships" id="279" r:id="Rd66819773d334dfe"/>
    <p:sldId xmlns:r="http://schemas.openxmlformats.org/officeDocument/2006/relationships" id="280" r:id="R90be4260bc5a467d"/>
    <p:sldId xmlns:r="http://schemas.openxmlformats.org/officeDocument/2006/relationships" id="281" r:id="Rbda8ccf58c8a4615"/>
    <p:sldId xmlns:r="http://schemas.openxmlformats.org/officeDocument/2006/relationships" id="282" r:id="Refcc0e8f391e41df"/>
    <p:sldId xmlns:r="http://schemas.openxmlformats.org/officeDocument/2006/relationships" id="283" r:id="R7308f32c33d44b95"/>
    <p:sldId xmlns:r="http://schemas.openxmlformats.org/officeDocument/2006/relationships" id="284" r:id="R5aa5faf32fde40d5"/>
    <p:sldId xmlns:r="http://schemas.openxmlformats.org/officeDocument/2006/relationships" id="285" r:id="R3573e9215ceb4d3a"/>
    <p:sldId xmlns:r="http://schemas.openxmlformats.org/officeDocument/2006/relationships" id="286" r:id="R5e96c687adb1426c"/>
    <p:sldId xmlns:r="http://schemas.openxmlformats.org/officeDocument/2006/relationships" id="287" r:id="R59df2636b707451a"/>
    <p:sldId xmlns:r="http://schemas.openxmlformats.org/officeDocument/2006/relationships" id="288" r:id="Re414b85763484df9"/>
    <p:sldId xmlns:r="http://schemas.openxmlformats.org/officeDocument/2006/relationships" id="289" r:id="R4b6a851a00314a3a"/>
    <p:sldId xmlns:r="http://schemas.openxmlformats.org/officeDocument/2006/relationships" id="290" r:id="Ra18c4fca638e4283"/>
    <p:sldId xmlns:r="http://schemas.openxmlformats.org/officeDocument/2006/relationships" id="291" r:id="R0f1af2e3737c4399"/>
    <p:sldId xmlns:r="http://schemas.openxmlformats.org/officeDocument/2006/relationships" id="292" r:id="Re51cb1dcbc3b48d3"/>
    <p:sldId xmlns:r="http://schemas.openxmlformats.org/officeDocument/2006/relationships" id="293" r:id="R5bdcfb0b126849bd"/>
    <p:sldId xmlns:r="http://schemas.openxmlformats.org/officeDocument/2006/relationships" id="294" r:id="R96b42fc24f7c47bc"/>
    <p:sldId xmlns:r="http://schemas.openxmlformats.org/officeDocument/2006/relationships" id="295" r:id="R0ed4742fc2bb4c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bf8f278a0448a3" /><Relationship Type="http://schemas.openxmlformats.org/officeDocument/2006/relationships/slideMaster" Target="/ppt/slideMasters/slideMaster1.xml" Id="R75d8af6d44284009" /><Relationship Type="http://schemas.openxmlformats.org/officeDocument/2006/relationships/notesMaster" Target="/ppt/notesMasters/notesMaster1.xml" Id="R9a9169c9856a48df" /><Relationship Type="http://schemas.openxmlformats.org/officeDocument/2006/relationships/presProps" Target="/ppt/presProps.xml" Id="R00856fd4e6064112" /><Relationship Type="http://schemas.openxmlformats.org/officeDocument/2006/relationships/tableStyles" Target="/ppt/tableStyles.xml" Id="R6a43830e17444e64" /><Relationship Type="http://schemas.openxmlformats.org/officeDocument/2006/relationships/slide" Target="/ppt/slides/slide1.xml" Id="Rcaf88a270beb42a3" /><Relationship Type="http://schemas.openxmlformats.org/officeDocument/2006/relationships/slide" Target="/ppt/slides/slide2.xml" Id="Re9078154333241f5" /><Relationship Type="http://schemas.openxmlformats.org/officeDocument/2006/relationships/slide" Target="/ppt/slides/slide3.xml" Id="R16b34c492c8942ce" /><Relationship Type="http://schemas.openxmlformats.org/officeDocument/2006/relationships/slide" Target="/ppt/slides/slide4.xml" Id="Rb95c88d315ed4f4b" /><Relationship Type="http://schemas.openxmlformats.org/officeDocument/2006/relationships/slide" Target="/ppt/slides/slide5.xml" Id="Rfdf6e4bc4e3a4d82" /><Relationship Type="http://schemas.openxmlformats.org/officeDocument/2006/relationships/slide" Target="/ppt/slides/slide6.xml" Id="R26cbfffdb6f1476c" /><Relationship Type="http://schemas.openxmlformats.org/officeDocument/2006/relationships/slide" Target="/ppt/slides/slide7.xml" Id="R7cf6cf209d934fd3" /><Relationship Type="http://schemas.openxmlformats.org/officeDocument/2006/relationships/slide" Target="/ppt/slides/slide8.xml" Id="R50d8f281293049e9" /><Relationship Type="http://schemas.openxmlformats.org/officeDocument/2006/relationships/slide" Target="/ppt/slides/slide9.xml" Id="R31d1df1b8aa04b18" /><Relationship Type="http://schemas.openxmlformats.org/officeDocument/2006/relationships/slide" Target="/ppt/slides/slide10.xml" Id="Re613da4fc8b543fc" /><Relationship Type="http://schemas.openxmlformats.org/officeDocument/2006/relationships/slide" Target="/ppt/slides/slide11.xml" Id="Re2c14f4a69e34df8" /><Relationship Type="http://schemas.openxmlformats.org/officeDocument/2006/relationships/slide" Target="/ppt/slides/slide12.xml" Id="Rdc6da93d273240f3" /><Relationship Type="http://schemas.openxmlformats.org/officeDocument/2006/relationships/slide" Target="/ppt/slides/slide13.xml" Id="Rcd67504700bf4603" /><Relationship Type="http://schemas.openxmlformats.org/officeDocument/2006/relationships/slide" Target="/ppt/slides/slide14.xml" Id="Rd77eb41f6122434e" /><Relationship Type="http://schemas.openxmlformats.org/officeDocument/2006/relationships/slide" Target="/ppt/slides/slide15.xml" Id="R83706b8ab90d4e13" /><Relationship Type="http://schemas.openxmlformats.org/officeDocument/2006/relationships/slide" Target="/ppt/slides/slide16.xml" Id="R729dc9ae1b7c46d6" /><Relationship Type="http://schemas.openxmlformats.org/officeDocument/2006/relationships/slide" Target="/ppt/slides/slide17.xml" Id="Rafbbe31b389742f1" /><Relationship Type="http://schemas.openxmlformats.org/officeDocument/2006/relationships/slide" Target="/ppt/slides/slide18.xml" Id="Rc7274d05f035457d" /><Relationship Type="http://schemas.openxmlformats.org/officeDocument/2006/relationships/slide" Target="/ppt/slides/slide19.xml" Id="Rbd3b44ea1aa84191" /><Relationship Type="http://schemas.openxmlformats.org/officeDocument/2006/relationships/slide" Target="/ppt/slides/slide20.xml" Id="R1d69484f7f6c4f40" /><Relationship Type="http://schemas.openxmlformats.org/officeDocument/2006/relationships/slide" Target="/ppt/slides/slide21.xml" Id="R50e359c602334b91" /><Relationship Type="http://schemas.openxmlformats.org/officeDocument/2006/relationships/slide" Target="/ppt/slides/slide22.xml" Id="R3709155484134941" /><Relationship Type="http://schemas.openxmlformats.org/officeDocument/2006/relationships/slide" Target="/ppt/slides/slide23.xml" Id="Rfa894998127b4210" /><Relationship Type="http://schemas.openxmlformats.org/officeDocument/2006/relationships/slide" Target="/ppt/slides/slide24.xml" Id="Rd66819773d334dfe" /><Relationship Type="http://schemas.openxmlformats.org/officeDocument/2006/relationships/slide" Target="/ppt/slides/slide25.xml" Id="R90be4260bc5a467d" /><Relationship Type="http://schemas.openxmlformats.org/officeDocument/2006/relationships/slide" Target="/ppt/slides/slide26.xml" Id="Rbda8ccf58c8a4615" /><Relationship Type="http://schemas.openxmlformats.org/officeDocument/2006/relationships/slide" Target="/ppt/slides/slide27.xml" Id="Refcc0e8f391e41df" /><Relationship Type="http://schemas.openxmlformats.org/officeDocument/2006/relationships/slide" Target="/ppt/slides/slide28.xml" Id="R7308f32c33d44b95" /><Relationship Type="http://schemas.openxmlformats.org/officeDocument/2006/relationships/slide" Target="/ppt/slides/slide29.xml" Id="R5aa5faf32fde40d5" /><Relationship Type="http://schemas.openxmlformats.org/officeDocument/2006/relationships/slide" Target="/ppt/slides/slide30.xml" Id="R3573e9215ceb4d3a" /><Relationship Type="http://schemas.openxmlformats.org/officeDocument/2006/relationships/slide" Target="/ppt/slides/slide31.xml" Id="R5e96c687adb1426c" /><Relationship Type="http://schemas.openxmlformats.org/officeDocument/2006/relationships/slide" Target="/ppt/slides/slide32.xml" Id="R59df2636b707451a" /><Relationship Type="http://schemas.openxmlformats.org/officeDocument/2006/relationships/slide" Target="/ppt/slides/slide33.xml" Id="Re414b85763484df9" /><Relationship Type="http://schemas.openxmlformats.org/officeDocument/2006/relationships/slide" Target="/ppt/slides/slide34.xml" Id="R4b6a851a00314a3a" /><Relationship Type="http://schemas.openxmlformats.org/officeDocument/2006/relationships/slide" Target="/ppt/slides/slide35.xml" Id="Ra18c4fca638e4283" /><Relationship Type="http://schemas.openxmlformats.org/officeDocument/2006/relationships/slide" Target="/ppt/slides/slide36.xml" Id="R0f1af2e3737c4399" /><Relationship Type="http://schemas.openxmlformats.org/officeDocument/2006/relationships/slide" Target="/ppt/slides/slide37.xml" Id="Re51cb1dcbc3b48d3" /><Relationship Type="http://schemas.openxmlformats.org/officeDocument/2006/relationships/slide" Target="/ppt/slides/slide38.xml" Id="R5bdcfb0b126849bd" /><Relationship Type="http://schemas.openxmlformats.org/officeDocument/2006/relationships/slide" Target="/ppt/slides/slide39.xml" Id="R96b42fc24f7c47bc" /><Relationship Type="http://schemas.openxmlformats.org/officeDocument/2006/relationships/slide" Target="/ppt/slides/slide40.xml" Id="R0ed4742fc2bb4c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f1c1365a4146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c34a1ce36d4b60" /><Relationship Type="http://schemas.openxmlformats.org/officeDocument/2006/relationships/notesMaster" Target="/ppt/notesMasters/notesMaster1.xml" Id="Rb03de0041f1c46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4800b97fe04de4" /><Relationship Type="http://schemas.openxmlformats.org/officeDocument/2006/relationships/notesMaster" Target="/ppt/notesMasters/notesMaster1.xml" Id="R0a3234a0ffdf4b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7e483721ef4e8e" /><Relationship Type="http://schemas.openxmlformats.org/officeDocument/2006/relationships/notesMaster" Target="/ppt/notesMasters/notesMaster1.xml" Id="R8f8b68c718b645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3e5092a4904bdc" /><Relationship Type="http://schemas.openxmlformats.org/officeDocument/2006/relationships/notesMaster" Target="/ppt/notesMasters/notesMaster1.xml" Id="R870d1670553b49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66f141654e4e19" /><Relationship Type="http://schemas.openxmlformats.org/officeDocument/2006/relationships/notesMaster" Target="/ppt/notesMasters/notesMaster1.xml" Id="R1751b329aa4842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3035441e1a4914" /><Relationship Type="http://schemas.openxmlformats.org/officeDocument/2006/relationships/notesMaster" Target="/ppt/notesMasters/notesMaster1.xml" Id="R75993e6c0eaf49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2aa0c7a3bf4e8f" /><Relationship Type="http://schemas.openxmlformats.org/officeDocument/2006/relationships/notesMaster" Target="/ppt/notesMasters/notesMaster1.xml" Id="R7ca511ddccdd4d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254c59fe1c4a5e" /><Relationship Type="http://schemas.openxmlformats.org/officeDocument/2006/relationships/notesMaster" Target="/ppt/notesMasters/notesMaster1.xml" Id="Rca5739f02a5340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743ee965914a1e" /><Relationship Type="http://schemas.openxmlformats.org/officeDocument/2006/relationships/notesMaster" Target="/ppt/notesMasters/notesMaster1.xml" Id="R89abe5531ebc41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df5b5f83cb46e4" /><Relationship Type="http://schemas.openxmlformats.org/officeDocument/2006/relationships/notesMaster" Target="/ppt/notesMasters/notesMaster1.xml" Id="R29534d672b3e4f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be3d15d75948de" /><Relationship Type="http://schemas.openxmlformats.org/officeDocument/2006/relationships/notesMaster" Target="/ppt/notesMasters/notesMaster1.xml" Id="R5a9f0383672f4c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459907459f401d" /><Relationship Type="http://schemas.openxmlformats.org/officeDocument/2006/relationships/notesMaster" Target="/ppt/notesMasters/notesMaster1.xml" Id="R530df2c22c8e4c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0213c310c54644" /><Relationship Type="http://schemas.openxmlformats.org/officeDocument/2006/relationships/notesMaster" Target="/ppt/notesMasters/notesMaster1.xml" Id="Rd01642847ec346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0ebf83590c4c05" /><Relationship Type="http://schemas.openxmlformats.org/officeDocument/2006/relationships/notesMaster" Target="/ppt/notesMasters/notesMaster1.xml" Id="Re231fcce2b6b41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cc171ff2f349e3" /><Relationship Type="http://schemas.openxmlformats.org/officeDocument/2006/relationships/notesMaster" Target="/ppt/notesMasters/notesMaster1.xml" Id="R46b0dcf0604c48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7f726690c2477b" /><Relationship Type="http://schemas.openxmlformats.org/officeDocument/2006/relationships/notesMaster" Target="/ppt/notesMasters/notesMaster1.xml" Id="R434a88fede2c4b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42bb5bb9e24ca4" /><Relationship Type="http://schemas.openxmlformats.org/officeDocument/2006/relationships/notesMaster" Target="/ppt/notesMasters/notesMaster1.xml" Id="Rb8325d6f0d7c49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f2d6e69f05041f3" /><Relationship Type="http://schemas.openxmlformats.org/officeDocument/2006/relationships/notesMaster" Target="/ppt/notesMasters/notesMaster1.xml" Id="R90807750650f4ba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fc3b20e421a4024" /><Relationship Type="http://schemas.openxmlformats.org/officeDocument/2006/relationships/notesMaster" Target="/ppt/notesMasters/notesMaster1.xml" Id="R5f2d934cb72a46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c985f83e6a84cfd" /><Relationship Type="http://schemas.openxmlformats.org/officeDocument/2006/relationships/notesMaster" Target="/ppt/notesMasters/notesMaster1.xml" Id="R6c56937fa2174b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e9e8d6c3a94fea" /><Relationship Type="http://schemas.openxmlformats.org/officeDocument/2006/relationships/notesMaster" Target="/ppt/notesMasters/notesMaster1.xml" Id="Rd7ad5f48d9dc46b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4487f3db214048" /><Relationship Type="http://schemas.openxmlformats.org/officeDocument/2006/relationships/notesMaster" Target="/ppt/notesMasters/notesMaster1.xml" Id="R8ade6dbace014f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23af00eb47a4f92" /><Relationship Type="http://schemas.openxmlformats.org/officeDocument/2006/relationships/notesMaster" Target="/ppt/notesMasters/notesMaster1.xml" Id="Ra193f7b426f1427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f80eb64a969408e" /><Relationship Type="http://schemas.openxmlformats.org/officeDocument/2006/relationships/notesMaster" Target="/ppt/notesMasters/notesMaster1.xml" Id="R18188c25fccd487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879e98ef75443aa" /><Relationship Type="http://schemas.openxmlformats.org/officeDocument/2006/relationships/notesMaster" Target="/ppt/notesMasters/notesMaster1.xml" Id="R355a94421c6b408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13f9492bd6b4ed3" /><Relationship Type="http://schemas.openxmlformats.org/officeDocument/2006/relationships/notesMaster" Target="/ppt/notesMasters/notesMaster1.xml" Id="R7a04e2536b0d43a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2ddae30418b4ccb" /><Relationship Type="http://schemas.openxmlformats.org/officeDocument/2006/relationships/notesMaster" Target="/ppt/notesMasters/notesMaster1.xml" Id="R7be99ddb431e4a8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0f1d04e11b74c7c" /><Relationship Type="http://schemas.openxmlformats.org/officeDocument/2006/relationships/notesMaster" Target="/ppt/notesMasters/notesMaster1.xml" Id="R4b958cdc3aa34c9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86f6452dd4f4e07" /><Relationship Type="http://schemas.openxmlformats.org/officeDocument/2006/relationships/notesMaster" Target="/ppt/notesMasters/notesMaster1.xml" Id="Rd8d3eacd5164423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fd7768d2b3045bd" /><Relationship Type="http://schemas.openxmlformats.org/officeDocument/2006/relationships/notesMaster" Target="/ppt/notesMasters/notesMaster1.xml" Id="Rac1e7d5e5e554ba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3ebf5132ebd4de7" /><Relationship Type="http://schemas.openxmlformats.org/officeDocument/2006/relationships/notesMaster" Target="/ppt/notesMasters/notesMaster1.xml" Id="Ra013231707fb432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9705faae085406e" /><Relationship Type="http://schemas.openxmlformats.org/officeDocument/2006/relationships/notesMaster" Target="/ppt/notesMasters/notesMaster1.xml" Id="R3b1ca40dc9e642b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235502ee9cc4541" /><Relationship Type="http://schemas.openxmlformats.org/officeDocument/2006/relationships/notesMaster" Target="/ppt/notesMasters/notesMaster1.xml" Id="R4599af199f184df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7c824f8998e4302" /><Relationship Type="http://schemas.openxmlformats.org/officeDocument/2006/relationships/notesMaster" Target="/ppt/notesMasters/notesMaster1.xml" Id="Rd83cda0d686843b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0ce9c142a56401d" /><Relationship Type="http://schemas.openxmlformats.org/officeDocument/2006/relationships/notesMaster" Target="/ppt/notesMasters/notesMaster1.xml" Id="R34f0bb04d97a408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086aff91da64030" /><Relationship Type="http://schemas.openxmlformats.org/officeDocument/2006/relationships/notesMaster" Target="/ppt/notesMasters/notesMaster1.xml" Id="Rd69c1d379478453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293373415154f36" /><Relationship Type="http://schemas.openxmlformats.org/officeDocument/2006/relationships/notesMaster" Target="/ppt/notesMasters/notesMaster1.xml" Id="Re6ee86759a444cc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0325769631d43a4" /><Relationship Type="http://schemas.openxmlformats.org/officeDocument/2006/relationships/notesMaster" Target="/ppt/notesMasters/notesMaster1.xml" Id="Re073222d4958434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6943b5af0aa4e02" /><Relationship Type="http://schemas.openxmlformats.org/officeDocument/2006/relationships/notesMaster" Target="/ppt/notesMasters/notesMaster1.xml" Id="R2a28335a60c743a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acc0e9747014291" /><Relationship Type="http://schemas.openxmlformats.org/officeDocument/2006/relationships/notesMaster" Target="/ppt/notesMasters/notesMaster1.xml" Id="Rb454aa26efc844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d43a23f944c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c45ea9897a44ee" /><Relationship Type="http://schemas.openxmlformats.org/officeDocument/2006/relationships/slideLayout" Target="/ppt/slideLayouts/slideLayout1.xml" Id="Rcfd5b99c90c445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d5b99c90c445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52e1dc7de40a1" /><Relationship Type="http://schemas.openxmlformats.org/officeDocument/2006/relationships/notesSlide" Target="/ppt/notesSlides/notesSlide1.xml" Id="Rb21e7563f21f4c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0439e15264385" /><Relationship Type="http://schemas.openxmlformats.org/officeDocument/2006/relationships/notesSlide" Target="/ppt/notesSlides/notesSlide2.xml" Id="Rbd8e7fe9fd1f43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9cbb9cd50481c" /><Relationship Type="http://schemas.openxmlformats.org/officeDocument/2006/relationships/notesSlide" Target="/ppt/notesSlides/notesSlide3.xml" Id="R5a4ca7ec8c9e45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de06f36954d11" /><Relationship Type="http://schemas.openxmlformats.org/officeDocument/2006/relationships/notesSlide" Target="/ppt/notesSlides/notesSlide4.xml" Id="R863021caed074e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2cf97171449f2" /><Relationship Type="http://schemas.openxmlformats.org/officeDocument/2006/relationships/notesSlide" Target="/ppt/notesSlides/notesSlide5.xml" Id="R5bc240f309c54e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276887a1a47a2" /><Relationship Type="http://schemas.openxmlformats.org/officeDocument/2006/relationships/notesSlide" Target="/ppt/notesSlides/notesSlide6.xml" Id="Rbc0d2554c73e4e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75ba4d67d4745" /><Relationship Type="http://schemas.openxmlformats.org/officeDocument/2006/relationships/notesSlide" Target="/ppt/notesSlides/notesSlide7.xml" Id="Rda00dbb1641741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b2c09e9504657" /><Relationship Type="http://schemas.openxmlformats.org/officeDocument/2006/relationships/notesSlide" Target="/ppt/notesSlides/notesSlide8.xml" Id="R34f76a8f433346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5e2fde3fc451f" /><Relationship Type="http://schemas.openxmlformats.org/officeDocument/2006/relationships/notesSlide" Target="/ppt/notesSlides/notesSlide9.xml" Id="R7cb3bea4b55d42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1d0d363ee406b" /><Relationship Type="http://schemas.openxmlformats.org/officeDocument/2006/relationships/notesSlide" Target="/ppt/notesSlides/notesSlide10.xml" Id="R5511722080d745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c836f90a246bd" /><Relationship Type="http://schemas.openxmlformats.org/officeDocument/2006/relationships/notesSlide" Target="/ppt/notesSlides/notesSlide11.xml" Id="R7bdc10d5480043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654e0a6074a28" /><Relationship Type="http://schemas.openxmlformats.org/officeDocument/2006/relationships/notesSlide" Target="/ppt/notesSlides/notesSlide12.xml" Id="R903dec48ba5f48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61cdcaf0c44b1" /><Relationship Type="http://schemas.openxmlformats.org/officeDocument/2006/relationships/notesSlide" Target="/ppt/notesSlides/notesSlide13.xml" Id="R873b4f5a2e5744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c2925ec0e4891" /><Relationship Type="http://schemas.openxmlformats.org/officeDocument/2006/relationships/notesSlide" Target="/ppt/notesSlides/notesSlide14.xml" Id="R695ea3a006654b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598e8d6074f38" /><Relationship Type="http://schemas.openxmlformats.org/officeDocument/2006/relationships/notesSlide" Target="/ppt/notesSlides/notesSlide15.xml" Id="Rb6fd1a2f4f2147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e1ab1b677498c" /><Relationship Type="http://schemas.openxmlformats.org/officeDocument/2006/relationships/notesSlide" Target="/ppt/notesSlides/notesSlide16.xml" Id="Rfa3209ec0f6445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96220d6ce4030" /><Relationship Type="http://schemas.openxmlformats.org/officeDocument/2006/relationships/notesSlide" Target="/ppt/notesSlides/notesSlide17.xml" Id="R5b16420bc43e41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5af96e8ef47a6" /><Relationship Type="http://schemas.openxmlformats.org/officeDocument/2006/relationships/notesSlide" Target="/ppt/notesSlides/notesSlide18.xml" Id="R5f6b310629f844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bb92ad5e8440a" /><Relationship Type="http://schemas.openxmlformats.org/officeDocument/2006/relationships/notesSlide" Target="/ppt/notesSlides/notesSlide19.xml" Id="R84e9cfe6771644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65bdb5813416d" /><Relationship Type="http://schemas.openxmlformats.org/officeDocument/2006/relationships/notesSlide" Target="/ppt/notesSlides/notesSlide20.xml" Id="Rc08dc5a246034f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d6dc482ea4d01" /><Relationship Type="http://schemas.openxmlformats.org/officeDocument/2006/relationships/notesSlide" Target="/ppt/notesSlides/notesSlide21.xml" Id="R0deb9c6205424f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800ffc3c74c4f" /><Relationship Type="http://schemas.openxmlformats.org/officeDocument/2006/relationships/notesSlide" Target="/ppt/notesSlides/notesSlide22.xml" Id="R0a6379d1bae743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b2952f86c4e9c" /><Relationship Type="http://schemas.openxmlformats.org/officeDocument/2006/relationships/notesSlide" Target="/ppt/notesSlides/notesSlide23.xml" Id="R027e1c7c00484a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67e33cf224cf0" /><Relationship Type="http://schemas.openxmlformats.org/officeDocument/2006/relationships/notesSlide" Target="/ppt/notesSlides/notesSlide24.xml" Id="R3d3131d834b647c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bd5a671184144" /><Relationship Type="http://schemas.openxmlformats.org/officeDocument/2006/relationships/notesSlide" Target="/ppt/notesSlides/notesSlide25.xml" Id="R56cf667b1b414c0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04e53bff5414a" /><Relationship Type="http://schemas.openxmlformats.org/officeDocument/2006/relationships/notesSlide" Target="/ppt/notesSlides/notesSlide26.xml" Id="Rc5ee21a0fbf8458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f1e18c0fa425a" /><Relationship Type="http://schemas.openxmlformats.org/officeDocument/2006/relationships/notesSlide" Target="/ppt/notesSlides/notesSlide27.xml" Id="R7d4d72520ead4f6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ddeff81f94d68" /><Relationship Type="http://schemas.openxmlformats.org/officeDocument/2006/relationships/notesSlide" Target="/ppt/notesSlides/notesSlide28.xml" Id="R9d68a6dffff945f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e6b2e7afa4ab7" /><Relationship Type="http://schemas.openxmlformats.org/officeDocument/2006/relationships/notesSlide" Target="/ppt/notesSlides/notesSlide29.xml" Id="Rc71a8d3d23ea4b5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c2d8c0b574344" /><Relationship Type="http://schemas.openxmlformats.org/officeDocument/2006/relationships/notesSlide" Target="/ppt/notesSlides/notesSlide30.xml" Id="R5a86763ccafd4c0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298073b094ceb" /><Relationship Type="http://schemas.openxmlformats.org/officeDocument/2006/relationships/notesSlide" Target="/ppt/notesSlides/notesSlide31.xml" Id="R0f85ee0e7c9d427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085d298374840" /><Relationship Type="http://schemas.openxmlformats.org/officeDocument/2006/relationships/notesSlide" Target="/ppt/notesSlides/notesSlide32.xml" Id="R2ba61e19824b42e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031fefb1a4560" /><Relationship Type="http://schemas.openxmlformats.org/officeDocument/2006/relationships/notesSlide" Target="/ppt/notesSlides/notesSlide33.xml" Id="R2c101eab82ba4ae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129e2e13346db" /><Relationship Type="http://schemas.openxmlformats.org/officeDocument/2006/relationships/notesSlide" Target="/ppt/notesSlides/notesSlide34.xml" Id="R773e3360f5a846c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f53f06e1640c1" /><Relationship Type="http://schemas.openxmlformats.org/officeDocument/2006/relationships/notesSlide" Target="/ppt/notesSlides/notesSlide35.xml" Id="R8147bc3aa6034e9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fdf3c7b724fec" /><Relationship Type="http://schemas.openxmlformats.org/officeDocument/2006/relationships/notesSlide" Target="/ppt/notesSlides/notesSlide36.xml" Id="R320192bb772244b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18b9b8509474f" /><Relationship Type="http://schemas.openxmlformats.org/officeDocument/2006/relationships/notesSlide" Target="/ppt/notesSlides/notesSlide37.xml" Id="R1b305aa623cd43c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eb115d94d41cf" /><Relationship Type="http://schemas.openxmlformats.org/officeDocument/2006/relationships/notesSlide" Target="/ppt/notesSlides/notesSlide38.xml" Id="Rd11c07684ee94f3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60842706a41ce" /><Relationship Type="http://schemas.openxmlformats.org/officeDocument/2006/relationships/notesSlide" Target="/ppt/notesSlides/notesSlide39.xml" Id="R63bcb41ebfe942c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ad8d9fcb0440e" /><Relationship Type="http://schemas.openxmlformats.org/officeDocument/2006/relationships/notesSlide" Target="/ppt/notesSlides/notesSlide40.xml" Id="Rc2a4d04cffce44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A1656-B3D5-403A-88FC-FCACAFC2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2D7C5-3F14-4C82-BECB-4ABB1421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Integral Calculus and its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0C8BE-0E11-4779-8C2B-E9BAC1B8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Calculus, Laplace Transforms and Numerical Techniques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1BMATE201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2694D-0462-412F-AC2B-86C9310C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C4FAC-B295-48FE-BE70-F50297D8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E47F4-2CBF-41F0-B337-CEAF121B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35503-8187-4899-B156-3D2E8808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DFAA6-BFDE-42DB-93D1-2D61CFC7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99D95-4B67-42F8-A98A-839791F0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EB9A7-3174-4300-94FB-CE066B41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4796A-3DB5-4124-860C-6425FD5A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CC007-4D2F-434E-AFA9-EACD8E8A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E2B52-3BB1-42AA-B019-0E156A98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457790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A3A5B-C1D2-4E19-A73C-43673792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5B922-7B47-4087-B018-DF7A547E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0846F-4F21-4A7E-BB1A-A71A8E2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558BD-E15A-4552-A6EB-980454BA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D1131-387E-41E6-95A1-63D00748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D71F7-1D95-45A1-9216-1657677A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4D94B-06D9-4F4B-9126-C27042E7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66DE5-9617-4DAE-9446-6AC9A97F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39FB9-D94A-49D2-AB0E-272DA713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564FD-7E4D-4046-848A-A795C6C1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E0131-6C8B-49A9-AEC4-85926957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9FA11-B7E3-45ED-A408-69F6306B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5A892-09AA-47E3-8106-BE318FC5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920AD-6B97-4102-A138-817A6CB1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0011C-12E1-4BD6-B91F-1F675173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84634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33DAB-0409-4632-A69F-4881D3B6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7A3A2-8B7A-43BC-AF8E-3BF797BA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CE312-C68A-4127-9495-9020B860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7EADB-283E-451C-9BFD-2D621C87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4B2A7-7957-4800-B5A7-34BF589D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A1302-F1B2-45EF-BED4-A7C00BBA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22043-93BD-4F95-900F-6A8F865D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8F83E-CD92-471C-8AAB-EB9821B8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5C0D5-1E7B-4F28-AEB1-DDAFCFB0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Integral Calculus and its applications (8 Hours Theory + 4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A650C-8843-4076-8579-0DA2D2B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41F6F-6C3A-4AD2-BFC2-CAF1CEDD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A59B0-0C8F-4C34-A93D-5A6AA9ED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Integrals: Evaluation of double and triple integrals, cha...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1D427-1463-4BA9-BD7E-32A53FD6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9F1EC-58A1-4A69-B474-4EBAD4A9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AF908-F290-4A16-BC10-54F23D36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Areas and volume using double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E9037-B480-4CE6-8FA7-3788852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E2670-255A-4E9D-94A1-E3D24B1F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8B820-B6A1-4CC2-8462-46F6C70F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Gamma functions: Definitions, properties, relation betwee...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1BD88-BA1D-486C-9FE5-8D7437E2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E9794-6DCF-49E6-95D2-2726FA43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A6AFD-9B2C-4DAF-B209-281868B5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Textbook-1: Chapter-7.1,-7.16.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98FE7-3589-4E62-B217-CBB41185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4CF3B-A9E1-4E7F-9F66-4EFFE500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81768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0C9F5-510E-4B0D-BFF8-C8DF225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93B4D-5111-4C73-B0F4-99790D20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ED797-A63C-4AE9-A0BC-F444E362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0E28F-0967-4512-AF8E-BEEBF5BB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85847-9922-4F05-93EE-EEFF448B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C55A0-79A0-4770-BE61-9DF1F9B5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3C02F-5091-4AAE-BD2E-71DF8FE7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DD74A-9ACC-45B7-AD01-821A0A9E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Integral Calculus and its applications (8 Hours Theory + 4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94198-568C-4828-968E-BBB6FAC0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E8D8B-B6E7-41A6-B67D-8169167C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01F7A-793E-4577-878F-824BF0F8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Integrals: Evaluation of double and triple integrals, cha...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AD91C-8C08-4DA0-8D63-16527416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8FB6E-D963-4F7A-B7C9-09DE0E8B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03586-DAC6-4FA4-8068-C2B837F0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Areas and volume using double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D96D3-5597-4B6F-9276-590F47A2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0BD2F-03B8-4DC1-B23E-37BC2E3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571C0-BA69-4037-8E1C-3DADF9A1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Gamma functions: Definitions, properties, relation betwee...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1B7F1-B15D-415D-9EA5-D13571BB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F6FB9-D73A-49C9-9D9B-3AF7268B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D6BE6-E1C2-4790-A245-9679B697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Textbook-1: Chapter-7.1,-7.16.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1CC11-69BA-4549-9F54-4EF432F3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01A55-D0E5-4259-9D57-1CD12501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7F637-C849-42FD-AE32-34577B04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043524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18F04-3065-4853-A13A-D5DCAD4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2DC49-1ED7-444C-AC1F-2DC78AF9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53030-776A-4E6B-B66E-7E449DBB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AC829-3021-4A46-8C3B-7556FDB4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FF0B0-F2C5-4DBE-8EA2-64228235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Integral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4DD18-0A5F-468E-859D-32531A99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F9E9B-B5E6-4DE5-A73D-7EF865B5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831EA-E2D2-4D0C-9907-436DA9DC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D99F5-8AB5-44AE-9B82-AD4B45AA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Multiple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FD166-C875-4DE8-93FD-4E86C53A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Integrals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13CD4-9FFB-476A-AE86-56E1C53A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1C9DF-C721-472A-B82C-DEC8F64A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double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4DA55-3346-4498-8A89-78482179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triple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4FDE6-F49B-409A-A08A-3EB6D301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7DA81-42BB-4CC0-9ECC-1B6525BB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1EBE0-6BD7-4EA2-930A-1833BDF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290034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AC478-FF92-48CB-BB4C-22BED8CD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1DCA1-9D6B-49B6-903E-928C5350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2B4B8-D71A-4228-8347-EF656CE5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CDCCA-FF17-4EB6-BB71-DD7EF51F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C7165-A363-4605-8D19-840203E3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Integral Calculus and its applications (8 Hours Theory + 4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14213-D1C3-46B3-9F5D-C41CEE77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Integral Calculus and its applications (8...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F13F8-7794-4C15-8707-5A0EE308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E19EA-A572-4301-8FA7-32CA965A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76EA2-5129-40C2-95FD-1F8284BB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72403-145E-4252-A369-EF9E7ED2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4A1C4-25CF-43DD-BB17-B973B0BA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BC84F-F0B6-4211-AB14-40EDCD30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0C1F3-C9D0-4C4E-9001-D9999234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A88E5-ECAA-4330-B680-345D3656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CC7BE-658A-4825-9AD9-612CF02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2F516-9686-4F7F-B185-5D45194F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871705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897A1C-330C-4D20-B3AD-E04F016D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0C905-5A6D-4C2D-8E38-7B7486FB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B462B-5E61-48E2-8967-51650143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1F012-F508-489E-A854-70511163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228A1-F226-4599-BA01-5D7A0619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52A19-BCF3-43A3-914C-058855C7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547EC-12F1-4EA3-9399-AB9C69A8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530D9-C898-4DD8-B48E-11B019A7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1C802-0A0F-434D-B18D-CC473FA3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Integral Calcul...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040AD-EF8F-48F7-97C8-9C69A9A5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9DD29-4A17-4A00-952E-E1A4ED6E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4FFF2-6056-41B4-847C-1D9D8DF3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Integral 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F5747-DA45-44C3-A021-6A009D87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26238-073D-484C-B0AF-D7573FEE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1F4EB-EC1E-41B0-B897-FA3DD1D7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3725B-3C6C-4C71-93D0-93CF675A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E5BB7-1E25-42A3-AD1F-2375F65B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E6A21-36F5-4B50-BF2A-D5AA8229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Integral Calc...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C53EE-FE78-49FD-ACC9-3737895A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CD291-34E7-47A9-A78F-952643E9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C0472D-6954-4727-8DF8-DB1A97B7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Integral Ca...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FB300-2AAB-48AC-B5CD-CE6C1CA1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B7815-21E5-497E-A24E-76B9F7AD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366108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462BA-07D7-4D49-817D-4F7FA6A7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BC6A2-E0CA-4611-B20A-41056C1F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58349-27A3-4BD1-98A1-8F1F75CB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4891F-1B3B-4716-A23F-D571ED85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141F3-8BC6-4AB6-8856-06D27913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87BE6-C9CE-43BB-A3B6-7CAE065C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C8B45-2AE8-473C-9457-BCD29879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D60FD-A7DF-40C7-808F-20E972E6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CC9AB-8485-4C33-8787-A48D60F2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B68B3-1396-4625-ABA6-A2428AC2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A70A5-E525-4B56-9C74-2960674C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BB846-30BA-466F-A111-C6F02B37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F45AA-0A25-4C7C-8B8A-194ED767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A529E-16ED-4984-BE33-813F802A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80124-F413-434D-B1A3-885293DD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680321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6C223-BA78-46AE-882A-E59D023D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5592A-8D4E-49E7-AA01-6DDDC94C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AD9C1-5AD4-4A4D-B233-A8B924EC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36ED1-20FB-4B9A-AEDC-E515955E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3B25A-4507-4B33-A619-2E0E626E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0BF7C-1E9B-47D1-9085-FECCCA3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Integral Calculus and its applications (8 Hours Theory + 4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1284F-06F9-4C09-9340-262453EF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0909B-C81A-4BCB-8390-0203972F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6CFC6-0D67-47C4-8C9A-5E8E46C8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97DE3-31EB-49A6-BC1F-972A9635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9E122-4D38-4126-8613-2C7C84E7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3457083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355D5-FF04-4C04-9802-70ABAAF8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CF378-B796-4B00-B8F4-86BE4B5E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5E821-AC2D-42E0-B134-5CC7AA67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7E80C-16EE-475F-866F-C11FD3A5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8B15B-BA19-43A0-A545-BD848534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Integrals: Evaluation of double and triple integrals, change of order of integration, changing to polar coordin...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2ECF6-EA15-4FE4-8335-34BF422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Integrals: Evaluation of double and tripl...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2338E-A989-4611-9842-7FA9A66A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22954-EA7F-49FA-A534-7A91E891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8081E-3392-4483-A775-C272110A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050CB-2A01-4307-86F8-D82C0894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6B338-CFA9-4D5F-AFC8-94871D0A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80B34-0C7B-402C-8B22-53D687BE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7E2FC-94A3-439F-A0A7-8A1F2E6C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48605-087A-492D-A1CB-B0A3641F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F34C2-3C6D-4263-B4C7-8D6241BE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73532-B99C-4941-9FAD-3BF47480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9116678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4FD4F9-F9B4-4054-928C-DA2DC14B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CA2BB-2949-4058-A99C-41615762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CD52C-4DEF-494A-B762-8B1A7CA4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4A45A-7930-4E8A-BF24-9AC83ED1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EE5D8-53A0-4851-905C-3DD240C0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0205B-45C4-48FC-8A5A-C46A5F47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6FF9D-8ED0-4FE1-9554-5446DE4B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80959-FA5C-4BC0-86DC-6EDAC317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F03BC-0CBA-44F0-9D72-4715AA5D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Integrals: Eval...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68F29-A265-47EA-9923-31EF76E4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0BD29-1886-4EA0-8B1B-DFE2EF4E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C88D0-A8EB-480E-9813-C8EDD646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Integrals:...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E5B2D-A1B7-4B51-9F2F-11100A9A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57664-6702-49B5-9925-B7653ED5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F99A6-DE7F-4A3F-8F81-5BDD28D9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A406C-D538-48FF-9F32-EA1D2EBC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74311-D993-4174-B9FA-2AEC4BE5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A6239-D48B-4A3B-90F3-A2496F2F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Integrals: Ev...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7BE8E-F5B6-4B9D-B23C-060C145E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436C7-904F-4B4C-B5EA-66EC2218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27169-9BC5-4658-BC15-B14B8D1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Integrals:...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3E922A-C53F-4631-ADCE-6FA06F4E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6DF82-2A0A-4FC0-AFE5-DC26868A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8599943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C2AAF-D9CE-4075-B409-D23232CD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4439D-4653-4247-9442-9AFCD6D4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99473-7A9A-4199-B147-D14309B9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17A5A-E4DE-40CA-9B02-CA00914B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133BE-F072-4B20-B1B6-A78CC9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C4803-1C1C-48C6-B94E-4D245DBE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B6FB9-BA87-48A4-ACB7-D6AF4B69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15B1E-D4D7-4B3B-9D18-AC3F3E55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78AEB-E5B8-4D5F-8A22-17EF4183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B4434-CB4E-4B4C-9A1B-F156A935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D4DE0-FA36-4316-BC5F-DE9C7615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9ADBA-D000-4B3B-8CCB-305AD907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80000-C18C-4037-AD48-9AD4BDAC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F4D54-A4AC-4227-907F-254D395D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A8152-6566-46F7-85C9-32FB918D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8076085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C2D73-77CB-4E6B-B60B-37F40984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AF0C9-E650-42E8-B1D2-5B66075F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AA87E-CE9F-443F-8183-78AD1BE8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4DD5C-6B29-43E4-AB5B-0B6B82B7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1B4C4-F60B-4B7B-81C4-2E1EF74C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857C0-988D-4D5B-94B6-0A8C3F47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Integrals: Evaluation of double and triple integrals, cha...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6DA4B-C744-41A5-80FC-323F0CC9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41265-D91D-4AAE-B0B7-DA853357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9148B-30DE-4D10-91AE-52EC2489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C1F3A-BB2F-48F8-B59A-C0093D83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EFD30-CF16-4A60-97FB-B3ED5E0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987102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CF148-BC82-4390-9563-F07E693D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332CB-E950-4068-B571-7EBD6ACC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8078B-AF4E-40F6-81E4-D5BB8135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EE024-262B-4CEB-970B-57580137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2A38B-D076-4527-8626-A8E5784A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Areas and volume using double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D2E04-4ACE-4E2D-85DF-30596ED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Areas and volume using double integration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CEFE0-EBF5-40D6-B852-0548AF4A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A33D2-B47A-42A5-8587-C839DC3C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BB060-FF52-42A6-BCF7-F4F2EBD2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2981B-90AA-4E7E-B511-B7164831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C1170-86BB-4CFD-A583-80E5F471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9DC86-C285-4E75-808C-9263AA2E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D590C-4574-4FC4-879A-43FC62EB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92F68-2217-4E70-9679-6FAEEAB9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2334A-8279-4049-AC14-CE0D52CE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C2CD3-7DC8-4DBB-AACB-8B9567CD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711036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483E8-8ED8-4E73-A923-3A633704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C3916-7FBA-45F2-B340-7BD11AB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B0366-B0F3-449D-AAA6-2C8E8AE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09018-37E0-442D-9A10-8B65DBE5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959B2-A3D8-492D-8258-BD57CB8A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67C80-8E46-40E5-8F75-1BC9E6FE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07B11-D96A-4EB0-A073-4865F761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1E871-A1F2-400F-A3CE-5D1E4E61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7B00F-9B25-4751-B0F3-ECE531B4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Areas and volum...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F05C6-D322-4347-9674-FE403187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024CE-2F9C-424B-B20B-08EF519A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4772F-3709-4E48-8270-522F161B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Areas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5F9FE-E4B8-4149-A46E-BDAF8E2E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541D8-EFB9-4147-BBD4-C301730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15D0C-9156-4745-9802-AA59EB36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Areas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669DA-CD57-4833-8A54-4013C254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E7F4F-A685-4974-B951-B3247820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921AA-9A16-448A-9AD8-B4E86636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Areas and vol...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B4373-E11F-4D3E-B51E-D2484111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262F0-0239-45E8-8EF2-1815DFBD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C61849-A9D1-4FDC-96F5-699B1CD0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Areas and v...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45320-CA51-449A-9E48-D39A6D95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5E3C2A-DBB2-4047-8B04-D2A0AD6A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3977088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D5418-57A2-4C1A-9DA4-56C7411C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C4E12-4957-438B-AE2C-6DBDE9C3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6382C-47A0-4CB9-8B8F-73CE9D0A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D4345-782F-4767-968D-91998507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7B31E-7BA9-4ACC-A8DE-5E65EB34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1073D-BC4D-4841-AE3B-57878B80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1F158-F40D-4FD2-A31C-A65AB40E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76C19-B5FF-4E22-A266-73EED186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05AFD-03FB-4754-A4D6-B12F4B10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F7514-F3AF-4D64-8866-0ADCF6C5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6B8F3-41D6-45FD-A8E7-E4FD1237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40F8E-449D-436E-AA8D-48246D4C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71F20-9360-4BF2-BAC4-CEB350A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93EAC-33BC-4C53-B3C0-E81A91E1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287DD-59E1-45C4-8383-EC9C5369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685278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9A003-D918-4B85-9152-A5E2A3AF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F0947-1D8D-4421-9ADB-4728B7DC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41BAB-3DCB-4997-B523-08C8E96E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5BEEC-29A3-4E4E-AF0D-E9F5C401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6F980-755B-46B8-A51C-0EFBF052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F7F2D-FA7D-4094-BA16-DDFA7CD8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Areas and volume using double integration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85886-D218-4C88-86CC-C0C2B457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F6B16-E4EE-40A2-8663-2F3C0C46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80EB9-13E7-466E-8BEC-5B61C294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B96F5-87CB-43E3-BA2F-A50EDF4D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48290-F6B9-4A0D-9A8E-CEEAE201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82432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9D026-A504-463F-8D3F-877CFB40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B7CBA-31C6-4669-B94D-062969B8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48CA7-9DFE-4A8D-8FD2-EB7BE281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5AC02-A9D4-4B08-A569-5AAC25E4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AF5FF-1C4B-4157-9CA1-082CF7EA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Gamma functions: Definitions, properties, relation between Beta and Gamma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EC88C-E0C3-4750-9501-2C18A211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Gamma functions: Definitions, properties,...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DB2D7-5BF5-4C69-B429-DFF80511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EDBCB-7414-40E4-9BCC-DD2C063C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6E4A1-79FF-4D5B-8064-34BECC36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875D3-C9D0-4FAA-B621-ADB64F39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C0CD7-8AAC-4A23-81A3-9D74D33A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E0F51-A2AA-48CC-B211-EE9D29EA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176FC-EF65-4A41-9E16-EBA596DB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3554F-9680-4963-B527-7CA072FF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FFA3C-3D2D-46F3-8218-AEB107A8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1BF54-ACA8-49A6-9DE5-5F4B287A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4924412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0D08DC-41C2-4CC1-BDBC-90F740FA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33F9E-0837-4545-BB6F-E7062ED0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B61E2-51F5-4C73-8D42-DB295990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A6819-4FDD-4147-B4A9-C17B5940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AC86E-5111-429B-B060-8B96E925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1C7A1-E454-4B1C-9452-6E67A72B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BE8E6-4AEF-4261-9411-98A1E529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9B47D-A73A-4F97-923A-6CB82D57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00F41-B207-4A82-A389-BCE51920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Gamma functions...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AF4F9-81A0-4785-B62C-F787437C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27035-6CBC-4B5B-8DF7-6ACC4184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B9F60-A435-4164-86B0-42FAC509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Gamma func...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99E82-5763-4E59-A4D9-7FFD1D13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BA3BE-C644-4862-9F49-E67BC0AC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B1189-28D3-4C32-BF97-BA9A75CD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Gamma 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8E9C2-0417-464E-B373-D6DD7CFD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6D80F-5D36-477B-9E4E-0DF2CF73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10D64-4837-47D7-BD17-E22EF423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Gamma functio...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104A4-FE50-4C29-AD75-0B760894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44CD3-FA31-4FEE-92ED-03F7236A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6EC3E-19DF-4ED3-9525-AE66FA72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Gamma funct...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7E95B-2E83-47C7-8F6E-5FACC834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FFF2F-BF8E-442E-9CEA-32868C28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1370994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1D0A3-0F81-45FD-AB7E-F679EE97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BAC81-F33D-4B59-B13D-5A2DE5DD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1B8F8-340D-4981-83B4-725F9703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4D4FD-935F-4821-A162-D9145A58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5CBF3-72B3-409A-844E-F777047C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00ED1-CC78-4A6B-B6DA-8A48397B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32B7C-3B2D-4DAA-9E0A-5E443811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EB0AB-6571-46CC-827A-2F21C2B2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2C79F-82C3-48EB-BD8C-8A7E0417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39D90-78A9-41F0-BDAB-04A5F6CB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61FF0-F0D8-4DA9-AD3A-C7312DC7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68801-B776-4152-A5D7-2B68CFE1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87137-FCB9-42C4-BDD1-6C803C50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08240-29EF-4BD4-AAD0-F56EABFB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FD10F-0E86-4FEA-804F-D74F6EEA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85297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4887D-65BF-46C7-B6C5-32A22361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0F858-024E-4E37-9919-BF340CD4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588C5-7A17-4080-A198-8EE3CBD6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4B812-7200-48C6-BBE6-52730E4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F3236-4E98-4887-92A4-C80EB92F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11F56-6B95-4328-967B-36E1735F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Gamma functions: Definitions, properties, relation betwee...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96CEC-52AC-481E-A3ED-F8550672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33544-EA81-4E58-ABBF-C997991D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728C1-09AE-4F32-A85B-442A2F12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ACBFB-A654-46ED-84B4-658B1AE5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BE29D-4616-452D-8D23-2E83F27F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8649536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61B3B-1869-46BE-BD49-C21F7AA8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BAA17-7342-436F-8DDB-59C94030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8A69C-23C6-4F6B-9AB2-F7D5BAF7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07374-00B8-4F49-9400-6C6F692F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38713-6DB8-44D4-B063-4E06BE84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Textbook-1: Chapter-7.1,-7.16.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C4870-FF35-49F2-8CA0-173E4CF0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Textbook-1: Chapter-7.1,-7.16.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47173-5899-47D1-B17F-B43F640A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65105-9AE4-4EEB-8D9E-1C5CBD42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3578A-0A3D-4743-9956-1C370AF0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06FEC-9801-4AE2-BACA-555C31AB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FDFA9-4CC5-45DE-B8E3-77171AD3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E4564-E2FA-4C4A-91A2-4D102599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AC77C-B2AB-4C3F-93B7-B39D9A16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E197E-9DAB-4723-B3D2-6E5E1565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BC72E-D36B-4376-B1BE-49D027C1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63E01-0597-481E-AC88-97AB14B7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422624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DB5F29-CAD6-4DBE-9D87-0381ADA3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4EB25-AD56-41AF-820D-F2904264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63CD0-B2AE-4490-BE81-AF18CD03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72655-40A4-4977-8A4A-1B782EEE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D45D4-5467-484B-B9E5-E6D8BBCE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D83CA-37A5-4CB2-A759-754895DC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B0F50-2DC6-4818-9AA5-3155653A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8C6FD-2641-4389-912B-F51907C3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FD57D-4B40-47F4-8248-09EB0FEE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Textbook-1: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49B15-4B60-4E07-B99D-652F681D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62A5F-09B7-49EC-8E46-3E9EA502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A566B-D212-4317-83FC-4F58D6E5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20F2A-744C-4821-B31F-85AFCDDD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86A13-60BA-4745-86B4-19FD8863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C98A4-891C-49F4-82D9-624BAA2D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04292-D669-45D2-BCDF-6CA19EB8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A50D3-DD08-48C2-B30B-6CDC8357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628B7-C423-4644-B531-38FA185E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Textbook-1: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42E8A-2205-4949-B65C-0F70516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0F87E-E661-4F0C-9D26-962E7267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6842F-C38E-4A21-8941-E7C5549E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Textbook-1:...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ED351-778E-4B9A-B91B-73A30D6B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B9CFD7-3E18-4BD9-B09E-53C9443B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9829955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E5ED4-4665-4C64-AFF2-E2A527A2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C332B-ACCD-4EA8-977D-F642A0ED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83EEB-076D-4CBF-9581-2B2C2BF7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55534-DB14-4190-8276-BB936F81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97F56-938E-43F2-A822-050E0B4A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4DFD8-FA0A-4ACD-9D45-C84C429A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D81F2-2A64-4B74-892C-1387E426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CDD3E-15E8-4B94-AB86-24D68C59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65B05-76C7-47F6-968C-C1E93510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46E45-4F3C-443D-8E01-6C8959CD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908DA-4E37-4ED9-AD08-E0E5359D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A3C37-26DE-41EC-892D-D4D0081E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C1E79-58FA-40C6-B06B-16B17ACC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7AEED-B87B-4DAF-873B-4AF7CE13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D4394-5CEA-4AB6-BFF7-E18C1233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811183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86688-28B0-4031-AA47-5C0261A6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25666-FB59-4864-AD76-C6E9F3A1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62539-5370-47C3-A3D9-206B9FDC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286EA-F54E-4894-BB8D-05046E5B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134EC-B33E-44C0-8B3B-6B9DAA55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D82B2-3588-47D7-89AF-785CAEBC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Textbook-1: Chapter-7.1,-7.16.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40203-7615-4E4B-98E2-E0317E9A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405BE-C145-468B-8F36-DDCCD9CC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8564E-CC86-4D9D-BA90-ECCBADF3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D441F-D9C2-48B9-BB2E-9111D49D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ABB98-E69D-44AA-8842-905A10A6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1399347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11C56-4457-4F36-9985-7C54481E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87EEB-4C8F-46D9-AE87-5694E86F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1A894-04F8-4FFA-B0A0-77CFE595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2BF57-A1B3-41D9-A9AD-827A3DC1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449AB-5552-4104-9B3B-4AA66C09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75E53-3491-482A-A715-445720A4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807970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D94FF-A938-4BBF-AE80-9621EC01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EEE7E-52F7-410E-A89A-D3F16DB3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F3169-BEF0-48BA-97B7-D6A3E1FB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C371B-1C9A-4F5D-9ACA-937914AB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E88B9-D632-41F5-A7A2-AF88A8FF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Integral: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Calculus: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Multiple: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52A2B-4EEA-459D-956C-3CBB43DB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908036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0D9E8-2963-4B49-BB29-743EDFD5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79E80-C340-4C26-8FCF-EB3A7219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05AFE-722E-42CC-BF56-DF5210BB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ECD35-C880-4E96-BD5C-270AE2A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71A3A-C3C2-47EE-9D89-DF6DD72A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52DB4-3FE5-4A77-8761-CB43A5AD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4359528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4F3A4-CE8F-4A9A-81E6-58F2BFDF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D72B5-542B-47D7-977B-241D3AE3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DB9FF-EA85-4476-AD30-54CD6A57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34290-CF55-4B33-93D6-6622800E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C52F4-16C0-408E-A867-C5FB84E0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D30B2-05CA-4A95-82EB-7D71C9F8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113638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603BA-B241-4707-BCFB-10E71D2B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9FD7A-CD6E-49D2-B008-95EAA139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8D53B-26BA-4C35-81E9-E54490A5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7B1C5-D2EE-4BCD-9246-5C4B116C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7327B-5199-4B37-9716-7B5A70C9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Integral Calculus and its applications (8 Hours Theory + 4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Integrals: Evaluation of double and triple integrals, change of order 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Areas and volume using double integration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Gamma functions: Definitions, properties, relation between Beta and Gam...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Textbook-1: Chapter-7.1,-7.16.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FF523-B689-4DA8-91A6-B7D7000F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18615-DB41-4650-A41B-DEBAA326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6167A-5AD6-470A-A5D6-78C0FCB1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92024335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693414-BA70-476F-A360-FCEEC2CC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894E0-CC4C-41AE-81A0-14313CAF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 Calculus and its applications (8 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EA737-61CF-484D-806F-1A869993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3F1CC-CE28-478C-9B81-F6D46EE5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9A6E4-69DA-4513-AD79-BC594674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49F28-FB8D-42D8-BF81-D4D8240A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D92AC-859A-4840-BD29-BAD7AA3A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20FEC-BFCE-42AA-9176-06A05696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37647-1F93-4314-94E6-490024AC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3D53D-B1A6-4184-9BC6-9E830A51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4C982-13E5-47AE-B3F8-1FD9C3C3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6EB2B-F603-433A-B028-C632DF6C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42A35-0F3F-43A4-A00B-14929931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BD95B-45B9-462F-A738-57879947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D70DB-13E3-4AAA-9437-F838E7F0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5CB8B-9360-4F4D-B102-C30BA257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EEA5F-BC5A-48C4-86F2-E94FC092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97075-3FA4-49F4-B41E-D00453FD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4BA40-85EA-4D2D-B9E8-0EDE22C8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B8821-D0B0-4FCB-82CD-69DCB9DD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815A6-B30D-468E-9303-80CB5FE5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EE70F-5702-45E7-9A95-9F7BA7DE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B1C870-44D0-4897-8068-5EC82CE0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669524-CF32-4C27-AD52-1E04D999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D18BD5-4C6C-4561-81EF-F46932B3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9F17A6-71E4-4CD4-91D8-7018C0DC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7BE88F-9E0D-467E-9B06-070DD57A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849A1A-32CF-4108-A578-57D6F722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AC02BA-E9E4-4115-A05B-468D2F01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ED7CFA-AEA1-4381-8035-71966E42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503C52-D871-4A5E-AEF9-30052D68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AC6FBF-9ED7-401F-854A-278D26A7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09841908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774141-455A-4B9C-83E2-3F8B1D2E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D7B0A-50ED-4038-BA62-3272935E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Integrals: Evaluation of double and triple...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EAAC4-E112-4F62-BF16-72A43769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DD5A7-69F1-429A-B943-9311A3FA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49A24-2EAA-426D-9522-47FA50F9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A0DB7-201F-405F-B9AA-25ADA575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D424E-862F-41D9-A001-2004E6A6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35562-59B4-4BDF-B142-B5A595DF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F8EF5-4A26-4ABB-9710-C2647A43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C21C8-C9DA-4302-9158-30646BDE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0077E-E2D3-46B7-B8AD-43B2C11A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A9071-42CC-4D84-8AA5-8484D808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15F40-9892-4465-BF84-773CAF98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11A02-B0DF-4E1F-A79D-3E19C32C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B2CD4-C785-4F60-9341-ED1DD806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57C70-21FD-452E-8F45-92A2C007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3717D-7338-4862-9E45-F6069B0D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EFEC1-6470-458F-9531-EAF0DDB7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26ABE-8DB3-4E0D-A5C0-24D2DDD4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C5B330-4503-443C-8125-189D7868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8C176-5978-40D8-AD53-610756AD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39515-73E5-43A3-A7B3-D94A879A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54D87-B53F-40EA-AF34-DC8FECF5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6F7C7-F0F7-4700-82F6-879DE531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8BDE9-6FC3-4DE5-BEEA-49E5C91D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4E35F-E363-45AC-8A3A-3244974F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5A263B-533D-42D4-8560-F177FBBA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ABF4FA-B765-4C0B-AF8F-1DD5D61C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A05B24-1525-4902-810A-B9AF4FBB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C92245-B536-40B9-BD71-C92DE794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53326F-A28F-41C4-848D-00E0692B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6CFCD9-6348-4E15-9843-25371957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17790436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E836E4-519D-4E8D-833F-35FE02C4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2ECDE-829F-4653-A484-A8331797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Areas and volume using double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7FB77-C196-4626-9A9D-F63352A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30442-C440-4EC4-B68E-B03DF9F7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B1FE9-A314-437B-8B64-6C31D30B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7DC8C-C5EF-43C5-9966-6A52FA79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35B93-781F-4D17-B835-A7BFC800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EFD2F-1078-41C4-810D-249AFF53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7740F-C6C7-44C2-B022-45ADA5FD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F5845-C321-49D4-B01F-9023AC4E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C7328-5264-4093-86D6-A0B380B3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3B5DE-229F-4ABF-97FF-E3EA8168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CD323-509C-4419-A9AC-3DD1D077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4E82F-999F-488A-9010-5E62FDB2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4629B-A0FE-498B-B3D6-38ECF931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4B7D9-5E5E-4B56-8A5D-5666C1EC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3BBD4-EA03-45D9-9541-76F4B67C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9FFBB-05AF-4BAC-8DBF-F4124A4B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CA8BBB-79CB-4132-A596-D18E6423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DF40C-BA92-47B4-89FB-70DEA516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05E692-1A82-40B3-9420-B8ED1876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0300E-5142-40CA-912C-87A6B1D6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BD32F-BF70-47DC-8572-2C396207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83E19-CBD3-47B3-BCC0-26650757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299386-DF5A-4CF8-95B0-7B73A134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7B3510-8066-4EC7-98E6-403DF075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0FF0CB-F59C-4AA1-9667-6E2B89C2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4B4713-1378-47AF-ACCD-0A4BABC1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5BFACB-726A-4D30-8886-6EDBE0C6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7D2693-F3A6-4166-AC73-A7E70303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62767A-8C04-4ACB-A8F8-37CEC020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83F4F-7876-4D08-9BFB-706EA249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97550512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4B41C2-4C69-4749-AA22-F2AE0367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DD027-CD16-4238-ACF3-D549648C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Gamma functions: Definitions, properties, 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A6692-1775-42B5-9E4F-FBAFF5E6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3CD4C-EDCB-4445-8904-121FD0FD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A1A92-7A31-4B12-8438-92AD8BA4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A8BC9-FFA1-4C7E-BF72-19559C53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FCBC4-6B51-4F8D-8776-C1A431A2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58C8C-ABAF-4509-8F77-303A377A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4B440-C147-4732-B621-B3B5B635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8AC09-6AB7-42E3-A38A-24560DD3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11A7B-FE89-4FBA-801E-4B1DBBDA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194E6-1C71-45B0-AFD1-77D8EA24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28AD5-DED0-4165-B8C8-DEF9D3F0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02F6C-FC01-43D9-8961-C4C52E4A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1573B-5400-4C0F-ADBA-BCD2AEB5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E22E5-B18A-4F1B-8327-D0DED9A3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380F7-54A7-49A7-B5DC-55824D0B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91C77-0B5E-4EAA-9AA9-387F1A1E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1E4F4-779E-4186-A3B3-F2471966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8D401-A70F-47F1-B554-10309811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19B92-0D4F-4D98-98CB-2DD35578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E4379-62E0-4558-8075-B74684EE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975BD5-4549-4D92-818B-89AFD29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2AA01-78D5-490E-A2F5-92EB8589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6F20AF-206A-4D64-8DD0-24B8BB13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13740-4825-4C1B-9440-A9570DEC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73F93-0C3E-4263-9242-BD725E3A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EC4268-23E8-43B7-B22B-40EC48AF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6FE43A-D17D-4EB9-ADC5-ADBDB31A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B89932-3237-4039-891D-96D69675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1686CF-BC8C-47F3-B9EC-74BB3536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F4CA3D-DA2A-401E-BD33-6E2D04C9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950999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D78803-2B1D-4C5D-8D11-2B510C9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2070C-57A1-4AEB-8123-A3473C5D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Chapter-7.1,-7.16.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1061D-B73B-4B89-AE83-6031A985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129B0-9838-4961-A4A9-632CAD2F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92428-AA1B-4520-BB1F-AA8E9D36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4442C-F461-4EF2-AD2B-5AA837B3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958FB-BDB7-417F-9B0D-DDB04832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7DF26-65FF-469A-B412-7C79DD42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880AA-0D52-4EC6-98CA-CAF2360D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39BBC-0991-445F-B306-15F8A9B7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E935F-FE14-4D84-82C0-51BB158B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69BA9-018E-400D-A597-41F29806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F33D2-AFFB-45ED-B623-46339B1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2FEAA-AA9D-4417-BCE1-9C0EC099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0B16C-E2A2-4C22-A0E7-68516FBE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81B0F-2ABE-4D65-8658-B4840B29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81C20-D0DE-451C-810C-284E9BE0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A4F75-6A14-4507-9F91-CC117F9C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65332-9F19-44EF-AB42-89E041BE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66E12-7B44-4928-BB33-AEE876C3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99E9E-D313-4069-87AF-AADEF341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DBE6B-A367-4DDE-A453-268A8E37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A6B8BB-7FE3-4CF8-AB4B-9843C0FA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10277-17DB-411E-BF10-214D6075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23EB6-DCEC-4D4E-A7DE-7BECDAAC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6959C9-4F51-4475-ADC7-28462B7C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F9521F-8F64-463F-B367-D110BE76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EA715D-4EBE-4ED5-8157-7B372EC0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076410-FEAA-48EF-951C-CCA3504D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C92104-68A1-4CE0-9605-FD0F0855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09FF7D-3863-4E12-B933-3DDCF0A2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281CEA-0DEE-4CD4-9F82-401550A6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5946510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C2BE84-BD40-4997-BB63-EAA68B1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F6B03-A32B-4822-A514-09C3A40D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 Calculus and its applications (8 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C1D38-2DCC-4E71-B861-39498169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237D6-AA06-4432-B5D8-AEC7D706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4F27E-C45D-4740-BB5B-FCE14D9E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FD79B-E8C2-4077-B1E5-16D9A24B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37B4C-80DB-469C-A3C9-A49F3D25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AF2D2-F46E-4260-B826-3A87935A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27A2E-E80F-48E0-9F45-34AD54E2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C32C-DBE9-43F0-9424-C4A47CDF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3C023-DFDC-4087-8CE2-AE9A3CEF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0B280-F2EF-4BDB-991D-D14DB012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753A0-87F8-4DFB-9BB2-9CA36DDF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86BD6-25AB-45D1-8A1A-D3577F78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35950-7D1E-46D5-AA47-F2FDE5BF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16C1B-3040-49E4-A379-F4A206E9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3C9C1-E2F3-4960-95B2-3B145DD4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A20F1-6E10-4D44-A00F-E7CE163F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DA51B-DC1E-4E2E-8770-0F54A2F4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321D2-316D-492B-A8D4-4F2036F2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911F9-CADE-42ED-9F38-416B7E50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9E4EA-5CF8-4362-B318-6132D7FA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7AF07-2680-448C-A1DD-A3D106DE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615BE-439A-49EC-BABB-B5B267A6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DFE5FA-21CC-42EE-9C50-E576BB4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8C674C-65A8-4AF4-B6CB-DB358CFE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FCF2CB-E049-4D8F-8B6A-4C273A99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0ED906-F28B-480A-B4DD-FC8E85A1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CB19C-7431-414A-836F-30138E04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5DBC4A-AE8B-4494-B959-6B97C85B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62F7C2-677A-40ED-83A3-9CDA11BA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9F064F-5E29-40FA-BC3A-27BDCD03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049647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D2421C-D74E-4061-A6DD-D8BFC89C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E9C76-DD03-49A7-BA50-34713C6D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Integrals: Evaluation of double and triple...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E1820-5894-436E-88FB-B3CB2322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689CF-4F99-44AE-9626-9C52748B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98943-1091-403F-AEE3-27963856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5AC9F-34A1-40F2-A359-40C0356B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50EC2-2540-4AC9-83F6-463D6BB6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3A5DC-672B-4FD8-A016-FBEBE1E8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8EBDF-7B80-450C-8236-8E11EDE6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D227A-5A9D-444C-B345-017DE5C9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934C2-7928-44A2-B79F-A8CF848A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067A7-FB00-45EF-8643-9B5D1B34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88D89-8878-4491-8688-79687CAE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6E968-72DB-4793-AEB6-60C56B60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CCD9F-8EBC-4054-A4C0-544B77F6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14C90-37B7-47E7-82CE-370773A0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D78A5-ED53-4151-B44F-FE746366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AF90B-CC08-402B-97FA-2CFF2DA7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8EBD7-2041-4FBA-BA6F-EECADAE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695EB-80B9-487E-969C-F1AEA08F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C4B85-6997-4043-BBCB-37CF4E87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4BF2C-FFFA-4C8B-9DD5-FC8AA436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23E63-4F01-4ED3-A547-A81004C5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EC706-FAE0-43C0-ADA6-1E9EDE84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DB73AD-9785-4108-BBF8-1BE30F5F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59152-97B8-45F9-B5D8-519AE4ED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93933F-8B90-4955-9B82-6E87D146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03D3A-787A-4C6C-B979-90D664A7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02F54D-8CD7-4D2A-A656-F8269B74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E7B9C-5089-4C54-A0E0-F5F494BE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B04787-E27C-4B18-BC20-D98D301C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F6E743-9972-4FD6-9DCD-04F1EC30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1841204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478626-33FD-477C-A5EC-0CD0BC0D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7BA84-ED49-4EBE-91AA-26FE3DFD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Areas and volume using double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70D95-2711-49EC-AFFE-498CF2EA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1DA52-1335-44CA-A65A-F6223063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436C5-3D74-4E78-968A-1B1326D7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A89DD-BACF-456B-A85A-E334E76A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4B032-3F1D-4E97-BB76-6FDD8C8C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6CA64-0E28-4252-918E-38DB2261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D7FB5-10A5-47A3-A6A7-3FDB42D8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87606-12B1-44A7-9F52-D8004C61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18BB0-90D3-4B1A-8163-61D0DCF7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75DE3-CB5F-440B-A681-0FCDA37C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0800F-701A-41AE-9435-90889403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E5F78-02C1-4185-891E-09F13A89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72456-06F0-4140-A8D8-32B5F277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6DA94-ED56-4C8A-92FD-6AAAB3A5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6A85F-088A-4A9B-9BE9-B417A129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20B66-77C6-4509-B5EA-1D4466BC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821FC-6DC4-4280-B36E-02B164C9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7C4B5-F546-4411-8F63-95D07A2E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684D8-5AB0-4AFA-B11E-AB16B4F9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99A1E-35D8-43C1-974D-FDB738A7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7E52ED-FFFD-469C-8147-CF61CDBC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3727F4-A3A8-4128-AF9F-C78C4B49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25A523-4E42-4E7A-94EA-1871397B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C37641-C311-4963-A806-090F8DF3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FD3826-B642-4C95-BC4D-B093EC1C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64D652-48F7-403A-A796-34FDFED9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6A0FDA-2689-4923-818C-93A28150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722B2-3435-40B5-B0D4-76BA32A3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D16DA3-8EBB-4866-B942-91E2D22C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8EF89C-67A8-40F9-9194-3679FFD2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7135606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8A476-CD22-4BCE-93A8-E6514CAF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04354-429F-4AD8-AB84-DC31EF83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Gamma functions: Definitions, properties, 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8E3DA-75A6-4BAB-9C79-65DE543C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5F610-7148-4DEE-895D-C7D04CF6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F2207-BE62-43E9-9FCC-BF2E03B6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321C1-9908-4BDB-8DD5-3BB8D5E9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86293-862F-4DE8-8785-87EBE24C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9218E-6F4C-4533-BD7D-13A01C7A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440E7-178C-4FBB-AB2E-0971EDE9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7A865-1466-4E92-B5C9-1A54E7E1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5B1C4-4701-4BB7-AF07-BC093D40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9909C-C604-4C16-9312-0166CFA6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A3A4D-D089-41DD-9F70-4DE9FBE0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11520-A2C6-4147-AEE5-30A4081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799E4-6604-4652-8BA2-CAF09C47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856ED-3BC2-4C22-91A1-A002FCB5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A6872-CF3E-4DE6-838F-411E047F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28F0C-B4AA-4FB4-997C-AF9D0E6E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D24EA-ACBA-4A56-B910-0429C529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9E74F-3718-40AC-A86F-67E18F1E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9B9EB-561A-42BF-AA45-EAFDCD89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DAFADB-0F04-4B53-A680-AE122FE4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D3202-6313-4354-9128-AB813FA4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F4821-25F8-483C-97C2-D9490D0E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A62627-638F-421F-8D87-82F01420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4CDCC-72DB-4BB9-91E8-EC6ED0D9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9F1FC2-5FB7-4875-BC76-B6E7C287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4492C2-1C0D-47C3-81D3-5F75E11A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0923BD-9BFF-4AE9-92DE-39B8D129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1E7B7-F06E-4C59-8550-BA79ABE3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98831E-36BB-4D37-8DEC-08503947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0851F1-F735-4E30-B98B-C81217A8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85572302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76CE67-31EB-4CDF-9700-65F2F04A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2E931-4764-4F5D-B199-C7CB2B76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Chapter-7.1,-7.16.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C9276-7C73-4D64-AD4B-5D1309CB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7AFA7-BDB1-413A-A138-CC6A478C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F7712-02B8-4E0E-9476-8A1CD7EF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57588-BB33-4D26-BB97-CDF26B5A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ED781-5172-4347-B104-A80A20E1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9609A-486E-428D-9544-E4E0F805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70725-40DC-4F40-AC25-E6F27D1C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13558-30F6-4268-9904-F4662610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14A23-8DF3-4207-AA5A-916A1282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E29F3-39F6-4639-BFA5-4F6F5DBC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99EE4-108B-4A49-95C2-3F6A03EC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7C4F6-0436-4823-B0EB-5B4552C6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567A3-90DB-40AC-8B79-55405176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F8B97-9CC9-4B87-B7DC-0FDF8C21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57372-F44D-45C3-974C-76BC2728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B956F-94D2-4270-B82B-080D51D5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46DCE-2238-4FAB-B0DB-EF7843DB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E78AC-AE20-448C-827D-CF701AC2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53767-138D-4971-91AB-78DD3259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2E319-DB6C-4175-84D9-59C1481A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61C45D-8D81-4B4E-8746-DBBAE589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4A1FBE-57C7-44E3-AB2A-FB2BD279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32368F-B201-4D38-9793-BA505929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A9B33-C1FC-425A-BA07-B6E57BAF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814E35-F67E-41E1-80B8-489494F9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02916-40A0-45A0-B424-67B311AD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100B97-50C4-423B-A6E1-C3C924C5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5D58E-3F9C-43B2-9D2C-DA988327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6F539-41D7-4C2E-9F5F-343DE90F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CDAF6-BA7E-445D-A20A-FDC012A8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77120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2026-08-24T16:03:00.3990000Z</dcterms:created>
  <dcterms:modified xsi:type="dcterms:W3CDTF">2026-08-24T16:03:00.3990000Z</dcterms:modified>
</coreProperties>
</file>