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770f4cf0214676" /><Relationship Type="http://schemas.openxmlformats.org/officeDocument/2006/relationships/extended-properties" Target="/docProps/app.xml" Id="R6b08957f93ee4ad2" /><Relationship Type="http://schemas.openxmlformats.org/officeDocument/2006/relationships/officeDocument" Target="/ppt/presentation.xml" Id="Rf34e0a63eded4e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15251429124e3f"/>
  </p:sldMasterIdLst>
  <p:notesMasterIdLst>
    <p:notesMasterId xmlns:r="http://schemas.openxmlformats.org/officeDocument/2006/relationships" r:id="Raca8cc8ef6fd450f"/>
  </p:notesMasterIdLst>
  <p:sldIdLst>
    <p:sldId xmlns:r="http://schemas.openxmlformats.org/officeDocument/2006/relationships" id="256" r:id="Rbe25681441194f70"/>
    <p:sldId xmlns:r="http://schemas.openxmlformats.org/officeDocument/2006/relationships" id="257" r:id="R98706e005ec740bb"/>
    <p:sldId xmlns:r="http://schemas.openxmlformats.org/officeDocument/2006/relationships" id="258" r:id="R78ec8f3e8c004637"/>
    <p:sldId xmlns:r="http://schemas.openxmlformats.org/officeDocument/2006/relationships" id="259" r:id="Rac267b27e2f14105"/>
    <p:sldId xmlns:r="http://schemas.openxmlformats.org/officeDocument/2006/relationships" id="260" r:id="Rcd5b1a6b31224cb5"/>
    <p:sldId xmlns:r="http://schemas.openxmlformats.org/officeDocument/2006/relationships" id="261" r:id="R948b788423d44058"/>
    <p:sldId xmlns:r="http://schemas.openxmlformats.org/officeDocument/2006/relationships" id="262" r:id="Re23cd20d10f14eb9"/>
    <p:sldId xmlns:r="http://schemas.openxmlformats.org/officeDocument/2006/relationships" id="263" r:id="Rb2ca3785589a4660"/>
    <p:sldId xmlns:r="http://schemas.openxmlformats.org/officeDocument/2006/relationships" id="264" r:id="Rdf36ce0e29cf44a7"/>
    <p:sldId xmlns:r="http://schemas.openxmlformats.org/officeDocument/2006/relationships" id="265" r:id="R61175cc3ddc64ba8"/>
    <p:sldId xmlns:r="http://schemas.openxmlformats.org/officeDocument/2006/relationships" id="266" r:id="Rccaaa0c680b44cb8"/>
    <p:sldId xmlns:r="http://schemas.openxmlformats.org/officeDocument/2006/relationships" id="267" r:id="Rb0bd37d7355b4db7"/>
    <p:sldId xmlns:r="http://schemas.openxmlformats.org/officeDocument/2006/relationships" id="268" r:id="R28136d26261c47fa"/>
    <p:sldId xmlns:r="http://schemas.openxmlformats.org/officeDocument/2006/relationships" id="269" r:id="Re2596cce5eb646b5"/>
    <p:sldId xmlns:r="http://schemas.openxmlformats.org/officeDocument/2006/relationships" id="270" r:id="Rb3bf95ecc3454781"/>
    <p:sldId xmlns:r="http://schemas.openxmlformats.org/officeDocument/2006/relationships" id="271" r:id="R3eb6eaebcdaa4daf"/>
    <p:sldId xmlns:r="http://schemas.openxmlformats.org/officeDocument/2006/relationships" id="272" r:id="Rea65cd15275b4f43"/>
    <p:sldId xmlns:r="http://schemas.openxmlformats.org/officeDocument/2006/relationships" id="273" r:id="R4135340addbc47fe"/>
    <p:sldId xmlns:r="http://schemas.openxmlformats.org/officeDocument/2006/relationships" id="274" r:id="Ra29676f39e264daf"/>
    <p:sldId xmlns:r="http://schemas.openxmlformats.org/officeDocument/2006/relationships" id="275" r:id="R54165ef8c90744e8"/>
    <p:sldId xmlns:r="http://schemas.openxmlformats.org/officeDocument/2006/relationships" id="276" r:id="R7eece630c4ac46c1"/>
    <p:sldId xmlns:r="http://schemas.openxmlformats.org/officeDocument/2006/relationships" id="277" r:id="Rb2f8bbfb6f3d4e49"/>
    <p:sldId xmlns:r="http://schemas.openxmlformats.org/officeDocument/2006/relationships" id="278" r:id="Re7313123a2ef482c"/>
    <p:sldId xmlns:r="http://schemas.openxmlformats.org/officeDocument/2006/relationships" id="279" r:id="Rda7db5e13f7a435a"/>
    <p:sldId xmlns:r="http://schemas.openxmlformats.org/officeDocument/2006/relationships" id="280" r:id="Rec0103aebf4242d6"/>
    <p:sldId xmlns:r="http://schemas.openxmlformats.org/officeDocument/2006/relationships" id="281" r:id="R23f48ee469644a21"/>
    <p:sldId xmlns:r="http://schemas.openxmlformats.org/officeDocument/2006/relationships" id="282" r:id="Rf454495b9d344f8f"/>
    <p:sldId xmlns:r="http://schemas.openxmlformats.org/officeDocument/2006/relationships" id="283" r:id="Rea1bfdca021d4bca"/>
    <p:sldId xmlns:r="http://schemas.openxmlformats.org/officeDocument/2006/relationships" id="284" r:id="R7a043483d0e143f0"/>
    <p:sldId xmlns:r="http://schemas.openxmlformats.org/officeDocument/2006/relationships" id="285" r:id="R3f550d9e6bb44ece"/>
    <p:sldId xmlns:r="http://schemas.openxmlformats.org/officeDocument/2006/relationships" id="286" r:id="R7eb00d0e52ff454b"/>
    <p:sldId xmlns:r="http://schemas.openxmlformats.org/officeDocument/2006/relationships" id="287" r:id="Rb928514ce80047ad"/>
    <p:sldId xmlns:r="http://schemas.openxmlformats.org/officeDocument/2006/relationships" id="288" r:id="R47a0a44c30c04be8"/>
    <p:sldId xmlns:r="http://schemas.openxmlformats.org/officeDocument/2006/relationships" id="289" r:id="R355f166df4d14f19"/>
    <p:sldId xmlns:r="http://schemas.openxmlformats.org/officeDocument/2006/relationships" id="290" r:id="R4123e9d9f126476b"/>
    <p:sldId xmlns:r="http://schemas.openxmlformats.org/officeDocument/2006/relationships" id="291" r:id="Rb58ab229f63d4a2c"/>
    <p:sldId xmlns:r="http://schemas.openxmlformats.org/officeDocument/2006/relationships" id="292" r:id="R905a4b5f55b543b2"/>
    <p:sldId xmlns:r="http://schemas.openxmlformats.org/officeDocument/2006/relationships" id="293" r:id="Rfd00efc930da4766"/>
    <p:sldId xmlns:r="http://schemas.openxmlformats.org/officeDocument/2006/relationships" id="294" r:id="Rd4af0a5551c44da8"/>
    <p:sldId xmlns:r="http://schemas.openxmlformats.org/officeDocument/2006/relationships" id="295" r:id="Rb7276f062c1440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56a654a8c04d36" /><Relationship Type="http://schemas.openxmlformats.org/officeDocument/2006/relationships/slideMaster" Target="/ppt/slideMasters/slideMaster1.xml" Id="R7f15251429124e3f" /><Relationship Type="http://schemas.openxmlformats.org/officeDocument/2006/relationships/notesMaster" Target="/ppt/notesMasters/notesMaster1.xml" Id="Raca8cc8ef6fd450f" /><Relationship Type="http://schemas.openxmlformats.org/officeDocument/2006/relationships/presProps" Target="/ppt/presProps.xml" Id="Rdeb2861bf6ef4b19" /><Relationship Type="http://schemas.openxmlformats.org/officeDocument/2006/relationships/tableStyles" Target="/ppt/tableStyles.xml" Id="R6e4c6c4725e846a5" /><Relationship Type="http://schemas.openxmlformats.org/officeDocument/2006/relationships/slide" Target="/ppt/slides/slide1.xml" Id="Rbe25681441194f70" /><Relationship Type="http://schemas.openxmlformats.org/officeDocument/2006/relationships/slide" Target="/ppt/slides/slide2.xml" Id="R98706e005ec740bb" /><Relationship Type="http://schemas.openxmlformats.org/officeDocument/2006/relationships/slide" Target="/ppt/slides/slide3.xml" Id="R78ec8f3e8c004637" /><Relationship Type="http://schemas.openxmlformats.org/officeDocument/2006/relationships/slide" Target="/ppt/slides/slide4.xml" Id="Rac267b27e2f14105" /><Relationship Type="http://schemas.openxmlformats.org/officeDocument/2006/relationships/slide" Target="/ppt/slides/slide5.xml" Id="Rcd5b1a6b31224cb5" /><Relationship Type="http://schemas.openxmlformats.org/officeDocument/2006/relationships/slide" Target="/ppt/slides/slide6.xml" Id="R948b788423d44058" /><Relationship Type="http://schemas.openxmlformats.org/officeDocument/2006/relationships/slide" Target="/ppt/slides/slide7.xml" Id="Re23cd20d10f14eb9" /><Relationship Type="http://schemas.openxmlformats.org/officeDocument/2006/relationships/slide" Target="/ppt/slides/slide8.xml" Id="Rb2ca3785589a4660" /><Relationship Type="http://schemas.openxmlformats.org/officeDocument/2006/relationships/slide" Target="/ppt/slides/slide9.xml" Id="Rdf36ce0e29cf44a7" /><Relationship Type="http://schemas.openxmlformats.org/officeDocument/2006/relationships/slide" Target="/ppt/slides/slide10.xml" Id="R61175cc3ddc64ba8" /><Relationship Type="http://schemas.openxmlformats.org/officeDocument/2006/relationships/slide" Target="/ppt/slides/slide11.xml" Id="Rccaaa0c680b44cb8" /><Relationship Type="http://schemas.openxmlformats.org/officeDocument/2006/relationships/slide" Target="/ppt/slides/slide12.xml" Id="Rb0bd37d7355b4db7" /><Relationship Type="http://schemas.openxmlformats.org/officeDocument/2006/relationships/slide" Target="/ppt/slides/slide13.xml" Id="R28136d26261c47fa" /><Relationship Type="http://schemas.openxmlformats.org/officeDocument/2006/relationships/slide" Target="/ppt/slides/slide14.xml" Id="Re2596cce5eb646b5" /><Relationship Type="http://schemas.openxmlformats.org/officeDocument/2006/relationships/slide" Target="/ppt/slides/slide15.xml" Id="Rb3bf95ecc3454781" /><Relationship Type="http://schemas.openxmlformats.org/officeDocument/2006/relationships/slide" Target="/ppt/slides/slide16.xml" Id="R3eb6eaebcdaa4daf" /><Relationship Type="http://schemas.openxmlformats.org/officeDocument/2006/relationships/slide" Target="/ppt/slides/slide17.xml" Id="Rea65cd15275b4f43" /><Relationship Type="http://schemas.openxmlformats.org/officeDocument/2006/relationships/slide" Target="/ppt/slides/slide18.xml" Id="R4135340addbc47fe" /><Relationship Type="http://schemas.openxmlformats.org/officeDocument/2006/relationships/slide" Target="/ppt/slides/slide19.xml" Id="Ra29676f39e264daf" /><Relationship Type="http://schemas.openxmlformats.org/officeDocument/2006/relationships/slide" Target="/ppt/slides/slide20.xml" Id="R54165ef8c90744e8" /><Relationship Type="http://schemas.openxmlformats.org/officeDocument/2006/relationships/slide" Target="/ppt/slides/slide21.xml" Id="R7eece630c4ac46c1" /><Relationship Type="http://schemas.openxmlformats.org/officeDocument/2006/relationships/slide" Target="/ppt/slides/slide22.xml" Id="Rb2f8bbfb6f3d4e49" /><Relationship Type="http://schemas.openxmlformats.org/officeDocument/2006/relationships/slide" Target="/ppt/slides/slide23.xml" Id="Re7313123a2ef482c" /><Relationship Type="http://schemas.openxmlformats.org/officeDocument/2006/relationships/slide" Target="/ppt/slides/slide24.xml" Id="Rda7db5e13f7a435a" /><Relationship Type="http://schemas.openxmlformats.org/officeDocument/2006/relationships/slide" Target="/ppt/slides/slide25.xml" Id="Rec0103aebf4242d6" /><Relationship Type="http://schemas.openxmlformats.org/officeDocument/2006/relationships/slide" Target="/ppt/slides/slide26.xml" Id="R23f48ee469644a21" /><Relationship Type="http://schemas.openxmlformats.org/officeDocument/2006/relationships/slide" Target="/ppt/slides/slide27.xml" Id="Rf454495b9d344f8f" /><Relationship Type="http://schemas.openxmlformats.org/officeDocument/2006/relationships/slide" Target="/ppt/slides/slide28.xml" Id="Rea1bfdca021d4bca" /><Relationship Type="http://schemas.openxmlformats.org/officeDocument/2006/relationships/slide" Target="/ppt/slides/slide29.xml" Id="R7a043483d0e143f0" /><Relationship Type="http://schemas.openxmlformats.org/officeDocument/2006/relationships/slide" Target="/ppt/slides/slide30.xml" Id="R3f550d9e6bb44ece" /><Relationship Type="http://schemas.openxmlformats.org/officeDocument/2006/relationships/slide" Target="/ppt/slides/slide31.xml" Id="R7eb00d0e52ff454b" /><Relationship Type="http://schemas.openxmlformats.org/officeDocument/2006/relationships/slide" Target="/ppt/slides/slide32.xml" Id="Rb928514ce80047ad" /><Relationship Type="http://schemas.openxmlformats.org/officeDocument/2006/relationships/slide" Target="/ppt/slides/slide33.xml" Id="R47a0a44c30c04be8" /><Relationship Type="http://schemas.openxmlformats.org/officeDocument/2006/relationships/slide" Target="/ppt/slides/slide34.xml" Id="R355f166df4d14f19" /><Relationship Type="http://schemas.openxmlformats.org/officeDocument/2006/relationships/slide" Target="/ppt/slides/slide35.xml" Id="R4123e9d9f126476b" /><Relationship Type="http://schemas.openxmlformats.org/officeDocument/2006/relationships/slide" Target="/ppt/slides/slide36.xml" Id="Rb58ab229f63d4a2c" /><Relationship Type="http://schemas.openxmlformats.org/officeDocument/2006/relationships/slide" Target="/ppt/slides/slide37.xml" Id="R905a4b5f55b543b2" /><Relationship Type="http://schemas.openxmlformats.org/officeDocument/2006/relationships/slide" Target="/ppt/slides/slide38.xml" Id="Rfd00efc930da4766" /><Relationship Type="http://schemas.openxmlformats.org/officeDocument/2006/relationships/slide" Target="/ppt/slides/slide39.xml" Id="Rd4af0a5551c44da8" /><Relationship Type="http://schemas.openxmlformats.org/officeDocument/2006/relationships/slide" Target="/ppt/slides/slide40.xml" Id="Rb7276f062c14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e62a524414d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f04e17649d4cf4" /><Relationship Type="http://schemas.openxmlformats.org/officeDocument/2006/relationships/notesMaster" Target="/ppt/notesMasters/notesMaster1.xml" Id="R47ff531918ff40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0fe56c9ce147b0" /><Relationship Type="http://schemas.openxmlformats.org/officeDocument/2006/relationships/notesMaster" Target="/ppt/notesMasters/notesMaster1.xml" Id="R3223d6848c3841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64dc0fbdb045fe" /><Relationship Type="http://schemas.openxmlformats.org/officeDocument/2006/relationships/notesMaster" Target="/ppt/notesMasters/notesMaster1.xml" Id="Rd574397f164243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733b7d3fd946a5" /><Relationship Type="http://schemas.openxmlformats.org/officeDocument/2006/relationships/notesMaster" Target="/ppt/notesMasters/notesMaster1.xml" Id="R5bd7e7d91d4e4c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d642f6d15e4aec" /><Relationship Type="http://schemas.openxmlformats.org/officeDocument/2006/relationships/notesMaster" Target="/ppt/notesMasters/notesMaster1.xml" Id="R887cfbbc40ea43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d1603d491548f1" /><Relationship Type="http://schemas.openxmlformats.org/officeDocument/2006/relationships/notesMaster" Target="/ppt/notesMasters/notesMaster1.xml" Id="R06e59a945a2947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0e8b802fb54ecd" /><Relationship Type="http://schemas.openxmlformats.org/officeDocument/2006/relationships/notesMaster" Target="/ppt/notesMasters/notesMaster1.xml" Id="R9f83b13d8c4f45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e9c3370bfd4e6f" /><Relationship Type="http://schemas.openxmlformats.org/officeDocument/2006/relationships/notesMaster" Target="/ppt/notesMasters/notesMaster1.xml" Id="R9dfc45dffbfe42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12a6303a7741bd" /><Relationship Type="http://schemas.openxmlformats.org/officeDocument/2006/relationships/notesMaster" Target="/ppt/notesMasters/notesMaster1.xml" Id="R6391feb2b0b54c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8a056d6e354ec7" /><Relationship Type="http://schemas.openxmlformats.org/officeDocument/2006/relationships/notesMaster" Target="/ppt/notesMasters/notesMaster1.xml" Id="R7215f89866514e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46f1e37f834cd1" /><Relationship Type="http://schemas.openxmlformats.org/officeDocument/2006/relationships/notesMaster" Target="/ppt/notesMasters/notesMaster1.xml" Id="R7504fcb8a50844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0503c7a9be49a8" /><Relationship Type="http://schemas.openxmlformats.org/officeDocument/2006/relationships/notesMaster" Target="/ppt/notesMasters/notesMaster1.xml" Id="R061292e780ff4b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277d92fb9e41f1" /><Relationship Type="http://schemas.openxmlformats.org/officeDocument/2006/relationships/notesMaster" Target="/ppt/notesMasters/notesMaster1.xml" Id="R9df73d94ee7c48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ad39e2f9854e41" /><Relationship Type="http://schemas.openxmlformats.org/officeDocument/2006/relationships/notesMaster" Target="/ppt/notesMasters/notesMaster1.xml" Id="Rffc934a6dfe24a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fc27c33abe4a5e" /><Relationship Type="http://schemas.openxmlformats.org/officeDocument/2006/relationships/notesMaster" Target="/ppt/notesMasters/notesMaster1.xml" Id="R3bde6135e57642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9748152e11413f" /><Relationship Type="http://schemas.openxmlformats.org/officeDocument/2006/relationships/notesMaster" Target="/ppt/notesMasters/notesMaster1.xml" Id="Rf18add70824446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81b7ccb36c493e" /><Relationship Type="http://schemas.openxmlformats.org/officeDocument/2006/relationships/notesMaster" Target="/ppt/notesMasters/notesMaster1.xml" Id="Rd30a8bac0c5f47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4357cb80f0482c" /><Relationship Type="http://schemas.openxmlformats.org/officeDocument/2006/relationships/notesMaster" Target="/ppt/notesMasters/notesMaster1.xml" Id="Rafa7d15c282241d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159c7dca734445" /><Relationship Type="http://schemas.openxmlformats.org/officeDocument/2006/relationships/notesMaster" Target="/ppt/notesMasters/notesMaster1.xml" Id="R9e12065f54ff48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b979fa035d4979" /><Relationship Type="http://schemas.openxmlformats.org/officeDocument/2006/relationships/notesMaster" Target="/ppt/notesMasters/notesMaster1.xml" Id="Rbf4fecea6d1c43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b7ead61b9a41e2" /><Relationship Type="http://schemas.openxmlformats.org/officeDocument/2006/relationships/notesMaster" Target="/ppt/notesMasters/notesMaster1.xml" Id="Racab1c1e7a53482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eaa32f02464158" /><Relationship Type="http://schemas.openxmlformats.org/officeDocument/2006/relationships/notesMaster" Target="/ppt/notesMasters/notesMaster1.xml" Id="R624d88367e654d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4c71cf437841b9" /><Relationship Type="http://schemas.openxmlformats.org/officeDocument/2006/relationships/notesMaster" Target="/ppt/notesMasters/notesMaster1.xml" Id="R48abc506528841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d58d9d88ce4e7e" /><Relationship Type="http://schemas.openxmlformats.org/officeDocument/2006/relationships/notesMaster" Target="/ppt/notesMasters/notesMaster1.xml" Id="R2a25456976ec49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e19f1022584c8d" /><Relationship Type="http://schemas.openxmlformats.org/officeDocument/2006/relationships/notesMaster" Target="/ppt/notesMasters/notesMaster1.xml" Id="R1409693c5f6044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3241fd38b4b4946" /><Relationship Type="http://schemas.openxmlformats.org/officeDocument/2006/relationships/notesMaster" Target="/ppt/notesMasters/notesMaster1.xml" Id="R16a6633faa934b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b45404f8654f7a" /><Relationship Type="http://schemas.openxmlformats.org/officeDocument/2006/relationships/notesMaster" Target="/ppt/notesMasters/notesMaster1.xml" Id="R353e85fe0de24ac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39b40d19ce4dff" /><Relationship Type="http://schemas.openxmlformats.org/officeDocument/2006/relationships/notesMaster" Target="/ppt/notesMasters/notesMaster1.xml" Id="Rd776a3d5599844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fa1c7ad864479c" /><Relationship Type="http://schemas.openxmlformats.org/officeDocument/2006/relationships/notesMaster" Target="/ppt/notesMasters/notesMaster1.xml" Id="Rfd1e988bbd6c45e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61bdbe95b054a3e" /><Relationship Type="http://schemas.openxmlformats.org/officeDocument/2006/relationships/notesMaster" Target="/ppt/notesMasters/notesMaster1.xml" Id="Rb6c87a60d400429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0d5c8e8a7d94651" /><Relationship Type="http://schemas.openxmlformats.org/officeDocument/2006/relationships/notesMaster" Target="/ppt/notesMasters/notesMaster1.xml" Id="Re91f716d30b141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67bb0f414cd4e23" /><Relationship Type="http://schemas.openxmlformats.org/officeDocument/2006/relationships/notesMaster" Target="/ppt/notesMasters/notesMaster1.xml" Id="R7bfea13353624aa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a35ca3a46034ea9" /><Relationship Type="http://schemas.openxmlformats.org/officeDocument/2006/relationships/notesMaster" Target="/ppt/notesMasters/notesMaster1.xml" Id="Rb492823408054b4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a69e5ac7e52445e" /><Relationship Type="http://schemas.openxmlformats.org/officeDocument/2006/relationships/notesMaster" Target="/ppt/notesMasters/notesMaster1.xml" Id="R40ea2f3bf2a8482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ab1f6c9c9af4517" /><Relationship Type="http://schemas.openxmlformats.org/officeDocument/2006/relationships/notesMaster" Target="/ppt/notesMasters/notesMaster1.xml" Id="R3080cb39f6b3478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6a077df9f3f41f9" /><Relationship Type="http://schemas.openxmlformats.org/officeDocument/2006/relationships/notesMaster" Target="/ppt/notesMasters/notesMaster1.xml" Id="Rb5a8c62d27404a6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92572501f124a41" /><Relationship Type="http://schemas.openxmlformats.org/officeDocument/2006/relationships/notesMaster" Target="/ppt/notesMasters/notesMaster1.xml" Id="R40ee58df2cfe461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c08ffd83f7c4d66" /><Relationship Type="http://schemas.openxmlformats.org/officeDocument/2006/relationships/notesMaster" Target="/ppt/notesMasters/notesMaster1.xml" Id="Rd1095612121a4c0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92d9331dd1c40af" /><Relationship Type="http://schemas.openxmlformats.org/officeDocument/2006/relationships/notesMaster" Target="/ppt/notesMasters/notesMaster1.xml" Id="Rf5bd2cfbebec462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0e2c7190b454f0f" /><Relationship Type="http://schemas.openxmlformats.org/officeDocument/2006/relationships/notesMaster" Target="/ppt/notesMasters/notesMaster1.xml" Id="R588f4e49bf064b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b85d4d9af47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47a35efca4e73" /><Relationship Type="http://schemas.openxmlformats.org/officeDocument/2006/relationships/slideLayout" Target="/ppt/slideLayouts/slideLayout1.xml" Id="Rd26920c61d5048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920c61d50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142cd89be4453" /><Relationship Type="http://schemas.openxmlformats.org/officeDocument/2006/relationships/notesSlide" Target="/ppt/notesSlides/notesSlide1.xml" Id="R56c3d6aed0a845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f87f669d54da1" /><Relationship Type="http://schemas.openxmlformats.org/officeDocument/2006/relationships/notesSlide" Target="/ppt/notesSlides/notesSlide2.xml" Id="Raa36206f0120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ef73c5ae849b5" /><Relationship Type="http://schemas.openxmlformats.org/officeDocument/2006/relationships/notesSlide" Target="/ppt/notesSlides/notesSlide3.xml" Id="R3dff44a3318d45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74bbf3776487b" /><Relationship Type="http://schemas.openxmlformats.org/officeDocument/2006/relationships/notesSlide" Target="/ppt/notesSlides/notesSlide4.xml" Id="Rc0f22209bea240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e1455481d44c4" /><Relationship Type="http://schemas.openxmlformats.org/officeDocument/2006/relationships/notesSlide" Target="/ppt/notesSlides/notesSlide5.xml" Id="R8a7253070dc742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4bb5186914dae" /><Relationship Type="http://schemas.openxmlformats.org/officeDocument/2006/relationships/notesSlide" Target="/ppt/notesSlides/notesSlide6.xml" Id="R80bfe5264a2c4b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ee55c7604422e" /><Relationship Type="http://schemas.openxmlformats.org/officeDocument/2006/relationships/notesSlide" Target="/ppt/notesSlides/notesSlide7.xml" Id="R65f607b323d749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3f1e8d8684f91" /><Relationship Type="http://schemas.openxmlformats.org/officeDocument/2006/relationships/notesSlide" Target="/ppt/notesSlides/notesSlide8.xml" Id="Rcb9e6f110cc14b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3085244a14c1c" /><Relationship Type="http://schemas.openxmlformats.org/officeDocument/2006/relationships/notesSlide" Target="/ppt/notesSlides/notesSlide9.xml" Id="Rce12e9e645b048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54c364740426e" /><Relationship Type="http://schemas.openxmlformats.org/officeDocument/2006/relationships/notesSlide" Target="/ppt/notesSlides/notesSlide10.xml" Id="R1ae24b4b96224c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c2196274e480b" /><Relationship Type="http://schemas.openxmlformats.org/officeDocument/2006/relationships/notesSlide" Target="/ppt/notesSlides/notesSlide11.xml" Id="R8346bfabd1684a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3de3301e545e3" /><Relationship Type="http://schemas.openxmlformats.org/officeDocument/2006/relationships/notesSlide" Target="/ppt/notesSlides/notesSlide12.xml" Id="R001cddfa5b1f43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7e646f61b4096" /><Relationship Type="http://schemas.openxmlformats.org/officeDocument/2006/relationships/notesSlide" Target="/ppt/notesSlides/notesSlide13.xml" Id="R44b0fafe896345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567b1a8094316" /><Relationship Type="http://schemas.openxmlformats.org/officeDocument/2006/relationships/notesSlide" Target="/ppt/notesSlides/notesSlide14.xml" Id="R7b2e3d8947bb4f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d8939db6e417f" /><Relationship Type="http://schemas.openxmlformats.org/officeDocument/2006/relationships/notesSlide" Target="/ppt/notesSlides/notesSlide15.xml" Id="R407b491170eb45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54abd66ba4406" /><Relationship Type="http://schemas.openxmlformats.org/officeDocument/2006/relationships/notesSlide" Target="/ppt/notesSlides/notesSlide16.xml" Id="R10cb328358a447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0b39524c349f9" /><Relationship Type="http://schemas.openxmlformats.org/officeDocument/2006/relationships/notesSlide" Target="/ppt/notesSlides/notesSlide17.xml" Id="R83acb42b183e4c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afa80265f4d34" /><Relationship Type="http://schemas.openxmlformats.org/officeDocument/2006/relationships/notesSlide" Target="/ppt/notesSlides/notesSlide18.xml" Id="Rb976e009294840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78ea22ba44ed5" /><Relationship Type="http://schemas.openxmlformats.org/officeDocument/2006/relationships/notesSlide" Target="/ppt/notesSlides/notesSlide19.xml" Id="Rd57339fa433641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2d98f6ffe444a" /><Relationship Type="http://schemas.openxmlformats.org/officeDocument/2006/relationships/notesSlide" Target="/ppt/notesSlides/notesSlide20.xml" Id="Rf97c2c009a9a41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bdac3f65e4d95" /><Relationship Type="http://schemas.openxmlformats.org/officeDocument/2006/relationships/notesSlide" Target="/ppt/notesSlides/notesSlide21.xml" Id="R517bc99d55fb4f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7d67be1f84222" /><Relationship Type="http://schemas.openxmlformats.org/officeDocument/2006/relationships/notesSlide" Target="/ppt/notesSlides/notesSlide22.xml" Id="R186fc48aa67143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d56f6f0114a07" /><Relationship Type="http://schemas.openxmlformats.org/officeDocument/2006/relationships/notesSlide" Target="/ppt/notesSlides/notesSlide23.xml" Id="R5b12e24e98ec4a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57a54780b4c93" /><Relationship Type="http://schemas.openxmlformats.org/officeDocument/2006/relationships/notesSlide" Target="/ppt/notesSlides/notesSlide24.xml" Id="Rc535bada358440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30953dc264bde" /><Relationship Type="http://schemas.openxmlformats.org/officeDocument/2006/relationships/notesSlide" Target="/ppt/notesSlides/notesSlide25.xml" Id="R112bda04f96a497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d90bd8db34771" /><Relationship Type="http://schemas.openxmlformats.org/officeDocument/2006/relationships/notesSlide" Target="/ppt/notesSlides/notesSlide26.xml" Id="R43336bad3f5c4a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bfa6d18984d5e" /><Relationship Type="http://schemas.openxmlformats.org/officeDocument/2006/relationships/notesSlide" Target="/ppt/notesSlides/notesSlide27.xml" Id="R5526e93a83964f0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5c7b5e5624e91" /><Relationship Type="http://schemas.openxmlformats.org/officeDocument/2006/relationships/notesSlide" Target="/ppt/notesSlides/notesSlide28.xml" Id="Rfa9fb6d6d5ee433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270400e3d447f" /><Relationship Type="http://schemas.openxmlformats.org/officeDocument/2006/relationships/notesSlide" Target="/ppt/notesSlides/notesSlide29.xml" Id="R47d19d8b9ad44e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9a5f0cbf341e0" /><Relationship Type="http://schemas.openxmlformats.org/officeDocument/2006/relationships/notesSlide" Target="/ppt/notesSlides/notesSlide30.xml" Id="R2eb076b137d64d0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b91b9512d492d" /><Relationship Type="http://schemas.openxmlformats.org/officeDocument/2006/relationships/notesSlide" Target="/ppt/notesSlides/notesSlide31.xml" Id="Rbbf50412937740c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76e8b6e844231" /><Relationship Type="http://schemas.openxmlformats.org/officeDocument/2006/relationships/notesSlide" Target="/ppt/notesSlides/notesSlide32.xml" Id="R8e1c3ce76bdf4e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f0be6d0ad4437" /><Relationship Type="http://schemas.openxmlformats.org/officeDocument/2006/relationships/notesSlide" Target="/ppt/notesSlides/notesSlide33.xml" Id="Rd2899dd197eb490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4774df5704c81" /><Relationship Type="http://schemas.openxmlformats.org/officeDocument/2006/relationships/notesSlide" Target="/ppt/notesSlides/notesSlide34.xml" Id="R9fdcf03b9fc2407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046496a794264" /><Relationship Type="http://schemas.openxmlformats.org/officeDocument/2006/relationships/notesSlide" Target="/ppt/notesSlides/notesSlide35.xml" Id="Rfaebb919bfb944d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1c74802a847d8" /><Relationship Type="http://schemas.openxmlformats.org/officeDocument/2006/relationships/notesSlide" Target="/ppt/notesSlides/notesSlide36.xml" Id="Rfdd2614fe01b4d0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c57496c704ddc" /><Relationship Type="http://schemas.openxmlformats.org/officeDocument/2006/relationships/notesSlide" Target="/ppt/notesSlides/notesSlide37.xml" Id="R7117276163754f3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ea768d9c1417c" /><Relationship Type="http://schemas.openxmlformats.org/officeDocument/2006/relationships/notesSlide" Target="/ppt/notesSlides/notesSlide38.xml" Id="Re67c5c99bec046c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701885210454b" /><Relationship Type="http://schemas.openxmlformats.org/officeDocument/2006/relationships/notesSlide" Target="/ppt/notesSlides/notesSlide39.xml" Id="R0a203b909f3f45a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983adad3d4b1a" /><Relationship Type="http://schemas.openxmlformats.org/officeDocument/2006/relationships/notesSlide" Target="/ppt/notesSlides/notesSlide40.xml" Id="Rb6829d9901c741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DA56C-60D3-4E8B-8D6A-45D49ACD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0BB69-453F-4EFD-8920-7213042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Numerical Methods-2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C08CC-3EC1-45DA-98D1-FB989B44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BEA03-DBA5-4DD5-B87A-038A9100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C5967-A500-4DAE-98AA-21B8F4C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D73D0-6827-4759-94E3-BBED9423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07A0E-FA41-4CD3-8F08-E32CBAEC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15C82-CE20-496D-B345-D0EBB47D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87559-947D-47F6-ADE3-78A99CBC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F232A-F7FC-41CE-9BB3-F26AAF0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ECFC7-6F1C-4AE3-BDA9-B4042A4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96A0C-82F5-4016-895C-F331F327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FBE1D-B6DA-4493-B87E-E40B9720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74142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186D0-8466-4631-BA72-B85639A1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2CD5-3EDF-4535-8864-257887F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6FF89-6FD3-4A78-8319-53CC01DF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0ADF4-19C8-4C07-8DE8-DF0F3869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D2793-F7AB-4B2D-AB60-E078BE71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85D60-FAB0-4FE5-A016-F0246F88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BD311-3E4B-41EC-8E1C-48C778F9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84436-D32C-4B4F-A3F7-A8F30503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9058E-3E3B-4942-AE6C-9192F3B7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7F804-1EA6-463D-9749-407854B8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EF0F9-FAE9-47A9-92F7-A0E36FF9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088D3-38C6-4B8D-9936-009FC129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E1532-1757-4DBD-8B29-85526B8C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A78EA-5908-4CDC-B201-958F1EB3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A4DC2-C8BD-4355-8F47-083DF3B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38494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E9A20-3693-42F6-AB0B-D3D3579B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35183-7EF0-4CE7-92A5-C78A0885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5B4F8-C5A9-4AC4-AA99-50989CE6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BEF03-A93A-4D6E-A075-47C51CAA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E18A3-2C3E-4B6C-812E-9EF8463C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3BB94-936A-4952-B3E4-BA48EFA5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CDAAA-3BA1-4570-8F40-50ACF261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2AEDB-780A-4D3B-A399-F00EAD2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8CD6A-9D9F-451F-AF7D-6DEE7732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Methods-2 (8 Hours Theory + 4 Hours Tutorial) 1...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531FE-9F15-40E0-95D6-34A1472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918F1-900E-4D02-91F4-EF1C206D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2E1C9-2F9F-4C0B-8924-190B8C6C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4115-EB64-4CA0-9C12-057C77A8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087F8-B0A4-448E-A322-6B3917F9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117F3-C145-4CAA-AD9E-7D9337C8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2F907-2F83-44C0-9FF8-3AF16808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A3FE0-7260-4A23-A8A7-51AF1339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FF53C-8D84-4447-BD7F-F42E0749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Milne's predictor corrector method and Adam-Bashforth pre...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926AD-A305-413A-A5B2-64D4A873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2820D-8152-4199-B792-9D9EF7F8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28477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4BD61-1ECE-4B49-8CFE-64CC8044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FCB2E-D69C-4E62-834E-053BC4B5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61B22-DA25-43B0-8FD8-BACA709D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22481-C562-4C01-ADC5-EA825A9A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2FD00-382B-4707-8402-0CB2D8B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D0327-5ED4-4D4F-B569-04951BEC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E7EBA-D23D-478B-8BB3-28BCDA38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F923B-0CD5-4A1D-A7A6-460EEB3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Methods-2 (8 Hours Theory + 4 Hours Tutorial) 1...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67583-7BDF-4756-B6CB-4AE32C32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08218-BC2B-45B5-BE7F-783693DF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4BF4F-5F21-425D-ADE4-496CE157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E5A5F-2D02-4ABB-ACD6-5076D55C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6A2D3-D311-48AB-B059-E3AEC28C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20D65-959E-4FFE-A392-B60769A2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4E8A2-8E3C-4BD5-B635-AC6A78C1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25BBB-4791-4AF0-BEB2-B2659040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10BE9-8DDD-4637-9F83-13FBDF04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Milne's predictor corrector method and Adam-Bashforth pre...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A80EA-2CF6-429B-88B1-DDA48BE4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63F5D-DE5A-4EAE-82C4-776653A3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7E156-5F0A-4C52-87AD-B0444798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643331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E9C1B-D819-4C99-A95C-C13E9DF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B4FF5-B562-47BE-BEF6-DF48B757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8493C-9AE9-483C-B8D7-59F16F8F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67A6E-9975-4BA6-AF53-C9743C48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E281A-2552-471D-8BC3-77BEDA52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23386-A1CE-413F-92D6-F6C092CE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6B1C7-34D3-4541-9274-00E8A948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65DC5-1E77-4FD9-B108-D686C08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FA752-F4EC-4C0C-ACB7-1C3BBA66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53130-8637-4943-A821-33AF22B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3A861-4E26-47B5-A4C6-9EC74C91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4E8D8-4CB4-4C1F-A36D-BF493B9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4551B-FB82-4D98-A5DA-E1B4E56D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16DE0-3864-4C50-8E00-0BD48579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degree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D6F30-93C7-4338-9F6B-15110447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ED034-DC32-4E9A-A71E-F2763AE6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32453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83C63-C2FB-4318-9037-19F9E513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3F9DA-44B5-4D9B-AE3B-BCBFCCF9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185AC-6EA7-4A83-93D7-18825718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36E6F-4E71-4CF5-B6CF-26F51CE0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40F3A-1A41-4FB8-A7F5-0E8F2FE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Methods-2 (8 Hours Theory + 4 Hours Tutorial) 15092025 2 2 Numerical solution of ordinary differentia...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FD724-4F0B-427D-9487-B06ED6C0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Methods-2 (8 Hours Theory + 4 H...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934B8-8FE1-4D8C-80BD-D6B4DA98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4A59B-EE87-41EA-96CC-CA372F6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6C26B-ACB7-4474-A7EA-24556BFF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9A7C2-20C7-42BE-975C-DFDF698B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BA963-5F87-41CB-8279-87EB48A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3984C-9FB0-4B77-9E68-0B4B55CA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3E3A1-E903-4370-8B06-74E65247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B3E70-3488-45B9-9324-624EDE70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010E4-673C-4B56-8591-6A266B1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E8A28-8212-487C-AD76-9824C12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21071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DA99E-11A8-453F-998F-5CF26AEB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EC046-8288-421A-BA8C-581DB1F6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89790-0159-404D-8FE8-EDFF0E37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3D9C6-4CEC-4E85-B77E-4F49DB94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90A9C-1919-4D1B-89C7-EF06EA89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8666F-0DEF-440E-82FE-9C0EBF29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DC126-B158-4D9B-BBB6-5FB68DD6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CAD49-11C8-46ED-9C43-48A1D1C2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49067-8699-4314-815C-D19AE944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Metho...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0160A-3B34-4FAA-8F36-018C5C53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F3C39-B149-4A6E-A8BA-FC5FCD2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C05C0-E6CC-42D5-8B0E-479D2FCC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1D1E5-4EAF-440A-B466-C0203C4A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69F98-3B6D-4908-A29A-6797F17F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4167A-0AFA-46DD-8F84-9F52D195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EFD94-9BA5-480A-897F-EB6571B4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AE0E9-DBB2-49F8-9423-4883F243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8449F-B5ED-4F7C-9950-97D92032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Met...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96770-3F23-4095-A046-7528EF1E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4E243-0A99-445E-9F06-E31F406D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FA60F-B944-488F-94F8-9748079E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06955-48A1-4511-9AC6-0F41D66B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32C05-B2F3-4036-9146-297B9D6B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92079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F68A4-71A7-49AF-A172-156FB2F1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5BAEF-BFA1-43F5-B8B8-0B2EEFE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09A2B-EAD8-465B-AEEF-AA9537C0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678D6-3CC9-4374-811A-33C4101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010FA-9DB1-454B-B217-CA81EC0C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CDF06-C11A-4FBE-9898-F70DF9AB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49AF4-EF91-40B1-B5EB-D7B4CA8D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6DDC7-DB92-4415-B48A-4E7BEB4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3827E-8D30-4DCE-9BBD-1C4681EC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8D7E1-E516-4D68-90A8-D76B33D0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DECF3-807F-4507-B08E-1AECA1CE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13C07-BBA5-41CB-94AE-3C0F2F4D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3E603-E7FE-4245-823A-1BA654C3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4D0D1-03AD-4392-92B2-0F7FE0B2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3FA5F-8B24-493F-B52F-548ABE0F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653215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297F2-1956-44CC-8A3B-3EBB645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DDEDB-5AA9-4F58-9F2B-CA2D85CA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95407-4E9C-48AA-BB8B-738B23B5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108FC-BC18-4FAC-8402-210FB976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8A339-434A-4F5A-8076-3ED9DC0C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BE334-2D21-4573-B1D7-62833D93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Methods-2 (8 Hours Theory + 4 Hours Tutorial) 1...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DC887-4BF4-42A5-B25E-465AF2C3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77869-9AD1-4EE1-BE14-D55A0618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37F88-DD7C-47B8-A574-B29C559E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D4310-BA77-4B71-89C5-3D0203F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25A58-6E79-4E4F-9FFA-68E08E6D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8000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54919-1C59-458A-A85B-CC211ED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1BB8C-3FDF-40D0-8EAF-51FB25A0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5F85E-E9E0-412B-9FC1-40DE7788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AFA0F-E12B-41B6-B243-07FBA52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40736-1942-467E-96A6-88F77ED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Modified Euler's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3C817-D8FB-414B-B140-1EF29C0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Modified Euler's method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D29F5-74B5-4574-9E83-7C0CF35F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23C8B-9E38-4FF3-8EF8-8762F28D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33EA9-1A92-463E-8240-C5898E46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32AAB-999B-47F5-AB75-25398CDE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4C5FB-A4E3-4C37-9040-946A8499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ECE0E-2777-481E-9467-6E475C61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5EEF7-2350-46A1-9ED3-630EB426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691A4-CD64-4D37-B3A8-2F3FB92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0D504-36FC-4D63-A5BF-D6DA3057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22A28-1031-4397-8B81-C076C119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74542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378DC-19CE-4EED-A1CD-0F57165F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619BA-20CB-42A9-9245-31F80081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75A6B-201C-469E-BC6F-18DFEB56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99B71-BDB6-47B4-B1AF-CF8B063F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D694-1EF0-464D-83F5-76703236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5E97E-27CE-47F2-BF48-50D3D61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F0C1D-0905-4593-B3F8-C9CB2496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933A3-5DA2-4772-9751-BAE1C37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DD58B-D6E9-4191-84C1-10305AAF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Modified Euler'...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1F074-7C24-489F-B682-F051A783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30980-D65A-4525-9D7C-DF5C4FE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5D1C1-8A76-4F30-A674-AA85CEAC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Modified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1D3A6-DA68-4B7B-9B9D-BD224074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4E7B6-0DB7-4DA7-879F-B353C468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60F38-5794-495C-8A09-41D85CA2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Modifie...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E4051-17AA-41A5-8277-9B3EBD47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A7F05-A2FD-46F2-B9C9-FD7BED26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7611B-B4DB-4823-AE83-F6172B0B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Modified Eule...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5FCA3-8A04-4992-BDF0-0F9F86E8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4053D-700B-4A3B-9371-7614B05D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C0E92-0735-4ABB-A36D-E5DB0B6B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Modified Eu...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5E55B-933C-45C9-9C3F-AE6F370B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720C7-6F68-4FC8-BC80-80E2ECA3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6014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311DF-3731-4861-A10B-371588A0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91DA3-BC4F-44BC-8B87-A227421C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C63C5-F80B-4901-AEE6-9E1F21AD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66505-2EDC-44C8-867C-B26EB11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9F47A-57C5-43B8-AA5D-6FE0B85F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C5748-1B2B-4B49-A062-CDC2DDB8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443B7-6339-4C7F-9446-EB03CAC6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6692E-2698-4024-8505-7E47540B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BF114-DEE6-462D-B6D0-64706418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4331B-07B7-4302-9334-4A951C16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82A98-3E30-4AA3-84AA-A1798ACF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DBEEB-FEEE-409E-BB09-E662B943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4D266-6D19-469B-B091-A8F4B49B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267F8-D03E-48B1-905E-67D79AD4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D07F4-A359-4AB1-874D-BBD73DBF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662556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91337-B776-480D-89C1-323A59E1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A3B5F-ED94-434D-99D2-49C3489A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F65A8-8784-44AC-8AB6-88818D1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E49C7-562D-4962-AF34-94107FA1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471FE-E142-4102-BCB2-22B76BF2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C87DF-3165-4DE6-8779-F5DDBE76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Modified Euler's method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C88B4-2DB7-4850-890F-189D8170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DCAC3-1194-4964-B61B-DEE3A51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E1800-2834-45AC-BDDD-D6CA668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D433F-D86E-4B9F-B55E-7EF35C7C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E000A-B923-4AA8-86D6-8E9EEE97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1135798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83167-368C-45E4-9FE1-431CFB93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C7F60-6DF3-4F4A-8BB2-C6D3DC53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61B0E-1ACB-40E1-BCCF-EAB3DB6E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646C-CA94-44E9-A961-DA0AEABC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840C1-C600-4686-A0A4-CAB86D9C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Runge-Kutta method of fourth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BCABF-F330-47B3-9FEE-19CEA7E6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Runge-Kutta method of fourth order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AE5DC-FC87-4029-88B1-D679AAF2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3638F-1E0B-48A9-873D-1C8EB8B0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ED3A3-5F45-4FD4-B3A5-2C731F2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0957A-2F49-4419-8122-E4BECE94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B566A-3497-4773-8F15-9A49DE76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2E7FC-44D0-4144-8082-4D27848B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13F9B-82EF-41AA-AEA1-179FD861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15E4C-1F8E-4DFC-B512-9504783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016DD-ABE4-4A3E-8345-5E8CB67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6C6CE-4A4B-4CAD-B820-37B7B7AB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035955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993F5-E546-488C-B77E-BA99735F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F301-65BA-4C9F-A579-E7F0E231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3D3E7-AF92-4E4A-8FD3-8B3580BD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87680-F0F5-4EAA-9A5A-DA81B49F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B3B9A-C17C-42A9-BF75-8CF50062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93B5E-BFD1-43BB-9C22-9FA06D5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2F316-B904-4BF2-B5C7-E1ABFBC2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89C8E-5439-43EA-9EA0-0CB9411F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CD660-9448-4D75-8099-35FA0D38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Runge-Kutta met...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EACA3-E49C-49DA-9C80-FF944490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18435-8F25-4F18-BCC3-AD9BC8BD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FF19A-EBC5-45F9-B4DB-C2DC9794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Runge-Kutt...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6F068-3B53-46A5-9E23-1092C63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7F6FC-8626-4718-B3E8-778A8B51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46B4E-5B9B-4F66-8B2F-1F58ED01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Runge-K...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1132E-78A0-4951-8434-0C26074C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0FC10-489E-4EEA-8A74-0F5C723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7AFBA-E8D4-49FC-83EF-0AB11EDE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Runge-Kutta 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5FD5C-0D95-4BF6-8B4B-E23CF0E4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C3D87-F5C3-4D66-8531-42AE3B3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0FA15-D35C-4FF8-8526-991C1934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Runge-Kutta...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7AEE9-05C4-4FE2-BF68-8B8D5190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8F48A-D2C3-4114-A3FB-9E90C55D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629523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4A842-DE65-456A-BF81-BBE73A4F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81C0D-894A-404E-8385-BABD5DF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E38B2-4096-4979-B4BF-A18883A4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53F84-E659-4A35-936F-C5EF351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A131F-6082-4BAF-B7AB-BDF594C8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1C39D-DE7D-4EFA-B909-F5FF1252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AA93C-00ED-49B8-A957-09199CA1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0AE22-A260-4CC2-A538-6905358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E1D9F-8B10-459C-843C-5036DF0E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5D3CF-764A-4F53-AD49-CF0D48C8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555EE-5FA4-4453-8507-D6E5B23D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79DF9-CF43-4084-ACF3-085EEBA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594F9-4F88-4CDF-A8AB-94D4FC18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8D385-F848-45F3-844A-E242E38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59117-5A95-49F1-ADAC-50F6D97F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038603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774AD-1E0F-46CB-863A-BEF2925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FF541-D17B-45E6-88B9-A26AE7C0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637AA-F8A3-4717-9CDB-713B7EF7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52487-59C1-41FB-A86E-0CA8CB29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2C0B1-DC21-449F-BAAC-36218229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C59BB-5BE9-4CBD-9934-590752EC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Runge-Kutta method of fourth order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BC1F9-AB86-4005-B690-80B69DC5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CA897-1374-4503-A243-76077E0E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D3E54-E648-4E89-8657-A529AC4B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75B42-E925-40FC-8087-EC632FB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2B370-1434-4863-BB01-7BB4DE37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804672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37AC0-EB80-46F8-BD65-9DB54E4B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793D4-97FB-4883-894E-B2189437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BD1C1-91F1-415D-BA68-B19108B7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8ED8A-1BBA-419D-A0DE-D4CBD7C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28335-74DF-4A84-A4D6-9E8D54A2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Milne's predictor corrector method and Adam-Bashforth predictor-corrector method. Textbook -1: Chapter-32.1-32....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996D7-EC09-452E-A4F0-59C470F0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Milne's predictor corrector method and Ad...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E807A-45E8-4675-BC96-4717EB47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1A96F-5C4E-4559-BEE0-69BBE90E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972D5-6BEA-442C-8046-0CBE1D32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1EA1C-B0E9-4534-9857-FA4B9867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BA062-F23E-43EC-950E-7113CAE8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EDBBA-E55E-4677-A628-A088F766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E67C9-D11E-42A5-B245-63951855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7B565-16F2-4967-A8A5-23768162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267FF-7DB1-4C16-8DA6-92C8240B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C9114-7E13-434A-8D09-805F96D4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1239796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D7350-CFB5-41F3-B419-97F2021B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EDAA8-C856-432A-9CE4-9D61BEFF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20B44-666E-4424-901D-71C0C148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505B6-8E7C-40B1-8CFD-CE94C5D5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751CD-782C-4015-8C07-0BA8DEB0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699BF-7C06-44EA-BAB3-64ADEDB7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38885-94A0-476D-B997-1631B2A1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CFBE3-F83E-44A5-A3E4-8CFD5C09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00FCD-8817-4024-AD3A-A2B96A2D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Milne's predict...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BC7F2-4DC8-4FD3-883A-7DC2ECF8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CACB5-2D68-45B6-99FE-69D49DDA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8DB2B-4FD1-47B1-ABF3-D1AB4872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Milne's pr...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88311-9895-4245-A779-5E0C27D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77129-E016-42AC-B47D-A0B62C66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0E225-5444-458F-B438-5996BD50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Milne's...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09BC9-78EE-49CF-8EF2-D5A46EB0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96CD8-3E24-424D-82D9-B167D2E2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A5223-D711-45D2-9307-5487E6D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Milne's predi...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38C06-F7B9-41C7-B367-A37073FD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2B41A-576B-4EA8-A6C8-F53DA3B6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B20D9-1150-49E8-9AE9-0CA2B541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Milne's pre...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F25FD-4E71-4DE5-8775-F44E6162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CCC94-93C9-4692-B967-BB4B8471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056372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B9E22-383B-4A2D-ABDF-B0F369C0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CF9C-32F6-4D99-9192-FB10BCCA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0607D-DB26-4E2F-BB4B-3BCD2F5C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5376E-E772-4CD9-9579-C93DA04E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9822C-3768-49E6-A7BE-7F626FDD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DFC4F-9A78-4DC6-B398-7FCD80EE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7C9ED-B066-46F2-8548-F50675C8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6783D-B9C1-4D22-BF94-0C37ED03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120E7-456A-4362-BAF4-653B1B8E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05D16-6357-40DF-AC7D-905FF5E7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427EC-9AA5-4DBA-98BD-5975E48F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928DE-FDED-4C20-808B-B66850F5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4470C-7542-4707-B2D8-32A635FD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3B012-EB1B-4FCE-B4D2-47BC9D7F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4FE27-1917-46CE-AA94-DCA12A44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4216701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A2322-1AF7-4516-9A8F-0CBCC963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BB497-C347-4CC0-ABA3-DEDDE42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3CB79-735A-47E0-8C54-DA7B1F0F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54CF8-9934-4859-9346-9B58AF0F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90872-312E-41DF-9B25-63E65BFA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79B21-3A8B-43BB-869D-41E85C65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Milne's predictor corrector method and Adam-Bashforth pre...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F75E1-607F-4BDB-8A30-83BF4746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38581-673B-4787-895F-FBE9255A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C0EB3-DDD1-4CCD-A26E-532BF86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9D2DC-C1B0-4754-B34A-1E54573E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C15DE-9AE1-49BD-8B23-8FAE7A24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359987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6C097-FC0F-4A57-822F-DE9A68C2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3714C-9488-4D56-8D8F-9DCC4685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27C50-1CB8-4936-ABAE-F2612404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D2685-661A-45A4-81B5-A6E954F1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181FC-81C8-4631-8D72-F07F7925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ED707-E756-4AD5-8E9F-C5C8F920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729280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D7341-FAF0-4F7D-A9C4-D62439D4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1A0EB-832A-4A81-A02B-59B8FDBD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0C211-3357-41B2-904D-4DC66977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8E0B7-F9BA-4007-B987-7161A936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3DD2F-0CF8-4747-B18B-01C1FB2E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Methods-2: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1A2E2-6F9A-497D-B4EA-F3B54C65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695873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C8003-B362-4C77-85C3-47A6FAA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CC8F0-B5D6-4F76-A2CC-CE48BBAC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DEBAA-F0A8-4953-A41D-0E5EB007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5DB68-7F33-48CB-A551-123AD17F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46AAC-9B76-4C90-9E68-8B7D782F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C2F6-5923-4DF6-82EC-0E2B21F3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712240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BA774-549E-4418-A41D-CBB60321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09DF5-B1CC-4CCF-9647-12EA3F3E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163DC-00B4-4A77-A712-56C55889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11826-D2CE-4047-962C-2B2874CF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DB2F6-129F-4539-8332-B1F63129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D8B32-9223-41CE-A8FE-99ED5C1F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688792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122A6-4688-4A21-B1E3-C1FB4A45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A3A68-75A5-4D6D-9549-08D1482C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F0AA5-B6AA-4589-8205-B971FCCC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0E970-DC40-4E12-93AF-15EA2467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5B330-C42D-4365-9405-6EC497E5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Numerical Methods-2 (8 Hours Theory + 4 Hours Tutorial) 15092025 2 2 Nu...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Modified Euler's method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Runge-Kutta method of fourth order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Milne's predictor corrector method and Adam-Bashforth predictor-correct...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F08B6-61F9-436B-9F14-291DD60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E06FA-1F44-42C8-B0DE-71F0A413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8A028-4DB2-4193-BEC1-A337A393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920971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FA3FB-3A01-4F2D-B217-20C73D3B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72DB4-1183-4786-8DA3-D46A8F7C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CB11A-3E60-4D23-A68C-F3B9D4D8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4199A-B7FA-4225-9981-2F9E20FE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9E64B-93D0-45C1-ABCB-DC9BEF3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03C4A-FFDD-4C75-9749-DFBF11CC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D1EC5-E476-4B3B-90ED-83874674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2EF27-C881-4C57-928C-5CC6AEF4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0BD27-78A0-4D62-9E1E-5D34D8C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F65B9-0A87-46A4-9771-507D8730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DEE15-C27F-464C-A79F-96337991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3DE91-7A80-4A17-867C-23ADFBC2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7F543-9A48-4CC6-AEBA-4F9C5C7A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02525-DC32-403D-B3CF-1F9E21E3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B5930-8C24-4F12-AEE3-9D1314A4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6B88E-599B-4723-B068-1D5AB342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41723-5575-4A92-8A11-A0A0CCDD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D8BDE-07DA-4B57-870F-A047AA84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AA684-7484-4469-8A12-541ACBFC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42E1C-A552-419A-A8B0-EFA4FB3B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3D37E-067C-4CA0-9AF1-6835BC5D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09072-AD5B-459A-8911-CF2CABA9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29056-FC68-4461-B294-2FDBD603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1CB5E-45A8-4FD5-841A-29B182B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C59038-9A06-4141-AC10-FA465E4A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E4404-1815-48B9-B55E-8BE17B6D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F746D-026B-47D4-A66A-A82928E7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067BF-C8E3-48B2-814D-C283CD2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01B62-E196-4898-8C3D-743946F7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50708-CE7C-4C5F-8CBE-5E8E0B4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83093-35A5-4AB0-B0E4-150B6662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50957-7AA0-4D29-8FCE-9BAB60EF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4872771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D83D84-A6E3-499D-A887-4A5D5664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19D31-808C-461A-9DD0-21E3BCF0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F183C-F143-4E42-9173-A0E9774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E0706-4BC3-4A64-BCFB-481C277D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0AA1E-3178-4485-B15F-BC736F7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0803F-2186-4CFB-B7C3-D2F912C1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490F9-EFCF-48CF-B1E5-04AC89AF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0D95D-E803-461C-AD06-B1BFF18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1566A-C62D-445D-B0DF-0864C71F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F68E9-CDF4-4E3B-BCFD-6DC11941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7C9D0-7C6A-412F-9686-B2D93450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83B2F-46E0-482D-A8B2-EDFDE34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04FA7-5FDF-457B-ACF4-6A70469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1FD9B-FC6E-47B9-8F83-4D67217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90A0B-F557-4C25-AE3D-82B04F24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296A1-A76C-4514-9E52-5F2D4FF9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DF438-40A3-49EC-8FD4-6E66FABC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C32CC-7CE6-4D61-A655-B499F8E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DFD22-8EA5-4EB2-9A85-CDC8D5EF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58ED1-DB43-4510-B9F2-6B692D8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B19BC-C739-44C3-A4CB-12DAE9B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FE4A2-9163-493A-9178-1394AC51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790CD-7EFB-4679-BC37-94147616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80A12-48F8-458E-AF9F-9B90BE59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A1CFF-82CD-43A7-BE06-7271B68E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42FF6-4768-43D5-8444-8A9628D3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3AA9D-D82F-43D5-8D08-0BCDA77F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9DEB5-D23A-41EE-8870-D8D38F7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BA93E-66BC-4139-942D-E1A312B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6852C-37C4-462D-BF00-0BB0253E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682B19-A1C1-49DE-91A3-4D4ECA18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AAB2B4-1AD8-4F84-B4A8-B9250857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217964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3F8591-4F9A-4CB2-B09D-830C83B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F344B-A27A-42C5-9B60-5F4CFDE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 corrector method and Adam...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DCEE8-6278-4EA0-880F-E8CD8578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586C5-412C-4FD3-924E-19A5C46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124C1-4405-429A-8169-28DF90FA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FBDE0-33DC-4A7D-996C-14AFCF33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0F4E9-89B9-42E0-B06E-ADC3A56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92FEF-4236-4496-8D48-F4689D6E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291A9-91E0-44A2-8498-F076A8FA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F405B-3F6B-49DD-BEF7-B3062889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921C6-BC8D-4C19-9DDC-95CE974E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EF521-3E1A-40AC-A3C8-5B5C32C6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8A532-C2B4-42E8-9005-2DE43B3E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3CF8B-8818-4A45-9876-021324B6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52414-48DB-471C-A5F7-5B0055D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C0E52-02CC-4A8E-9350-23AEE80B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84799-3205-4120-9AE7-B588E5F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2A097-4C33-4E84-9CA8-E52CB492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C8A8C-C37F-420B-9112-2B58B6AA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50556-FCBE-42DC-BF06-0ED568C5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8E059-2794-4D70-AECC-295AC1DA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B4678-6138-4DAC-8271-B7E4C0C8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5434D-19CE-4BB0-9B7B-EAB2EA92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E0C7F-896B-4DC7-A490-A7222500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19174-BCFD-4727-96B5-B7179657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9429E-7FF8-42D3-A2D8-A6324C01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F1D052-7216-4A18-8A3D-F42B480D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AFD17-AF10-460D-95BA-CA369E28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950B9-500E-4911-BD94-6D2A7958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2D8B19-334F-4397-B5CD-78172098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1ABDB-A0D6-4E90-B94F-E0471A0C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DF0C3C-1145-43FC-ADA4-EF533D07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146920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7D7E28-C831-4301-9FB9-200284D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52434-A8E4-4EAF-A70F-DAD1AA5E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Methods-2 (8 Hours Theory + 4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5AD16-826D-463B-86E8-55B739F4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C6C45-9C42-43BB-ADF5-842FACD9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172B9-E093-46E1-9F63-5AC7DE0C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F701D-8294-455B-BF7C-951E3176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2E224-3E8B-42DE-814E-BAE39D7F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CE597-C331-42BA-B7C1-BE81EA3E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DF4EC-7277-4D9C-87A4-4EF1C601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5B6BD-25C3-4861-90F0-93400B2A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4A990-7D45-4633-AAAE-8A39EC0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F7A32-510B-44BC-8501-1E675EAA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0BE6A-36C6-4E73-B144-2ABC1DB0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EDA4D-F8A2-4FFC-ACAF-CA3D1F9E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A145F-D88E-41BF-87EA-3401185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4712B-C92F-4251-9D4D-9D27E834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3B003-9B86-4C33-AF34-D9F5CB98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8610C-26DD-44B7-8CAC-0350E7BF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A9363-6F6A-4058-9DA5-8F195B6E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6D4EC-4EFD-45B7-B6C4-14F850D2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E6F24-079A-4C2A-980C-9D173AAE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5F85E-2DE6-4B0F-9C5A-F69BE498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DD484-40FD-4C50-AD8F-FBFD2CEF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5B8F0-EE58-44BB-9390-8F7FA906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B47C3-E41B-4B8B-BC83-5EA2863D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87A60C-1B8D-4221-AEDC-A43E249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EEC8AC-A13B-4924-BE4B-FF4B4FF1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1D8A9-FB5A-490E-A703-37DBE49E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132224-240B-4D74-9F50-A09B927D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75F1F-BC13-43FC-B281-38645623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9A2E1F-95D0-4A28-A43D-BC2534D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68B9AD-3CAC-4CC9-A6F3-3F2E3044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84359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961E9A-9CAB-4AB2-AF5F-A0F0D465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C84E5-C895-48E1-A0C7-7EF677EA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A7598-8B9B-4294-A7EE-2EB68A3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5A393-6782-4F95-B37E-7F7C704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602B5-BF1C-415E-A0E5-8BBC2CD5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E8421-BB1D-476F-9CA1-692C8890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030DD-357D-413B-A489-81E159D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6F24F-0857-4CC8-BF3D-4D6A66F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19ADF-1C4D-4AC2-8448-9E28D74D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C0DE1-8260-4A59-B108-3F1CBC88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7933D-F3D7-4E43-8F42-A5DECD0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009F8-784D-4C9B-834E-8C238E4B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3E154-BAB6-4C35-A63F-CC2AE2B8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2848C-7C5F-40C5-825E-1C86AAA0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56C60-85DD-4B81-8EF9-F0879268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594DD-3CE7-4F8C-BC9E-2C9CA497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ACE55-2271-49F7-9613-5CF40B8A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DBCF6-0598-41FF-B470-E167F829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A1392-7048-4B45-A07A-406D757C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030EE-1C79-4A70-AB27-25276108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7E4D7-147A-46F7-AA94-375B6C2E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31DDC-5391-4C9E-84C3-199816C5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D9049-3C3E-4CBB-846D-CE0B716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C7DEB-9313-4ABD-8FCE-77C54756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C617A-742D-49CB-BA17-15222C99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EE9EF-D934-4A5F-839C-89728C84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601D3-8157-4AC2-8222-66E54173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B9C6B2-6320-4CBD-A78C-929F850D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862F8-B8D6-4F99-9B53-82C91C4D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29800-4233-418F-AD83-9E74DA6E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1D7AF-F01D-49FA-A258-CA0EF76B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B0D587-122F-41A0-A97A-5A069BE1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6724951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967456-5264-4074-82E7-23F66D26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5F6CC-7519-48B9-B3D3-5A254480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1CB09-5AF9-47BE-9399-6C83B7B2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EAE99-E754-4726-BBB9-3C7F49B5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33D3B-504E-47CC-8A43-C5DC0CD9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DBF48-727C-4933-B149-BCA57A73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B7396-6079-4553-9344-C9C37F4E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874F2-966F-4DE0-BBB8-EFCA4A93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48654-26E4-49C2-AC5A-AD445BC5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917A8-1238-4481-B5E4-F8C1771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DCF06-0B39-4CCF-A21D-58CE54F1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86CC1-614C-4172-B854-39154758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53C33-3157-4929-B0DC-479248D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A8082-9A2C-4278-8039-5AA7CEE7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CE192-E159-4002-9A01-CDEEE9B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0A33B-4CA7-4A79-9A81-10BCA522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3C48D-38FC-4EB6-9683-5472AFFD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164F0-1036-47F8-A34B-F0580312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88C7E-E277-486D-8158-9A7B6124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14999-FA4F-4B1D-BF35-8A93DD0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4D583-F9E3-40DA-8F69-905EA8CE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35434-6729-46D7-B2A2-7584C33F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075C2-BD24-4149-B106-51F4642D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D3404-FE49-4B9B-A999-636B827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925FF-9123-4748-AEB5-4D243521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210169-8C01-4ABB-97AD-24E97435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93C3D-2DA2-4510-B2BE-59D20549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ABF0C-A5F3-4EA6-9A7C-BDF14BF5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4CE64-EE58-44A9-BC83-3D0C6E2B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FF6908-C1CF-4CE0-91A2-179CF647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03A365-E460-4049-A6BB-46511071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19BFE-13B5-4399-98C9-7CCBB078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075144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AE9157-4E51-46A6-A2A0-DF8961E1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C5890-96F3-4D42-B6DE-BBCE0169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 corrector method and Adam...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7B5B-29E9-417D-A4FA-ABD49EDF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B0DE9-97DB-41CE-A5E7-F7DA10E5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CCBCD-5A0D-4652-B9DD-0FFE55A5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9CC68-7E05-46BC-A20D-A78E19C6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73245-C5FE-451B-8B04-F4AA24AF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54AB3-D090-47BB-9C48-90F1F4AB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AB28F-3127-497B-96AC-E5394AE5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0ABDB-3E1F-4153-9F9D-5D96013E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27868-6E23-4323-ACB8-85FA9EE8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94367-7A39-4EB3-8D11-FE6BE6DE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945E0-1F83-4D2C-BC0F-73EE6CBA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463C7-284A-4AFE-A91E-75AF757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07493-3F80-4D6F-94B0-A3478AF5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B64CE-4C26-4A2A-86CB-CD5941A8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8246C-7E5B-49CA-A98B-6DF5FCF2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71C1E-0532-411F-B705-5299944B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D007C-94C3-4CC6-B9BD-324494D2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D2F3E-616E-4B72-9E58-16126430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C8F7A-465E-4039-8E72-21A8395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589F9-D3D2-42A7-A13B-2342D31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80107-334D-4F46-AC13-F96028F2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3CF37-8704-4EF3-BC51-13DD8764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9D23D-C612-4091-8A9D-AD6B7D16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C1668-7526-4535-BE3D-91EE6DE6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4E1AF-27B7-40E1-80A1-B3C03A6F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452EC-B41C-47D6-A00A-EA3B3C4B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B13EA-E336-40B7-8733-08E24C0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C954E8-1EF8-47AF-A02E-33E802E2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79FC1-A034-433D-8674-5C7AACF9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92E7C8-4D47-4F7D-BAC1-9462B528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8017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068A2E-AA72-4120-9F41-8AAC0F9B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31F31-C418-4C0A-BD07-D5694D24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Methods-2 (8 Hours Theory + 4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ED728-23D7-47C6-80FC-E8311EEE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9C2CC-3706-435E-846F-2B4AD42A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CE662-25F9-4CD4-A647-12E122DD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4016B-65E6-4E95-8328-9EAA402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E8E7C-E458-46EB-9DF6-0B4DBAC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01D2C-5428-486D-93F9-5ACE0A50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029ED-1946-4995-A9A5-4AD26A6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95EF0-2695-46EB-80E8-DB91807F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6E3EE-E9C4-4895-A9DA-7F4B8DA9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C437B-E9BC-47DE-BC08-8282BADF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3F9AE-C3B0-4E5A-9C22-E14E4D3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6C910-729E-4D9F-B7D9-E1DB2532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48B28-F852-4ED2-A57A-D4B44BDC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028E1-2E16-412F-A66C-642BE1E3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76D40-9AEB-4D51-B99C-FC8E62C5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45A52-256D-4727-BC76-35DDB93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464F3-F3FB-4B06-9D7F-9B6294F6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B2CFF-7ED6-4379-8E9A-D52A1B9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B9650-B8D9-4358-A976-3DDC51C0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45FCC-1FC7-4F26-8B2F-A60C3D72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25B0D-9A9D-4DAD-966E-095727D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11AEA-5EF7-4B4E-895C-7660DAAD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ECEF2-4ECC-42A6-ADA3-3EEB7F5E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EA6C5-31F8-4721-A591-95EC50D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EB5FD-C26F-495F-A67A-D0BE0F62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44655-9432-4159-B7F6-BE9B07B6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D82C2-8A97-4EDB-99BC-BDD9401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FD87B-F981-4193-88EE-A431CC03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438CA2-1F6F-4744-90C0-6D606958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636F46-4AD8-46FA-91D5-A7FF332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283934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54B125-9F7C-44BD-9088-518096A5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EDC7E-8037-4C86-A48F-BB9D506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95793-8AF3-425B-9B16-05CE8696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50935-B974-4A4B-882B-1C2CCEDB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906F6-7B47-47F2-94D4-8B6218B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EA859-B43E-432E-A3AF-5C2C360B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DFA30-A6B0-4F39-AD61-1521578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1EBE7-A835-4AC7-9660-B9A63E6F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0674E-B268-4F88-96A3-348BBA8B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3ECAE-32F5-4AFB-9736-A806AF0F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B4ACA-08EB-4D42-A370-BA8A6515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1447F-5363-4518-A365-986AEB1F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800D6-9A3B-441E-886A-CBD1257C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51DB3-A4D1-40AD-A1FA-7494304D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65791-698F-4417-9745-D74EE2B5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98745-D336-49D1-A943-20760239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49DF2-6706-4664-8C2D-D272B697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689B0-7DBA-4274-A4D2-CF76773E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D5527-DFA9-49B3-BE30-6A8DC55E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AF124-C88B-4B2B-B920-0633192E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F8D00-1524-4086-AFDC-F973AD59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D6E1E-87DA-4A48-9B3A-E0D0DB1C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46747-D8C1-404F-BB53-9F74975E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DEC16-44A5-4C14-82AE-A2F47A1F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271CF-495B-4729-9FE2-364ACBB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C5389-EA81-499D-8AE4-127714B5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58D06-84DC-4946-9EB0-BEE7D33A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49715-BC17-407D-A37D-4E4C921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B3AE9-6067-49BF-859D-308762B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D7B0E-E40F-47D8-A5AF-AD9DC09C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79F769-3F5F-4258-A9F4-52E7F69E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D227DD-AABF-431C-B522-04991409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016983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9D3EF4-6300-48C5-B21C-72ED12CF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66997-DF65-4BD2-A401-81BF8D35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9D04D-07C4-4A40-BDB3-AF2F7721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11A8F-8B42-444E-AB56-E9780916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501C8-B07E-4CA9-BB88-2D5FF4D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857D2-85DF-4BA6-BA37-6B56D6C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280A7-AFDB-4C7F-B43B-28914585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E1767-B8B4-424D-92A4-7A449EC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3DAA9-FD7C-4500-AEBC-C438E38F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DF3A3-EAFF-4A2E-ACEE-833A618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EADD8-6D60-4C39-9045-7F06CCAF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45B0A-8631-4D27-973E-3DF4A20C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2C4E4-E2E5-4912-B2A4-FFB20ECA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1BE0F-2F3F-4B0F-99B3-BDB027E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49578-95B7-46D8-BF97-EE45626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467DB-ACDE-4167-B0C9-DACAA12D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08825-D57F-4EAE-8A3A-77A9929C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51DA0-02A8-4174-8E9B-D8777E7B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18819-4CA3-4981-9E2B-EEE28880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247CC-14B7-42B9-A279-4329666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BF038-DFDA-4548-B974-FB75F377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C054C-728C-4CDB-B413-0A987BF3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3E3F9-EC7F-4BC4-8E78-AA175FEE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40D43-4EFD-4F0D-AF3D-63E21F87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72776-CFA0-4724-88A2-66187614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09ABE-E414-459B-A217-C8320049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54D07-CF97-4046-840D-FAEE4B0B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27C2A-2A76-4E96-8FE9-7177CD9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8A36A-7F71-463F-95C8-0424C70B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417A9-542B-4D12-8ACC-5D1C0A14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75D83-70F5-440E-83F7-B43CDA8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10012-9989-425D-BDCF-2C3014FD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494427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CE4EF-44B3-479C-A4FB-587DCF5D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2D4D9-38CF-4D56-9D77-8FC2CFBC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Milne's predictor corrector method and Adam...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EFBF1-6F76-4E8D-A900-74E9B13B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0642A-EE27-4850-8E3B-032B1F0E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A1971-A6BB-4FD2-9C23-DFF776A3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43D73-C161-4A98-8A7C-5864377C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717EC-3D52-4271-9622-7A5AF64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B7DF1-060B-494B-91CE-EEE8F845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E05F6-B9C2-4114-B3D0-887C7B01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3B388-5946-4CE2-B6E0-C4506162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F3372-6FD7-427E-BBEB-05BE377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8CF12-4D50-4845-A1D3-C7062B9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A4A51-C05B-4AE1-8A84-44CC0EFF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14166-D159-4C77-A219-41D312E1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90EDD-B8D4-4541-AEE2-781B3BD3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E43F5-4B70-4332-80F0-86F5EB71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9F38F-6C5A-426A-A14B-4318E020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025C3-7681-4E7B-90F8-FA8DAB96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05798-CEAD-471C-9742-CEA739F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93A1A-6C09-4592-AD77-1E5C11B2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2B239-29EB-46C6-A2E9-4384960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67A4C-66A3-4236-B8F6-DA93B00D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4E83B-6989-42FD-A89D-601A96A3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0CEE7-0B0E-4A32-BBF1-E77A1964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24F4F-06A9-42B5-A05F-4BCA6A1D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F7C2B-79D1-4ABB-8E60-C5AF2C35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46204-99FA-43D6-9800-7580C5D9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9161E-E4DE-4399-830C-D6A13B16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21049-B865-4468-8285-9811C7D8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759242-5360-4ADE-BB79-A5E7C4D0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D366C-76AA-4C57-870C-8E8AABB0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764946-FC7D-4FCE-BA51-1F77B72C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2031097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D48E1-BCBD-405A-BA60-8A4312AA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07773-0323-4122-9108-C4F0BB90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Methods-2 (8 Hours Theory + 4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5251C-C30A-4215-8E9E-27EB1711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4D993-5F60-4133-A1BD-6DBB8D16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73C87-7E1C-456C-973E-343DFCD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88742-0159-4638-9D41-36D181E8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E3087-E8CA-443E-ABEF-E008EFF8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5DB54-C561-46E4-930D-CD62D682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6E791-0932-46AC-96ED-7319CC48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911E0-C540-41C7-80AA-EE406CDF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77878-5843-4F9A-8A6B-C71A5720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2D83F-6224-44D6-81A7-402390AB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60697-77B1-46A8-95C1-FCB00AEB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44FB0-8FE9-4D87-AA71-AD325A4E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2C688-E629-4A44-A367-B53F9B1E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220F7-7B48-49EA-868F-70BD1418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209BF-D2D0-497B-97F8-6E762A2B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E3026-77FA-46EF-A112-33A89637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667E4-3EE6-40F4-A404-F63CCA8D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FDF50-4B4A-48BF-8B4B-70A4441F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145ED-454C-4AE0-90C9-5591F1BE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47D7C-7B5E-47E5-8C00-B9C30E6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AAFAE-C82E-4929-B2F7-5812A137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9BF49-57F1-4A4D-B75B-A5951EE3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4ECF2-85F0-40FE-B584-03B39DC5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811FD-84BC-4AE7-A8BA-BA21CB08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F71CE-6720-40AD-8CD5-456C7477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A2F4FC-149D-4ECF-812E-8C360925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71C1E-125D-4408-93A3-C4024785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65C47-59C0-4DDA-85B7-46F60C9E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74B08-B813-48E7-809E-B8DC88F3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D30348-5E1E-4C71-9E19-0AF3F091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287405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7D8D82-5755-42A8-AF30-C2E58743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20859-22B6-4F41-A475-219288C4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Modified Euler's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FCE6D-DF3B-4ABF-BEF4-A1089A9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33B7C-43CB-4153-BDDD-332F19AA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E716D-32CB-48DE-9EB4-751FEBCD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716D4-6679-4491-AF1B-4FD28462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B8176-13CF-425B-B4A8-EB758E77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2AAF0-156D-4C4C-A4B3-DD7E8773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B89FD-5987-4E3A-9943-2B620341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83924-97F1-4AA1-8AB5-7884640A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CE01C-FE16-47D1-B47B-DD518C93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9B789-DBA4-45FB-AF7E-BF241739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A5606-70E9-4835-BA05-A1BF521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7ED9F-E02F-48E1-8F4D-A76823DE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D11DE-3B3A-4610-BD7F-B825F3BC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844CE-3919-4977-81AE-072FCA6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55E1A-29F8-4A3F-80C6-D5E17557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D7E7A-010E-4F67-BC7E-E3E2B541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307B6-B0D9-456C-BE70-3353E3C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51950-5D05-4BFE-A318-F61356FF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81B96-347E-4B15-B72A-4DC2CB15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AA14C-9400-4EF4-84AC-511BE619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C8C20-8B78-4030-BD0F-AAEB3E32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AC25C-DFD6-42DD-A75F-CF244BA0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92A03-28B2-4211-8BD4-0E87CEB9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50825-DBF7-49DE-8E45-F197FE1F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74AB5-368D-4B28-9C18-A0500EFD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4CE45C-E2EC-4DC6-94BE-E4C282F4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CE9F72-A082-4167-9780-0CB65BD5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263264-8CCB-44A1-85CE-872C645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1C7BE-F631-48D3-811F-3D5C9583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D122E7-8816-491D-864C-1B9295C2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6278126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9A7FCC-2BC6-40CD-948C-80877B8D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1D4C9-E38B-4DAB-90EF-08916D09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Runge-Kutta method of fourth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E3766-19D4-47F0-8CA3-57407E27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B8BC7-7A49-4ED8-BF84-938DD7B6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6CEED-73B4-4EA4-8D5F-A9D9CA84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82980-4026-454F-812A-AAA25670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8B48E-033F-4617-A015-3C767236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CA1D8-513E-4B4E-A225-A9D6C921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C7B6A-E6ED-4D5A-A3B8-7E770E64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0A47F-7E3B-482D-A522-5EA6A712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974F9-933D-4C6F-A8B7-AF6BD135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0F50C-3CE3-4357-B333-041D2FBF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B3501-179A-4470-A93C-2A8779F1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EF281-6E72-4CAE-9692-01B39D95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34BB1-6FEB-4914-8353-9650CC62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3A21A-ACB3-438B-B262-595844F9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25F85-A8D9-4EDB-83CE-8AFE7CC1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F7DBC-7C23-4D9E-A1A8-AF9D7470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857C-307B-4095-A589-30205F64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E52BA-B849-4177-9440-9F935B7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25315-A0D5-4D4B-969E-EBDBD4EC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15BBE-5893-4B13-84D2-8E8E0ECC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BF223-E50F-4556-A4E4-DA371E0C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34D18-F158-41FB-A79A-C133E171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3A0A0-DD20-4DA8-9320-7584880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CCE0C-7EBD-404A-BB73-714C9CC6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0A91E-A051-45FA-86BB-EAA65774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D2610-BF6E-422F-890E-B0FB716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BBAF9-6991-4739-BF82-7CCFED7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8760B-DC2D-4663-95C4-A7DACDDF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7338EE-6D7C-4727-B688-62420E2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D0D032-0542-4A12-962C-84C8CFC3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90894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2026-08-24T16:03:01.1970000Z</dcterms:created>
  <dcterms:modified xsi:type="dcterms:W3CDTF">2026-08-24T16:03:01.1970000Z</dcterms:modified>
</coreProperties>
</file>