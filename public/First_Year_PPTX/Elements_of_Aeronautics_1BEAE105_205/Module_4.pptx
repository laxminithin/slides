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fe62d2634446bf" /><Relationship Type="http://schemas.openxmlformats.org/officeDocument/2006/relationships/extended-properties" Target="/docProps/app.xml" Id="R8ba445c2171c4cc1" /><Relationship Type="http://schemas.openxmlformats.org/officeDocument/2006/relationships/officeDocument" Target="/ppt/presentation.xml" Id="Rac87cabfb28244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97a9184a0944ea"/>
  </p:sldMasterIdLst>
  <p:notesMasterIdLst>
    <p:notesMasterId xmlns:r="http://schemas.openxmlformats.org/officeDocument/2006/relationships" r:id="R44ca039f56ee4541"/>
  </p:notesMasterIdLst>
  <p:sldIdLst>
    <p:sldId xmlns:r="http://schemas.openxmlformats.org/officeDocument/2006/relationships" id="256" r:id="R7f0b5dbb51264b10"/>
    <p:sldId xmlns:r="http://schemas.openxmlformats.org/officeDocument/2006/relationships" id="257" r:id="Rc3852be65603484c"/>
    <p:sldId xmlns:r="http://schemas.openxmlformats.org/officeDocument/2006/relationships" id="258" r:id="Rf9a47d213d324610"/>
    <p:sldId xmlns:r="http://schemas.openxmlformats.org/officeDocument/2006/relationships" id="259" r:id="R60efc883c8774f6e"/>
    <p:sldId xmlns:r="http://schemas.openxmlformats.org/officeDocument/2006/relationships" id="260" r:id="R9ea3e68783b54243"/>
    <p:sldId xmlns:r="http://schemas.openxmlformats.org/officeDocument/2006/relationships" id="261" r:id="R71e7b2a153aa4991"/>
    <p:sldId xmlns:r="http://schemas.openxmlformats.org/officeDocument/2006/relationships" id="262" r:id="R686cd5304e824e67"/>
    <p:sldId xmlns:r="http://schemas.openxmlformats.org/officeDocument/2006/relationships" id="263" r:id="R5cdf832f20c34cb5"/>
    <p:sldId xmlns:r="http://schemas.openxmlformats.org/officeDocument/2006/relationships" id="264" r:id="Re7762402b35d480a"/>
    <p:sldId xmlns:r="http://schemas.openxmlformats.org/officeDocument/2006/relationships" id="265" r:id="R5b3cc876b5154b90"/>
    <p:sldId xmlns:r="http://schemas.openxmlformats.org/officeDocument/2006/relationships" id="266" r:id="R6635cdaae42446a2"/>
    <p:sldId xmlns:r="http://schemas.openxmlformats.org/officeDocument/2006/relationships" id="267" r:id="Ra997958765ac4ffa"/>
    <p:sldId xmlns:r="http://schemas.openxmlformats.org/officeDocument/2006/relationships" id="268" r:id="R6b4570d8829541f5"/>
    <p:sldId xmlns:r="http://schemas.openxmlformats.org/officeDocument/2006/relationships" id="269" r:id="R2fabe321634e42ee"/>
    <p:sldId xmlns:r="http://schemas.openxmlformats.org/officeDocument/2006/relationships" id="270" r:id="R0f57b56b08504509"/>
    <p:sldId xmlns:r="http://schemas.openxmlformats.org/officeDocument/2006/relationships" id="271" r:id="R9db6aa349143495d"/>
    <p:sldId xmlns:r="http://schemas.openxmlformats.org/officeDocument/2006/relationships" id="272" r:id="Rf2d903426696487b"/>
    <p:sldId xmlns:r="http://schemas.openxmlformats.org/officeDocument/2006/relationships" id="273" r:id="R3056541b33a8435e"/>
    <p:sldId xmlns:r="http://schemas.openxmlformats.org/officeDocument/2006/relationships" id="274" r:id="Rdaa4d987614947ad"/>
    <p:sldId xmlns:r="http://schemas.openxmlformats.org/officeDocument/2006/relationships" id="275" r:id="R4d0ff4b4495a4b9e"/>
    <p:sldId xmlns:r="http://schemas.openxmlformats.org/officeDocument/2006/relationships" id="276" r:id="R63e58cf461594c3d"/>
    <p:sldId xmlns:r="http://schemas.openxmlformats.org/officeDocument/2006/relationships" id="277" r:id="R6489d47d7aa844ec"/>
    <p:sldId xmlns:r="http://schemas.openxmlformats.org/officeDocument/2006/relationships" id="278" r:id="R4c2c8b86b6374f06"/>
    <p:sldId xmlns:r="http://schemas.openxmlformats.org/officeDocument/2006/relationships" id="279" r:id="R70eb05e59b114f09"/>
    <p:sldId xmlns:r="http://schemas.openxmlformats.org/officeDocument/2006/relationships" id="280" r:id="R905f4de183aa4dfa"/>
    <p:sldId xmlns:r="http://schemas.openxmlformats.org/officeDocument/2006/relationships" id="281" r:id="R3ca961d9f98e4d24"/>
    <p:sldId xmlns:r="http://schemas.openxmlformats.org/officeDocument/2006/relationships" id="282" r:id="R97957d7f11cd4444"/>
    <p:sldId xmlns:r="http://schemas.openxmlformats.org/officeDocument/2006/relationships" id="283" r:id="R13a460f27d55429d"/>
    <p:sldId xmlns:r="http://schemas.openxmlformats.org/officeDocument/2006/relationships" id="284" r:id="R531585437c324d44"/>
    <p:sldId xmlns:r="http://schemas.openxmlformats.org/officeDocument/2006/relationships" id="285" r:id="R4418752425d743b7"/>
    <p:sldId xmlns:r="http://schemas.openxmlformats.org/officeDocument/2006/relationships" id="286" r:id="R90c743764ea64526"/>
    <p:sldId xmlns:r="http://schemas.openxmlformats.org/officeDocument/2006/relationships" id="287" r:id="R84e5c510f6364a99"/>
    <p:sldId xmlns:r="http://schemas.openxmlformats.org/officeDocument/2006/relationships" id="288" r:id="R411e6d3bcd644960"/>
    <p:sldId xmlns:r="http://schemas.openxmlformats.org/officeDocument/2006/relationships" id="289" r:id="R07abc430dc11401b"/>
    <p:sldId xmlns:r="http://schemas.openxmlformats.org/officeDocument/2006/relationships" id="290" r:id="Rac0c7c84e5944262"/>
    <p:sldId xmlns:r="http://schemas.openxmlformats.org/officeDocument/2006/relationships" id="291" r:id="Re91ca1fef2c94806"/>
    <p:sldId xmlns:r="http://schemas.openxmlformats.org/officeDocument/2006/relationships" id="292" r:id="R7f35182049a24482"/>
    <p:sldId xmlns:r="http://schemas.openxmlformats.org/officeDocument/2006/relationships" id="293" r:id="R280da928e20c41a9"/>
    <p:sldId xmlns:r="http://schemas.openxmlformats.org/officeDocument/2006/relationships" id="294" r:id="Rfb9cc2de2e5a4ec7"/>
    <p:sldId xmlns:r="http://schemas.openxmlformats.org/officeDocument/2006/relationships" id="295" r:id="Rfc28ebaa4a1f42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457a6ca7d74aee" /><Relationship Type="http://schemas.openxmlformats.org/officeDocument/2006/relationships/slideMaster" Target="/ppt/slideMasters/slideMaster1.xml" Id="Re197a9184a0944ea" /><Relationship Type="http://schemas.openxmlformats.org/officeDocument/2006/relationships/notesMaster" Target="/ppt/notesMasters/notesMaster1.xml" Id="R44ca039f56ee4541" /><Relationship Type="http://schemas.openxmlformats.org/officeDocument/2006/relationships/presProps" Target="/ppt/presProps.xml" Id="R84a29db3c64e4805" /><Relationship Type="http://schemas.openxmlformats.org/officeDocument/2006/relationships/tableStyles" Target="/ppt/tableStyles.xml" Id="R00cbf741ff56468a" /><Relationship Type="http://schemas.openxmlformats.org/officeDocument/2006/relationships/slide" Target="/ppt/slides/slide1.xml" Id="R7f0b5dbb51264b10" /><Relationship Type="http://schemas.openxmlformats.org/officeDocument/2006/relationships/slide" Target="/ppt/slides/slide2.xml" Id="Rc3852be65603484c" /><Relationship Type="http://schemas.openxmlformats.org/officeDocument/2006/relationships/slide" Target="/ppt/slides/slide3.xml" Id="Rf9a47d213d324610" /><Relationship Type="http://schemas.openxmlformats.org/officeDocument/2006/relationships/slide" Target="/ppt/slides/slide4.xml" Id="R60efc883c8774f6e" /><Relationship Type="http://schemas.openxmlformats.org/officeDocument/2006/relationships/slide" Target="/ppt/slides/slide5.xml" Id="R9ea3e68783b54243" /><Relationship Type="http://schemas.openxmlformats.org/officeDocument/2006/relationships/slide" Target="/ppt/slides/slide6.xml" Id="R71e7b2a153aa4991" /><Relationship Type="http://schemas.openxmlformats.org/officeDocument/2006/relationships/slide" Target="/ppt/slides/slide7.xml" Id="R686cd5304e824e67" /><Relationship Type="http://schemas.openxmlformats.org/officeDocument/2006/relationships/slide" Target="/ppt/slides/slide8.xml" Id="R5cdf832f20c34cb5" /><Relationship Type="http://schemas.openxmlformats.org/officeDocument/2006/relationships/slide" Target="/ppt/slides/slide9.xml" Id="Re7762402b35d480a" /><Relationship Type="http://schemas.openxmlformats.org/officeDocument/2006/relationships/slide" Target="/ppt/slides/slide10.xml" Id="R5b3cc876b5154b90" /><Relationship Type="http://schemas.openxmlformats.org/officeDocument/2006/relationships/slide" Target="/ppt/slides/slide11.xml" Id="R6635cdaae42446a2" /><Relationship Type="http://schemas.openxmlformats.org/officeDocument/2006/relationships/slide" Target="/ppt/slides/slide12.xml" Id="Ra997958765ac4ffa" /><Relationship Type="http://schemas.openxmlformats.org/officeDocument/2006/relationships/slide" Target="/ppt/slides/slide13.xml" Id="R6b4570d8829541f5" /><Relationship Type="http://schemas.openxmlformats.org/officeDocument/2006/relationships/slide" Target="/ppt/slides/slide14.xml" Id="R2fabe321634e42ee" /><Relationship Type="http://schemas.openxmlformats.org/officeDocument/2006/relationships/slide" Target="/ppt/slides/slide15.xml" Id="R0f57b56b08504509" /><Relationship Type="http://schemas.openxmlformats.org/officeDocument/2006/relationships/slide" Target="/ppt/slides/slide16.xml" Id="R9db6aa349143495d" /><Relationship Type="http://schemas.openxmlformats.org/officeDocument/2006/relationships/slide" Target="/ppt/slides/slide17.xml" Id="Rf2d903426696487b" /><Relationship Type="http://schemas.openxmlformats.org/officeDocument/2006/relationships/slide" Target="/ppt/slides/slide18.xml" Id="R3056541b33a8435e" /><Relationship Type="http://schemas.openxmlformats.org/officeDocument/2006/relationships/slide" Target="/ppt/slides/slide19.xml" Id="Rdaa4d987614947ad" /><Relationship Type="http://schemas.openxmlformats.org/officeDocument/2006/relationships/slide" Target="/ppt/slides/slide20.xml" Id="R4d0ff4b4495a4b9e" /><Relationship Type="http://schemas.openxmlformats.org/officeDocument/2006/relationships/slide" Target="/ppt/slides/slide21.xml" Id="R63e58cf461594c3d" /><Relationship Type="http://schemas.openxmlformats.org/officeDocument/2006/relationships/slide" Target="/ppt/slides/slide22.xml" Id="R6489d47d7aa844ec" /><Relationship Type="http://schemas.openxmlformats.org/officeDocument/2006/relationships/slide" Target="/ppt/slides/slide23.xml" Id="R4c2c8b86b6374f06" /><Relationship Type="http://schemas.openxmlformats.org/officeDocument/2006/relationships/slide" Target="/ppt/slides/slide24.xml" Id="R70eb05e59b114f09" /><Relationship Type="http://schemas.openxmlformats.org/officeDocument/2006/relationships/slide" Target="/ppt/slides/slide25.xml" Id="R905f4de183aa4dfa" /><Relationship Type="http://schemas.openxmlformats.org/officeDocument/2006/relationships/slide" Target="/ppt/slides/slide26.xml" Id="R3ca961d9f98e4d24" /><Relationship Type="http://schemas.openxmlformats.org/officeDocument/2006/relationships/slide" Target="/ppt/slides/slide27.xml" Id="R97957d7f11cd4444" /><Relationship Type="http://schemas.openxmlformats.org/officeDocument/2006/relationships/slide" Target="/ppt/slides/slide28.xml" Id="R13a460f27d55429d" /><Relationship Type="http://schemas.openxmlformats.org/officeDocument/2006/relationships/slide" Target="/ppt/slides/slide29.xml" Id="R531585437c324d44" /><Relationship Type="http://schemas.openxmlformats.org/officeDocument/2006/relationships/slide" Target="/ppt/slides/slide30.xml" Id="R4418752425d743b7" /><Relationship Type="http://schemas.openxmlformats.org/officeDocument/2006/relationships/slide" Target="/ppt/slides/slide31.xml" Id="R90c743764ea64526" /><Relationship Type="http://schemas.openxmlformats.org/officeDocument/2006/relationships/slide" Target="/ppt/slides/slide32.xml" Id="R84e5c510f6364a99" /><Relationship Type="http://schemas.openxmlformats.org/officeDocument/2006/relationships/slide" Target="/ppt/slides/slide33.xml" Id="R411e6d3bcd644960" /><Relationship Type="http://schemas.openxmlformats.org/officeDocument/2006/relationships/slide" Target="/ppt/slides/slide34.xml" Id="R07abc430dc11401b" /><Relationship Type="http://schemas.openxmlformats.org/officeDocument/2006/relationships/slide" Target="/ppt/slides/slide35.xml" Id="Rac0c7c84e5944262" /><Relationship Type="http://schemas.openxmlformats.org/officeDocument/2006/relationships/slide" Target="/ppt/slides/slide36.xml" Id="Re91ca1fef2c94806" /><Relationship Type="http://schemas.openxmlformats.org/officeDocument/2006/relationships/slide" Target="/ppt/slides/slide37.xml" Id="R7f35182049a24482" /><Relationship Type="http://schemas.openxmlformats.org/officeDocument/2006/relationships/slide" Target="/ppt/slides/slide38.xml" Id="R280da928e20c41a9" /><Relationship Type="http://schemas.openxmlformats.org/officeDocument/2006/relationships/slide" Target="/ppt/slides/slide39.xml" Id="Rfb9cc2de2e5a4ec7" /><Relationship Type="http://schemas.openxmlformats.org/officeDocument/2006/relationships/slide" Target="/ppt/slides/slide40.xml" Id="Rfc28ebaa4a1f42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a96a4d7b4647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b26363d8e94c88" /><Relationship Type="http://schemas.openxmlformats.org/officeDocument/2006/relationships/notesMaster" Target="/ppt/notesMasters/notesMaster1.xml" Id="Rd546d13c9ecb4f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cc9d34aae24767" /><Relationship Type="http://schemas.openxmlformats.org/officeDocument/2006/relationships/notesMaster" Target="/ppt/notesMasters/notesMaster1.xml" Id="R5f92076ae0e64f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785262fd294302" /><Relationship Type="http://schemas.openxmlformats.org/officeDocument/2006/relationships/notesMaster" Target="/ppt/notesMasters/notesMaster1.xml" Id="Rc4e4c5e67c454f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e348f7f47c4254" /><Relationship Type="http://schemas.openxmlformats.org/officeDocument/2006/relationships/notesMaster" Target="/ppt/notesMasters/notesMaster1.xml" Id="R2a48494b393b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eed56e23ef4986" /><Relationship Type="http://schemas.openxmlformats.org/officeDocument/2006/relationships/notesMaster" Target="/ppt/notesMasters/notesMaster1.xml" Id="Rb5ca75df574d49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b1cfcf3378425b" /><Relationship Type="http://schemas.openxmlformats.org/officeDocument/2006/relationships/notesMaster" Target="/ppt/notesMasters/notesMaster1.xml" Id="R59bdba7871ec45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b5a12005e74c4c" /><Relationship Type="http://schemas.openxmlformats.org/officeDocument/2006/relationships/notesMaster" Target="/ppt/notesMasters/notesMaster1.xml" Id="R62d860e1e9e646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1eb057e22e403e" /><Relationship Type="http://schemas.openxmlformats.org/officeDocument/2006/relationships/notesMaster" Target="/ppt/notesMasters/notesMaster1.xml" Id="R433f7ab59b514e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2c47112c3e4747" /><Relationship Type="http://schemas.openxmlformats.org/officeDocument/2006/relationships/notesMaster" Target="/ppt/notesMasters/notesMaster1.xml" Id="Ra236814eee0f46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0728ad6d6c4e68" /><Relationship Type="http://schemas.openxmlformats.org/officeDocument/2006/relationships/notesMaster" Target="/ppt/notesMasters/notesMaster1.xml" Id="R96b291fc17d646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ff1e634d5e43b5" /><Relationship Type="http://schemas.openxmlformats.org/officeDocument/2006/relationships/notesMaster" Target="/ppt/notesMasters/notesMaster1.xml" Id="R50e25516c8754e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332b3735684261" /><Relationship Type="http://schemas.openxmlformats.org/officeDocument/2006/relationships/notesMaster" Target="/ppt/notesMasters/notesMaster1.xml" Id="Ra48eef1fac7c45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4e4f49400142ac" /><Relationship Type="http://schemas.openxmlformats.org/officeDocument/2006/relationships/notesMaster" Target="/ppt/notesMasters/notesMaster1.xml" Id="Rbda1bb3f409b48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961bc51a774970" /><Relationship Type="http://schemas.openxmlformats.org/officeDocument/2006/relationships/notesMaster" Target="/ppt/notesMasters/notesMaster1.xml" Id="R08bb7789d2cb41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7383c5d2634a3a" /><Relationship Type="http://schemas.openxmlformats.org/officeDocument/2006/relationships/notesMaster" Target="/ppt/notesMasters/notesMaster1.xml" Id="R4bd3664ff35f4c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b06dfc96d84b2a" /><Relationship Type="http://schemas.openxmlformats.org/officeDocument/2006/relationships/notesMaster" Target="/ppt/notesMasters/notesMaster1.xml" Id="R03458bb3fcc849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92f4b8058b4787" /><Relationship Type="http://schemas.openxmlformats.org/officeDocument/2006/relationships/notesMaster" Target="/ppt/notesMasters/notesMaster1.xml" Id="R10bf008657bf45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b42801440d47be" /><Relationship Type="http://schemas.openxmlformats.org/officeDocument/2006/relationships/notesMaster" Target="/ppt/notesMasters/notesMaster1.xml" Id="R8abe425292334e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52b26188bb4b87" /><Relationship Type="http://schemas.openxmlformats.org/officeDocument/2006/relationships/notesMaster" Target="/ppt/notesMasters/notesMaster1.xml" Id="R156b1359577d44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5d30d315be4112" /><Relationship Type="http://schemas.openxmlformats.org/officeDocument/2006/relationships/notesMaster" Target="/ppt/notesMasters/notesMaster1.xml" Id="R882678eb877b426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8996fdc9444c35" /><Relationship Type="http://schemas.openxmlformats.org/officeDocument/2006/relationships/notesMaster" Target="/ppt/notesMasters/notesMaster1.xml" Id="Rcc5c2a021d8f4a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47ffa5af6284f41" /><Relationship Type="http://schemas.openxmlformats.org/officeDocument/2006/relationships/notesMaster" Target="/ppt/notesMasters/notesMaster1.xml" Id="R1a525e4968bf49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1f93fb72d64dcb" /><Relationship Type="http://schemas.openxmlformats.org/officeDocument/2006/relationships/notesMaster" Target="/ppt/notesMasters/notesMaster1.xml" Id="Rffb257a65d6944b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e04a14556784fc6" /><Relationship Type="http://schemas.openxmlformats.org/officeDocument/2006/relationships/notesMaster" Target="/ppt/notesMasters/notesMaster1.xml" Id="R6c53971dc5574c8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215daef2d3047b8" /><Relationship Type="http://schemas.openxmlformats.org/officeDocument/2006/relationships/notesMaster" Target="/ppt/notesMasters/notesMaster1.xml" Id="R4f8662c1bcda49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bedb12b83804151" /><Relationship Type="http://schemas.openxmlformats.org/officeDocument/2006/relationships/notesMaster" Target="/ppt/notesMasters/notesMaster1.xml" Id="R13f59d7d060e4a5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d9dc270d8a43c1" /><Relationship Type="http://schemas.openxmlformats.org/officeDocument/2006/relationships/notesMaster" Target="/ppt/notesMasters/notesMaster1.xml" Id="Ra291722350ca46f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d40f869e15c443b" /><Relationship Type="http://schemas.openxmlformats.org/officeDocument/2006/relationships/notesMaster" Target="/ppt/notesMasters/notesMaster1.xml" Id="R96385b3b44174bd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2ed06779ee84723" /><Relationship Type="http://schemas.openxmlformats.org/officeDocument/2006/relationships/notesMaster" Target="/ppt/notesMasters/notesMaster1.xml" Id="Rdeeea61c12fa436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09270d697a94ba4" /><Relationship Type="http://schemas.openxmlformats.org/officeDocument/2006/relationships/notesMaster" Target="/ppt/notesMasters/notesMaster1.xml" Id="R3acf046a630440b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184776389304b92" /><Relationship Type="http://schemas.openxmlformats.org/officeDocument/2006/relationships/notesMaster" Target="/ppt/notesMasters/notesMaster1.xml" Id="R51f242a85ca14ff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aa118378ed342d2" /><Relationship Type="http://schemas.openxmlformats.org/officeDocument/2006/relationships/notesMaster" Target="/ppt/notesMasters/notesMaster1.xml" Id="R6b50220d40444b5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ac34643db3e4dd9" /><Relationship Type="http://schemas.openxmlformats.org/officeDocument/2006/relationships/notesMaster" Target="/ppt/notesMasters/notesMaster1.xml" Id="R9f47ccf9ac9140e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901cf94642f47e8" /><Relationship Type="http://schemas.openxmlformats.org/officeDocument/2006/relationships/notesMaster" Target="/ppt/notesMasters/notesMaster1.xml" Id="R7097fc9663304c0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0941d60147e40e6" /><Relationship Type="http://schemas.openxmlformats.org/officeDocument/2006/relationships/notesMaster" Target="/ppt/notesMasters/notesMaster1.xml" Id="Rd90cd8b80dad429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0903142d25e4823" /><Relationship Type="http://schemas.openxmlformats.org/officeDocument/2006/relationships/notesMaster" Target="/ppt/notesMasters/notesMaster1.xml" Id="R654be0f7786243a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65270c231d04c80" /><Relationship Type="http://schemas.openxmlformats.org/officeDocument/2006/relationships/notesMaster" Target="/ppt/notesMasters/notesMaster1.xml" Id="R6092e786e9e94b2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89ec4a7a5cf4810" /><Relationship Type="http://schemas.openxmlformats.org/officeDocument/2006/relationships/notesMaster" Target="/ppt/notesMasters/notesMaster1.xml" Id="R1001a9f5b20d448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2c7ea5c20b54cce" /><Relationship Type="http://schemas.openxmlformats.org/officeDocument/2006/relationships/notesMaster" Target="/ppt/notesMasters/notesMaster1.xml" Id="Rc7068329404d4af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d95b3f96bbc4bc6" /><Relationship Type="http://schemas.openxmlformats.org/officeDocument/2006/relationships/notesMaster" Target="/ppt/notesMasters/notesMaster1.xml" Id="Re1f03a29dfe8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3c216b2ca4d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6cd1ba93b54a31" /><Relationship Type="http://schemas.openxmlformats.org/officeDocument/2006/relationships/slideLayout" Target="/ppt/slideLayouts/slideLayout1.xml" Id="R54e9422217f54e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e9422217f54e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3496a63e74f9a" /><Relationship Type="http://schemas.openxmlformats.org/officeDocument/2006/relationships/notesSlide" Target="/ppt/notesSlides/notesSlide1.xml" Id="R55c731685cbc40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f5ea8ed974275" /><Relationship Type="http://schemas.openxmlformats.org/officeDocument/2006/relationships/notesSlide" Target="/ppt/notesSlides/notesSlide2.xml" Id="Rd8f6a36fb08e46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6dd3385be421b" /><Relationship Type="http://schemas.openxmlformats.org/officeDocument/2006/relationships/notesSlide" Target="/ppt/notesSlides/notesSlide3.xml" Id="R3403958ef8264f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9209df7e54d9f" /><Relationship Type="http://schemas.openxmlformats.org/officeDocument/2006/relationships/notesSlide" Target="/ppt/notesSlides/notesSlide4.xml" Id="Rcf42fe3c037248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97335b5234412" /><Relationship Type="http://schemas.openxmlformats.org/officeDocument/2006/relationships/notesSlide" Target="/ppt/notesSlides/notesSlide5.xml" Id="Rbbd263011fb844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8afee79f94efb" /><Relationship Type="http://schemas.openxmlformats.org/officeDocument/2006/relationships/notesSlide" Target="/ppt/notesSlides/notesSlide6.xml" Id="Rb7b92b6e9aa342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99dfb51e34416" /><Relationship Type="http://schemas.openxmlformats.org/officeDocument/2006/relationships/notesSlide" Target="/ppt/notesSlides/notesSlide7.xml" Id="Ra739e53f6b474d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3ef524b3c4a9d" /><Relationship Type="http://schemas.openxmlformats.org/officeDocument/2006/relationships/notesSlide" Target="/ppt/notesSlides/notesSlide8.xml" Id="Ra9efc92b71b84c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feebd9ff54f4c" /><Relationship Type="http://schemas.openxmlformats.org/officeDocument/2006/relationships/notesSlide" Target="/ppt/notesSlides/notesSlide9.xml" Id="Ra642a93a152143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e33af63c8413a" /><Relationship Type="http://schemas.openxmlformats.org/officeDocument/2006/relationships/notesSlide" Target="/ppt/notesSlides/notesSlide10.xml" Id="Ref7be1a1c1114b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3d95f874c4621" /><Relationship Type="http://schemas.openxmlformats.org/officeDocument/2006/relationships/notesSlide" Target="/ppt/notesSlides/notesSlide11.xml" Id="Raa54accc9c0a4f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9bb9c96d740bc" /><Relationship Type="http://schemas.openxmlformats.org/officeDocument/2006/relationships/notesSlide" Target="/ppt/notesSlides/notesSlide12.xml" Id="R60097bb25d434e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4283ef1af4853" /><Relationship Type="http://schemas.openxmlformats.org/officeDocument/2006/relationships/notesSlide" Target="/ppt/notesSlides/notesSlide13.xml" Id="Rd58979c8c94e4b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b46c95ecd43b9" /><Relationship Type="http://schemas.openxmlformats.org/officeDocument/2006/relationships/notesSlide" Target="/ppt/notesSlides/notesSlide14.xml" Id="R5ff42dc8e70446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b713dc58642bc" /><Relationship Type="http://schemas.openxmlformats.org/officeDocument/2006/relationships/notesSlide" Target="/ppt/notesSlides/notesSlide15.xml" Id="Rd9bab2e1bb4746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f768c0d114205" /><Relationship Type="http://schemas.openxmlformats.org/officeDocument/2006/relationships/notesSlide" Target="/ppt/notesSlides/notesSlide16.xml" Id="R62bb65a4f9a14e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560b35d0a4c23" /><Relationship Type="http://schemas.openxmlformats.org/officeDocument/2006/relationships/notesSlide" Target="/ppt/notesSlides/notesSlide17.xml" Id="Rf5280100a93a48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06fc8e3c24f2c" /><Relationship Type="http://schemas.openxmlformats.org/officeDocument/2006/relationships/notesSlide" Target="/ppt/notesSlides/notesSlide18.xml" Id="Rf3a39780dc154f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9bbac8f9b4a2d" /><Relationship Type="http://schemas.openxmlformats.org/officeDocument/2006/relationships/notesSlide" Target="/ppt/notesSlides/notesSlide19.xml" Id="R092e06fb760140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fb2a50aa344ab" /><Relationship Type="http://schemas.openxmlformats.org/officeDocument/2006/relationships/notesSlide" Target="/ppt/notesSlides/notesSlide20.xml" Id="R5fb82e347f3c42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7cfafb6394757" /><Relationship Type="http://schemas.openxmlformats.org/officeDocument/2006/relationships/notesSlide" Target="/ppt/notesSlides/notesSlide21.xml" Id="R6843b7a62cca44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9630638474908" /><Relationship Type="http://schemas.openxmlformats.org/officeDocument/2006/relationships/notesSlide" Target="/ppt/notesSlides/notesSlide22.xml" Id="Racf08b96060d44c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5d83be603464b" /><Relationship Type="http://schemas.openxmlformats.org/officeDocument/2006/relationships/notesSlide" Target="/ppt/notesSlides/notesSlide23.xml" Id="R4f8438ebb42447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291690fd14870" /><Relationship Type="http://schemas.openxmlformats.org/officeDocument/2006/relationships/notesSlide" Target="/ppt/notesSlides/notesSlide24.xml" Id="Rd11b4b52b03d433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9e406d3cd47b6" /><Relationship Type="http://schemas.openxmlformats.org/officeDocument/2006/relationships/notesSlide" Target="/ppt/notesSlides/notesSlide25.xml" Id="R04a8d415dd3443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35a35daca4b57" /><Relationship Type="http://schemas.openxmlformats.org/officeDocument/2006/relationships/notesSlide" Target="/ppt/notesSlides/notesSlide26.xml" Id="Rbdb89185de5c45d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794e6b3194be2" /><Relationship Type="http://schemas.openxmlformats.org/officeDocument/2006/relationships/notesSlide" Target="/ppt/notesSlides/notesSlide27.xml" Id="R97ea564139a846e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8d64928144237" /><Relationship Type="http://schemas.openxmlformats.org/officeDocument/2006/relationships/notesSlide" Target="/ppt/notesSlides/notesSlide28.xml" Id="Rd9c9ee7dee2745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3bd5fd3c649c5" /><Relationship Type="http://schemas.openxmlformats.org/officeDocument/2006/relationships/notesSlide" Target="/ppt/notesSlides/notesSlide29.xml" Id="Rfdd2fc056bb443e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74d2103d44ae2" /><Relationship Type="http://schemas.openxmlformats.org/officeDocument/2006/relationships/notesSlide" Target="/ppt/notesSlides/notesSlide30.xml" Id="Re53f22beade447c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7f494bc2a455c" /><Relationship Type="http://schemas.openxmlformats.org/officeDocument/2006/relationships/notesSlide" Target="/ppt/notesSlides/notesSlide31.xml" Id="Rc026093c586949d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c5d6f9dca4b1d" /><Relationship Type="http://schemas.openxmlformats.org/officeDocument/2006/relationships/notesSlide" Target="/ppt/notesSlides/notesSlide32.xml" Id="R360c7fa005a34d1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9296150084489" /><Relationship Type="http://schemas.openxmlformats.org/officeDocument/2006/relationships/notesSlide" Target="/ppt/notesSlides/notesSlide33.xml" Id="Rab370a6e23ef494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a72e2b13d4f06" /><Relationship Type="http://schemas.openxmlformats.org/officeDocument/2006/relationships/notesSlide" Target="/ppt/notesSlides/notesSlide34.xml" Id="R46b5a99f0569437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cdbccf975414d" /><Relationship Type="http://schemas.openxmlformats.org/officeDocument/2006/relationships/notesSlide" Target="/ppt/notesSlides/notesSlide35.xml" Id="R05504cbb165c4c4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2dc43e01748d2" /><Relationship Type="http://schemas.openxmlformats.org/officeDocument/2006/relationships/notesSlide" Target="/ppt/notesSlides/notesSlide36.xml" Id="R0ee51fb7b81e4f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809f14a97478f" /><Relationship Type="http://schemas.openxmlformats.org/officeDocument/2006/relationships/notesSlide" Target="/ppt/notesSlides/notesSlide37.xml" Id="R1cb808413b9e444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aa154b76349ee" /><Relationship Type="http://schemas.openxmlformats.org/officeDocument/2006/relationships/notesSlide" Target="/ppt/notesSlides/notesSlide38.xml" Id="Rbf24193e1b69475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7379e97e74af8" /><Relationship Type="http://schemas.openxmlformats.org/officeDocument/2006/relationships/notesSlide" Target="/ppt/notesSlides/notesSlide39.xml" Id="R974e5ad735ce4d8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c0420161f4415" /><Relationship Type="http://schemas.openxmlformats.org/officeDocument/2006/relationships/notesSlide" Target="/ppt/notesSlides/notesSlide40.xml" Id="R90072197f234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C7214-3989-4395-8F73-DBEBE401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C57E5-72D4-46B2-AE61-F325D12B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Flight Mechanics: Elements of Airplane performance: Equations of motion, aircraft maneuvers; rate of climb, stalling, gl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04038-A1F6-4AE9-BCD4-1B1BF4E2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Aeronautics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1BEAE105/205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A8465-DE4C-48D1-BD4E-1E992130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8031E-C98B-48EA-93A5-C1C65BDD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8E8C8-ACAC-4A09-B615-F8A7F2BC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D517A-D40E-4C5F-B5DF-D65D0633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55AA9-DF90-4EAA-AF6B-C22BFD80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220AB-DEB8-4182-836B-657949DE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6E55E-26AC-4E7D-9180-A26793CE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C91F9-5D91-435A-970C-5D11F3CB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49E51-0DAB-47E4-B304-0AEF983C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BA3F1-BD54-4453-A636-AE57E1C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50520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F79FC-FDDA-4004-95E1-7140AB9B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D5A93-72BA-4281-8D1D-563CFF5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CC802-3BC0-4351-A2DF-964B8BAD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FD4D5-2E04-4462-A416-CDF6EE94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E924C-8AD9-4663-9991-7A4E710F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AB111-17DE-4B6E-8459-B75FD665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33C0F-A6E8-4B5E-93B5-0C70CE76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2F38B-05C4-40A7-B9FB-E846CE03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C2074-F181-4F41-8A42-B0B3044C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0DF64-4DBA-44D8-B78C-13DB4666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E6976-1DD8-429F-B072-79F9B51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25286-1A38-4C52-A8A7-6BA217FB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33677-FC5C-44C4-BCF3-97CAA0AD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E4A57-02AF-4356-A223-CC40B360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AFC0D-4DFC-4463-8154-42408B1E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74509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A204E-B1AA-4A30-A094-CBECE0A3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561FD-112A-47A9-B417-C7D06408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0AFE9-06AF-4AEA-9923-B64D8AF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23CA6-411D-4A69-B306-F55C251A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24AD9-00D8-4DEA-A0F6-27DEBD21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1C634-6193-43F9-A0EB-E25C2E98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96990-7083-4A9A-A3B5-F533154B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08634-1E84-46E1-9AC9-F18C8440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64F0A-1286-494C-ACE4-E210B4E8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Airplane performance: Equations of motion, aircraft maneu...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EEEAC-CD94-48A8-9F49-A7E3DAFD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250BF-85C8-4130-90F7-5891F343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84CD8-8147-433A-9FE8-7F9A8348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rate of climb, stalling, gliding, and turning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D778A-F257-485E-9E28-C891A4AD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340B3-CD9D-4AF4-B721-1457D515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2BA27-597B-494F-AAD6-F5B814EF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Power curves, correct and incorrect angles of bank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2E152-5CAD-4915-997F-201924AE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D2535-9E43-46E2-9C3F-32747D5A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4BF80-EED6-4BCA-8A4C-9D30800D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aerobatics, inverted maneuvers, ground effects, Simple nu...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92546-649C-4EC1-AF9B-65C72533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2D1D9-7D53-41A0-8B75-0556195B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DB338-C69A-4C45-9317-A6667BBF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Dynamic stability: longitudinal, lateral and directional...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79538-1F20-4D74-AEBB-DAF9041F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F1F4F-D596-47F5-93E9-54A68DCE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F824B2-8C98-4A49-A485-E8139D8A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criteria for longitudinal static stability, Neutral point...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FFA69E-CE52-4E3C-A416-EAF1D5E8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F9D79-A0DC-41AC-BDD5-611AC144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29D2C5-8BEF-4362-B4BA-34E3EAF4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Elements of Aeronautical Engineering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41ADBF-7308-4627-8EB3-1AD86446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E4B6BF-8742-43A1-AA04-C327378D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8969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A1F937-38F1-4F8C-8812-55A8706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BFD0A-49D6-47AE-A6BF-922FE11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15B21-BF55-49DC-B5A9-0BB5C653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F4B4E-C42F-442E-BBBC-C739C0F0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DFA33-36CC-4479-9021-EBC484BF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288CD-FA26-4022-A779-0CED70A9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8F920-A5B9-4FFA-A4B9-DAFA3950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6FC46-1250-4786-A873-9DC11B3B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Airplane performance: Equations of motion, aircraft maneu...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9A168-CDEF-462C-A193-2BB707C7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51860-4745-44E6-87EF-17274F2A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F54A3-1D29-4D4A-BF98-41C7522B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rate of climb, stalling, gliding, and turning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2C5FB-0E74-4668-BD60-1055F2B9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EA1C0-EC9C-4104-BACA-C4DC463E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91B69-7541-4EF1-97DC-B1CD1039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Power curves, correct and incorrect angles of bank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047E9-9629-40F7-895E-512DCAF7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879E7-EB9E-4D75-B024-5EDC62CE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0F9C4-F115-4A4F-9E63-EFD7A45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aerobatics, inverted maneuvers, ground effects, Simple nu...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8D1EF-CE11-4BC4-AB97-D987B093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76E97-0C11-4FA0-A65E-C977A315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3B9F9-EBFC-413B-9979-3A8FB72E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Dynamic stability: longitudinal, lateral and directional....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96C2F-85A4-47EB-92C6-183C30D4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D4838-A4DA-4325-97CF-4CE91F0F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5ED3B-B3AA-4456-BA6A-724F1D15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criteria for longitudinal static stability, Neutral point...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F3680-1E96-472E-9783-08FC56E5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3A42A-E4E2-41FA-8DE8-9C91B0A2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DE4C16-1464-44D9-B1C8-0937BA6F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Elements of Aeronautical Engineering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13E25-9897-491D-980D-79F2390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97C53-D56C-4FAC-96F9-44B1FC03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E47D1-2E0F-40D4-8D52-B4D74C8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872623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D836A-FA99-4D0E-B453-1BBB92F7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B72B7-E407-4E9A-A9D1-DC936F67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B27A4-8A5C-462D-9E20-50AD44B7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2A608-9BEF-4A36-A23F-14647868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E0BC4-9853-43BB-A746-D39164D4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F2FC9-2A87-45C4-A168-3B275D4B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Mechanics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7CAC5-1A26-456A-81EE-8212C296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0BD54-1493-4B34-A1CE-33B748F8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Airplane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B2396-7C5A-41B1-9D9D-1989F439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9BF83-6F04-45F8-A592-98C548C7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FAAAC-F44A-4071-94FE-3394845B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C82F2-48E8-4D9B-9FB7-3701748D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aircraft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04FF8-6B3F-4F55-8FEF-526A3A04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maneuvers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01A2D-548A-40C0-BE2A-C8E994A4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51373-25E6-4321-AE9F-FED5F15C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367DD-A3B6-44F4-8F61-A82C0B09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646790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1BC91-9255-4896-942E-4B74CCB1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A4570-CDB4-4CAE-8604-8373C5B6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28285-033B-41B4-BF04-4F253C77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BF12D-5F92-44F1-9B6B-AE64FC2E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1C5BD-8D29-4A38-B98E-10A862C7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Airplane performance: Equations of motion, aircraft maneuvers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5F38E-6964-4C53-8F5D-07C45F0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Airplane performance: Equations of motion...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D4A79-C145-4E12-9348-EE75E6FB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38E25-75DE-4270-B4BA-40C77A3C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EC705-DE58-48B4-B366-53AE16F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733FE-46E7-4F19-92B4-61E4A64A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23CA6-DAFB-468B-AE20-B4E85E2A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B35BF-55FD-46A1-A2B0-47925FB1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2C59D-2E8B-4BC6-9019-D13C476D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1D076-0E1B-4C0D-BC0E-7A4B1D94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6C56D-3A66-4512-80E5-D973E4AC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A5883-8CF7-464C-B58F-7991A8D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522782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E2B9D-DB0B-4E7A-BF63-140CEF6B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B2DD6-C0E3-4411-89CB-1BFDEFAC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0BA5F-48B5-459C-AF42-06134E32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A9528-48A4-4AFD-8155-4AB419AA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E55DE-F607-4326-B403-25B97FC2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FD997-42DD-4C6E-B0FB-47673774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AF5BE-61F9-4E9B-B210-A15CAD48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6135D-72B2-483E-B76C-F8732361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BDB8D-AFB8-48A1-AA87-D4D024F1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Airplane performan...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E5C85-9AAC-48FC-A31B-80F8B99A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1A8F0-852C-4985-938F-EFCD4FA8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45A62-4CC3-4626-8D55-11CFC40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Airplane pe...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D76E4-998F-4773-AEF6-94645138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14209-5114-4A14-92CF-0DD4B2F7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CDD15-13FF-4BB2-8019-2AE6D72E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Airplane...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AFAE3-AC11-4834-A00E-FB62F558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963B6-666B-4AD8-B647-B0825B92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FB6FF-2A5F-4C6A-A590-286392A6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Airplane perform...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4E5FC-3533-4D52-85D4-81606FDF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74830-691B-42E0-83A3-5587F4D9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5AEEC-8597-4ACF-A08B-8F11BE11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Airplane perfo...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09173-B3C7-407D-AD57-6E45887F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B16E2-7709-4764-AEF2-723BE622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719907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0BB7E-A09B-40F7-93A9-9931B0C3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2C979-0E52-4219-9BCB-0852FAEE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BDAB5-60C0-4C4C-9ABA-79C8E2D9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C4C32-0DA8-4CF9-9AEA-15EAA4F6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52D8C-9E19-4E49-8C90-AE8FDA8A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EB040-7321-4045-9264-178D73D9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C2A2E-708B-47C1-9860-6F8B0530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533E8-31E8-49A2-B5D8-4A0C3604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DDD9A-0936-4123-BFB6-D7AA9BA0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A7D64-F11C-4177-AC1F-80815028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B4244-73DA-4241-9129-D1B88DFD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A52DD-2D07-4323-8B54-A8047FC1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5C40C-085C-4DB2-8D39-8B25C51F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A3E70-BCD9-4056-A1FD-E59D0FCD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24E0A-59A2-4352-B658-D40191DC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9508676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72FD6-DAAB-4F2C-8FEF-BF1239DD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B783B-06D0-4562-920B-355D1B77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21490-6424-42B4-8A7C-7485DA8F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D85DF-3F5C-4304-9C00-FFE6AF14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526B5-9F79-41E7-805C-745CCBF6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C2B54-0FF8-4EF0-952F-C01DE737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Airplane performance: Equations of motion, aircraft maneu...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D95B4-7D41-4E86-8485-A18250C7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58135-45BB-45CC-A888-D9C6D71A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9ADC3-C9AA-48C7-A54D-1EC874DF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F8429-B278-4B75-8A7B-BE0CEC25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617E0-73FD-4F37-B071-DA7A0520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396429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A26FD-496F-41F5-AE28-B14031C7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60572-42D2-41B7-8B6F-44067F1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1BE57-A816-45F2-9F1F-FCDC86D1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379E6-5CE4-4C2D-80CB-A4E6ABD7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B38C9-60E2-47A2-A4AE-D54B4F8A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rate of climb, stalling, gliding, and turning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1FF77-67B8-4E32-B6CA-4F7856FE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rate of climb, stalling, gliding, and tur...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A69C9-4778-4445-978E-641AA7CA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6FEAC-E2FB-4044-A3BF-48465F13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6BBDB-5DA5-4B1E-87F4-C0B8D283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ACA34-E4C6-477D-9318-5740A94E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DB516-974E-4E89-B326-7E1C66C6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E502B-74D7-4A8D-8E13-B57DA3E6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55CE4-3C82-49FD-914A-5C9ACCD6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13455-9FE5-48DB-A618-6AC48BA8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2D84D-86FB-4DED-8372-20EF63AB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6E5BC-C8EC-41F1-B9C1-DC175105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5731940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F46A1-9FBD-436F-A40F-68DC20F7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E3194-E1E4-4F6A-A6C3-F9751E4F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0D441-6EEE-40F3-B7E8-2F9D5EB4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D59CA-74D0-4E3C-B0BA-BC96A3DA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C43D9-B1BA-4150-B155-3F1B0756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B8A79-BB57-4A10-AD58-7BA62C28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89C31-1D43-4804-BFB9-F9D3340F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6CA5A-CC7A-43E8-A60A-9B7A0F87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BD4C3-0401-4E86-B758-6E914A3F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rate of climb, sta...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FB928-C07D-4B73-8FF9-3B07A7CC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6EA1C-0479-4230-A692-19E4EDF0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B970C-4488-41CF-879E-F3DC7BA2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rate of cli...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C67DC-55A7-4086-8309-510730FA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04ACB-CC22-491E-B0E4-4A0C3002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69077-474D-4EB8-BDB4-440E50B6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rate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833CD-F3B9-4F6F-8C9C-F6FBFEC9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E143D-C681-4FBF-BF73-AE052C11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D69E3-6076-4A77-8203-3C1F9EE6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rate of climb,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C07BC-C28E-4519-9965-F92A7E9D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06FEC-B4E8-45E7-8BEC-C550EBD8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A25CB-690F-4082-95AC-CBE60A16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rate of climb,...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D44CA-7AFE-4AFB-8B3B-E5354565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46A28-F0F0-4E0B-BC47-4DA76504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012668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E7C5E-6A51-4CF5-B974-C599AC6E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74924-9E7C-4746-BCFF-A82268DB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E244B-15BF-4B32-8085-426F567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1B834-DED4-4267-9E0E-AA31542D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C32B9-E3EE-41F2-8E8F-A653F57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CA8F2-AA4E-4506-A6F4-65FE9126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FBE2A-A73E-463C-A45B-9EDC5DD9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2E639-1E2E-48F8-8D10-E5C5A66D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FCD7E-AB9E-4C69-960D-9DF42E21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7B706-26ED-4AB6-80CA-27C59B6C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605C8-A99C-42DC-BB1C-2F80B759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02D6A-7641-419F-9B5D-44A5734A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38389-D47D-400C-8292-81BF422E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7755E-5E8A-419C-914E-7763EF49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57C5E-6149-4190-A756-7BACC495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883259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4DAEB-00CC-42F4-8C69-745BE9C6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3F469-44FE-4284-90F2-5C4C00D7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C6A54-2358-4911-A9A5-E146BA60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F09E7-AED4-44E3-A9F5-FF53C090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D776E-DFA4-4FD8-85B4-FC171BE7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7E47A-7E96-4A0C-91CD-752B1AF1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rate of climb, stalling, gliding, and turning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C8A18-3452-4193-8CE3-48D1C238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08F8C-925A-4E97-901F-AD1B85C7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30CCA-614A-4637-9D99-937C1681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2D67B-FBA7-4A9D-A3E7-2F5493E1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4DB5C-8980-4588-8E12-EBB81021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8088107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6B6A0-8C8C-4806-BB88-CDF53B13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FB4A6-A3AA-45C2-BAC3-4472E3F6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0B4A6-0F01-4E9B-AFD9-7F1C96BA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1396E-D25D-4504-8609-44897A8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E79CE-E16A-4567-BD83-E8469BEB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Power curves, correct and incorrect angles of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D0469-6BE7-4D28-93A9-F1650466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 curves, correct and incorrect angle...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B340B-AAA4-4978-AE81-BDF194D3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8E685-C92C-458A-868D-32692F32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C350A-6721-4CB0-9435-CCCED17B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70B7F-95A6-4991-BB89-2325BC99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484FA-636A-427D-AEF2-311E0D58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20940-25AE-4075-AB54-44F62A39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2A8E2-CB6E-446E-8852-A9B39F3B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E3951-1615-437F-A898-59323121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7B7A4-379A-4FD0-97FC-1FBD2B9D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2BA9B-9B7B-456B-A033-01D4DFEA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952474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4672A-474E-4226-87E2-F76870A9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455F3-681E-4071-A607-20CACCE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0E57C-6C95-4342-809D-DB9EC7B6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771F4-B4B4-4053-813A-84480D81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D81CA-D4BE-4C58-9522-F861CBC6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034F4-31B3-4154-9E41-011D9896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0E091-7B9C-433A-AC72-88689437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9CBC3-9C3C-4883-B722-CDC644A4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260A5-4BAD-4B54-8BD3-C9145AE7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Power curves, corr...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786B3-2B26-44FE-8577-6EE26251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F0AE6-39C5-46D6-B9E4-9F9CFF3C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4D984-E2C1-4275-A04A-C81009C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Power curve...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F05A0-616D-4A55-A229-591437E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04790-8894-40AC-86DA-400166F5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AB4C9-01E4-4F1D-875A-43A10AAA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Power cu...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7E137-19A3-4889-97BF-BEE39FBA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8C69E-A91F-4852-88B3-CF3CF2B5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8B8B2-DDBB-4C79-9FC6-D0EE2BF7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Power curves, co...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29CD3-750C-4BB7-8AE1-941CB6D2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7DBBB-AD5D-46BB-8463-DCCAE94C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01FCE6-53C5-4971-9378-45653156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Power curves,...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C696E-D76D-4E7D-A9D3-122923F7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4B5CF-8CA9-4E42-A32B-FC6B468E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152616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2014B-E2D1-4012-B63B-772D48B8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DF6DE-1056-4289-AB79-B280DFF8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C2F56-2824-4236-9C40-3DA1942C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2EA7F-F7A3-4D74-97BE-BC7920FB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7996B-825C-4D8C-B7BA-09F07FEE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80902-BD30-4D65-9148-952A411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830B7-F178-47CA-9EB2-04B32BB2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EED22-7218-40B0-91A3-73C498B7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2C610-B1BD-4544-B214-A168A954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EDF7B-A328-4B7E-8309-CDF0E134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5D24D-3E8B-495A-81E1-94030784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B363F-13F1-4C22-A4D8-730EDD49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1C4F2-BBAB-4EED-B64E-AA0B6BFB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E913F-96E3-42D1-971A-F38DA4AB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6BFFB-7D91-4987-AA1A-474A408C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0241082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70D1C-0369-4DC6-9E98-50243078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99B82-FA1D-4AAD-85CD-6FA1287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85575-79CB-41F1-82DD-978500D0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CFE91-FE49-4568-8B13-9C7843F3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F202D-A005-4522-BA8F-BAD54C42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BAC52-3B53-4739-933C-67779317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Power curves, correct and incorrect angles of bank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F96D4-0D2B-48F1-B775-2B113C6B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1997F-75B6-470D-AE44-EF02814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C4961-E011-484E-8B51-6A35809B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BD66C-7C12-4436-87C9-4AB1A410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7F738-A5C9-4C8D-A4CB-2772A7E1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3399422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09B1A-A574-47BF-8107-3BD87A27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0C9E7-B951-416F-B45D-2967BDFF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36B5-30E5-43D4-A455-D95B8667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A878F-1202-4F42-91B9-FAF36581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21556-355A-4FAA-B48A-DE8DE68A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aerobatics, inverted maneuvers, ground effects, Simple numericals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42A36-D282-4FF4-B5FE-817C0290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aerobatics, inverted maneuvers, ground ef...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C8153-73C8-48A0-B684-85FD5F07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00073-45F3-4B27-BF8F-80B7C274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57752-F5C1-4B0E-969D-0938BF06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B62C5-B176-40ED-8C2A-D8E61B9A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ABE6E-F2FF-4B73-9DBF-DE5CADC3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06F28-9383-4403-89C7-54261BAC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08771-9456-4F58-963E-8001C06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4500F-73B6-44D0-AA4F-46DC342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3F919-7CBB-4A07-AD48-0FDB6FF4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4CA01-A500-4EA5-A3B0-32EA59A4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6823481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C853A-AAB5-420C-B376-EB868D3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DD13D-024F-43D0-88C6-322D74BF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4143F-57FF-4DB8-9A50-6CDF395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5AE00-5063-46C9-B8B0-52ECF0BF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7F866-71F5-4E7D-9A7B-E9167E99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A39B6-8DBE-4910-A285-09A4E23D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3B15F-27EC-43C7-AA76-E4F4EF60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E5B1B-0DB8-4AF3-987B-7F5ABC96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37102-441E-4E29-BB7B-A5A862A5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aerobatics, invert...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ED366-A86B-4698-8222-EAFB5750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A719B-D322-42B1-9A50-157F122D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C601E-195B-47FA-95B7-59794F5A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aerobatics,...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C02BA-A831-4EB6-B5D6-E9D593AC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06A7E-C2AC-4A37-928E-C8C000DA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C40E2-771E-4537-B849-9F99B5E2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aerobati...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0C38E-FBB2-42C6-98E7-18CA6758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64AD6-A232-46F9-8514-5050E971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01BFE-7A72-4A5A-988D-7EBA3CF9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aerobatics, inve...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B8B3F-6808-4BB7-BB6F-DB44FE87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2315E-7D8E-49C6-9CF8-7E89A08B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2A55C-3986-41C2-B1D7-0F230232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aerobatics,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8DBE2-26A1-4C76-BB22-F8AD30AA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23A668-6B57-4AA8-BB8C-D9063BD2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9469851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CA7D7-D154-4293-A56C-DDA74ED4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F27E8-4494-4A14-A161-6432C432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8D6AF-10CF-4095-9172-2A398455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1FB0A-B777-49E8-956C-3FAD12CB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EBDD8-1F99-48D3-83F7-61BB2D98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3B729-B2F9-4048-8BD3-06AA1E3A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46259-51D0-4BF1-AE19-DE63BDAC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31EE4-8368-4420-825B-15D29D55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77993-4188-4FB2-9BAF-2FFF6326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DC1FF-EF7F-45A2-BEEE-4965F531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557F0-D920-4548-B094-9EEB754E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9C35F-8C44-4064-BA6C-C748D289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FC5ED-0B4D-4E78-9B54-27819668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68042-DA9A-47AB-B0CA-0C0A3D1B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2ECE1-314D-4825-97EE-987E0C57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38367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B5169-AB09-495E-8985-A357239D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9460F-A72E-4882-9508-7163C8F6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D786A-DD60-43EE-8A6F-37C58450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40B4D-7BAC-484C-A0CE-40C2B3E2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0F85F-B3B4-4B54-9FE7-C79A90C1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BEED6-6869-4667-82C1-916D2A54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aerobatics, inverted maneuvers, ground effects, Simple nu...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84272-CACE-4BCE-A02D-B100C967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22C45-7F80-4230-973D-89A6F19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F3B41-232A-4FB8-B97E-E5D895CB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0AA3D-95C1-4D58-BA11-79D3EC85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1EF73-5AD5-4B10-A600-0F76AA3C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70804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4CC1C-5EE2-4531-BC2F-DD503C7A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8175F-2E4A-44DE-B6F8-826D15B8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D9A46-9C71-4DFA-970B-CD91DF1C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B68DE-7CCC-45AD-994F-264ABED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831E3-7DE6-4D54-A0DA-F23C0F53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Dynamic stability: longitudinal, lateral and directional stability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48D57-43D1-4190-A1CC-6C58796E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Dynamic stability: longitudinal, lateral...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2D66E-2283-4B31-9A84-87F662E1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3B398-9CF4-4873-9CE8-1304F89D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1FE1B-4BFC-46A6-808D-C685E094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2948F-E64E-4BC7-802A-70E54FBC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27D91-D2BF-4A94-956A-B282DA67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AD2DE-DFB2-40F5-AFBA-3F4C5CF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B2E96-86BC-46EE-9139-9586D39A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1E798-552A-48BF-8DA5-96AF86F5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C657B-3565-4A1A-9A91-507760F3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16C51-EBD4-4964-B4DA-5316D2FA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4267439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23BDE-37C7-4B50-B922-5AF0CF5C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4EFD3-F306-4BF0-8204-B0890573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93822-6F2D-44EC-9719-C5017917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E02BB-4A51-45A8-BCD6-5045B2D5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51D07-A268-409F-B980-4A7AA476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CC261-2015-4703-B047-A5A6111B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AC695-15A1-43E0-8426-27ED03AD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5462C-F473-4ED2-A799-42776A1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BD304-3CCE-4EA8-8301-E75F8754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Dynamic stability:...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08246-F478-424F-9D72-11C4D4DC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DC760-F04A-4955-84D1-8733A3F8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F3E10-D09D-4775-91FD-A4F30DF7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Dynamic sta...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55798-3358-4F6B-842E-A0EE3EF9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623F5-8935-4832-9076-9C9B1BEB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7E453-2F76-413E-AEC7-4D0F2D0D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Dynamic...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FED4A-08A3-401C-B452-416F6A5D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F2F42-9939-4296-B90A-B369707D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CFD72-66CC-4D4A-80F0-F5628043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Dynamic stabilit...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12592-33CB-47C7-9474-D465E43D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D3967-6FED-4DC4-B427-054A4033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8D7A5-F176-437A-9BF0-00991FAB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Dynamic stabil...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F51887-8333-4A19-A4CB-80508A35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EF17F-6421-4B1B-A42F-43572473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5174658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1EC6E-255A-4BBD-B73A-181930E3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B3451-03E6-470C-AC4C-718E5259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8744B-2A04-4B4C-9970-66E5F2F5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4745C-8BA4-4CA7-909C-54B14EB4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F18C8-0C05-4F7C-8994-159E139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CAC36-40B9-4213-A7C8-88411997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11AD5-7B5E-465A-B45A-76FF08F9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2FC21-4E51-4F00-AE26-25F84337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48A0D-6027-488E-9548-349C9690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702E3-F469-4288-95A1-605EBFF2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D4097-434C-429D-B7B5-BC2C6308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451AF-2A50-409E-9878-DE27C3C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13B10-4475-488D-8338-DF81C889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7BEED-438E-4FDD-AEEB-D23AE556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D74AB-DAA6-484A-B6CF-D50DED7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13129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FC38B-38CF-4A4C-AF0E-D0DDE4BE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C5375-CD11-44CC-A234-B5FB7690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8BDA7-7193-4386-9E01-91A8452C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CDECE-1497-4ADB-A8C9-7565D8F8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80516-5D33-4F26-BA71-4B672D47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65621-A926-42D2-A115-57F1B023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Dynamic stability: longitudinal, lateral and directional...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B9A51-9698-407E-9E7D-FBCFA28D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B59D3-B523-4D9D-BA08-32E5788F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B40E2-9006-47DA-AA2F-4E2EECA0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A77A7-7379-4274-8CFE-B852ADE5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422A4-05FB-49A3-AA45-74F83900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4192830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8F388-AF56-43D3-BBC9-C68CE02C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EC60E-F5CD-4E8F-B52A-8204563D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E2667-79DD-41E9-A858-34221949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63C9B-E486-446F-8DEF-E745695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15A95-BE85-4608-A6BD-B4B5460B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criteria for longitudinal static stability, Neutral point, Static margin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50D28-162A-4E5E-B608-84424BA6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criteria for longitudinal static stabilit...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650FE-CCB7-4486-883E-58E79B8C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68CF1-2DBA-4EEF-9834-FFD67E35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3D7AE-5609-4F85-862E-ABB5D88C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70064-DAFF-4DDE-87A3-6378E8E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6483B-4F08-4993-8AB9-CE473C05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C40D2-50D7-4F5A-A84F-BE69CA3D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84A4E-423A-43B4-90A2-179D3F4E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40923-F685-41D5-8379-3232F766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23191-A776-44A5-9772-D33D17D2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EF225-04C5-4CAF-BA1E-1E7FFA36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05683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0CA1D6-F085-49A2-8E89-A7A25AD2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393B1-2188-41F1-B037-CD0E09B7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2DCBF-2C26-433B-B357-BDCCA56F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B56E5-E652-49B0-93F2-B138560C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B8276-F614-479F-8709-B92A7B53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33904-9F53-4AA2-9E86-049028FA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E4802-CA7B-494F-9AD8-68E52156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AC6B3-279B-4354-A4C9-3D314235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94F8D-6512-4672-BE27-81FCC6D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criteria for longi...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2905E-8A99-41A1-B2A5-AD18DF82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0B1A4-70BC-4DF7-AB06-B70F84D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C57EA-AC49-4C65-87E9-8F6892E7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criteria fo...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83237-B44B-42F0-8494-27E856EA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CA1C6-E474-4523-8B3F-5009D551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F800C-7A5B-49F0-89B7-38D1CE17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criteria...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0D1C7-C5AF-4F9E-96D2-E606AD02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76417-1524-46EB-8C0F-6DD720C5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A8418-8A3C-4910-AD33-59871064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criteria for lon...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843CA-7762-4DFE-AA44-18CBB980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B281D-7761-4175-A07C-BE4EA294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C35AB-F76F-4F97-B264-86F92D8A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criteria for 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F0F57-64B5-400E-B5FD-DF8EF5C7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7C348-2FC3-4F66-B2FB-97EC7A6D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6353843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53DEB-CA38-48CB-9122-057AB253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A7D7F-EB47-4D51-9BCE-4CAB8381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ADA0A-0A25-4D03-8995-98137DD4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F9E16-9894-44F8-94C7-CC0D7DB2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B8BBC-476B-4FAE-8D18-999F97F8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A02F2-F5B6-4337-8E9E-9130D2EC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A093F-9D59-4089-8402-263ECF44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201EE-1B9F-41CE-9307-FAC2EE3B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5C393-4330-4DBE-AB92-026F76F2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ABDFF-C363-4484-8C85-6D2EDF2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2E171-C575-4FF1-8372-AEB343D7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FBDA2-2545-4BE3-88EF-EB0C7B5A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E8F93-12E4-40F5-B285-D67935CE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05DD9-876E-4BA0-B28F-4224965C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83ADA-6631-4F32-9F0B-049F6AF0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1286755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2B109-F3E9-465B-919E-6C37FBE0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A6226-79AD-4FE5-9703-2BB3715D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03152-45F9-4648-B9A8-1B6F3DCC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4CEB4-034E-44A6-8151-B54B3D40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DA0EF-66D9-4C11-9B89-80CEB408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9482B-0DE7-41B9-8940-8DD20126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criteria for longitudinal static stability, Neutral point...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0F62B-9C85-4FD8-9455-D8DBD2EE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66EFD-F10A-4081-BDDD-7DA8852C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1D082-0883-4D0F-B40B-02E69D01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D2348-E97B-42F8-AFFA-4F9A3D8A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66B67-0DED-42DD-97ED-78891723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103681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CBF5B-BE3B-4997-AAC5-C5023F7D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DC6F9-77F6-4F44-A1B6-CC8D9E06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9AA2A-B082-4CCA-9266-7D2D53D9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41681-0EDD-4D3B-839B-AE4CC33B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88748-6E04-4BB2-AD3C-8AE395C9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Elements of Aeronautical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A7633-8085-449B-BE02-93A10736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Elements of Aeronautical Engineering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3EA79-8A1A-4315-BD33-85788D0F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FAED1-B7EB-472B-969C-7499CF5B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E0BCD-8B2F-4D71-8D80-CCDE60BD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F9677-9764-40C8-9A3E-E3DF58B7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9B129-F1C4-4843-9ADE-8BA5ED2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4E2EA-1F43-4B1A-BDEF-A3E9C4BB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1F80B-75D7-445A-A4E7-093B64E2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BF35B-6606-4935-8C58-C610614C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71743-A577-4A1F-9B3D-9C96FA0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23385-D769-4B51-BBA0-C254BF8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4504049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4C75E-E327-4D71-B3A8-9E19FAE6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75906-43C0-4D81-8B3B-C01E553B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ED3E3-3210-4BAD-BE3D-A74B9FA6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B7E79-D666-474E-B867-12F5D473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4B853-FB17-42F9-B31A-20A54D44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01C63-933D-4025-B4D5-20D584B6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13366-AE89-4729-A5DB-5C2C2F99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5BD9B-D332-434B-87DA-BE72E816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1BDCC-F6F6-41DA-8C86-6051AB1E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Elements of Aerona...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00867-8912-4584-AFCC-84399424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1823E-4DDF-4902-A114-E1977DB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6F042-BECE-418F-9AAE-0664B807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Elements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A9496-7070-4BF5-9B36-E6B81735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F80F0-64D8-493C-9567-36244FD8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1DCF4-F6A9-492B-BF32-21AE7679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Elements...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941D8-B697-4940-817F-B2F4D657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010FF-320C-4B34-9F55-11FF61A8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D4AAC-607F-47A5-9EC6-FE2EB5B4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Elements of Aero...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B9021-2770-4443-AB36-08689966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B979E-E746-4575-B59A-F824F1CA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7B7FE-88AA-4DCB-A734-764F8BCC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Elements of Ae...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BC5EB-A19A-4A76-8F1E-656CF083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FD895-AEBE-462A-95AD-812C6992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4950927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55CBA-C09F-4CF1-B850-167988A4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C5C90-DA9A-491F-A17C-EB372FC7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9C16E-B504-4AD4-A909-6F76D94B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3461F-715A-4B64-9580-0EC57544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55562-4BEA-43B8-9B63-4CE7C173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FBB47-6331-4ADA-92D1-1E93C781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13D9F-5CE2-4B1B-A3E4-6B52158E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7D0B3-B299-43EB-BE28-02A70BDA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5344A-3B48-4A8C-9DF5-C15FE3B7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6E5DE-3FAD-409E-B7A0-F1720900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3F51E-3D99-4439-9227-FE09063F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E54BA-4526-4E7F-9401-85ED2B17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F7B7D-F40D-4AE1-A75C-A773DE46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3837E-BEDF-406C-8E24-762DA4B1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47733-5F03-462B-9695-860BE9A2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0741915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DF838-50AC-4857-8D92-098C682A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6CD0A-D152-44FB-9325-F016259A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1E78C-FE70-45B5-AB2C-5742AB4F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0ADA4-4E2A-4FDD-9F90-B6B9809C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0070C-67B7-4D7F-AE26-0550C98D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0A92E-046A-4D63-9AFB-1A29A0B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Elements of Aeronautical Engineering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9095F-0BBE-4866-9FF8-BBB2BA2C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E5218-A550-4074-8E4C-CF0F0D7F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A81AE-C5BB-44BF-AB5A-F6C40B03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99750-D174-4C7F-BE58-775E5BF5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C71B5-2570-4ED4-82B4-DF709B4A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5850225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311BC-0EB6-48D8-A4FD-642FB2E7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79826-A9F3-404A-9050-FA2D8442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689CD-1A6D-45D6-A48D-11DD73D0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B38B2-03A8-42CB-B4CD-9CED8C15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B279D-0AB6-44D7-A0FF-48FC5537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62DDC-D9BD-4768-87DD-E9E58182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3289659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6715F-1010-46A6-BFFA-B997E7E4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20BD1-F2BC-4364-B379-6D9E38F4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3B01D-5C34-4D6C-AF23-D30FFB65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6AF85-1AC7-4A5D-A602-ACEB3E8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9C747-17A0-4636-AF67-E0F52CED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Flight: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Elements: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Airplane: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performance: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2630B-0BBD-4B30-9921-8FD3858C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0423319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AFDB9-2D03-4ABB-A227-4556E0A9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3B557-6B5B-4AEC-B144-C44C145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99022-04CB-4C62-83AB-4932DDE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D153A-72F3-43A5-AE87-823E751E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C5586-D134-4FB7-9E5F-CBE8726E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DEA0D-51F2-46D6-91C3-3B73F756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2453692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02B69-7BC3-416C-85F9-65C07C54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70A47-2B71-4BBC-8C3D-36BFAFBB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99EEC-6E7E-4E81-83B9-EC179F3C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9CE0D-DFE7-4B6C-8510-AFB38A0C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A63AA-4903-47CD-A974-5498BB8A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055FA-5633-490D-AE28-B3B3507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96344784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8824C-151E-4455-A2E6-9C71ED35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8E22E-98F5-49CD-B37D-BC7A8651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7D312-BDB5-48AE-B980-255F2507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82EB8-98EA-440F-A8CA-0161B900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F03D6-3146-4C13-95B7-59B27324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Airplane performance: Equations of motion, aircraft maneuvers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rate of climb, stalling, gliding, and turning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Power curves, correct and incorrect angles of bank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aerobatics, inverted maneuvers, ground effects, Simple numericals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Dynamic stability: longitudinal, lateral and directional stability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4AE72-0AC2-485E-927B-8EB8B6D0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4DFDA-2F28-483E-87AE-0897EE18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4449F-62C4-4932-AC8F-0FE8E4D9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2307125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C07186-B307-4798-B908-DDAF1887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90556-361E-46CB-B9F5-79BE2827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criteria for longitudinal static stability,...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8C933-5EC6-4924-A1B8-5A2B734B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6E5E0-5033-4056-8A17-80BD6570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60A72-38FD-40CC-B249-ED04C56C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C1E44-0684-49D8-A6CA-E8898506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92818-D1F6-4DCF-8B47-11E77EFC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21906-2EA6-4EB6-8372-9A6DEE2A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A197C-B594-46C2-ABAE-1C6DCC61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B7FAC-8E3D-4204-B97F-FF78EE7C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3415C-1728-43AF-8414-9A02BC2B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EFB67-A96C-47D5-B1C4-4BAC125E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91F0E-CEF3-4CC5-BD81-D92FB3C9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4F2E4-07B1-4C18-87EA-870FC713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B1638-63C8-42F6-8DB8-2D78760D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9CF39-8368-4197-B497-3AD6B7B2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29D93-180A-4789-A443-C4AD5526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E5820-DCDD-4736-8C54-FE215F62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A4DD5-6867-4C98-AF4E-CCEF1D24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37053-84C4-40BA-A158-AA60C021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CAB739-E9E8-4CA0-94CD-BB3278D5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2DDDE8-567B-4775-B8BF-EE34F977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E716D-AF46-45B1-8B15-8C873265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22FA6-4EE1-40A7-9804-42AEDBA8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5FC02-3E7B-4FFD-B012-D13CF2B2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E4457-EC7B-4B3B-9692-591219BD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8401D-73CA-4B63-9DA0-3CDBD230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BA0963-58B3-40B9-8B3B-72696925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41C854-9600-45D3-AFAE-66B9F0CC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40BBC-2EB2-4B69-8789-D838D386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4AA8B4-89B7-47A0-A5E0-BE366D76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ED5EA0-CF71-4F79-ACBF-704C3745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3485492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A70A23-EAAC-4E39-A909-A98B4CE9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CF64C-3724-420E-B37C-BBC3ECF5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Elements of Aeronautical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2C453-DDF3-4953-9A76-F56AC5F7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4C0F0-C5A4-4207-8976-AD682152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A7CC0-4D96-4181-ABF4-D6C7C9C6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35610-2692-4BCF-B9A0-7277C0E7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8E9F3-8A26-4C46-A654-3E195F14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26995-3C6E-4FD8-83DB-50E3C688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72AAA-C510-4404-88C1-E2F5FA3E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30B47-9FDA-45FB-BF69-908F32FF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06333-DB93-4283-AFB6-13A3E6E2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9214F-FD30-4AF3-B37F-23C9A8C6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6059F-05A1-40C1-9A9F-7D67662F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C2196-D3E1-4FB0-872E-AF242DC8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1248B-8185-4DD8-882D-38A0F8F3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25055-020F-4C4A-9572-CD6458A5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7045E-0D2A-4384-AE35-4CAEBB2D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7B861-D0F6-4C74-B22E-611BADE6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012B7-9D12-490F-879F-45713EC3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3F1F0-E516-423B-9D6C-E9480B9C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FD5A-FF05-47E7-962B-08FEC4B6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94336-7714-4E18-AEEE-7EF5A9E4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9962E-EB39-473F-A44C-171F26D9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EC78B-88F4-4464-8A43-6BECD9C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7C083-23B4-4051-9403-8CA61DD7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4E5590-92CC-4400-A1CB-BBE9A2A0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4D035-3F3C-46A6-99F9-25C8A099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E96E0-2FD0-4075-9426-491CA9C6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CC531-E74B-466E-80D3-1CA109FF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0F12E-68A1-49BC-B6B9-4291422A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8E53FA-BEF3-4EAC-857A-AE175696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3CB3D0-95B4-45DC-B19B-BB72B40D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453046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2026-08-24T16:02:36.3940000Z</dcterms:created>
  <dcterms:modified xsi:type="dcterms:W3CDTF">2026-08-24T16:02:36.3940000Z</dcterms:modified>
</coreProperties>
</file>