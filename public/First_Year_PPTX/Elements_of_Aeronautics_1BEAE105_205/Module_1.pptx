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dbde79b642416f" /><Relationship Type="http://schemas.openxmlformats.org/officeDocument/2006/relationships/extended-properties" Target="/docProps/app.xml" Id="Re0028e3869d0466d" /><Relationship Type="http://schemas.openxmlformats.org/officeDocument/2006/relationships/officeDocument" Target="/ppt/presentation.xml" Id="Rfa1600f4934944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7819da97dd48a0"/>
  </p:sldMasterIdLst>
  <p:notesMasterIdLst>
    <p:notesMasterId xmlns:r="http://schemas.openxmlformats.org/officeDocument/2006/relationships" r:id="R8911d4df80c042a8"/>
  </p:notesMasterIdLst>
  <p:sldIdLst>
    <p:sldId xmlns:r="http://schemas.openxmlformats.org/officeDocument/2006/relationships" id="256" r:id="R75ae5e9aa7a64987"/>
    <p:sldId xmlns:r="http://schemas.openxmlformats.org/officeDocument/2006/relationships" id="257" r:id="Re01ea6e920594e9e"/>
    <p:sldId xmlns:r="http://schemas.openxmlformats.org/officeDocument/2006/relationships" id="258" r:id="R711e94dde67b4e34"/>
    <p:sldId xmlns:r="http://schemas.openxmlformats.org/officeDocument/2006/relationships" id="259" r:id="R8da3abb69ef343e6"/>
    <p:sldId xmlns:r="http://schemas.openxmlformats.org/officeDocument/2006/relationships" id="260" r:id="R99e66c179a5c4178"/>
    <p:sldId xmlns:r="http://schemas.openxmlformats.org/officeDocument/2006/relationships" id="261" r:id="Rc43a493bf2954d35"/>
    <p:sldId xmlns:r="http://schemas.openxmlformats.org/officeDocument/2006/relationships" id="262" r:id="R06219407f9214739"/>
    <p:sldId xmlns:r="http://schemas.openxmlformats.org/officeDocument/2006/relationships" id="263" r:id="R5216ce3827474b98"/>
    <p:sldId xmlns:r="http://schemas.openxmlformats.org/officeDocument/2006/relationships" id="264" r:id="R32d51d5134434906"/>
    <p:sldId xmlns:r="http://schemas.openxmlformats.org/officeDocument/2006/relationships" id="265" r:id="R9398112b1472407d"/>
    <p:sldId xmlns:r="http://schemas.openxmlformats.org/officeDocument/2006/relationships" id="266" r:id="R5ab47ae11c164cbe"/>
    <p:sldId xmlns:r="http://schemas.openxmlformats.org/officeDocument/2006/relationships" id="267" r:id="R52cbb9113f7f4c9a"/>
    <p:sldId xmlns:r="http://schemas.openxmlformats.org/officeDocument/2006/relationships" id="268" r:id="R9b974b79296f4795"/>
    <p:sldId xmlns:r="http://schemas.openxmlformats.org/officeDocument/2006/relationships" id="269" r:id="Rcbdf00dcd74f4fd2"/>
    <p:sldId xmlns:r="http://schemas.openxmlformats.org/officeDocument/2006/relationships" id="270" r:id="R00c34a14a487414e"/>
    <p:sldId xmlns:r="http://schemas.openxmlformats.org/officeDocument/2006/relationships" id="271" r:id="Rf4182cf5a4dc4836"/>
    <p:sldId xmlns:r="http://schemas.openxmlformats.org/officeDocument/2006/relationships" id="272" r:id="R28cebe8536104889"/>
    <p:sldId xmlns:r="http://schemas.openxmlformats.org/officeDocument/2006/relationships" id="273" r:id="Reb0ae7d9d4954891"/>
    <p:sldId xmlns:r="http://schemas.openxmlformats.org/officeDocument/2006/relationships" id="274" r:id="R473337d4effa4032"/>
    <p:sldId xmlns:r="http://schemas.openxmlformats.org/officeDocument/2006/relationships" id="275" r:id="R4a28839911284ced"/>
    <p:sldId xmlns:r="http://schemas.openxmlformats.org/officeDocument/2006/relationships" id="276" r:id="R38f423bb460a437f"/>
    <p:sldId xmlns:r="http://schemas.openxmlformats.org/officeDocument/2006/relationships" id="277" r:id="R95748724558047e1"/>
    <p:sldId xmlns:r="http://schemas.openxmlformats.org/officeDocument/2006/relationships" id="278" r:id="R3aeae14c918e4096"/>
    <p:sldId xmlns:r="http://schemas.openxmlformats.org/officeDocument/2006/relationships" id="279" r:id="Ra2311396e1f24955"/>
    <p:sldId xmlns:r="http://schemas.openxmlformats.org/officeDocument/2006/relationships" id="280" r:id="R219b4f8207ac4ee8"/>
    <p:sldId xmlns:r="http://schemas.openxmlformats.org/officeDocument/2006/relationships" id="281" r:id="R63a61c19d0b24a50"/>
    <p:sldId xmlns:r="http://schemas.openxmlformats.org/officeDocument/2006/relationships" id="282" r:id="Rbeb3dc587ea54a6f"/>
    <p:sldId xmlns:r="http://schemas.openxmlformats.org/officeDocument/2006/relationships" id="283" r:id="R050b8520b896414d"/>
    <p:sldId xmlns:r="http://schemas.openxmlformats.org/officeDocument/2006/relationships" id="284" r:id="Ref958b0ed5eb4219"/>
    <p:sldId xmlns:r="http://schemas.openxmlformats.org/officeDocument/2006/relationships" id="285" r:id="R9f7e5e0f12f24e61"/>
    <p:sldId xmlns:r="http://schemas.openxmlformats.org/officeDocument/2006/relationships" id="286" r:id="R7638ae437f6b4c1a"/>
    <p:sldId xmlns:r="http://schemas.openxmlformats.org/officeDocument/2006/relationships" id="287" r:id="Rcb109b40a4fd41d6"/>
    <p:sldId xmlns:r="http://schemas.openxmlformats.org/officeDocument/2006/relationships" id="288" r:id="R42e2470ef3924c3e"/>
    <p:sldId xmlns:r="http://schemas.openxmlformats.org/officeDocument/2006/relationships" id="289" r:id="R7f52fc82e339472f"/>
    <p:sldId xmlns:r="http://schemas.openxmlformats.org/officeDocument/2006/relationships" id="290" r:id="Rf3f0921d1b3347ca"/>
    <p:sldId xmlns:r="http://schemas.openxmlformats.org/officeDocument/2006/relationships" id="291" r:id="R42d1ff52380e40af"/>
    <p:sldId xmlns:r="http://schemas.openxmlformats.org/officeDocument/2006/relationships" id="292" r:id="R97292ebe3b8b442c"/>
    <p:sldId xmlns:r="http://schemas.openxmlformats.org/officeDocument/2006/relationships" id="293" r:id="Rfc9f08f356dc4b87"/>
    <p:sldId xmlns:r="http://schemas.openxmlformats.org/officeDocument/2006/relationships" id="294" r:id="Rd90aa75d5c334e89"/>
    <p:sldId xmlns:r="http://schemas.openxmlformats.org/officeDocument/2006/relationships" id="295" r:id="R58d062cb492f4f28"/>
    <p:sldId xmlns:r="http://schemas.openxmlformats.org/officeDocument/2006/relationships" id="296" r:id="Rc690385a29ae421b"/>
    <p:sldId xmlns:r="http://schemas.openxmlformats.org/officeDocument/2006/relationships" id="297" r:id="R6cb1604febc447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4d411fa1804187" /><Relationship Type="http://schemas.openxmlformats.org/officeDocument/2006/relationships/slideMaster" Target="/ppt/slideMasters/slideMaster1.xml" Id="R7e7819da97dd48a0" /><Relationship Type="http://schemas.openxmlformats.org/officeDocument/2006/relationships/notesMaster" Target="/ppt/notesMasters/notesMaster1.xml" Id="R8911d4df80c042a8" /><Relationship Type="http://schemas.openxmlformats.org/officeDocument/2006/relationships/presProps" Target="/ppt/presProps.xml" Id="R732985a2529845b0" /><Relationship Type="http://schemas.openxmlformats.org/officeDocument/2006/relationships/tableStyles" Target="/ppt/tableStyles.xml" Id="R42575be927c44829" /><Relationship Type="http://schemas.openxmlformats.org/officeDocument/2006/relationships/slide" Target="/ppt/slides/slide1.xml" Id="R75ae5e9aa7a64987" /><Relationship Type="http://schemas.openxmlformats.org/officeDocument/2006/relationships/slide" Target="/ppt/slides/slide2.xml" Id="Re01ea6e920594e9e" /><Relationship Type="http://schemas.openxmlformats.org/officeDocument/2006/relationships/slide" Target="/ppt/slides/slide3.xml" Id="R711e94dde67b4e34" /><Relationship Type="http://schemas.openxmlformats.org/officeDocument/2006/relationships/slide" Target="/ppt/slides/slide4.xml" Id="R8da3abb69ef343e6" /><Relationship Type="http://schemas.openxmlformats.org/officeDocument/2006/relationships/slide" Target="/ppt/slides/slide5.xml" Id="R99e66c179a5c4178" /><Relationship Type="http://schemas.openxmlformats.org/officeDocument/2006/relationships/slide" Target="/ppt/slides/slide6.xml" Id="Rc43a493bf2954d35" /><Relationship Type="http://schemas.openxmlformats.org/officeDocument/2006/relationships/slide" Target="/ppt/slides/slide7.xml" Id="R06219407f9214739" /><Relationship Type="http://schemas.openxmlformats.org/officeDocument/2006/relationships/slide" Target="/ppt/slides/slide8.xml" Id="R5216ce3827474b98" /><Relationship Type="http://schemas.openxmlformats.org/officeDocument/2006/relationships/slide" Target="/ppt/slides/slide9.xml" Id="R32d51d5134434906" /><Relationship Type="http://schemas.openxmlformats.org/officeDocument/2006/relationships/slide" Target="/ppt/slides/slide10.xml" Id="R9398112b1472407d" /><Relationship Type="http://schemas.openxmlformats.org/officeDocument/2006/relationships/slide" Target="/ppt/slides/slide11.xml" Id="R5ab47ae11c164cbe" /><Relationship Type="http://schemas.openxmlformats.org/officeDocument/2006/relationships/slide" Target="/ppt/slides/slide12.xml" Id="R52cbb9113f7f4c9a" /><Relationship Type="http://schemas.openxmlformats.org/officeDocument/2006/relationships/slide" Target="/ppt/slides/slide13.xml" Id="R9b974b79296f4795" /><Relationship Type="http://schemas.openxmlformats.org/officeDocument/2006/relationships/slide" Target="/ppt/slides/slide14.xml" Id="Rcbdf00dcd74f4fd2" /><Relationship Type="http://schemas.openxmlformats.org/officeDocument/2006/relationships/slide" Target="/ppt/slides/slide15.xml" Id="R00c34a14a487414e" /><Relationship Type="http://schemas.openxmlformats.org/officeDocument/2006/relationships/slide" Target="/ppt/slides/slide16.xml" Id="Rf4182cf5a4dc4836" /><Relationship Type="http://schemas.openxmlformats.org/officeDocument/2006/relationships/slide" Target="/ppt/slides/slide17.xml" Id="R28cebe8536104889" /><Relationship Type="http://schemas.openxmlformats.org/officeDocument/2006/relationships/slide" Target="/ppt/slides/slide18.xml" Id="Reb0ae7d9d4954891" /><Relationship Type="http://schemas.openxmlformats.org/officeDocument/2006/relationships/slide" Target="/ppt/slides/slide19.xml" Id="R473337d4effa4032" /><Relationship Type="http://schemas.openxmlformats.org/officeDocument/2006/relationships/slide" Target="/ppt/slides/slide20.xml" Id="R4a28839911284ced" /><Relationship Type="http://schemas.openxmlformats.org/officeDocument/2006/relationships/slide" Target="/ppt/slides/slide21.xml" Id="R38f423bb460a437f" /><Relationship Type="http://schemas.openxmlformats.org/officeDocument/2006/relationships/slide" Target="/ppt/slides/slide22.xml" Id="R95748724558047e1" /><Relationship Type="http://schemas.openxmlformats.org/officeDocument/2006/relationships/slide" Target="/ppt/slides/slide23.xml" Id="R3aeae14c918e4096" /><Relationship Type="http://schemas.openxmlformats.org/officeDocument/2006/relationships/slide" Target="/ppt/slides/slide24.xml" Id="Ra2311396e1f24955" /><Relationship Type="http://schemas.openxmlformats.org/officeDocument/2006/relationships/slide" Target="/ppt/slides/slide25.xml" Id="R219b4f8207ac4ee8" /><Relationship Type="http://schemas.openxmlformats.org/officeDocument/2006/relationships/slide" Target="/ppt/slides/slide26.xml" Id="R63a61c19d0b24a50" /><Relationship Type="http://schemas.openxmlformats.org/officeDocument/2006/relationships/slide" Target="/ppt/slides/slide27.xml" Id="Rbeb3dc587ea54a6f" /><Relationship Type="http://schemas.openxmlformats.org/officeDocument/2006/relationships/slide" Target="/ppt/slides/slide28.xml" Id="R050b8520b896414d" /><Relationship Type="http://schemas.openxmlformats.org/officeDocument/2006/relationships/slide" Target="/ppt/slides/slide29.xml" Id="Ref958b0ed5eb4219" /><Relationship Type="http://schemas.openxmlformats.org/officeDocument/2006/relationships/slide" Target="/ppt/slides/slide30.xml" Id="R9f7e5e0f12f24e61" /><Relationship Type="http://schemas.openxmlformats.org/officeDocument/2006/relationships/slide" Target="/ppt/slides/slide31.xml" Id="R7638ae437f6b4c1a" /><Relationship Type="http://schemas.openxmlformats.org/officeDocument/2006/relationships/slide" Target="/ppt/slides/slide32.xml" Id="Rcb109b40a4fd41d6" /><Relationship Type="http://schemas.openxmlformats.org/officeDocument/2006/relationships/slide" Target="/ppt/slides/slide33.xml" Id="R42e2470ef3924c3e" /><Relationship Type="http://schemas.openxmlformats.org/officeDocument/2006/relationships/slide" Target="/ppt/slides/slide34.xml" Id="R7f52fc82e339472f" /><Relationship Type="http://schemas.openxmlformats.org/officeDocument/2006/relationships/slide" Target="/ppt/slides/slide35.xml" Id="Rf3f0921d1b3347ca" /><Relationship Type="http://schemas.openxmlformats.org/officeDocument/2006/relationships/slide" Target="/ppt/slides/slide36.xml" Id="R42d1ff52380e40af" /><Relationship Type="http://schemas.openxmlformats.org/officeDocument/2006/relationships/slide" Target="/ppt/slides/slide37.xml" Id="R97292ebe3b8b442c" /><Relationship Type="http://schemas.openxmlformats.org/officeDocument/2006/relationships/slide" Target="/ppt/slides/slide38.xml" Id="Rfc9f08f356dc4b87" /><Relationship Type="http://schemas.openxmlformats.org/officeDocument/2006/relationships/slide" Target="/ppt/slides/slide39.xml" Id="Rd90aa75d5c334e89" /><Relationship Type="http://schemas.openxmlformats.org/officeDocument/2006/relationships/slide" Target="/ppt/slides/slide40.xml" Id="R58d062cb492f4f28" /><Relationship Type="http://schemas.openxmlformats.org/officeDocument/2006/relationships/slide" Target="/ppt/slides/slide41.xml" Id="Rc690385a29ae421b" /><Relationship Type="http://schemas.openxmlformats.org/officeDocument/2006/relationships/slide" Target="/ppt/slides/slide42.xml" Id="R6cb1604febc447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d69585673241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81a2201001451f" /><Relationship Type="http://schemas.openxmlformats.org/officeDocument/2006/relationships/notesMaster" Target="/ppt/notesMasters/notesMaster1.xml" Id="Rbfda369656404a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4e8e5bca894836" /><Relationship Type="http://schemas.openxmlformats.org/officeDocument/2006/relationships/notesMaster" Target="/ppt/notesMasters/notesMaster1.xml" Id="Re499199cd1ff42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7e23a60284488f" /><Relationship Type="http://schemas.openxmlformats.org/officeDocument/2006/relationships/notesMaster" Target="/ppt/notesMasters/notesMaster1.xml" Id="R4ddd74216a3e48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d7355109844d6b" /><Relationship Type="http://schemas.openxmlformats.org/officeDocument/2006/relationships/notesMaster" Target="/ppt/notesMasters/notesMaster1.xml" Id="R805e5d6a69f14b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504b1be7d24361" /><Relationship Type="http://schemas.openxmlformats.org/officeDocument/2006/relationships/notesMaster" Target="/ppt/notesMasters/notesMaster1.xml" Id="R6b12bfe3e45f44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f9bd2dbe7d4f44" /><Relationship Type="http://schemas.openxmlformats.org/officeDocument/2006/relationships/notesMaster" Target="/ppt/notesMasters/notesMaster1.xml" Id="Re06cabefd0d141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3e91c6ca7a45f1" /><Relationship Type="http://schemas.openxmlformats.org/officeDocument/2006/relationships/notesMaster" Target="/ppt/notesMasters/notesMaster1.xml" Id="Ra0568279b0dd46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ba2bfb4897443f" /><Relationship Type="http://schemas.openxmlformats.org/officeDocument/2006/relationships/notesMaster" Target="/ppt/notesMasters/notesMaster1.xml" Id="R8db87efa848a42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3cbb0f3ba946e2" /><Relationship Type="http://schemas.openxmlformats.org/officeDocument/2006/relationships/notesMaster" Target="/ppt/notesMasters/notesMaster1.xml" Id="R1013a415f89b45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21620f6b7a497e" /><Relationship Type="http://schemas.openxmlformats.org/officeDocument/2006/relationships/notesMaster" Target="/ppt/notesMasters/notesMaster1.xml" Id="R6d1d095571e44d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6371ae427e4e23" /><Relationship Type="http://schemas.openxmlformats.org/officeDocument/2006/relationships/notesMaster" Target="/ppt/notesMasters/notesMaster1.xml" Id="R308572803e484c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23cc097d844b8a" /><Relationship Type="http://schemas.openxmlformats.org/officeDocument/2006/relationships/notesMaster" Target="/ppt/notesMasters/notesMaster1.xml" Id="R12135ae46a8440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5ea13d38cc4d6b" /><Relationship Type="http://schemas.openxmlformats.org/officeDocument/2006/relationships/notesMaster" Target="/ppt/notesMasters/notesMaster1.xml" Id="Rd9e8852dcf7245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0fb33cceee4dec" /><Relationship Type="http://schemas.openxmlformats.org/officeDocument/2006/relationships/notesMaster" Target="/ppt/notesMasters/notesMaster1.xml" Id="R27378f0ce9d045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12b644a19245c3" /><Relationship Type="http://schemas.openxmlformats.org/officeDocument/2006/relationships/notesMaster" Target="/ppt/notesMasters/notesMaster1.xml" Id="R365ce4686ac445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4a8f089ab84652" /><Relationship Type="http://schemas.openxmlformats.org/officeDocument/2006/relationships/notesMaster" Target="/ppt/notesMasters/notesMaster1.xml" Id="R0de1ffe877d54b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816ce7fddb7453d" /><Relationship Type="http://schemas.openxmlformats.org/officeDocument/2006/relationships/notesMaster" Target="/ppt/notesMasters/notesMaster1.xml" Id="Ra6f4c96d5f3446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a14258fb474655" /><Relationship Type="http://schemas.openxmlformats.org/officeDocument/2006/relationships/notesMaster" Target="/ppt/notesMasters/notesMaster1.xml" Id="R7b6ca65b581a4c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eb00302d5741f8" /><Relationship Type="http://schemas.openxmlformats.org/officeDocument/2006/relationships/notesMaster" Target="/ppt/notesMasters/notesMaster1.xml" Id="R89a8a5fe28054c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770b4212124ed1" /><Relationship Type="http://schemas.openxmlformats.org/officeDocument/2006/relationships/notesMaster" Target="/ppt/notesMasters/notesMaster1.xml" Id="Rd5c765b34b1544e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f42de7a29f742ad" /><Relationship Type="http://schemas.openxmlformats.org/officeDocument/2006/relationships/notesMaster" Target="/ppt/notesMasters/notesMaster1.xml" Id="Rda98cdeeea9a4ac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c72b99d3cdc47e8" /><Relationship Type="http://schemas.openxmlformats.org/officeDocument/2006/relationships/notesMaster" Target="/ppt/notesMasters/notesMaster1.xml" Id="Rb976d8449f644bf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7f417f178ab4f72" /><Relationship Type="http://schemas.openxmlformats.org/officeDocument/2006/relationships/notesMaster" Target="/ppt/notesMasters/notesMaster1.xml" Id="Ra50c01cf704b43f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1d2a571c3f94aec" /><Relationship Type="http://schemas.openxmlformats.org/officeDocument/2006/relationships/notesMaster" Target="/ppt/notesMasters/notesMaster1.xml" Id="Rd926f37e0421405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aef9cf8e537448b" /><Relationship Type="http://schemas.openxmlformats.org/officeDocument/2006/relationships/notesMaster" Target="/ppt/notesMasters/notesMaster1.xml" Id="R3a042bcb9903485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8fc60efd4064bf9" /><Relationship Type="http://schemas.openxmlformats.org/officeDocument/2006/relationships/notesMaster" Target="/ppt/notesMasters/notesMaster1.xml" Id="R8ed0ca2a6bd54e2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5f348cc6d944ab8" /><Relationship Type="http://schemas.openxmlformats.org/officeDocument/2006/relationships/notesMaster" Target="/ppt/notesMasters/notesMaster1.xml" Id="R34167afcadfa4c7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0b41d43aa93494a" /><Relationship Type="http://schemas.openxmlformats.org/officeDocument/2006/relationships/notesMaster" Target="/ppt/notesMasters/notesMaster1.xml" Id="Raa4e31a71a6f471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e82a1e2651a416d" /><Relationship Type="http://schemas.openxmlformats.org/officeDocument/2006/relationships/notesMaster" Target="/ppt/notesMasters/notesMaster1.xml" Id="R4e89b2d3b6134e5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2843b0de67b4dcc" /><Relationship Type="http://schemas.openxmlformats.org/officeDocument/2006/relationships/notesMaster" Target="/ppt/notesMasters/notesMaster1.xml" Id="Re72477d6f940456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35507d35e344d3d" /><Relationship Type="http://schemas.openxmlformats.org/officeDocument/2006/relationships/notesMaster" Target="/ppt/notesMasters/notesMaster1.xml" Id="R36af34cea90c419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6fa510efd924551" /><Relationship Type="http://schemas.openxmlformats.org/officeDocument/2006/relationships/notesMaster" Target="/ppt/notesMasters/notesMaster1.xml" Id="Rd7da38e7f6bb499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7a5166372d0404e" /><Relationship Type="http://schemas.openxmlformats.org/officeDocument/2006/relationships/notesMaster" Target="/ppt/notesMasters/notesMaster1.xml" Id="Rccf188deedf54fd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13e6887331e44bb" /><Relationship Type="http://schemas.openxmlformats.org/officeDocument/2006/relationships/notesMaster" Target="/ppt/notesMasters/notesMaster1.xml" Id="R326f082d9019440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079d2fd29b54f18" /><Relationship Type="http://schemas.openxmlformats.org/officeDocument/2006/relationships/notesMaster" Target="/ppt/notesMasters/notesMaster1.xml" Id="R61850fbf7874479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7abd5a88db74219" /><Relationship Type="http://schemas.openxmlformats.org/officeDocument/2006/relationships/notesMaster" Target="/ppt/notesMasters/notesMaster1.xml" Id="R604d6eb373fd4cf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8c2bdb77fd34a6b" /><Relationship Type="http://schemas.openxmlformats.org/officeDocument/2006/relationships/notesMaster" Target="/ppt/notesMasters/notesMaster1.xml" Id="Rf030e284012141d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e458025aada40a5" /><Relationship Type="http://schemas.openxmlformats.org/officeDocument/2006/relationships/notesMaster" Target="/ppt/notesMasters/notesMaster1.xml" Id="Rd430541748624b1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80594642c7344da" /><Relationship Type="http://schemas.openxmlformats.org/officeDocument/2006/relationships/notesMaster" Target="/ppt/notesMasters/notesMaster1.xml" Id="Rbab3966dae964b8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d13905b9f3c4014" /><Relationship Type="http://schemas.openxmlformats.org/officeDocument/2006/relationships/notesMaster" Target="/ppt/notesMasters/notesMaster1.xml" Id="R45566038b46f4c2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83c30085e674316" /><Relationship Type="http://schemas.openxmlformats.org/officeDocument/2006/relationships/notesMaster" Target="/ppt/notesMasters/notesMaster1.xml" Id="R3845a87800d34e5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6ce3ba1ac784733" /><Relationship Type="http://schemas.openxmlformats.org/officeDocument/2006/relationships/notesMaster" Target="/ppt/notesMasters/notesMaster1.xml" Id="R7cdd0628e3bd44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7d21b283447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e992e136ad455e" /><Relationship Type="http://schemas.openxmlformats.org/officeDocument/2006/relationships/slideLayout" Target="/ppt/slideLayouts/slideLayout1.xml" Id="R2916fe58162e44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16fe58162e44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5fbaabf034eb4" /><Relationship Type="http://schemas.openxmlformats.org/officeDocument/2006/relationships/notesSlide" Target="/ppt/notesSlides/notesSlide1.xml" Id="R61ffd516918a4c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9d5a682914fc8" /><Relationship Type="http://schemas.openxmlformats.org/officeDocument/2006/relationships/notesSlide" Target="/ppt/notesSlides/notesSlide2.xml" Id="Rf60998fb157b4d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936bf59b44ae2" /><Relationship Type="http://schemas.openxmlformats.org/officeDocument/2006/relationships/notesSlide" Target="/ppt/notesSlides/notesSlide3.xml" Id="R59bd18da73d041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03102dfb04b1d" /><Relationship Type="http://schemas.openxmlformats.org/officeDocument/2006/relationships/notesSlide" Target="/ppt/notesSlides/notesSlide4.xml" Id="R10129158ce5145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fe6c4fc284588" /><Relationship Type="http://schemas.openxmlformats.org/officeDocument/2006/relationships/notesSlide" Target="/ppt/notesSlides/notesSlide5.xml" Id="Rff5f7cc559304e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25ca6837f49fb" /><Relationship Type="http://schemas.openxmlformats.org/officeDocument/2006/relationships/notesSlide" Target="/ppt/notesSlides/notesSlide6.xml" Id="Re991fc2c555443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3bf5528cd42bb" /><Relationship Type="http://schemas.openxmlformats.org/officeDocument/2006/relationships/notesSlide" Target="/ppt/notesSlides/notesSlide7.xml" Id="Rd34a51bbbcfa49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f09560caf4636" /><Relationship Type="http://schemas.openxmlformats.org/officeDocument/2006/relationships/notesSlide" Target="/ppt/notesSlides/notesSlide8.xml" Id="Rdf582feb616844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c6d8844704fb5" /><Relationship Type="http://schemas.openxmlformats.org/officeDocument/2006/relationships/notesSlide" Target="/ppt/notesSlides/notesSlide9.xml" Id="R215a065ef98341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4517a6a764783" /><Relationship Type="http://schemas.openxmlformats.org/officeDocument/2006/relationships/notesSlide" Target="/ppt/notesSlides/notesSlide10.xml" Id="R112c5da2a9f94d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2cf88caf3406d" /><Relationship Type="http://schemas.openxmlformats.org/officeDocument/2006/relationships/notesSlide" Target="/ppt/notesSlides/notesSlide11.xml" Id="R70acce071e2847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f158ef86e4579" /><Relationship Type="http://schemas.openxmlformats.org/officeDocument/2006/relationships/notesSlide" Target="/ppt/notesSlides/notesSlide12.xml" Id="Rb010086c48f944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b52a7e1d0491d" /><Relationship Type="http://schemas.openxmlformats.org/officeDocument/2006/relationships/notesSlide" Target="/ppt/notesSlides/notesSlide13.xml" Id="Rd0edb166d99d43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5199d3d0340b3" /><Relationship Type="http://schemas.openxmlformats.org/officeDocument/2006/relationships/notesSlide" Target="/ppt/notesSlides/notesSlide14.xml" Id="R624193f421d749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67199f41b4e44" /><Relationship Type="http://schemas.openxmlformats.org/officeDocument/2006/relationships/notesSlide" Target="/ppt/notesSlides/notesSlide15.xml" Id="R7f4f81fc904643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bf9b9ef514d92" /><Relationship Type="http://schemas.openxmlformats.org/officeDocument/2006/relationships/notesSlide" Target="/ppt/notesSlides/notesSlide16.xml" Id="R98b966648d044a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e8d1914bb44d2" /><Relationship Type="http://schemas.openxmlformats.org/officeDocument/2006/relationships/notesSlide" Target="/ppt/notesSlides/notesSlide17.xml" Id="R0ff9d4f07e09493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295bc6db244b1" /><Relationship Type="http://schemas.openxmlformats.org/officeDocument/2006/relationships/notesSlide" Target="/ppt/notesSlides/notesSlide18.xml" Id="R03f5d35b200b406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2cb9bd1d94ee8" /><Relationship Type="http://schemas.openxmlformats.org/officeDocument/2006/relationships/notesSlide" Target="/ppt/notesSlides/notesSlide19.xml" Id="R2718802463f4496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ac4dc52024c94" /><Relationship Type="http://schemas.openxmlformats.org/officeDocument/2006/relationships/notesSlide" Target="/ppt/notesSlides/notesSlide20.xml" Id="R0d62325f5450431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be4e70a784136" /><Relationship Type="http://schemas.openxmlformats.org/officeDocument/2006/relationships/notesSlide" Target="/ppt/notesSlides/notesSlide21.xml" Id="Rd87c5db5b03e439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0a46fb91a49eb" /><Relationship Type="http://schemas.openxmlformats.org/officeDocument/2006/relationships/notesSlide" Target="/ppt/notesSlides/notesSlide22.xml" Id="Re86d89c2714a459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31e99d93a4b34" /><Relationship Type="http://schemas.openxmlformats.org/officeDocument/2006/relationships/notesSlide" Target="/ppt/notesSlides/notesSlide23.xml" Id="Rd31f34af70db4f4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1c94015c54f5c" /><Relationship Type="http://schemas.openxmlformats.org/officeDocument/2006/relationships/notesSlide" Target="/ppt/notesSlides/notesSlide24.xml" Id="Rc69a9d7e86544b9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87baeabbb4978" /><Relationship Type="http://schemas.openxmlformats.org/officeDocument/2006/relationships/notesSlide" Target="/ppt/notesSlides/notesSlide25.xml" Id="R6426a6d571e74c3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8d26d23ba41c5" /><Relationship Type="http://schemas.openxmlformats.org/officeDocument/2006/relationships/notesSlide" Target="/ppt/notesSlides/notesSlide26.xml" Id="Rb081142ceb5a431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a494ccd2c489c" /><Relationship Type="http://schemas.openxmlformats.org/officeDocument/2006/relationships/notesSlide" Target="/ppt/notesSlides/notesSlide27.xml" Id="Rfd1155a1c8b64ee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ce41bdb4a4293" /><Relationship Type="http://schemas.openxmlformats.org/officeDocument/2006/relationships/notesSlide" Target="/ppt/notesSlides/notesSlide28.xml" Id="R68198bb3d2434c5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04a673f264cdd" /><Relationship Type="http://schemas.openxmlformats.org/officeDocument/2006/relationships/notesSlide" Target="/ppt/notesSlides/notesSlide29.xml" Id="Rd44278a2ecef499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07a7ec44f4fb0" /><Relationship Type="http://schemas.openxmlformats.org/officeDocument/2006/relationships/notesSlide" Target="/ppt/notesSlides/notesSlide30.xml" Id="R6f14aae78be54b8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8813ed7624600" /><Relationship Type="http://schemas.openxmlformats.org/officeDocument/2006/relationships/notesSlide" Target="/ppt/notesSlides/notesSlide31.xml" Id="Rac81fb5edd674d0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351c29ed54fe0" /><Relationship Type="http://schemas.openxmlformats.org/officeDocument/2006/relationships/notesSlide" Target="/ppt/notesSlides/notesSlide32.xml" Id="R4382233ef4ad4f9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0434d1bc44c2a" /><Relationship Type="http://schemas.openxmlformats.org/officeDocument/2006/relationships/notesSlide" Target="/ppt/notesSlides/notesSlide33.xml" Id="Rc60cf7fd479541d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ffa28aefb43c5" /><Relationship Type="http://schemas.openxmlformats.org/officeDocument/2006/relationships/notesSlide" Target="/ppt/notesSlides/notesSlide34.xml" Id="Rc81417d393f3421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e67fd57d34ba4" /><Relationship Type="http://schemas.openxmlformats.org/officeDocument/2006/relationships/notesSlide" Target="/ppt/notesSlides/notesSlide35.xml" Id="Rd5af4a8489f440f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4f8a9772846bf" /><Relationship Type="http://schemas.openxmlformats.org/officeDocument/2006/relationships/notesSlide" Target="/ppt/notesSlides/notesSlide36.xml" Id="Rc01ae6bf41ad40d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6bdfe8aa342b4" /><Relationship Type="http://schemas.openxmlformats.org/officeDocument/2006/relationships/notesSlide" Target="/ppt/notesSlides/notesSlide37.xml" Id="R9a2882a57ad242f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5c7858ab54ee4" /><Relationship Type="http://schemas.openxmlformats.org/officeDocument/2006/relationships/notesSlide" Target="/ppt/notesSlides/notesSlide38.xml" Id="R8f30867e64e7494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db286de894d77" /><Relationship Type="http://schemas.openxmlformats.org/officeDocument/2006/relationships/notesSlide" Target="/ppt/notesSlides/notesSlide39.xml" Id="Rc59bb00215c0466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f50d54cea4e90" /><Relationship Type="http://schemas.openxmlformats.org/officeDocument/2006/relationships/notesSlide" Target="/ppt/notesSlides/notesSlide40.xml" Id="R440016ed3925493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40446b46d475d" /><Relationship Type="http://schemas.openxmlformats.org/officeDocument/2006/relationships/notesSlide" Target="/ppt/notesSlides/notesSlide41.xml" Id="Rf307ff4005644f8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4c4b0046f4853" /><Relationship Type="http://schemas.openxmlformats.org/officeDocument/2006/relationships/notesSlide" Target="/ppt/notesSlides/notesSlide42.xml" Id="Rc9138b850f5c43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23478-ECDB-4938-9BE7-2812DFA2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A6A85-ACB9-458D-B531-EE06EE5B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 to Aircrafts: History of aviation; Atmosphere and its properties; Classification of aircrafts; Basic compon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73160-6BA0-43B8-A027-65A2ED66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Aeronautics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1BEAE105/205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E46F4-C496-43C6-97A0-D57F1A4B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9727A-7A39-45BC-AB7D-CBBC9E5E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3B61D-0B37-42F8-B11D-919117D6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23A3B-CD3A-4387-831C-4ED58D88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D1DA3-685A-48C0-AC3C-69AC5795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49036-3F18-4F16-9611-C2A906AE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CBBEC-1250-47BB-9D1C-D4DD86CD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D35AB-439F-48C0-B5B6-DFED78E1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2BC7C-21BE-4178-B4CC-CE2F224F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F0793-29B4-41A5-9ADE-569F31AF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34347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200E-6950-41BB-9A65-94452F54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C3B49-6F5F-42A3-9A80-66B0DC57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458D9-FC39-4563-8695-8A23BDED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22999-3576-4BD2-8722-858F61F4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7D6F6-1EAC-47C8-8A3A-B2DBDB8B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277A5-1C14-4BBC-B874-11DAA397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B7D7A-22F8-4C6E-B919-03DA5309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BDD01-98A1-4437-BE0B-F4B6F000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855ED-3ECE-4615-8327-6469993B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EB909-A3EC-4516-BABD-1973BDD1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47F7B-363B-4101-821D-58EED40C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25F8F-7BD9-4BE1-B392-D3F15204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27D7F-7E90-4A5B-AAFE-55E6988A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4A601-22CB-4E73-B8A0-EC62957C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B6B0E-2A9C-48D9-8D5F-5117EE3A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928481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7B4282-CC87-4B49-AF54-84BC60BE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5F23C-F2AA-4B91-AA18-56443FC5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27304-85F5-49E8-993F-77C87305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84304-F25D-4DCD-88D6-10587407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8900E-8C06-4EDA-9C02-4BE3593A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478A6-D021-42EB-B24E-846C3A33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97D85-CF50-4184-BF15-7535DC0C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08A79-7FE3-494E-848A-D607CC0F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FDB9D-3E03-4F12-A2E1-6A9084F6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Aircrafts: History of aviation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3B7FF-08F7-488F-94F7-7480A557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EB989-39E9-4535-9471-DC9E5B31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92B87-B5F9-4B0F-92C9-1A2EAB39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Atmosphere and its properties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FF46F-81FA-474A-A4BA-26F57DD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024C4-4EEB-4E05-AE90-59905E88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1F0AB-7B74-416B-93C5-AB07EAB1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Classification of aircrafts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FAEF0-0828-4EFA-82DC-DB02337A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40011-3368-425A-8FDC-4C95FC0E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B9702-ED7E-491A-A93D-8390F108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Basic components of an aircraft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8D478-EA27-4C5C-8D5E-1618C96E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59898-9AA9-4981-A831-1BFDA8B6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5147C-EF0C-4CAF-974F-52C28FB5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aircraft axis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42BC0-8972-4B2F-8ACB-8E631DEC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6C256-2377-43DC-BFE1-AE274FB7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81E107-5CF6-423D-9315-2767A9C3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control surfaces and high lift devices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3A94B-7F72-4AD1-8703-EFD656FD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D6C98A-F3AF-4417-960A-1A89A7DE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7653A8-77A5-4CB7-9AFE-C8BDA974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conventional design configurations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B237F9-9268-4A4D-9F77-BC2C8ED1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1D75C9-AF33-425D-98C9-3186FEE0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21B0C9-BE59-459D-AC27-117FC5EF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principle of operation of each major part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DE4C26-B51A-42F8-9DE6-199A3A73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8E2041-F07D-4491-9C34-3B8396A3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1090869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AEB3BE-828E-412E-A3F6-262891BE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6E9E1-AFF4-4C90-80B2-0ED570A9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2D347-0F9B-4FAB-867B-A6F7F197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1C7AA-DEF2-41C2-83E5-F9CE272B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CDEEB-CD45-4614-8337-ADAD404F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08382-9C93-42BB-BD9C-24D79C57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BA764-650C-496B-A7C4-423F43AA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4B04E-B8FF-4ED4-9CFA-7A11693F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Aircrafts: History of aviation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5AB44-4615-48EF-8090-786968B4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40BF8-9BC6-4D44-896E-FED1DED3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17FA3-F4BD-46C9-B1F3-390220FF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Atmosphere and its properties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14940-F998-472C-B592-C473E82D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35931-61A6-48D8-83AA-1A379150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C5BE5-7747-48AF-AB53-472A9550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Classification of aircrafts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95FE0-194E-4CF5-88FB-A089A80A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F1425-8E54-4F5C-B12D-AC86E571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8A6FF-EC99-45B9-AA6C-C71216D6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Basic components of an aircraft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17655-88F9-4466-B81F-1D1BAC2B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DAF06-F66D-464E-8AF5-05F88B62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E698F-626E-4E92-A24B-A04A502A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aircraft axis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85D24-96CB-4463-B220-2D994637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1C5EAE-34A3-476A-9081-368B90F7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37C14-42BE-44E0-A784-933E698B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control surfaces and high lift devices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6ED918-1FC5-415B-8E37-5D279544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851C1C-FE01-4237-AE78-53358DDA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63B5E6-448B-4D04-82C9-4A91FBC9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conventional design configurations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E7B6CD-B545-4C4D-B40F-4B78AA19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C018C1-4230-45CF-9D10-09E114C1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A14354-47A2-42D8-B7A3-7340BC50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280048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F1ED8-EE4A-49C7-99B0-C954FA2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E9750-6252-40DC-AFAC-83F9F678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FA6AE-3D0C-445E-B423-9B081E4B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5E9D6-BA93-4120-A7DD-A8CC405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DCCD6-27AF-437C-A8A9-FF4E13E1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Aircrafts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C5F90-49CA-4A9B-9838-F8B4D362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51273-9B17-4ED1-B93C-2E6520C6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aviation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E59E6-7F08-4104-8E3D-6D39E3C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Atmosphere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2DB28-BA8E-461C-B1C7-181D0E15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F6512-F03E-4490-90F5-0FB23D62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Classification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3342D-D16E-40DC-AFBD-B9473C70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4DA9F-3AD5-4AFF-86B9-BD3E1C16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components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C589B-C156-4536-8375-E11B184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aircraft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FBD35-930E-463A-B92D-BE484BF9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axis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556FF-DC7E-4D9B-AFE5-74EE2824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CEFD1-C1C3-4F37-8985-A8D81CEB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0303142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4ED84-5352-45C3-BB67-C6917C1E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42858-2649-487F-9C07-1038F718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5654F-A0D3-4994-83EB-9B1D0A1A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DBB33-00FE-48AA-B555-603588A0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1CC01-F7A2-4A62-A8AB-2F91CD32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Aircrafts: History of aviation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8244F-FEAA-4417-BAB2-AAB52ABD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Aircrafts: History of aviation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0799C-58B5-4CA4-A555-316BB35B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7C88C-3596-47DE-88EF-024C97D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11D8B-F480-402F-A659-16EB2004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1F40B-963E-401B-B072-ABC4CDB1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5096C-811A-4240-82E6-1DEA2EC9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DB363-F56E-4203-9C4F-11ACE513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EA081-09C3-417B-998E-D2D8DA22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C959F-9226-46E3-A6DF-BCFD4D84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5A2FD-DF7F-4A9A-808C-B1517D67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1F365-216D-462C-BD4B-FCA038D7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509550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83D183-FDC9-4FE5-8639-B684D9FF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1A45D-ED09-4244-B9E3-7F05821C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9E116-07DE-4361-959B-495D6A83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2ED3C-1174-4727-B154-E403E820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640F3-BC55-4478-B457-3CEB1D7D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A40EC-72BD-45BF-BF61-1621A46A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9D0FE-4635-412F-8E53-0BE98D98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5626A-99CB-4A59-9F53-77B9C250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E7566-F6FA-4645-9653-92379F26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Aircrafts: History...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BA35D-37EF-4DAA-8AE4-4BBBBD0F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EF1F6-FEEA-4DDC-8D9E-811124D6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21118-70BF-48CD-BD79-98BE7113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Aircrafts:...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83A0D-91C7-4064-A642-A94CA389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CB1F3-0BDD-4401-8838-48B645B8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B5FAF-4DD2-4A4A-8F98-1A45BB7E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Aircraft...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C0ED4-71C1-459D-A7AA-85F50767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1406B-4730-4265-A031-A5FD2D50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86E91-90BB-4104-B9F7-8EF94ADE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Aircrafts: Histo...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7567B3-3606-4794-9DF4-2E47B14B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C74A6-C306-49F3-8D82-FDCB12FE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2F263-E236-4588-B7A6-0206D867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Aircrafts: His...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057D6-A390-404E-82F6-CB9C0DC2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8419F-DAD2-422B-914E-173689D9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5845424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087F3-47DF-4604-BA09-D8A95C6D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0D280-34FA-4C8F-96E4-B505233D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FDD48-FA04-49C0-98FC-B2AC2CC9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DCB09-1F7A-48B2-B790-4BE8B6DE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FB329-521E-4696-933E-78BA3023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2C1C0-3DFE-43E0-A97A-91EF29AE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2310B-EFEE-4E16-AB2C-233196EC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6AB67-7233-4C3C-A024-1C094827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E5A63-20FD-455B-B531-D558BB85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ED0A5-A577-497B-8286-52393238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55FEB-5A00-410C-BCFD-3DFCEAB4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BE723-123C-4217-8392-C8B784AA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4B623-2566-4EA4-B856-EB18DBFC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7A344-688C-425D-8E03-DF9A9772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DB18F-4BF3-4EB9-9AAE-92E58A82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7646504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5FCBF-00A9-4464-B977-480F4025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683A5-C410-4B5D-8D64-2F2BE405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CB1E6-8327-48F8-BBB6-781EB6FD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24ADC-4BFD-4513-9421-A61526D2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301A6-E51E-4E16-906A-D7F3FE20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B3FF9-6B48-4F70-B55E-5F0ADAA0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Aircrafts: History of aviation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1A2E8-EB28-42D5-A7F3-461C0B9A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ECE80-18D1-41FA-8E55-ADDFF46F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73436-8607-4AAB-AF07-E0873A4F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F8934-9081-4E4A-B6CE-8FA6EBB5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FD1B5-1830-43F9-A5FF-35A3D25C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9671654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1B1E0-8BBA-474A-97F0-83E5E1EF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56D34-FCE0-4DCA-B23D-CDEEC116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865A4-C93B-4DD9-9A8A-43DDB287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75792-D615-4ED9-A2B9-511C5648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4D92E-C03D-4C3C-BF3B-77A2A5C6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Atmosphere and its properties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A5566-B20A-4AF9-B568-84ADEACF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Atmosphere and its properties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799EA-95B6-4FA6-B917-19713E6B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448C6-9C54-4B48-8095-9DEC587A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7C5AF-3ADA-410A-AC02-9BC7BAA2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6972-5458-4D08-AE0B-EC4D32F4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A7DE3-4729-4AEA-819B-407930E4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58515-4081-49E7-B83B-4794E6BB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42A78-C0CD-4F22-BA81-6D63B2A9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AA9AA-05D7-4D27-8591-5F905017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DD367-FB79-418F-8D3D-5F847904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CBCCF-BCB0-45C8-8862-0156E4E4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774980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D02993-7274-42DF-950F-C36B2932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F62CC-D6F8-4DAB-AA7B-6798798D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A842C-4FC8-4100-AA9F-19ED5C4A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1917F-FF65-42E2-A778-3A4ED67C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DC6A6-6EAE-4B94-9E7E-FD87CB23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3719F-B1DF-4115-A985-CEFF2AD6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728D8-E690-46F8-A90A-0DAE912D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6A906-DBCC-4F0D-8C83-145708F4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44A4D-17E0-43C5-A9FA-DFC306A0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Atmosphere and its...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23D61-8FF5-41E8-981B-C68956C8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DE4CE-45A2-40EC-A405-3202D1C8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271A9-CC71-43D3-8C6D-1540E6D3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Atmosphere...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57D44-B1A3-4F93-A815-41C914EA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BF80D-5689-443F-8CAD-EA45E52F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AFD81-665C-436A-BC5B-D805A7E9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Atmosphe...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91EE7-088C-4858-B5A3-73B7FD26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22AEF2-4155-4006-BF31-D1C66F9C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9572B-8E7D-4762-B6C1-3F0E9BCA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Atmosphere and 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15D2A-97E2-4B24-8283-24CAFA4C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B1C70-B640-4E08-A40F-E1CCA2F7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6A6D5-B0E7-445E-B19D-7F6C2372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Atmosphere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8CF40-0346-48F9-93D6-538DA284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7ED84-B2D2-42FE-A968-73EB9B0B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0679897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DFE29-7303-4D9B-BF87-F4ABDB7A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C4501-3B6A-424E-9D32-0F746220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F9B63-6A0D-4D40-84E7-8CEC0E4C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5B0F3-2905-435C-A2AE-86B654DC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6E87B-A3BA-43C3-B5D4-E3DEA17F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F1C31-B0D2-45AA-8523-6A278493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4FB5B-1BA7-4A3B-916D-70558C77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82EF7-A7D8-49BE-A37C-BC190F4A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A50A1-B74D-4192-8DB5-66CD88AC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9B288-7A01-42C7-9A30-DE7B075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F66AF-998C-47AD-806F-17305DE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B57EF-A419-45EA-A151-942EAE76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A4CCC-F8A9-4AA5-A64F-979C3B79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64363-8126-4A29-B2F8-33A61320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E696B-146B-4AEB-B2B5-7E3F77E6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4991655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584AE-D2D6-4A7A-BA20-E356D913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7DEF1-B07C-4E4D-818B-AA7C7CE1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9C913-00DD-4AE7-9C51-346A97EF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B9AC0-AAF9-410D-BD8D-81BBC50C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2251B-AE89-4F3D-8F8F-1758C8CC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708E9-D9EC-4C08-A872-7F44D2BE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Atmosphere and its properties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524F4-585E-41C8-8814-B2773EC5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3F407-24B4-47F3-A104-C816DA97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9787C-00C3-43CD-9454-B61E3519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D1730-4E9F-4541-AF81-7E536672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9B56B-64BC-46B4-A3CC-1131C7D8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6135252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FDD64-2353-4B1C-B72B-DDA3487B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812A4-4E50-48C7-BD8C-891FDBA6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94A3C-17E8-4C90-91A0-F18D7712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87587-1EB9-4C07-A9D6-9FA80E8C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2A25E-D252-4F79-8614-52F9569A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Classification of aircrafts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35E26-CE55-4503-A931-AD176D03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Classification of aircrafts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30285-09E3-41C3-977A-08A76F22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07D91-2E65-47DF-9070-F35548FE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32F12-6856-43FE-8771-266F754C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D259E-D75F-4542-8A8D-A57232F8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A4997-6AB3-4BA8-B002-8BDB64AF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EE063-C3CD-4BE3-9E4B-EC544D38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A1D13-C44E-4E3A-9B53-64673A3A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7C000-869D-4F78-8D0C-84519E78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95CBA-D4D0-49CF-AF4C-F87C4940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22001-10C1-4D4F-8FA3-A98BE53E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363277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3F7CF6-8556-435C-9E5F-3098FF9D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FA678-74AE-4019-A63B-17603C09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E2441-693C-4ABB-9AF8-0F2B3360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FF202-4CF2-43EA-8996-A78AD39A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CE98B-EC23-42A8-AA70-C5D46E4F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121F6-3D2A-4E7C-8C05-C652CA8C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32A43-EAD2-4133-BFE7-76FD3A63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A4A28-63F4-4624-88D2-D6ED3A34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544DF-ECFF-49BE-92FA-6C22E38D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Classification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4D77D-CE73-45EF-A893-88C91BF5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3559E-E7EB-459F-93C2-9A0244C2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BE8D3-BC97-46A9-ACEC-42094C39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Classificat...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84DD4-71B4-47B9-99BF-6C4F54DE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916FA-9952-4175-A594-8EEEBB46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D4615-DBFF-4CD1-9E20-2C4517AB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Classifi...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D29B3-C9E3-4D3D-A61C-07896047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51FAC-4EC7-4F02-9C06-6FF688E3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AAC82-B57E-4725-A746-449D6178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Classification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439DE-4C07-42F3-86A5-F9C748AE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C3730-79BC-43D0-A356-024552BF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92E278-4676-42CA-A7D5-A25D74E1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Classification...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8BEBA-067F-487E-817F-D23C4A48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DDC3C5-919F-4626-ACB8-1544A4A9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403976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FA62D-1511-498E-9DB6-41D58AB4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4A40C-5F7B-4276-9B19-CBB22B64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58CBA-5E78-481B-888D-5BBE6B93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D81CE-206D-41C0-A69B-9237766F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B7D8F-2D72-400A-AF07-4D20CBE3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C777A-01AF-46DB-8397-D1224301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664DB-6404-4650-A0D0-76BADD68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F95A1-DF03-41B4-90C5-A22AB5B2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71B37-42F6-40FF-A005-A48B17B4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4B22B-9684-48C0-9BE0-B900E241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1C64F-92D3-4CEB-86DF-D91F29B8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101DB-816C-4FDC-A12F-AF25A77B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E20FF-826F-44E0-B9B2-F6EF08D5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9C0F8-F8B9-4510-AB1F-A1E48886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F2E5D-5592-4E4E-B643-8D6021DB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466493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4DFAA-912B-40BC-8B69-2ED0950E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662AC-F7DB-4E22-A524-C4B94520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C1BF7-878B-4537-A781-06DAFBA9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BF57A-F0D8-443E-ABA2-3B28EBB4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898AC-597B-4BB4-89BF-3C2A53A8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F445B-6323-4FC7-95AD-7F2008B7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Classification of aircrafts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75C81-5AB1-406C-92B7-80DD80B1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D1373-806D-495E-8E72-83C9CB60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0487B-B3F3-4274-B350-79FC344F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C4DBF-F9F1-493D-BF0F-AAED720C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BCD37-A720-47B4-ABA7-398506EB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719094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47AE1-2755-45AF-ADA4-3B03B656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189EC-210F-4A25-AE69-E77C44F0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71A2D-76E7-43AD-B977-5CD3FCC4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EFD7F-CD76-4223-AAC9-3BA16CBF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25F4D-10BD-487B-9870-283CC6AF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Basic components of an aircraft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0FB00-3B50-4CC8-9B03-A4ECB365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Basic components of an aircraft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CF543-F03E-4D43-9B04-82D8BA87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D62BE-767C-41AE-B43F-FA8B8051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8C365-2969-4F88-97E3-2DC2D6A6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F3691-CEC9-4C48-9106-38D48B3D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93DF7-5D37-415F-950C-78E277EF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ECCCE-11F2-4EC0-A64D-FEFFF5A1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CA251-E9D8-4339-B0E7-A1610803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DB9AB-224C-4B1D-9D60-03C71719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8FF5D-EBC0-4C8B-B39C-155B6199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01CBC-4360-4FB5-BF1E-E495B740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3386277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39A5E2-420D-4B3E-A0C9-04124578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B7707-0916-4F2B-ABE7-8657C0EA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C1A30-4211-43DC-96A4-C2F592AE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C206F-AEC7-4F31-AAE8-8F1618AD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551FA-67FD-44FB-AE2A-467966D4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2843C-89A2-457D-BDAC-9B5A3F55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18990-69E8-4078-A535-4D919694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68F0C-B6EE-4586-AD58-1C0D555A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BA8DC-35A5-4550-8C05-0A3DBB0C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Basic components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E9A53-71DA-4A77-9741-6D277F0D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09619-6468-4043-8E47-7C0788A9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D0021-5617-467F-86E9-28D14FE2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Basic compo...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C36D9-10AD-4175-BDD3-90BEB437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D6E33-3C50-4FCD-853E-B99EBCB7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55651-DF70-4452-BD4D-B0660695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Basic co...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B2FF7-EF06-4F24-ABE9-019B7783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AD576-B484-489F-92F3-0DD1BF0A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764B3-CC56-47D3-87D3-18EB249F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Basic components...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F0BAB-B90D-4516-B1A8-237D6303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B464B-D9C4-4FD9-A663-61BCE249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BFFD7-087C-473B-88CF-DE89DCEE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Basic componen...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CAC5AF-BC45-47AE-8EED-83FCFCD5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CB7F98-F202-4A66-A844-7C2DDCE9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5180005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49990-CA8F-46E0-9B2A-AE854CF0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18909-813E-47FF-B6CC-5E090843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EE739-8840-45C4-ADE1-88BD95BC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A6ED0-151A-4C79-AF3A-6FDCF5A1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BB8C8-2EC6-4BE6-AA03-38CB8821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1F06B-06E6-4B3E-9E29-1D4B5894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2AC07-F844-4684-9B8F-5037C75B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B1FF9-5158-4807-9D10-B5988C0B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9AA50-52CF-4105-B343-638B52EA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CA53F-E9F7-4B12-9828-48E5501E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753D7-993C-49C4-AC24-7DAEFD81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C5635-A6B5-4B25-806A-12066F23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E7DB1-8C0B-42B5-9A24-A895C0B3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2378A-6486-47D2-BD87-CB4812B1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D7E00-B8BC-4E00-B128-7616C8C7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787086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7C688-DB37-4F0F-9D23-B73699AC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359DE-8482-4A48-A00F-B3B1E43F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18591-B292-46DF-94FA-00343929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021C6-0A1A-4AA6-9499-C7C96673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3E784-6BF9-40E6-9577-447CBCB0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B8911-5375-4A58-A411-E8100AB2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Basic components of an aircraft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A6CCB-28E6-45B9-B4DA-93F2D7AA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6F347-825B-40CD-8612-BAE41F5C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9611B-E78D-4B35-909C-09C4734E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F1409-DAA6-4015-B124-FBF22C8A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16563-0644-4317-A417-A7982E04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0746541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2D473-05AA-456F-A4B6-D86BF681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CD839-9FC4-4949-B9D3-D3C82596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E45F7-34F3-43EE-BCE5-767A493C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DB741-7770-40E4-985E-BEDC0467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D943A-5147-424F-BCDD-3C8F64ED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aircraft axis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180F9-09E2-4D30-86FB-490A0829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aircraft axis system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544F8-0FC4-477C-AF40-C19AAFFF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57936-740F-4784-99C2-E91E0E07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0C796-2353-421B-8CFC-50EC3E66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43AD5-1C1D-4075-B44F-BBFE158B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66BBF-CF89-4814-840A-921FF8F0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44D16-5C86-4A1D-B5B2-8137ECAE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2FAC1-2110-4B3B-AE7A-0DF50A81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E921A-5BFE-46DC-BE6D-E3C6727D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CBF40-EDDC-4F8B-B5A1-152F6788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02F57-3AE4-485B-886A-49BEF87D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2182165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78F235-59D8-4C02-B869-5F5EFE52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F317F-05E1-4540-A58A-D74E5639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26067-252F-4511-A5F2-31ED0A0E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3DE1F-DA86-4E4B-9E08-2F6AC70B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EFCD9-E2F0-4502-9ADA-6408D14F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1EA92-F373-4D14-BCC1-D71D8D49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66FC7-254F-4D2B-83D3-CBE31C50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81332-937E-4281-93E8-7E988AD9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D1CFC-333A-4A98-8C2C-E21A3B1F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aircraft axis syst...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597F2-3C37-4B02-8F42-D9AB3A4B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D4A66-529F-4FEF-83F8-85E3DB08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64170-0531-4469-8336-C016B0B0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aircraft ax...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70140-FD54-417F-B596-ABF0A934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A8228-5DCA-481E-9CDE-8456D8BA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DB1C9-A12F-4659-9849-725EF5FB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aircraft...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212E2-5E89-443F-8DC9-2DB77E06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86B3B-0A2A-408B-B9D6-AD7F5E73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C3F43-5C2F-4B8E-87DE-D1D5CC36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aircraft axis sy...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C0832-7137-46BC-BE5A-B36B5A31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EC31B0-22DE-4E60-A710-F60FD255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4F0F3-88C9-4711-8B11-3D6D8146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aircraft axis...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FED322-9E4D-414C-8157-8B7A4B79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65D69-95D1-45CE-89BE-60B4EB23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0397143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CFBFE-314C-4F38-9A1E-DEA1DE24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EF73A-7356-4901-9B8C-D3F744C6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8F23B-F1F8-4977-BA2D-88D3A4AC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69BF1-721F-4EC1-A95E-13102013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7876F-A6A7-434D-84C8-7385B47A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1A558-9251-4A05-9207-334BBBAC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CD0D4-8064-4EAA-897F-613B823B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A2C72-C199-4433-84AF-45ED0CCE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94368-FAEB-420D-B2E9-BD02FD78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FBFEB-2852-4A92-B10F-E7E6592D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48B6B-3156-4459-A85C-3F986DB3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FE27A-4C4C-4E25-819C-FD54D89D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53123-60BE-432F-B040-53E7746D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3AF5F-5F05-47A0-A623-D9D57F82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62392-C49C-4125-A7D1-1E703557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06953691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F4480-405E-48FE-AA1A-A62C3E36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FD5C6-403F-4EA4-8F1A-3FA2671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B5B83-1AF6-40E6-BD0E-134CDB53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128DE-4262-41ED-B78B-A8152FE6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FC592-A2C6-480E-AAED-5197EC51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44F5D-CC21-4069-AE92-AA47B9BB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aircraft axis system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93DBA-9208-470C-9899-6511E146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0BE5C-8B8B-4EC6-9303-842BFB7D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961FB-75BE-412A-BC7A-48CA77AA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AC7C6-0AC4-4695-AD49-0F2DECE6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E3557-4F54-4E46-B265-8DBDD2FA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243571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45809-467B-406A-A9BB-DCE76F74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59633-A2FE-48F6-9B82-01F38C3F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2AB5D-F120-401D-B034-F9FF462D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AF3EA-C92C-4DEB-86A5-57D6C7FF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2C491-5B87-47D1-AEA4-E9C9C976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control surfaces and high lift devices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54409-843F-4EC4-8AD1-0630785C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control surfaces and high lift devices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1F193-468B-4194-B7AF-17AC9E24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1BDC5-4A18-40A5-9F25-7038016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F51AC-A075-4EBA-9AB8-5B7FF8B0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2ECD6-A948-4CBF-B7F1-76C139EA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3A88B-F891-4950-8ADD-03E61940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07235-817C-4D2F-938C-2FC7AC7C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870E4-ADA2-4BC2-B62B-CB828732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53957-1094-4E0B-866B-309638B7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120C5-4AC9-4243-B37F-72E9017C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B76C7-7EC3-4289-9325-A8FE388E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83807468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A3C5C-60C5-445B-9239-71D2B24A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F103E-5473-4001-895B-3544C9AA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F0986-6EC8-4984-AF27-131251E7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65BDF-B0D9-4D19-9493-7B005FEA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646FC-52D5-42F8-B830-0A80738B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A4DBF-EDF3-46CE-965C-978E1E78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548BA-ED39-4F40-BA9D-BF06E2B4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C3611-0ADD-4336-A23A-284A0D26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CF373-9660-4C4C-9281-29428AD1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control surfaces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A709F-5CB3-4D7F-8892-1611D0E8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29519-2FE6-4537-B9A9-BA87FAE3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F7CC2-2564-418E-BB0C-8387E70B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control sur...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F2727-6247-4ECA-8DC2-9679ACD5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0F971-9B2F-4677-9467-C856CDF0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F424F-B6BF-4E8F-8968-D1E349CC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control...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BAD6D-7313-47A3-8864-753EF6EC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F894C-9F12-4A43-973B-59FE8919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2F205-300E-45A5-B1BB-74BBC30C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control surfaces...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701D5-5CD2-4E9E-B707-605D5237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2B6C3A-3503-40DC-9504-3BE00138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24018-8445-41EE-AB41-3E8C55E3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control surfac...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DCC65F-2F0C-45D3-BE4B-58C89584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EB3C7F-4441-451E-8A69-5B16BE17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9248407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75FFB-5247-41B4-B368-7A9BCAEE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FCF99-2B21-4752-ABB4-8BCAA363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73183-7972-4461-9047-F5137971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9794F-1F65-4AF9-9F46-15CE40E8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D5F08-6619-40FD-BA4C-08EE8492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109B4-9173-4A2A-A60D-76067CAC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D459E-1F3E-4BA4-B914-66A28101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E5D99-C82F-4EEA-82A3-CB7E955F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D990C-1651-4C95-A0EA-E60C1410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3EA61-9238-48D2-8364-E3BA8E5B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D7F81-C97C-479E-B883-9C76214C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7E5C1-3320-4F68-A3F4-4AC527DB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EF264-CE59-4A80-AA1C-15DA28B0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3DA45-6E59-4B5B-BE48-C2FB70D3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70D87-226C-40C7-AA05-39B73717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7243237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DC7C6-CCE4-4FC5-9104-D03E2467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81635-11AC-4D3E-BE58-D4460309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C8A24-3DF3-492F-8EE9-CAB3E7D1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CE367-F9E2-4F1D-A24E-E06D79E5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6BDF6-F5AA-4AA8-B45E-4BBAF9F5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CE965-98B2-42A2-88E5-FF2329D4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control surfaces and high lift devices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17468-96B3-46F3-B215-2A65AC28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2E97F-EC7F-484A-8A65-BEC510CF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5EBBA-137C-41EF-9281-7345D693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28ADE-2227-40C4-9B58-143B0FAC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F03AA-A8CE-414D-8541-FC44EBC6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5289575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B46CA-5705-4388-B8D4-2E8827E6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27B75-46BD-4FCD-B331-834032EC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DD363-1426-433C-90DB-BDFCCB5F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6486F-BFF2-48CF-9A5D-AA74F1E0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1305F-6D46-48C4-9233-034EC9D8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conventional design configurations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39A0A-6550-4AD7-9397-A890FADC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conventional design configurations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60971-A68D-41E9-9727-98CDA01A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5C7C0-375C-4DD9-BF8D-88D1F48B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5C49D-DCAE-4279-A494-0B6EC148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4A81C-FABB-452D-9E24-8398CD58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EF524-081A-4587-AA7D-99A65DBD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E34CF-3F1E-4220-BB40-3EA9CABC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AFCF0-A777-4B4C-B242-B265E182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92D95-55EC-49CB-8291-DD8A17A3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995DB-9B5C-4C48-B87B-65A089D2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E8963-8DA3-4695-9FC1-8481964D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13022081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71A89E-5365-46DC-84C9-CEB92F34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41D41-AC78-4F28-A189-F0C27CF4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69EC1-CC8E-437B-9893-D4440BD3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B6F6B-98E3-492C-8E9D-67DBBA8D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30B6B-C183-4A28-8149-1537B487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3FC4B-1A4C-468A-8B3D-68181DC8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2E0F4-87FD-49AE-84E4-DF842377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3879A-9C5B-4707-B239-27EDCA09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0C45C-9F6F-4915-81C1-AE212303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conventional desig...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94350-0606-4949-A0EC-1E2583B3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42C28-DAC2-4F58-B43B-CE9C0157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422FB-896E-49A8-B7ED-2DC63105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conventiona...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5CBFB-3A2A-4A06-A1B3-D33CBBC5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DEAFA-FC2D-403E-AF15-4F24379E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2AB93-3FA6-4B86-85DE-C26E421F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conventi...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7993B-0B2B-4A38-A51E-5EA168F7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CDDA2-894F-4384-BA5B-61AF2237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7D8FD-8DE3-4920-BF08-6808163D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conventional des...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6473A-9691-44B4-8C3E-1D713610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E4600-D7A5-47E1-8984-699F5CAF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F7AB9-CBA9-41C1-86A5-55F32BE4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conventional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072E33-2F49-4A41-A9BF-250B98C4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2B924-68C2-4A30-AEE7-D6BEA0DB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1265252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FDD41-BE6B-4390-A4C2-C544957A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54089-4F29-449E-939B-9D652B5F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55ADA-998E-4729-A893-73845574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9EF39-B1D2-47B1-9766-977037BB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4304A-7E5A-4B8F-B349-87B2B1E6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E281C-3FBF-49A5-B482-2612FD7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D19C5-692E-47FC-AB97-68279EEB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5F6D0-0B6D-4937-9FB4-2DFCC3E2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FC114-27F3-415B-8052-80E0D9D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B6140-369B-4D6C-B534-24BB33B3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1DE18-EBC8-4784-B5B9-16847FB2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047B5-FC54-46F9-AD89-F21320CE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93C77-03AA-44CF-82EF-C85B26D1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4F167-721E-4A9A-A54E-7392FACC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0A31E-2624-40C6-895A-948CEEA7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253338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052DE-25D6-4172-B0E2-ED230363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E5EA4-FC46-46B2-AFD3-211F72B4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78582-3742-47A4-9A71-15479C49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0AA09-7BD6-4D10-A58E-24A31F5F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AC767-0FB4-497A-9ED7-8973746E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26C85-E40A-42B4-A6F5-8F2FC6DE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conventional design configurations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18F6B-C29D-4A80-B241-E9BF34FC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485CF-AD1F-4BF1-9E6B-8A4D5F63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1C723-0507-4940-90C2-2112F738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4E597-6EC8-4C4C-B684-D7B77CBA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F678E-AA04-4123-A72E-11A2D0C0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49247850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2742C-F961-4E71-942C-7ECFA018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9DE02-4957-4979-BDAA-6D201BA6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64E32-35BC-43ED-A1A5-8D075DD7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EF122-78C1-496B-863A-35F758CC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63CA3-EFEE-4DAA-951A-1A4A18E3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principle of operation of each major 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0B5DB-B418-4389-9760-982AEB18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principle of operation of each major part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5DBC3-F444-459F-897B-DF5A3915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E77DC-689C-49A4-9B88-DE312261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283A5-BEDD-4FED-A181-53E4F4F7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169B2-BA70-4E9D-A91D-B13874FD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58486-93E3-4E0C-9F52-B9E93C1F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738FC-9CD3-47AC-B28C-C0DC52B9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811FF-41A3-4BD1-A7A0-302C5325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0799D-E845-4425-8D7D-DF11BF99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7A6F5-7133-4C48-A1B6-253E1CA0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30821-CBD4-4709-B828-8044AC28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8740451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BB1B8-60ED-4AE0-97CA-CF711C0D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8295E-D526-4C9C-B9EF-3AAC43F3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F417A-5883-4A12-883E-685F7803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E683F-4EC1-4B86-AD86-84EF95BC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F4416-4F2E-45CA-AB40-DA9511EF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7DBF0-FD7B-47A4-8733-69996C6F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5EB93-A3F4-4723-9313-C9388919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57DDB-AF49-4254-8DF1-7A4AE031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95ACE-0405-4291-A9BF-1C9707DC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principle of opera...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BA3D0-C21D-4D5D-BF39-5CA806F9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567B0-94AD-4751-BE62-6F7490C1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DCDE0-747A-4432-8FA7-86B96613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principle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CCE43-F28E-4056-8B1C-941BF69D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E4421-44CC-46DD-87BE-98A47752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9F660-8B84-47BF-9BAE-B31DA59D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principl...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D4123-D63D-4B49-95C0-697B7CF4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4E4F2-EA0F-4BC0-9B81-6BBB7E29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7B2B6-BBA1-4FE4-BFD0-83F3482A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principle of ope...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90F3C-E115-4DAB-B6C6-3ABC4B68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5C265-279A-4C4E-ABAC-20B9C41E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54F81-9EEC-4819-BA64-BFE6F655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principle of 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4CF3E-E9A2-47A8-AA0A-A7135F50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B79FD1-BB41-405E-8A03-1B6A33DF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08916079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F6703-F89B-460E-BB12-3D21AE10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AD0D5-05D5-49F7-B13B-2718A51C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97846-6FE5-48B5-81D6-19F4F89F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0E8D0-89D0-4D19-B9D6-10236CF0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596D5-1E81-4AE3-8FAC-68A12074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E49F1-6058-436C-934E-FC6DA23C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AE7DE-3B6D-4979-9204-80267641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90F93-0B6C-4ACF-B860-8FE9BD71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BC4B7-2316-4979-9BE1-2047B35C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CB018-28A6-4BC9-BF6E-5B8C2975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780AC-0253-44CB-AD7C-BAF706BC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1A1CF-EAF1-433D-9B2B-85D35FEB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7CB51-7346-4096-9C4A-999D5720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A3D4E-F664-4E93-AB6B-3D7E55E7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D8DED-9FBF-4648-8D79-C5DB60EB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02534863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680E1-EE48-468B-99EC-8EDBBC5F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BFE7F-9818-4410-8799-B12D73BC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4E251-F5C0-4FA1-8F3A-862BF33C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EA896-E389-4C52-98B4-02215636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0DE79-851A-4EE8-9EE3-3CDA09DF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D4458-6A77-4404-9107-BDC1F29C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principle of operation of each major part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B40E0-1BC0-4875-8AF7-B8CE1966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ED6E5-5524-4F93-89BA-D4CF0982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CD69A-4BB7-4BBC-83DF-5AA886F0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90B77-D524-4A10-BAD8-8E791568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D921C-C4C3-4CD3-9E86-98E054E1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9276809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0CB22-0F96-4593-ABB2-32474605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867A0-CAE6-42DE-89E0-848EAF3A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A8F1E-6017-476A-98F1-265FDD4F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EF17B-F390-48E9-B706-1CA93B1B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98436-0F04-4B5E-BC96-22489AA4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69AFC-4A69-47C9-BB77-7FCB2F56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2488646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CE3FD-69CC-4040-8A01-21DB514C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8DD7B-14FB-4CC4-9D89-96FB0782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29243-429C-4664-B8DC-B538E538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66127-E561-4D4E-956A-AE67ECBE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E9F6F-B1F2-41D0-B50E-F6B02A6B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Aircrafts: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History: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aviation: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Atmosphere: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properties: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77D9D-C66E-46F6-88A0-43E37BD9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0061805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638EE-3482-4A1D-A3EC-58EFD2A1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B4F56-93B3-4972-B167-AE6064F3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F64FB-5DAF-4241-A6C7-B59DCE63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5D8DE-29C2-4515-BE22-9D2379CB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F3F6C-84C6-43D6-9D64-9F872342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35527-2AF9-466F-86B1-3E087887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11664472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F2B80-E88B-40E7-B4F3-60B55E45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46FCE-4FAA-40F3-BE1F-251F0B18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71AC3-5390-474B-9428-1139782B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17CC2-03FC-4AD7-906E-94B0BBA4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37414-4DF6-4F94-B3A4-BE669FF8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1EAD9-6589-461D-BE3B-C33A26BC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71298704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7EB67-55DC-438F-A349-37213DE3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B4106-24B8-4C71-9E3E-411014D9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76618-6EF8-49BE-BF4C-D25355BD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4D342-D224-403D-B385-F0FD1EDB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792B7-54FD-4510-A494-B9163EE2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Aircrafts: History of aviation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Atmosphere and its properties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Classification of aircrafts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Basic components of an aircraft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aircraft axis system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F57D7-2DD8-49F9-9426-3FAE8B93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AD077-E509-4578-B1D9-9CBFCC07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17CAC-E782-4C97-9EE7-618C3CE0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876907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2026-08-24T16:02:35.6640000Z</dcterms:created>
  <dcterms:modified xsi:type="dcterms:W3CDTF">2026-08-24T16:02:35.6640000Z</dcterms:modified>
</coreProperties>
</file>