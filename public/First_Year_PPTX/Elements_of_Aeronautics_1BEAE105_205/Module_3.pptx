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1ea95c4b684692" /><Relationship Type="http://schemas.openxmlformats.org/officeDocument/2006/relationships/extended-properties" Target="/docProps/app.xml" Id="R5b891f72933c47a0" /><Relationship Type="http://schemas.openxmlformats.org/officeDocument/2006/relationships/officeDocument" Target="/ppt/presentation.xml" Id="Rd9a74abd93f041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278ab27efe4593"/>
  </p:sldMasterIdLst>
  <p:notesMasterIdLst>
    <p:notesMasterId xmlns:r="http://schemas.openxmlformats.org/officeDocument/2006/relationships" r:id="R463b228402d64fe6"/>
  </p:notesMasterIdLst>
  <p:sldIdLst>
    <p:sldId xmlns:r="http://schemas.openxmlformats.org/officeDocument/2006/relationships" id="256" r:id="Ra4adebef76f741c5"/>
    <p:sldId xmlns:r="http://schemas.openxmlformats.org/officeDocument/2006/relationships" id="257" r:id="R342b582c3e2c4454"/>
    <p:sldId xmlns:r="http://schemas.openxmlformats.org/officeDocument/2006/relationships" id="258" r:id="Rc187386ea18a4f24"/>
    <p:sldId xmlns:r="http://schemas.openxmlformats.org/officeDocument/2006/relationships" id="259" r:id="R81ca28e10182469b"/>
    <p:sldId xmlns:r="http://schemas.openxmlformats.org/officeDocument/2006/relationships" id="260" r:id="R8cf321511d4642d6"/>
    <p:sldId xmlns:r="http://schemas.openxmlformats.org/officeDocument/2006/relationships" id="261" r:id="R29288f90a2d1436c"/>
    <p:sldId xmlns:r="http://schemas.openxmlformats.org/officeDocument/2006/relationships" id="262" r:id="Rf667cdb8320440dc"/>
    <p:sldId xmlns:r="http://schemas.openxmlformats.org/officeDocument/2006/relationships" id="263" r:id="Rfd753dfef7204d9b"/>
    <p:sldId xmlns:r="http://schemas.openxmlformats.org/officeDocument/2006/relationships" id="264" r:id="Rae4094be778f43b9"/>
    <p:sldId xmlns:r="http://schemas.openxmlformats.org/officeDocument/2006/relationships" id="265" r:id="Rf7b6fe424858440e"/>
    <p:sldId xmlns:r="http://schemas.openxmlformats.org/officeDocument/2006/relationships" id="266" r:id="R9766d37a95e14daa"/>
    <p:sldId xmlns:r="http://schemas.openxmlformats.org/officeDocument/2006/relationships" id="267" r:id="R809d192d6a01412f"/>
    <p:sldId xmlns:r="http://schemas.openxmlformats.org/officeDocument/2006/relationships" id="268" r:id="Rd27ef30c13174227"/>
    <p:sldId xmlns:r="http://schemas.openxmlformats.org/officeDocument/2006/relationships" id="269" r:id="Rbc79a652b85649ce"/>
    <p:sldId xmlns:r="http://schemas.openxmlformats.org/officeDocument/2006/relationships" id="270" r:id="R8fc0982b105041e5"/>
    <p:sldId xmlns:r="http://schemas.openxmlformats.org/officeDocument/2006/relationships" id="271" r:id="R2745f7b95222459f"/>
    <p:sldId xmlns:r="http://schemas.openxmlformats.org/officeDocument/2006/relationships" id="272" r:id="R8c234c97eb134a88"/>
    <p:sldId xmlns:r="http://schemas.openxmlformats.org/officeDocument/2006/relationships" id="273" r:id="Rf9992e8fc04f437c"/>
    <p:sldId xmlns:r="http://schemas.openxmlformats.org/officeDocument/2006/relationships" id="274" r:id="R1733ce8f9d8b4331"/>
    <p:sldId xmlns:r="http://schemas.openxmlformats.org/officeDocument/2006/relationships" id="275" r:id="R79c32cc184ed4f33"/>
    <p:sldId xmlns:r="http://schemas.openxmlformats.org/officeDocument/2006/relationships" id="276" r:id="R591976d1da5a4dca"/>
    <p:sldId xmlns:r="http://schemas.openxmlformats.org/officeDocument/2006/relationships" id="277" r:id="Rc3fd684aed5041ae"/>
    <p:sldId xmlns:r="http://schemas.openxmlformats.org/officeDocument/2006/relationships" id="278" r:id="Rb7d504c011ef4136"/>
    <p:sldId xmlns:r="http://schemas.openxmlformats.org/officeDocument/2006/relationships" id="279" r:id="R2a87359fed8a4c00"/>
    <p:sldId xmlns:r="http://schemas.openxmlformats.org/officeDocument/2006/relationships" id="280" r:id="R9419b84bb0624996"/>
    <p:sldId xmlns:r="http://schemas.openxmlformats.org/officeDocument/2006/relationships" id="281" r:id="R273379453a364359"/>
    <p:sldId xmlns:r="http://schemas.openxmlformats.org/officeDocument/2006/relationships" id="282" r:id="R2567fc32110248a5"/>
    <p:sldId xmlns:r="http://schemas.openxmlformats.org/officeDocument/2006/relationships" id="283" r:id="Rf87683a37ca94232"/>
    <p:sldId xmlns:r="http://schemas.openxmlformats.org/officeDocument/2006/relationships" id="284" r:id="R375339c3a6474309"/>
    <p:sldId xmlns:r="http://schemas.openxmlformats.org/officeDocument/2006/relationships" id="285" r:id="Radc89d2caede4879"/>
    <p:sldId xmlns:r="http://schemas.openxmlformats.org/officeDocument/2006/relationships" id="286" r:id="Rbb8087f2161d465f"/>
    <p:sldId xmlns:r="http://schemas.openxmlformats.org/officeDocument/2006/relationships" id="287" r:id="R9092eebf6bdd4f51"/>
    <p:sldId xmlns:r="http://schemas.openxmlformats.org/officeDocument/2006/relationships" id="288" r:id="R2a595696eb6e4185"/>
    <p:sldId xmlns:r="http://schemas.openxmlformats.org/officeDocument/2006/relationships" id="289" r:id="R24ec3463dc7f442b"/>
    <p:sldId xmlns:r="http://schemas.openxmlformats.org/officeDocument/2006/relationships" id="290" r:id="R8040a1ae7c454b77"/>
    <p:sldId xmlns:r="http://schemas.openxmlformats.org/officeDocument/2006/relationships" id="291" r:id="Ra4d1bd055f094ac0"/>
    <p:sldId xmlns:r="http://schemas.openxmlformats.org/officeDocument/2006/relationships" id="292" r:id="R3596876470ca4412"/>
    <p:sldId xmlns:r="http://schemas.openxmlformats.org/officeDocument/2006/relationships" id="293" r:id="Ra6112110daef4d55"/>
    <p:sldId xmlns:r="http://schemas.openxmlformats.org/officeDocument/2006/relationships" id="294" r:id="Ra378a09468004291"/>
    <p:sldId xmlns:r="http://schemas.openxmlformats.org/officeDocument/2006/relationships" id="295" r:id="Ra215207a7ddb4ab5"/>
    <p:sldId xmlns:r="http://schemas.openxmlformats.org/officeDocument/2006/relationships" id="296" r:id="R6429efcac8ad411a"/>
    <p:sldId xmlns:r="http://schemas.openxmlformats.org/officeDocument/2006/relationships" id="297" r:id="Rbe1dc70954854d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1e05d14616471f" /><Relationship Type="http://schemas.openxmlformats.org/officeDocument/2006/relationships/slideMaster" Target="/ppt/slideMasters/slideMaster1.xml" Id="Rbf278ab27efe4593" /><Relationship Type="http://schemas.openxmlformats.org/officeDocument/2006/relationships/notesMaster" Target="/ppt/notesMasters/notesMaster1.xml" Id="R463b228402d64fe6" /><Relationship Type="http://schemas.openxmlformats.org/officeDocument/2006/relationships/presProps" Target="/ppt/presProps.xml" Id="Re840bbf7304d4003" /><Relationship Type="http://schemas.openxmlformats.org/officeDocument/2006/relationships/tableStyles" Target="/ppt/tableStyles.xml" Id="R4d2197a4b3734e04" /><Relationship Type="http://schemas.openxmlformats.org/officeDocument/2006/relationships/slide" Target="/ppt/slides/slide1.xml" Id="Ra4adebef76f741c5" /><Relationship Type="http://schemas.openxmlformats.org/officeDocument/2006/relationships/slide" Target="/ppt/slides/slide2.xml" Id="R342b582c3e2c4454" /><Relationship Type="http://schemas.openxmlformats.org/officeDocument/2006/relationships/slide" Target="/ppt/slides/slide3.xml" Id="Rc187386ea18a4f24" /><Relationship Type="http://schemas.openxmlformats.org/officeDocument/2006/relationships/slide" Target="/ppt/slides/slide4.xml" Id="R81ca28e10182469b" /><Relationship Type="http://schemas.openxmlformats.org/officeDocument/2006/relationships/slide" Target="/ppt/slides/slide5.xml" Id="R8cf321511d4642d6" /><Relationship Type="http://schemas.openxmlformats.org/officeDocument/2006/relationships/slide" Target="/ppt/slides/slide6.xml" Id="R29288f90a2d1436c" /><Relationship Type="http://schemas.openxmlformats.org/officeDocument/2006/relationships/slide" Target="/ppt/slides/slide7.xml" Id="Rf667cdb8320440dc" /><Relationship Type="http://schemas.openxmlformats.org/officeDocument/2006/relationships/slide" Target="/ppt/slides/slide8.xml" Id="Rfd753dfef7204d9b" /><Relationship Type="http://schemas.openxmlformats.org/officeDocument/2006/relationships/slide" Target="/ppt/slides/slide9.xml" Id="Rae4094be778f43b9" /><Relationship Type="http://schemas.openxmlformats.org/officeDocument/2006/relationships/slide" Target="/ppt/slides/slide10.xml" Id="Rf7b6fe424858440e" /><Relationship Type="http://schemas.openxmlformats.org/officeDocument/2006/relationships/slide" Target="/ppt/slides/slide11.xml" Id="R9766d37a95e14daa" /><Relationship Type="http://schemas.openxmlformats.org/officeDocument/2006/relationships/slide" Target="/ppt/slides/slide12.xml" Id="R809d192d6a01412f" /><Relationship Type="http://schemas.openxmlformats.org/officeDocument/2006/relationships/slide" Target="/ppt/slides/slide13.xml" Id="Rd27ef30c13174227" /><Relationship Type="http://schemas.openxmlformats.org/officeDocument/2006/relationships/slide" Target="/ppt/slides/slide14.xml" Id="Rbc79a652b85649ce" /><Relationship Type="http://schemas.openxmlformats.org/officeDocument/2006/relationships/slide" Target="/ppt/slides/slide15.xml" Id="R8fc0982b105041e5" /><Relationship Type="http://schemas.openxmlformats.org/officeDocument/2006/relationships/slide" Target="/ppt/slides/slide16.xml" Id="R2745f7b95222459f" /><Relationship Type="http://schemas.openxmlformats.org/officeDocument/2006/relationships/slide" Target="/ppt/slides/slide17.xml" Id="R8c234c97eb134a88" /><Relationship Type="http://schemas.openxmlformats.org/officeDocument/2006/relationships/slide" Target="/ppt/slides/slide18.xml" Id="Rf9992e8fc04f437c" /><Relationship Type="http://schemas.openxmlformats.org/officeDocument/2006/relationships/slide" Target="/ppt/slides/slide19.xml" Id="R1733ce8f9d8b4331" /><Relationship Type="http://schemas.openxmlformats.org/officeDocument/2006/relationships/slide" Target="/ppt/slides/slide20.xml" Id="R79c32cc184ed4f33" /><Relationship Type="http://schemas.openxmlformats.org/officeDocument/2006/relationships/slide" Target="/ppt/slides/slide21.xml" Id="R591976d1da5a4dca" /><Relationship Type="http://schemas.openxmlformats.org/officeDocument/2006/relationships/slide" Target="/ppt/slides/slide22.xml" Id="Rc3fd684aed5041ae" /><Relationship Type="http://schemas.openxmlformats.org/officeDocument/2006/relationships/slide" Target="/ppt/slides/slide23.xml" Id="Rb7d504c011ef4136" /><Relationship Type="http://schemas.openxmlformats.org/officeDocument/2006/relationships/slide" Target="/ppt/slides/slide24.xml" Id="R2a87359fed8a4c00" /><Relationship Type="http://schemas.openxmlformats.org/officeDocument/2006/relationships/slide" Target="/ppt/slides/slide25.xml" Id="R9419b84bb0624996" /><Relationship Type="http://schemas.openxmlformats.org/officeDocument/2006/relationships/slide" Target="/ppt/slides/slide26.xml" Id="R273379453a364359" /><Relationship Type="http://schemas.openxmlformats.org/officeDocument/2006/relationships/slide" Target="/ppt/slides/slide27.xml" Id="R2567fc32110248a5" /><Relationship Type="http://schemas.openxmlformats.org/officeDocument/2006/relationships/slide" Target="/ppt/slides/slide28.xml" Id="Rf87683a37ca94232" /><Relationship Type="http://schemas.openxmlformats.org/officeDocument/2006/relationships/slide" Target="/ppt/slides/slide29.xml" Id="R375339c3a6474309" /><Relationship Type="http://schemas.openxmlformats.org/officeDocument/2006/relationships/slide" Target="/ppt/slides/slide30.xml" Id="Radc89d2caede4879" /><Relationship Type="http://schemas.openxmlformats.org/officeDocument/2006/relationships/slide" Target="/ppt/slides/slide31.xml" Id="Rbb8087f2161d465f" /><Relationship Type="http://schemas.openxmlformats.org/officeDocument/2006/relationships/slide" Target="/ppt/slides/slide32.xml" Id="R9092eebf6bdd4f51" /><Relationship Type="http://schemas.openxmlformats.org/officeDocument/2006/relationships/slide" Target="/ppt/slides/slide33.xml" Id="R2a595696eb6e4185" /><Relationship Type="http://schemas.openxmlformats.org/officeDocument/2006/relationships/slide" Target="/ppt/slides/slide34.xml" Id="R24ec3463dc7f442b" /><Relationship Type="http://schemas.openxmlformats.org/officeDocument/2006/relationships/slide" Target="/ppt/slides/slide35.xml" Id="R8040a1ae7c454b77" /><Relationship Type="http://schemas.openxmlformats.org/officeDocument/2006/relationships/slide" Target="/ppt/slides/slide36.xml" Id="Ra4d1bd055f094ac0" /><Relationship Type="http://schemas.openxmlformats.org/officeDocument/2006/relationships/slide" Target="/ppt/slides/slide37.xml" Id="R3596876470ca4412" /><Relationship Type="http://schemas.openxmlformats.org/officeDocument/2006/relationships/slide" Target="/ppt/slides/slide38.xml" Id="Ra6112110daef4d55" /><Relationship Type="http://schemas.openxmlformats.org/officeDocument/2006/relationships/slide" Target="/ppt/slides/slide39.xml" Id="Ra378a09468004291" /><Relationship Type="http://schemas.openxmlformats.org/officeDocument/2006/relationships/slide" Target="/ppt/slides/slide40.xml" Id="Ra215207a7ddb4ab5" /><Relationship Type="http://schemas.openxmlformats.org/officeDocument/2006/relationships/slide" Target="/ppt/slides/slide41.xml" Id="R6429efcac8ad411a" /><Relationship Type="http://schemas.openxmlformats.org/officeDocument/2006/relationships/slide" Target="/ppt/slides/slide42.xml" Id="Rbe1dc70954854d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dae17f6f274b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79e14e2e2a4857" /><Relationship Type="http://schemas.openxmlformats.org/officeDocument/2006/relationships/notesMaster" Target="/ppt/notesMasters/notesMaster1.xml" Id="R578762a0aafd42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164dfb1d5747e8" /><Relationship Type="http://schemas.openxmlformats.org/officeDocument/2006/relationships/notesMaster" Target="/ppt/notesMasters/notesMaster1.xml" Id="Re138ad5f139c42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ce4f98c6124ac1" /><Relationship Type="http://schemas.openxmlformats.org/officeDocument/2006/relationships/notesMaster" Target="/ppt/notesMasters/notesMaster1.xml" Id="Rd29619c8667e4e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b1d43559684dd9" /><Relationship Type="http://schemas.openxmlformats.org/officeDocument/2006/relationships/notesMaster" Target="/ppt/notesMasters/notesMaster1.xml" Id="Ra103ae4540eb4b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53be9bc4754bc2" /><Relationship Type="http://schemas.openxmlformats.org/officeDocument/2006/relationships/notesMaster" Target="/ppt/notesMasters/notesMaster1.xml" Id="R7976da509cb247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29e029e91a40fe" /><Relationship Type="http://schemas.openxmlformats.org/officeDocument/2006/relationships/notesMaster" Target="/ppt/notesMasters/notesMaster1.xml" Id="R78679aca230f47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45fb0e52e04a68" /><Relationship Type="http://schemas.openxmlformats.org/officeDocument/2006/relationships/notesMaster" Target="/ppt/notesMasters/notesMaster1.xml" Id="Ra45371ce8e234c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104433aa1f47c1" /><Relationship Type="http://schemas.openxmlformats.org/officeDocument/2006/relationships/notesMaster" Target="/ppt/notesMasters/notesMaster1.xml" Id="R3a90b9d146fe42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a21f984f2545ec" /><Relationship Type="http://schemas.openxmlformats.org/officeDocument/2006/relationships/notesMaster" Target="/ppt/notesMasters/notesMaster1.xml" Id="R1f6431a4cf2041e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21e344948340f5" /><Relationship Type="http://schemas.openxmlformats.org/officeDocument/2006/relationships/notesMaster" Target="/ppt/notesMasters/notesMaster1.xml" Id="Ree1633c5e9b24e0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7ccb0397dc04f5d" /><Relationship Type="http://schemas.openxmlformats.org/officeDocument/2006/relationships/notesMaster" Target="/ppt/notesMasters/notesMaster1.xml" Id="R2e48fa52441146f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06fb9befeac4f86" /><Relationship Type="http://schemas.openxmlformats.org/officeDocument/2006/relationships/notesMaster" Target="/ppt/notesMasters/notesMaster1.xml" Id="Rc706962cb138427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1b5392bebe94b65" /><Relationship Type="http://schemas.openxmlformats.org/officeDocument/2006/relationships/notesMaster" Target="/ppt/notesMasters/notesMaster1.xml" Id="Rc669018050d14c5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c4c664b3f7a4118" /><Relationship Type="http://schemas.openxmlformats.org/officeDocument/2006/relationships/notesMaster" Target="/ppt/notesMasters/notesMaster1.xml" Id="Ra14801b3141d4e5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fa00ccb79f14942" /><Relationship Type="http://schemas.openxmlformats.org/officeDocument/2006/relationships/notesMaster" Target="/ppt/notesMasters/notesMaster1.xml" Id="R9ca57a9dd11a499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e45b0bad70742d9" /><Relationship Type="http://schemas.openxmlformats.org/officeDocument/2006/relationships/notesMaster" Target="/ppt/notesMasters/notesMaster1.xml" Id="R7134928ccd4d467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093813e76d4474d" /><Relationship Type="http://schemas.openxmlformats.org/officeDocument/2006/relationships/notesMaster" Target="/ppt/notesMasters/notesMaster1.xml" Id="R3f861e4328d0446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f1fd6dc4d104bd8" /><Relationship Type="http://schemas.openxmlformats.org/officeDocument/2006/relationships/notesMaster" Target="/ppt/notesMasters/notesMaster1.xml" Id="R896b729627bc41e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77dc3bafcca4d3b" /><Relationship Type="http://schemas.openxmlformats.org/officeDocument/2006/relationships/notesMaster" Target="/ppt/notesMasters/notesMaster1.xml" Id="R0455d07104614ed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808ed056cf3445d" /><Relationship Type="http://schemas.openxmlformats.org/officeDocument/2006/relationships/notesMaster" Target="/ppt/notesMasters/notesMaster1.xml" Id="R2f07492954d8460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78c928888ae41e1" /><Relationship Type="http://schemas.openxmlformats.org/officeDocument/2006/relationships/notesMaster" Target="/ppt/notesMasters/notesMaster1.xml" Id="Rf5e34e654fdf4a0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675a480a3c64cc1" /><Relationship Type="http://schemas.openxmlformats.org/officeDocument/2006/relationships/notesMaster" Target="/ppt/notesMasters/notesMaster1.xml" Id="R92d31eae465e424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4d6900e65414b43" /><Relationship Type="http://schemas.openxmlformats.org/officeDocument/2006/relationships/notesMaster" Target="/ppt/notesMasters/notesMaster1.xml" Id="Rf3f55a3a01f54a9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1beeab6bc624185" /><Relationship Type="http://schemas.openxmlformats.org/officeDocument/2006/relationships/notesMaster" Target="/ppt/notesMasters/notesMaster1.xml" Id="Rc1d4d4f6f54d4c4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2c4bf8069cd4e41" /><Relationship Type="http://schemas.openxmlformats.org/officeDocument/2006/relationships/notesMaster" Target="/ppt/notesMasters/notesMaster1.xml" Id="R212585f40816400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900cdbdbfd44238" /><Relationship Type="http://schemas.openxmlformats.org/officeDocument/2006/relationships/notesMaster" Target="/ppt/notesMasters/notesMaster1.xml" Id="R9ff3b66bd6544fe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15741d6a9444575" /><Relationship Type="http://schemas.openxmlformats.org/officeDocument/2006/relationships/notesMaster" Target="/ppt/notesMasters/notesMaster1.xml" Id="R932fc78c0d63482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2ef7b936338471b" /><Relationship Type="http://schemas.openxmlformats.org/officeDocument/2006/relationships/notesMaster" Target="/ppt/notesMasters/notesMaster1.xml" Id="Rd0ff58fc04074f3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a88c822b175460e" /><Relationship Type="http://schemas.openxmlformats.org/officeDocument/2006/relationships/notesMaster" Target="/ppt/notesMasters/notesMaster1.xml" Id="R305643caf581428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98e203878074c91" /><Relationship Type="http://schemas.openxmlformats.org/officeDocument/2006/relationships/notesMaster" Target="/ppt/notesMasters/notesMaster1.xml" Id="R9271f7b9b86640f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1841cbfb9304634" /><Relationship Type="http://schemas.openxmlformats.org/officeDocument/2006/relationships/notesMaster" Target="/ppt/notesMasters/notesMaster1.xml" Id="Raea7e6860228469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6cf027d51524e32" /><Relationship Type="http://schemas.openxmlformats.org/officeDocument/2006/relationships/notesMaster" Target="/ppt/notesMasters/notesMaster1.xml" Id="Rcee88956ffe5488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28596b48bc44497" /><Relationship Type="http://schemas.openxmlformats.org/officeDocument/2006/relationships/notesMaster" Target="/ppt/notesMasters/notesMaster1.xml" Id="Rdd9647a8449c465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f97c9aeb6354d03" /><Relationship Type="http://schemas.openxmlformats.org/officeDocument/2006/relationships/notesMaster" Target="/ppt/notesMasters/notesMaster1.xml" Id="R0acd682c2cf641c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dcf82b1e92d45c7" /><Relationship Type="http://schemas.openxmlformats.org/officeDocument/2006/relationships/notesMaster" Target="/ppt/notesMasters/notesMaster1.xml" Id="R029aae52257d414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d07a7ecd6f84c51" /><Relationship Type="http://schemas.openxmlformats.org/officeDocument/2006/relationships/notesMaster" Target="/ppt/notesMasters/notesMaster1.xml" Id="R030b49cd5310413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44ce279d6734fab" /><Relationship Type="http://schemas.openxmlformats.org/officeDocument/2006/relationships/notesMaster" Target="/ppt/notesMasters/notesMaster1.xml" Id="Ra549082d2064412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0dbfa94b3c545d6" /><Relationship Type="http://schemas.openxmlformats.org/officeDocument/2006/relationships/notesMaster" Target="/ppt/notesMasters/notesMaster1.xml" Id="R7104b2c74c9740c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b37f16a57244a8c" /><Relationship Type="http://schemas.openxmlformats.org/officeDocument/2006/relationships/notesMaster" Target="/ppt/notesMasters/notesMaster1.xml" Id="R29f2a3fbfe50432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944eb9794674594" /><Relationship Type="http://schemas.openxmlformats.org/officeDocument/2006/relationships/notesMaster" Target="/ppt/notesMasters/notesMaster1.xml" Id="R78e1f76bda0a42a9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7f9d0fd01ffd43f0" /><Relationship Type="http://schemas.openxmlformats.org/officeDocument/2006/relationships/notesMaster" Target="/ppt/notesMasters/notesMaster1.xml" Id="R8c7916e4e12241c3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fc4e290e0d1b4946" /><Relationship Type="http://schemas.openxmlformats.org/officeDocument/2006/relationships/notesMaster" Target="/ppt/notesMasters/notesMaster1.xml" Id="R46aec043858946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c380722a6248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cdef831a5b4099" /><Relationship Type="http://schemas.openxmlformats.org/officeDocument/2006/relationships/slideLayout" Target="/ppt/slideLayouts/slideLayout1.xml" Id="R6794fb746bcd47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94fb746bcd47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3af6a034754493" /><Relationship Type="http://schemas.openxmlformats.org/officeDocument/2006/relationships/notesSlide" Target="/ppt/notesSlides/notesSlide1.xml" Id="R7dd0241b31fb41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be72b79b04da7" /><Relationship Type="http://schemas.openxmlformats.org/officeDocument/2006/relationships/notesSlide" Target="/ppt/notesSlides/notesSlide2.xml" Id="R96cb8a95148d40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a980acf9ae4d87" /><Relationship Type="http://schemas.openxmlformats.org/officeDocument/2006/relationships/notesSlide" Target="/ppt/notesSlides/notesSlide3.xml" Id="Rf603646a5d6641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ac6029e3d543ea" /><Relationship Type="http://schemas.openxmlformats.org/officeDocument/2006/relationships/notesSlide" Target="/ppt/notesSlides/notesSlide4.xml" Id="Rb39ecd89f21147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9077514c34548" /><Relationship Type="http://schemas.openxmlformats.org/officeDocument/2006/relationships/notesSlide" Target="/ppt/notesSlides/notesSlide5.xml" Id="R9c41fa15bfd749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dbf51ed424d49" /><Relationship Type="http://schemas.openxmlformats.org/officeDocument/2006/relationships/notesSlide" Target="/ppt/notesSlides/notesSlide6.xml" Id="Rf821d2de4fbe43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ab62ba2264b8d" /><Relationship Type="http://schemas.openxmlformats.org/officeDocument/2006/relationships/notesSlide" Target="/ppt/notesSlides/notesSlide7.xml" Id="R798c37cb372042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2ce4fa8494570" /><Relationship Type="http://schemas.openxmlformats.org/officeDocument/2006/relationships/notesSlide" Target="/ppt/notesSlides/notesSlide8.xml" Id="Rcf7c4251841f4f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985efa066544c8" /><Relationship Type="http://schemas.openxmlformats.org/officeDocument/2006/relationships/notesSlide" Target="/ppt/notesSlides/notesSlide9.xml" Id="R701700951151434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1b7f88b1aa4e4a" /><Relationship Type="http://schemas.openxmlformats.org/officeDocument/2006/relationships/notesSlide" Target="/ppt/notesSlides/notesSlide10.xml" Id="Ra732c906e69c441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f2d8ed8d44ebf" /><Relationship Type="http://schemas.openxmlformats.org/officeDocument/2006/relationships/notesSlide" Target="/ppt/notesSlides/notesSlide11.xml" Id="R5622c2241357484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9e023126d4b53" /><Relationship Type="http://schemas.openxmlformats.org/officeDocument/2006/relationships/notesSlide" Target="/ppt/notesSlides/notesSlide12.xml" Id="R64cc8e6e9f41436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25650b4e54b78" /><Relationship Type="http://schemas.openxmlformats.org/officeDocument/2006/relationships/notesSlide" Target="/ppt/notesSlides/notesSlide13.xml" Id="R9d830d205bf4404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41828d186493d" /><Relationship Type="http://schemas.openxmlformats.org/officeDocument/2006/relationships/notesSlide" Target="/ppt/notesSlides/notesSlide14.xml" Id="Rb65c0e4a4ac64b9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a0f357dc648a6" /><Relationship Type="http://schemas.openxmlformats.org/officeDocument/2006/relationships/notesSlide" Target="/ppt/notesSlides/notesSlide15.xml" Id="R72329acaed2c42b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a79ea3b1e4298" /><Relationship Type="http://schemas.openxmlformats.org/officeDocument/2006/relationships/notesSlide" Target="/ppt/notesSlides/notesSlide16.xml" Id="Rbb967bacde9842e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12a3863171491f" /><Relationship Type="http://schemas.openxmlformats.org/officeDocument/2006/relationships/notesSlide" Target="/ppt/notesSlides/notesSlide17.xml" Id="Rcd60a7f2be0b401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bfb5228a37464d" /><Relationship Type="http://schemas.openxmlformats.org/officeDocument/2006/relationships/notesSlide" Target="/ppt/notesSlides/notesSlide18.xml" Id="R2554a9346c724b9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811578a514d80" /><Relationship Type="http://schemas.openxmlformats.org/officeDocument/2006/relationships/notesSlide" Target="/ppt/notesSlides/notesSlide19.xml" Id="R729e2438bdf7478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b4182b7154f3e" /><Relationship Type="http://schemas.openxmlformats.org/officeDocument/2006/relationships/notesSlide" Target="/ppt/notesSlides/notesSlide20.xml" Id="R13906d2b2f4d4f1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dc6e9e625f4177" /><Relationship Type="http://schemas.openxmlformats.org/officeDocument/2006/relationships/notesSlide" Target="/ppt/notesSlides/notesSlide21.xml" Id="Ra866ae72516f4c8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286823e9bd47b7" /><Relationship Type="http://schemas.openxmlformats.org/officeDocument/2006/relationships/notesSlide" Target="/ppt/notesSlides/notesSlide22.xml" Id="R7761430e4fc941a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c80d6d9e07411a" /><Relationship Type="http://schemas.openxmlformats.org/officeDocument/2006/relationships/notesSlide" Target="/ppt/notesSlides/notesSlide23.xml" Id="Ra51d2b389006417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a25110c7864624" /><Relationship Type="http://schemas.openxmlformats.org/officeDocument/2006/relationships/notesSlide" Target="/ppt/notesSlides/notesSlide24.xml" Id="R8d2dc191003545f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e07145bffd4a26" /><Relationship Type="http://schemas.openxmlformats.org/officeDocument/2006/relationships/notesSlide" Target="/ppt/notesSlides/notesSlide25.xml" Id="Rfccede3c42244ec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1f10c447f4391" /><Relationship Type="http://schemas.openxmlformats.org/officeDocument/2006/relationships/notesSlide" Target="/ppt/notesSlides/notesSlide26.xml" Id="R59af5306946e402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4be6ab1fa4bf5" /><Relationship Type="http://schemas.openxmlformats.org/officeDocument/2006/relationships/notesSlide" Target="/ppt/notesSlides/notesSlide27.xml" Id="R6cfab0295aa24ae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c75b13d6954adc" /><Relationship Type="http://schemas.openxmlformats.org/officeDocument/2006/relationships/notesSlide" Target="/ppt/notesSlides/notesSlide28.xml" Id="R14c218bfad7246c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69b997a594472" /><Relationship Type="http://schemas.openxmlformats.org/officeDocument/2006/relationships/notesSlide" Target="/ppt/notesSlides/notesSlide29.xml" Id="R6b5cfeb875ac4d6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64d3d80644520" /><Relationship Type="http://schemas.openxmlformats.org/officeDocument/2006/relationships/notesSlide" Target="/ppt/notesSlides/notesSlide30.xml" Id="Rd81158b70dc440d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645b96a964ebf" /><Relationship Type="http://schemas.openxmlformats.org/officeDocument/2006/relationships/notesSlide" Target="/ppt/notesSlides/notesSlide31.xml" Id="R6e30ca0357ba430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28fd68d2d402f" /><Relationship Type="http://schemas.openxmlformats.org/officeDocument/2006/relationships/notesSlide" Target="/ppt/notesSlides/notesSlide32.xml" Id="R5b5b129d6a3a41b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159b784c854933" /><Relationship Type="http://schemas.openxmlformats.org/officeDocument/2006/relationships/notesSlide" Target="/ppt/notesSlides/notesSlide33.xml" Id="R03b8d74ef77a48c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a204fdd0704e9d" /><Relationship Type="http://schemas.openxmlformats.org/officeDocument/2006/relationships/notesSlide" Target="/ppt/notesSlides/notesSlide34.xml" Id="R4d14c2f1ce47489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f4a0886ba47ba" /><Relationship Type="http://schemas.openxmlformats.org/officeDocument/2006/relationships/notesSlide" Target="/ppt/notesSlides/notesSlide35.xml" Id="Rd7dd19f6915a450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54cceaa0e4bd0" /><Relationship Type="http://schemas.openxmlformats.org/officeDocument/2006/relationships/notesSlide" Target="/ppt/notesSlides/notesSlide36.xml" Id="R0fe9019d4d444b9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350de1578453b" /><Relationship Type="http://schemas.openxmlformats.org/officeDocument/2006/relationships/notesSlide" Target="/ppt/notesSlides/notesSlide37.xml" Id="Rc77c70774a5849b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9afb54105463a" /><Relationship Type="http://schemas.openxmlformats.org/officeDocument/2006/relationships/notesSlide" Target="/ppt/notesSlides/notesSlide38.xml" Id="Rcaaba4d9ebf74ce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59a4582844122" /><Relationship Type="http://schemas.openxmlformats.org/officeDocument/2006/relationships/notesSlide" Target="/ppt/notesSlides/notesSlide39.xml" Id="R2907f7df1061490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0d44b4cae40a6" /><Relationship Type="http://schemas.openxmlformats.org/officeDocument/2006/relationships/notesSlide" Target="/ppt/notesSlides/notesSlide40.xml" Id="Rbc1e0d934aab44f6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d0996c4ac844d0" /><Relationship Type="http://schemas.openxmlformats.org/officeDocument/2006/relationships/notesSlide" Target="/ppt/notesSlides/notesSlide41.xml" Id="R927e4584ab634697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174fe92a314b79" /><Relationship Type="http://schemas.openxmlformats.org/officeDocument/2006/relationships/notesSlide" Target="/ppt/notesSlides/notesSlide42.xml" Id="Rbc18c19e64134e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F33EA7-DE7C-49BC-B0D1-DFFF5F42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1F2D88-895E-4087-A0BB-C2465D94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Aircraft Propulsion: Aircraft power plants, classification based on power plant and location and principle of operation.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4DBFCE-B32D-42BF-8427-6DC594A2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Elements of Aeronautics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1BEAE105/205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5E5DC5-FDF2-41D6-952C-9932653E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5E80D1-F1DC-4DA5-908A-6D72855C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00EA73-266A-48AA-A47A-CF952A5D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BB294B-3954-4738-AF8E-F1243232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C3C3D1-678F-457E-8478-6972B8D6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302AA3-6A1A-4DF0-AE2A-CFD3D0CA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774142-FEF1-4DFC-B5ED-63F9A7EA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31302E-5D3B-4DC1-8FDB-958B3E93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95253E-2490-4520-9758-0E2C7A81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AA9721-5CAE-4089-8FCC-93D150E0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041952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A92291-E139-4E50-BDC9-469E75A0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DA1EAA-8F69-482B-A1FB-7AB346D8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6C7661-FC31-4FDB-86C9-035AB649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B4974-22DF-4DAA-A994-E381F941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2F9E44-C0E3-4B58-BEE5-68D3CDA1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FEAE18-68DF-4AE6-9A64-3FB930B7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5125A1-0250-4694-9478-3620B71E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0D08EA-3D9C-4927-9779-639460E0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8B2F68-4E60-4A2B-B76F-0944B8BB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C0578A-87E5-4F8D-901C-4715D0E2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3DAD12-08E3-4242-AF99-E0E7E958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39290C-887C-44E1-8188-FB0917C5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FB9B21-C8C8-42AE-98AC-EDB5291A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495334-0952-48F8-B012-6D24279B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4FFB3A-FC91-4D78-8401-C8AFCD63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6833890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FB3DBC-D68F-426F-BB44-A866236B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C7E0DB-F365-436D-B449-9F40B218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7F660F-4206-40EA-894D-8B3B6A6D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D9D5F4-4B1B-4C4A-894C-92BB8157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6D0FDB-1BAA-4EE8-BF2D-C957CB58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DBBE79-FD43-4AAF-BD40-E86FFEA1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7745E6-55B1-4275-8DF4-CD07169B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87F2F-B56F-44F2-B993-B60510B1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86EB35-540B-4102-9FB9-BA47AC2C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Propulsion: Aircraft power plants, classification based 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ECA374-B37E-4A94-9A01-E9319DFD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6A8412-EE2E-40D0-B4FC-2B0F29A5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357CB0-9112-45EC-95CF-1748DD3A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Turboprop, turbojet and turbofan engines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DECFB6-7D71-4CB5-9453-D750FF36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1FFC92-6F86-4D8A-8559-F0B08378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8319E6-2C76-4057-8F84-4A8DC3AF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ramjets and scramjets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4FDF1B-C39D-4ED9-9C78-42427C9F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B704D5-EB4E-4C8C-8D6C-D4B88829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32BF50-6B31-49DD-B479-CC61331E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performance characteristics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20076A-CFDA-417D-84F3-4455200C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AE3A1B-3576-42AE-8752-8D421402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4D0C2B-DA1B-4C71-9475-0128008B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Aircraft power plants - basic principles of piston, turbo...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BF8AF8-8CD8-4BBC-8528-209483DC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9C2939-2382-4D84-864D-46661963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54CE28-13F5-489B-A231-1509C839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Brayton cycle and its application to gas turbine engines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D1278F-3BD0-4E08-ADDB-3C951464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E6BA70-26BF-4787-9482-4CCA1952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E9D1CF-D5BA-4BD7-A5B3-333B783F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use of propellers and jets for production of thrust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D8B5E4-682B-4F16-88AE-04903CD7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A69192-B671-4F5C-AB15-6DEBB4C4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A2CEB1-6DAD-4E20-BA9C-5CBE3D7F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comparative merits and limitations of different types of...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F1E2BD-2487-488B-84E8-7C38084E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6156BC-22DB-41E4-8EDD-D6B14470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3026182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98BB9D-8D09-4486-9251-F5164872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37A32E-178E-4F19-B6C2-CE66FD25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7723FA-3CD4-4B26-A2F5-43D6907F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BE54DE-5595-4059-B353-39A8F674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5D213-A12D-400E-9A27-3A537811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F32F0D-2A71-49F7-A04C-63814373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D25A5C-C7B2-4E8E-8021-1F3D6802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37AF2D-EF30-406E-88D4-081A2850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Propulsion: Aircraft power plants, classification based o...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C6542B-3B6E-4D31-9F92-8506E2A4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FFAFED-A3C0-44DC-906E-D339433F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52C56C-2220-4F54-B0C2-95DC16D9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Turboprop, turbojet and turbofan engines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4EA446-7D5D-4B87-9E1D-CE6C6615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F777D4-D90D-4E41-B5E7-782B9817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EE918F-7133-4C2B-BE31-964B626C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ramjets and scramjets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BC17A2-BA6A-4E60-8231-28216DF2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998C52-56A6-4B90-AC9B-ABE369AC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6DF88D-4874-4C17-BE0B-582B653A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performance characteristics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B0B3F4-B11F-4352-BC7A-27EEFE16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96102E-1784-4D74-901D-36E1CB7C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CDF532-60F5-46A1-9E96-4E4C3F4E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Aircraft power plants - basic principles of piston, turbo...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CCAFAA-2F6C-4450-B1DA-36B49B50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E8739D-71DE-49BF-A2C5-E21E994B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C46C21-A523-45E5-BCDA-E7E45B86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Brayton cycle and its application to gas turbine engines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4D477A-FFFE-4AB1-B11C-65C38B95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B079F2-9DC4-42CA-A213-5D10E676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800C79-B8FE-4742-833C-BBE70CA6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use of propellers and jets for production of thrust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4169DD-48F1-4FAE-8404-AE613D96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0C6CAD-CC27-438B-9F4F-5D8A817E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6A2EE9-4219-419F-9965-74C98AF2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2823273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5D6BE5-0E22-47E1-9CEA-1C303530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4476B3-BFFB-4C2D-B961-45CAE21D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9E4A6C-8AA0-41E6-B838-4E663647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7DBB93-DB76-442A-A071-012C181D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F1554-9E56-47A2-BFB8-65A6E8A1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Aircraft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DBAD9B-954E-4266-91C9-428E7B61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Propulsion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DE11F9-7F65-40B0-8750-9B96DBA2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power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5F3748-E02C-4C9D-A40F-DBA8C250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plants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1D290D-DAE4-405F-A1C4-2B851B31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classification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CE4F1D-031D-46D1-9580-EFB66612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plant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2718F6-E140-46F9-9607-EA9C9618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location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916FBB-6351-4C83-A8C4-044E8804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operation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5D8382-4525-4593-99F9-BFF4D002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Turboprop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8A2B77-C62C-47F1-9CE8-E27CF4CA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turbojet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AE67AA-6EFB-4B25-951B-83B9416B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933796-8C92-4081-B77C-94C65A47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1203193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16CD3D-EBCB-4F0E-AC6B-D9DFCE35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70579-47B5-4F20-A814-81E2716A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D51514-45B1-4454-BAA0-30CBE552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0BC8D-8B96-4A8D-9E9C-4D35DC66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F68089-F6B7-4958-A76C-DE789843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Propulsion: Aircraft power plants, classification based on power plant and location and principle of operation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AAADEA-3B8C-4539-A4AB-6DDE1CAA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Propulsion: Aircraft power plants, classi...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850CAC-3F58-4C59-A75E-CED3C5D0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E65776-7C0D-45A7-8C0D-1BDFFD71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850C15-B2C9-4A59-8F33-C95D5890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D56C26-71CB-4679-9188-A9B05718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6D329A-860C-41C5-BC65-A518832D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AABADF-7318-4C8E-839F-DC7D6C36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4C961E-A166-4207-A7B7-D9D51C58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AE3631-659B-4721-A17D-B5A3B2A7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0468B2-9DCF-4EFC-B7B4-6D1361F1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AC2F34-5DBF-4C58-92D9-524CE2C1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2546303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2CAF79-8263-47A7-9295-E16298BC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BCF5B-0253-43BD-A290-332F07F2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0FAA60-7D4A-4D82-B3DE-93E895DE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07FF7C-D0A1-4BA9-AA31-7A4B357B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FC450-1C4F-4F51-96FB-631A794E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D58EC4-54E2-4F05-BBF5-9A6D88A3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78378-371A-43D5-8F9F-DCE2ACAC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6A5A1A-DC66-4284-B276-238B3FE1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92C560-DA1C-448F-9047-A73B6FA1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Propulsion: Aircra...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50158B-FD5A-4E0F-B303-A9B0F04F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0D0E38-6D9F-412F-B5DA-0829A738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AF734F-E9C4-42B8-8206-6DD86EE8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Propulsion:...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008B5C-1797-4BCF-A449-68FA78FF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E177C8-FA71-4130-AA69-35FBB824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72E50F-8CEC-49DB-9D18-7A350967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Propulsi...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727028-956D-47D7-AFAC-7FF9AA02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924E5C-7E22-46F9-8411-CA4F44E9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999EFF-BAEB-4CF8-8D5A-44DDE536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Propulsion: Airc...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BBAC1D-F1D6-4700-84F0-9BBA0071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EC6B71-1038-48DE-A798-6532682A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F1B95B-8F8C-4BA5-A9CB-58154790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Propulsion: Ai...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FA578F-FCF5-48CF-BD5C-40FE4F41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A85B91-F592-4ECF-950A-E85CDE99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6881723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C41EDE-1AD0-4331-B12C-D2059EF3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1C2217-A73D-4525-ACB7-C46D694D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063EB5-BA84-4F2F-84AF-F8A7D475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3EE46-6565-4580-ABDE-BECAE224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D7133A-0DCE-429C-AFA5-DB3E62A1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7C309C-6F93-4907-96EF-C4497B92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60CE78-4E8E-4B04-BADE-A6886D69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C3AF2F-793B-4352-B296-F6C68C77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EF7320-0A93-4EC0-B55A-E295D996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350D16-1F4A-491E-9CD7-9B6CE39A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E36DB4-376B-4654-A25A-2682840D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9806D3-7B2B-4B05-A912-A180C307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13BF7D-6F04-45DC-8B39-A7F6132E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BD6E9A-AF00-4906-AFB0-9028EFCA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48F36F-5122-42F9-890A-CCCD18E4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7731251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4906FA-9224-4332-A86E-95346714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930EA-15D7-4516-A632-843B1B76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6098D6-5FBC-4B2A-807D-A6F22B71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4C6497-5146-4781-B526-E7FBED14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B0A947-E108-4DB2-B034-06149CC4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0985BF-7EF4-41CD-897B-6B72AAA6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Propulsion: Aircraft power plants, classification based o...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E550A5-F3A6-43CF-A27D-5037D18A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D0393D-BDDB-47B2-8FA9-6947FB49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4F2C08-CAAC-4F0B-93BD-22D502E7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7AB126-D371-4A2B-AB87-47E865C1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929976-D264-4E8B-91E6-80A3A3E7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1718962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5E5F2C-205D-4F15-B27B-BD517681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FF193C-47DA-4865-88D7-96070390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8F6B2-18A0-4E3D-8D1E-C37710E0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54F98-A30D-4A62-A821-4BDF43F3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2CBDBD-5EB6-4876-9576-F7810CD5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Turboprop, turbojet and turbofan engines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32BB1-E87C-4095-B9F9-28CDAD4E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Turboprop, turbojet and turbofan engines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731F9-331C-4135-82F3-9D26FF29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825FBB-51B0-4D2D-862D-723992F3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0B3163-B9CA-4363-9FAC-44E0149D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7E04AE-6429-4679-B2FC-410CAC34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4D7EAA-58B8-4BDA-8CE8-EF00956E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79BF42-8588-41FE-B1C9-7F0A7839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AB17F3-8351-4D05-92B4-7B42A679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B51932-9AEC-4FAE-A59B-C753CBAC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AC7623-AAFB-4F45-B466-FBB13A4E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5747AD-3DDB-486A-AADF-5AA88FE9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2813833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308033-20AD-4CD5-ABDA-AC26E275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4C3D1C-E53B-45A6-9C4F-0CEC3821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F7DE18-0697-4EF1-85CD-B76213B2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119F71-8D3A-4E63-9B31-83C2347A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BEB17-34D7-4B45-8C0B-48FEF9C4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25DE9C-01E5-4997-AF4E-F3F30D38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1A8BFB-8F27-47B1-B2D5-4A6DCE05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6486C9-A26F-4547-B513-9E7BA8B7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4F2AC3-B8F4-4FFD-8C97-1E2D9E34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Turboprop, turboje...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06E912-AFEA-47EC-AC44-9B3F7173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7D6B9B-A39B-4B68-A346-2123986F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92B4C8-461A-492C-8CC4-D95198AA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Turboprop,...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0E95E2-3F85-4F11-8D09-67A001D3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596478-A298-46B3-B683-7C72A7B8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C591E6-BFED-4CCF-B6C8-544B36D8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Turbopro...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DFC2F8-0820-4C1A-B90B-45D43863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9D6FE8-9415-47FB-A237-03360F89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A10299-ECFC-4867-AC84-025156F1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Turboprop, turbo...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DBA770-3665-4910-A9E3-24458EA0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DAD122-40E7-486A-A3AF-F36A4D70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7BFBAE-B03C-4FF6-A760-0766B97A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Turboprop, tur...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163173-8CEE-462A-82EF-0FF299A7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223348-395A-4577-90E5-6F9B9CD1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6321746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A2E11B-58BC-4440-A535-695EF5F6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7533B6-6E9D-44A8-B8B7-2764BB86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9F1B49-0F36-4392-8F0E-64B524D8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CAE671-9E8F-4262-A399-55F3D102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CF9600-5F5E-4A50-B6FC-28A1842B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18C2D-3A88-4250-8335-39CA966B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CCB59E-3DD0-4DC7-99CC-5D1497A3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4BF066-389E-4418-9D66-A98E593D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339F7-8DED-48B3-934D-5F8A1C8F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14B4F9-2AB9-4883-B952-2D19FE4F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827463-84C1-4876-B975-1B174F2E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CBB93D-11A0-4047-A4B1-D1261131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BC61F4-CD31-41D4-B460-FEBF8B69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072BDC-007F-4C9C-9124-F83759F2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25944E-6695-4CC7-B162-1D6DE309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1375885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AE053F-C509-4531-858E-951289DA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BB5869-CE20-4EBC-99FD-CCAB2F60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A1C946-3A6E-46D4-99A6-857AAFFD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3EEBD-7DA5-4D15-A1D2-31AE4273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8B036F-72D7-4E93-8E98-F823C82A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9040B5-CC00-40AC-B213-B631FD77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Turboprop, turbojet and turbofan engines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3F34B3-F5B9-4344-87C6-1D8CB2D6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4BF9A8-21BF-4473-8313-1AC0237A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0020BF-7748-49A8-A9C3-A28B3DBE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14D14C-DBEA-41E4-A643-0E9E439D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CC801B-4A76-4C07-9B0F-6F88278F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2643232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B3B37F-2C8D-4BCF-8C83-280BBB12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199C0D-6F0A-4810-A6A7-C800E619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29C238-6897-4D9F-89D6-33E4CF63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4EFAB2-BEB9-46B0-B654-F2A9E1F1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360855-D36D-4517-8867-D722F3D5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ramjets and scramjets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A9420C-1573-4ED6-B8E6-829D833F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ramjets and scramjets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423358-9053-44D3-A735-CEA6E549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983BA7-6F37-4861-AD29-11B03369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6CDE3C-9F12-447E-9153-4581F474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016EB5-115E-4890-A1ED-62690E11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74BB18-6950-4A31-83F6-F6E234E1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F6713A-4C62-4FDD-9AA8-D292E56B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CF8C41-4FEA-4ECB-8D96-43DB1B90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FF2544-3E91-49F1-9FD9-D7BA3B37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195F96-CBE1-4F1D-A58C-2BBB6D02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5F56F2-0836-4320-978F-D30F481B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2329670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13AFD2-82D2-45E0-8998-80E77BB2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29A310-65D6-41A6-99D8-B719F44B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C7A42B-E1BE-4C0B-9650-02306341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C6E35C-098D-404E-930E-4A9081EA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FBD3EB-3884-4B7B-A83C-F0A9D6E7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729A78-AB51-4D18-A3E4-7E2FD868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CC08AC-1BF0-4D12-AAB6-7E988F89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34C12A-0652-43BD-B3D6-B4050AF0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69DAEE-AAC8-43C6-9441-C94DFE7A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ramjets and scramj...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D891EF-E96C-4FA0-923F-4B07889D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58A955-4A55-4AF0-B724-27DFC3AA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6EBD3F-8678-4833-923D-03AE04B6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ramjets and...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EA0583-248A-497C-8550-2EA71121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939996-C247-4F33-85B5-68D8A941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B75FC1-FFFB-4AF3-B2DC-4E1A0214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ramjets...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5BC9E9-31EC-4B07-B4CA-C2840627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C3DAD2-DBE3-4971-8DBF-2A7C6030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390F8C-58DC-416D-9778-0185BF2C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ramjets and scra...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67F63D-4454-4A1B-B441-E374BB1B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0FCD1D-D292-4411-B25A-18EFA3C9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5EF684-42FD-445E-8B9C-93BCB19F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ramjets and sc...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51E6A9-0560-4D13-8F57-545251EA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5E31B6-17B2-4A45-9FAC-98879599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53942816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26A477-2337-4662-B6DE-A2386ADE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8519C6-E965-463E-BBAD-25106A73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A3AC01-061A-45E7-BF30-5471E0A4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8309D-F853-456A-9061-85F453D5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FB004-3DCF-4A74-8673-30B45A09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704667-A9CC-4A9C-A2DA-A7E3E0FC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C0D29E-983A-455E-B56A-15CC2D23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D4C1D3-2351-4883-8723-375F4684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CDE889-05D0-437F-B83C-A188800F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C5AF46-2397-46C5-9098-8FBB758E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2351CB-A9CC-4362-AEE9-173DACB3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B0E061-79DB-4913-A596-54FA8C4B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345184-AD6A-4B21-B5E7-B6F5DA57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09AF77-E023-49C0-9B1A-70F10AE6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368E8C-4DA9-4BAF-B1D3-5E03942B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2514367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8E3027-64C3-4A11-BB32-3E240A86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01179F-35EB-4DEA-9CBF-4287C05F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A73999-FF0C-454A-92A1-7D5C7A55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6E99BB-C9D8-4697-B1EB-E232C939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1E6861-E19C-4344-831C-F2A33054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4BBD7-7D93-496E-AB2B-7983D8CB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ramjets and scramjets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3B4F7E-5224-4B5E-ACDB-F58A9F81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38D3F7-2F90-409F-806B-92990541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3D582B-9F91-47F3-A10F-0EFDC7E2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9D4F87-6F5D-45AC-84C1-F1AABCF2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766599-7996-40A1-8633-E86CC60F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88217605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202A1B-9518-4EC6-8BCD-21E1D6B7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536737-5D0B-4BA7-8A07-7CE67113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40F60A-C0BA-4EC9-9679-FB64CFFF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6A3748-CCC1-493D-ABB9-BA718ECD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4B8072-842D-4589-956E-3A684683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performance characteristics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128F7A-B9D3-4BFA-804E-66F4DCF4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performance characteristics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CF4C44-2946-41F7-863D-5D3C045C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8C24B3-B823-4585-895A-2214CEF5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BDD85E-FE6D-4A6D-B55C-EA6A7EB0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93A741-D5B5-4AF4-8A9D-E24D39AC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7E219A-D6C1-4EF4-8E4C-559A8000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14A291-4801-4A2D-AB36-C0EE912D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9DF9FB-B211-4F2E-B6F4-1424741E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716DB6-A477-4479-A0D3-ACE05024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063320-5677-4998-B018-9A25558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512937-6FB4-4F8E-A479-0FDC03BE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83091560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346F78-8EB3-4C51-8984-ACFA03AB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BD2802-FFA6-4113-8A3C-4DBE8FDA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3D0B7F-CA12-4A0C-A443-E23FE55F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D94E22-868A-46A6-8658-AEA0CFF3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9F8FB9-26C7-49C1-819F-B885D74D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B3D8B1-6A5F-40B3-AFF2-982D8984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F6D214-3FCC-4F6C-8D1B-DCD61EE9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4F02E1-FCEC-41F4-9C00-575F613E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05E937-9F89-4D64-8780-9FBF9AF9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performance charac...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4FFAB2-6804-46DB-87FE-F44EAD8E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C0C32C-0B60-48E0-BEF5-68B3B646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14C5D9-641D-427E-8AB4-6D7A8357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performance...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5EF0C3-8088-46BA-B2E1-FDBA88AA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381816-2DE3-49B6-8115-27C8629B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3B014E-1066-4ED1-9377-71D1D102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performa...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E65130-5302-4189-8E69-2461D576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C1394B-7B12-4294-A8D3-7DE65500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D3B41D-73AA-4701-9B32-8A9FF764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performance char...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36D607-C888-4B30-835B-288E0B82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EA02D1-D852-4504-BC1F-C221A1F6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5DD21E-E4E1-4E5B-A697-884C61F8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performance 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49CF84-DEBC-4DD5-9B84-7227A66B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1DBEC7-97DC-4011-9419-99C47825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55178489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DABE6F-9EB6-4122-8580-48752B2D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88C6C3-B4E5-4C6A-8910-12EACBAF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D056BC-F141-4D69-BA54-E43E88A8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71F3CD-3B7B-41A9-AE02-9C081AA7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D9D7B3-FF20-4213-BD67-16A478D4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8F71FE-17D5-4F0C-9A99-28675DEE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84D357-FD27-4C93-8070-97FD84EC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2579E5-77D4-45DB-9DA1-789F1B35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17AF2B-0C09-4EDF-89E4-5E90A1E1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44CF19-9D8D-4438-90AA-9392B56D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004F90-80AB-469A-864A-D014D8AB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60C923-06C9-42FC-8538-8B52F697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70412E-A269-4CD2-B396-D050967C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883263-60FA-4160-9F3C-9DC16FDE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BF89D4-4661-4861-B5F3-65628485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06965820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EEBFC5-4DB6-4F66-A47C-CEC87D22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1D87E0-8D82-4CD7-A96B-2829A606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A45D7D-06AB-4EBE-8C7E-2060E0E0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3578D6-D6E2-4FC6-847C-59B1E0D1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D37471-DE4C-4FD6-A6E1-13A6565D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742B32-70BE-4A8B-BEDE-CA2F7356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performance characteristics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A8C5A-4FF3-4D74-9AF9-9E9F0088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3B2C09-E3EF-42B6-AF12-9470032E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AB5C02-AAF6-43DF-9CF0-E5463DE7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8FF021-C784-41A9-A453-650E1C45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6CF4A2-62F6-4A30-B3A1-BB473B9D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94119380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63D152-B9BD-4AE4-9B53-C1FD338F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51164F-C8A0-40F2-A65B-13972CF8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18123F-B49B-43B4-B1A7-3E4FB225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5D8BA3-A8AB-4F6C-BB63-D580CE9B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B52CFC-2E26-4E6F-B204-E0670B09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Aircraft power plants - basic principles of piston, turboprop and jet engines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30BE9F-D256-4E92-8498-CB47EBEA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Aircraft power plants - basic principles...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3391CA-9C74-404C-973F-CC7D57F4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45DA1D-0A70-4907-BE8E-BA4FBB19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062F96-8F25-4ACA-81EC-AE785499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873195-071D-424D-AC6C-20FBA8CA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D8D401-3EDA-4D05-B780-C4DCCF47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28CC72-0578-4145-BE5C-89D0316D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916D88-B85A-470C-8D5A-D99F94B7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D438A-1731-4190-ADEA-0EE01E52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DB5C67-E367-4FFA-A71C-4E1F8A30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ADD9E5-B88A-48BA-9606-C5E1B30D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31006555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2335BF-178B-4DE5-9806-F9253A7F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85E5F-D1CC-4A35-A93C-E661A27B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B2D7D8-61C9-474C-B7C0-8D239A21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C4CADA-4D55-4130-992C-F473CA41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DD16E9-BD03-492E-BF0F-571AEBBF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C8A0AD-6FF5-48FD-B616-94FF855E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EDED42-0DAD-47E9-809C-321E4D56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148338-2312-4068-BAC6-0B1C8B41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DF8715-BA24-44D9-BFCD-2C2E5F19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Aircraft power pla...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7F0C8F-0A6E-4EDD-9845-DF000A94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CD7E73-F1B2-4EE4-B960-C386A919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313E5B-9076-40F7-B416-5236F8C1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Aircraft po...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5B549D-2FF3-4E21-80F5-634D6B36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47B673-CAE9-410B-9B77-4FA9BE0A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832828-71E9-47F5-83B0-A20DA92B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Aircraft...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9FEECB-0B9D-48E1-A701-AA9CE7DF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5352D2-57B5-4E75-87F9-556612B2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46CCD3-4662-4DA8-9460-86CC934F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Aircraft power p...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277E6F-D0D6-4E6B-B814-3CBA236F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101287-3445-47C3-9521-F45ADB4FB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C5FD07-1FB0-49BC-8B61-EB016738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Aircraft power...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0FCEFB-7CA2-406F-8310-A86F5FD9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18AF85-133C-49F6-946F-D2FE4C25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8261194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0AED23-5C48-4EAF-89AF-09A9685C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4BD5B8-93A5-4BAC-9DF1-EAA8BE8C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F9450F-70C0-4EE2-988E-18B946B7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9612BC-09C3-4C28-AC7D-1545C15E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38DD42-8220-49EF-983F-B69BD496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63CB68-D412-4E51-B49B-2D6B5A1B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136E16-2E09-4C0D-B288-C664B0DA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31169A-FB09-47BA-AE47-21284AF8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EB2BC8-F2C3-4F44-A4E6-C4D5C8FE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B1E713-E73D-4218-B79F-76500238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5A5D49-B336-488F-ABEB-6D4ACCCF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BDE2FC-48D2-4669-B459-D423353D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DF891F-7E12-4597-A37A-9EDB8758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CA3757-58D6-4397-817F-BDB6C7C4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51F6EC-7BE4-4E16-8A60-60015160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08194126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C779C8-0281-46A3-AFCA-20483C15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17A5B4-E02E-4D69-AEAD-3F742AA2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DF73E8-5E18-4F44-8EA1-C48ACBB4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5AAA31-AB48-4BFB-ABE2-4468986D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5D367-029C-40BF-A589-FECD7F2D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0B342F-9D2C-42B0-B7C8-D5C06481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Aircraft power plants - basic principles of piston, turbo...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1B833A-D532-4A8E-B38A-E9E8A90D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2F95CE-B6F7-4D98-8E8B-407CD0D4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BC4D9B-46D7-439D-8B3D-359D6756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D6EB74-AA3A-41CE-96C6-BE03232F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383D71-F764-47E9-8DB7-C9751ED3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50495263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A4B6D8-BC59-4B14-B3BD-D00ADE96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28D975-AE05-4502-ADC5-80BF154F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97BD0-F6D8-49C2-80DB-7D303781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FF14E-DCC9-4B4A-AFCF-B03B216F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033352-1282-4400-92A0-EECA2B40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Brayton cycle and its application to gas turbine engines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50850A-9AFF-468E-8564-C9CC4039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Brayton cycle and its application to gas...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436AB4-8B8F-41B7-B607-696AB6A0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4C6EBC-6F5D-4784-9890-ADE5D3BB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D730FB-0E4C-44D9-9799-BCAA512A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0CE39B-A0E0-42AF-95AD-DCA81EF9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EE0DAA-89CD-4103-B674-89F8B068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599C36-BF68-4389-BF9B-E9DFD7F3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F4EDF9-E1EF-4A29-BFED-ACA5577E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8D7432-ECB5-4437-85D7-1D86FB80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3EC06A-CCF4-47E1-9A13-0B900F1D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E91CC2-398F-4E21-8B6F-7D1D7EE5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77992368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CCBD8D-E7F8-4934-BAF3-ACECA27A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370B26-6534-4ACF-95BC-201D0109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604DB5-70C4-47B5-B1DA-0109C407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C7BD02-D732-4E6E-B1F4-A3E641BC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BAD2A-A057-4A97-A859-B78846D8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B10AD2-2E6D-4E7B-BCFE-4DEA4FAC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ADB7BD-6077-4E97-9F94-7BD6740C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8417CE-49AF-4F58-ABD1-0015D30C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36B642-B4B4-441F-89CB-ED778B10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Brayton cycle and...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83D09E-89D4-41B8-8C2B-3DC98F94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4C28AF-7BA8-4890-82AC-1FBFEEE5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A26DFE-9EF9-4F42-9AA7-93EB597A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Brayton cyc...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E7616F-E5F5-4372-A904-132EDA57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C1AAE0-6E61-47B6-8AD9-4628F299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D2C1C4-63C1-46F8-9102-502601F9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Brayton...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E6E979-5458-4114-96EC-B408A974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99E531-5A5B-4978-85B3-A038113B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C64EE8-5F05-41AF-86B6-6E961224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Brayton cycle an...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DB2F24-09E3-40A6-89A3-B2F8D22F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7B8819-2A62-41B6-93B7-8D678005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4ACB23-7C4F-4AEB-A96A-F0DF175B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Brayton cycle...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CE7AE7-EC4C-4C22-8A98-5E31E2F9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3F279F-9320-4D2E-83E8-42F55A1B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72765661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F58814-9A25-4009-BC0C-C6AF00DB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A44132-61AA-49E3-9079-6F047D56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CD9F75-181F-4009-921F-F184A403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95154-BF34-43C4-AF7A-F2336A3B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B0289B-0180-44B3-BA66-77C088F2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AB621-C619-4596-AE89-CF1708A1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5D6352-8EA2-4A8C-87E6-83C99544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476FFC-B274-4839-A2F3-EBFA3D99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5E354D-DFF2-4CC6-BCB1-94FB8A1C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E04CDF-C415-4CDF-8200-51DC2FB4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2D5847-08C3-4E0F-A800-A1DD555A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371BA1-27F1-4D9E-8C1F-A5B3E740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0C4987-427D-4AF5-83E1-FD0AC2B7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5A7A48-E472-44E6-A692-40910D69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8BCBEB-5D9D-4D2F-935E-96666DEA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7803726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DE5490-2BAB-4514-8729-4F798C90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3A7DA3-CF5E-44F7-909A-74311B51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3F318-805D-4D95-A73B-DE454074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AC9DDD-8223-438E-9BC5-622D48D1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FA1A84-6687-4EE5-BCF4-BDC9A4D0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8F02E0-E0D4-4164-858B-08623409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Brayton cycle and its application to gas turbine engines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90B0CE-3B18-47AD-AC12-5BE0DC6F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D9662C-F43B-4320-9614-9D5EC339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1DE5A2-AD8D-4277-8A04-AF64C9C1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C1E65E-CF45-4C51-90F0-7E53B87B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837349-5EF9-4548-B9DE-8A95E540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1086536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6EB130-9EC1-4A1F-850E-70AB7C70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370933-8B76-46E7-95CD-946E9297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ECB650-384C-4167-8A7A-07FFE9A4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4E0235-05E2-49D7-B784-CD5F774F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CF6072-71AE-4E64-A7CF-0FDA4B63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use of propellers and jets for production of thrust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0C63DC-6178-4035-8E13-CC5030CD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of propellers and jets for production...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771EC4-5FB8-4E95-A6C1-ABD96A15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EEA5F9-B6BE-43B9-A959-F3ED5BF6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A82F1A-990B-493B-8EBF-064C938B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7ADBAD-5E8B-4B73-AF60-C7062014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155FC0-2E1B-48E1-A496-E24C5397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E08D68-42B7-4229-97F3-5B8C5987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278A27-0025-4130-A15E-01CC3B33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D9BA46-128E-4A14-ACF5-F27900E0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88FA3F-9974-4309-8C4C-F4A0F686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A28B9D-EB42-49E9-9B8A-478BC485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22740505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DECA51-96A3-4FA7-B115-23949FB5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FFE97-2187-48B1-8E68-DB7B4D71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D870EE-214D-48B3-B79B-161047C5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7B2C2C-C015-4170-A774-4E1C4186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2434B7-C432-411A-B021-59705AC8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3D81C3-FC84-4534-92C2-732B096D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15EDFF-48A1-4303-A65E-37BA5697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9534CB-00DD-4D9C-8BFF-8E1E9D4E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0F2065-B3DA-4F00-9804-4F5FEEDE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use of propellers...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210736-459C-4344-B9DB-90B76883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17C9A4-53A7-49FA-9590-2813E1D1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393638-CB86-4079-BD16-18CD666B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use of prop...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27D33A-B9B6-4760-B646-DDFDE098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A0E3BC-0291-4B57-9C98-6FF519FB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0C8EC3-76EB-4FAD-B2A0-83C940A1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use of p...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00B60D-C437-4B09-9B13-78C3856C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9C110E-0BCD-4D6C-A767-71D3E958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E1B26D-AC87-4291-8461-B1F4F6CD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use of propeller...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642167-A1B1-4C1C-83EB-1137007F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75C58D-A720-4E67-82DC-BB8A6A5D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0C0150-C031-48E2-B1D3-FF525DA6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use of propell...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963ACB-0AB9-48AC-B75E-877137A2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B08156-D628-41B6-88DD-653C42E9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82754683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98C1BE-88B5-4DC7-AB1C-AB843077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236D99-258C-420B-BD49-7CF58420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A1A30E-4E26-463C-A12C-21DC5093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C13D07-C6FD-4365-B842-9448560C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209A48-9470-4CF5-9CA9-A3397D3E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C975B6-37F6-406A-8040-58FD7291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D11C8B-3B86-4805-8751-86DC42CD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0CD92A-FCC4-48A0-ADAE-4BF6AB38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C2B6F5-4042-4FA8-B1FE-06038066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D257AC-61A3-4313-95BF-AE70EBE3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149C02-B573-4675-A2F9-357C85A4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BA35F8-450D-43E8-B30D-AE57F034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61D892-FC3D-44C2-B5CA-8A2B3FF0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4C280E-AFE1-4F06-A813-DEDE2BAD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F19C35-F234-4668-8633-224862A1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58231794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125E2F-F5FE-4E62-B2F6-9BCEFD63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C41AB-D184-4BDB-A6F8-3BAE6CA0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922FD2-18DF-438F-832B-89766F45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B453A-95CC-4F45-BF62-79FA518F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B2682-3419-4FC8-82C0-C719C524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CD8647-B414-4024-AC38-ED0070FC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use of propellers and jets for production of thrust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E4347-D3DC-4399-8C5C-444447EB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8C565E-0FFE-40DF-B6CF-F0F39205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784CFD-6193-4D96-AA69-EF43E5DA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8DB23E-AA0B-408D-8EF2-3885D88E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0C2BED-603D-45C8-9512-7E9648FC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98691252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B58DE2-3D69-4495-82AB-B9F6B567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34DCA0-EF14-4508-BD96-7F885556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123C4C-E145-4BB6-951A-C9965A03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20702B-AEEE-4424-9790-087D434A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3D0FC7-001B-4947-BEA0-656CBCC9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comparative merits and limitations of different types of propulsion engines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85B1EB-DBF8-44A8-997B-6F885051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comparative merits and limitations of dif...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11D5CB-C705-4CD3-816E-A34F4148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30EA56-0164-429F-A0B6-B07B3E5E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0CE9C8-3938-48DB-A30F-79BE65BA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5CA3F6-C0CA-4925-8DDB-B1962D78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73BBD3-938A-4A3C-9E8A-E1B36FC0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32A5D6-00D9-482F-B5B9-492D6795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FBAFA6-D639-43E3-B3BA-6BAA15CB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B83BF0-E13C-4A34-8276-9BB1DA71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98B422-D476-4FBB-83B4-1EB84A09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ECD9FE-547D-4BCB-863A-8DF37CA7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25698799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82DF49-D3DC-4236-84C0-1F7F74EF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FC27C9-9AB5-43AF-A604-F61CF035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F25698-CA21-43DB-A884-2EC2FA0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BDA805-7BC2-4926-817E-5BC71E54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D81786-36F3-46A7-A07C-478FED0A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E12AF0-7548-43D2-B6EC-2278F61C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2207AA-5DD5-44DD-8DE0-4A18B2A3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258F17-2C0B-48BD-A7FE-50884E35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B96D23-DDDE-4CF5-82B5-8919E30B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comparative merits...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2D1E40-9FC4-4228-BC91-7921DE0B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113E10-3961-474D-90D2-A34EF53C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AE208C-19E2-4483-8EE6-BF425140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comparative...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FCB20D-01F4-4385-AFEC-B7A65B2E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675540-AF68-40D5-B098-7B54F32A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3EA9B8-DEDC-4206-9DBA-75C75989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comparat...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948A7D-9B09-429F-9B4F-5ECF81CE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70AF2A-2CEA-490E-8303-A014EF78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2672A1-9A99-49D2-90FF-5710CA98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comparative meri...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7E8D9C-3F7D-41D4-9A52-39749696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AA16A3-4245-45C9-AC0C-F2700039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E8A76E-CB55-4C26-925E-8D316E9C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comparative me...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77DEF8-45E4-439A-AB34-4AE3C775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278C80-8695-4321-BD14-855693AB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80989573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808E1B-2864-4CF8-8869-77FD525B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2BC2E4-8F48-4670-BAD9-93DD55B6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2FF9B-355F-449D-BB68-D85E740F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F1C663-8603-480A-9890-DDDB21DE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95250D-345A-4F19-8937-812C3149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01489E-E443-4B94-80D7-C9F347EA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A46AF2-12CE-401F-90C7-E0712492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56A258-8282-49B9-AEB2-D4985C84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0FBC80-2E88-4F0F-B8A8-2149116C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F85871-AE2A-45BF-A9A8-EF77EB1C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085708-6896-4244-86AE-B608A405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7B4FA1-5F63-4D3F-B017-6A9A667F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A07CDE-EB93-490D-8B3D-CB9C3C1B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189993-6600-4A7F-A908-48CC20CA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331176-8FCA-4885-B428-2DC5B0A1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84919939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5F7F28-D65D-473A-B73E-206EC1B7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DB9521-FD95-4B06-96F3-CFC97994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259326-F710-4ACE-96BE-B60F5DB0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2800F-83D6-4750-95E0-11440485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271FAD-86C3-499C-BC57-0F4D6F44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F7085C-4F21-42AD-BA2B-C4FA18B4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comparative merits and limitations of different types of...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994F80-AEAE-454A-A735-CD41E20E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FA7599-8D05-41F5-8FF4-67F347F8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890E2A-52C0-4354-A0CF-BEF672ED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058DAB-552D-4F4B-BE7F-1BA17005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6F7982-919A-4B7B-AB8C-76377B57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50126503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2B0421-59E8-447B-BF19-BF73D953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4FE2D5-5667-4F93-A426-C33364F4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26701-C896-4952-8F4E-4C7E916B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5CC64A-1932-47EF-A807-8981558A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B374CB-CB62-45AB-A31E-2B3DB9C0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AC491F-2538-4E6A-9CF3-255C0F42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33108268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B96899-336B-4A79-AAC5-30755A05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77A06B-3A71-4760-B8C7-502E1572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14651F-7A05-463C-B345-52335DAF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C283AA-FAB9-4D5C-8212-DD9A71F4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FA1574-3224-442D-8A4A-FBC2B3E9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Aircraft: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Propulsion: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power: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plants: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classification: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6DBEEE-895F-4460-A446-952529BB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144346752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FF6DC4-C1A9-4E07-AC23-F31BF170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D0CF2A-5604-4EAC-BCDA-EB83DB1B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C23A0E-4184-4D31-BC5D-5EE1CF4D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28321-F1DF-437F-87A7-09FED3C9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981CFB-CC18-4394-B5CA-5D4EFD23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D9A895-7513-48A3-98D1-00E9C156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31405160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AFB5F6-4613-48AF-9764-ADDE8B79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ECBA5C-44F8-422A-8023-78D69BE9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0BAFA5-CB33-42E8-A9DA-1E4CD85D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32708C-1C5D-4644-894F-24212ED0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228A0C-55A1-4537-97DD-15E44569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96B15C-FF19-4D5D-A7BA-A055C5F0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210741822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C9B291-972B-4B89-86FB-A2CABD01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1BEAE105/205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633226-7E3A-4A6B-A6A9-94CCF4A2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3175F9-4ED9-4E27-8E16-292285FB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7321EF-4A82-4019-9F59-61C83485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EF603D-51FB-4D81-B710-E80FE074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Propulsion: Aircraft power plants, classification based on power plant...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Turboprop, turbojet and turbofan engines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ramjets and scramjets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performance characteristics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Aircraft power plants - basic principles of piston, turboprop and jet e...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EF7ACE-6098-4B13-8FB5-28E75552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CAA7FB-FF44-4E0D-8792-20DF38F3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544287-488B-4AAC-9CA0-3A3EFC55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Aeronautics</a:t>
            </a:r>
          </a:p>
        </p:txBody>
      </p:sp>
    </p:spTree>
    <p:extLst>
      <p:ext uri="{BB962C8B-B14F-4D97-AF65-F5344CB8AC3E}">
        <p14:creationId xmlns:p14="http://schemas.microsoft.com/office/powerpoint/2010/main" val="20960988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2026-08-24T16:02:36.1520000Z</dcterms:created>
  <dcterms:modified xsi:type="dcterms:W3CDTF">2026-08-24T16:02:36.1520000Z</dcterms:modified>
</coreProperties>
</file>