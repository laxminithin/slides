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28f42381d54c76" /><Relationship Type="http://schemas.openxmlformats.org/officeDocument/2006/relationships/extended-properties" Target="/docProps/app.xml" Id="R21a6f2ffd82b4aca" /><Relationship Type="http://schemas.openxmlformats.org/officeDocument/2006/relationships/officeDocument" Target="/ppt/presentation.xml" Id="Rea226e8c95e242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93a728d62c42bb"/>
  </p:sldMasterIdLst>
  <p:notesMasterIdLst>
    <p:notesMasterId xmlns:r="http://schemas.openxmlformats.org/officeDocument/2006/relationships" r:id="Rfa1b17b2fe4045b4"/>
  </p:notesMasterIdLst>
  <p:sldIdLst>
    <p:sldId xmlns:r="http://schemas.openxmlformats.org/officeDocument/2006/relationships" id="256" r:id="R3038166687b9416e"/>
    <p:sldId xmlns:r="http://schemas.openxmlformats.org/officeDocument/2006/relationships" id="257" r:id="R5e34e2936a0d4390"/>
    <p:sldId xmlns:r="http://schemas.openxmlformats.org/officeDocument/2006/relationships" id="258" r:id="R28c8f84a39c94447"/>
    <p:sldId xmlns:r="http://schemas.openxmlformats.org/officeDocument/2006/relationships" id="259" r:id="R13cebe2a09854408"/>
    <p:sldId xmlns:r="http://schemas.openxmlformats.org/officeDocument/2006/relationships" id="260" r:id="R44b752dfc996410e"/>
    <p:sldId xmlns:r="http://schemas.openxmlformats.org/officeDocument/2006/relationships" id="261" r:id="Re2060ebdb5004230"/>
    <p:sldId xmlns:r="http://schemas.openxmlformats.org/officeDocument/2006/relationships" id="262" r:id="Re148ecc50c0b4f9c"/>
    <p:sldId xmlns:r="http://schemas.openxmlformats.org/officeDocument/2006/relationships" id="263" r:id="Rde1a593e76f34d5d"/>
    <p:sldId xmlns:r="http://schemas.openxmlformats.org/officeDocument/2006/relationships" id="264" r:id="R9854cd1fab134a3a"/>
    <p:sldId xmlns:r="http://schemas.openxmlformats.org/officeDocument/2006/relationships" id="265" r:id="Re6bfeb73965e4801"/>
    <p:sldId xmlns:r="http://schemas.openxmlformats.org/officeDocument/2006/relationships" id="266" r:id="R67b8690507894c14"/>
    <p:sldId xmlns:r="http://schemas.openxmlformats.org/officeDocument/2006/relationships" id="267" r:id="Rdc14d162a2114560"/>
    <p:sldId xmlns:r="http://schemas.openxmlformats.org/officeDocument/2006/relationships" id="268" r:id="Rd1968572bbcb4a4f"/>
    <p:sldId xmlns:r="http://schemas.openxmlformats.org/officeDocument/2006/relationships" id="269" r:id="Rc3d2ddbdb6e24dcf"/>
    <p:sldId xmlns:r="http://schemas.openxmlformats.org/officeDocument/2006/relationships" id="270" r:id="Recd94d7f6e694935"/>
    <p:sldId xmlns:r="http://schemas.openxmlformats.org/officeDocument/2006/relationships" id="271" r:id="Rac0738f9ce7145c6"/>
    <p:sldId xmlns:r="http://schemas.openxmlformats.org/officeDocument/2006/relationships" id="272" r:id="R6464152bc41047c1"/>
    <p:sldId xmlns:r="http://schemas.openxmlformats.org/officeDocument/2006/relationships" id="273" r:id="Rbe5e676daea241ca"/>
    <p:sldId xmlns:r="http://schemas.openxmlformats.org/officeDocument/2006/relationships" id="274" r:id="R66bb1a7961614fff"/>
    <p:sldId xmlns:r="http://schemas.openxmlformats.org/officeDocument/2006/relationships" id="275" r:id="R6ced43696b384b33"/>
    <p:sldId xmlns:r="http://schemas.openxmlformats.org/officeDocument/2006/relationships" id="276" r:id="R08d49541b198401b"/>
    <p:sldId xmlns:r="http://schemas.openxmlformats.org/officeDocument/2006/relationships" id="277" r:id="Raa283bb09fe14b41"/>
    <p:sldId xmlns:r="http://schemas.openxmlformats.org/officeDocument/2006/relationships" id="278" r:id="R90c91e14dd74472b"/>
    <p:sldId xmlns:r="http://schemas.openxmlformats.org/officeDocument/2006/relationships" id="279" r:id="R4a09d18b4b194292"/>
    <p:sldId xmlns:r="http://schemas.openxmlformats.org/officeDocument/2006/relationships" id="280" r:id="Raecb3131524d4d3e"/>
    <p:sldId xmlns:r="http://schemas.openxmlformats.org/officeDocument/2006/relationships" id="281" r:id="R5493bada61d54f79"/>
    <p:sldId xmlns:r="http://schemas.openxmlformats.org/officeDocument/2006/relationships" id="282" r:id="R9832fa41770a4e7e"/>
    <p:sldId xmlns:r="http://schemas.openxmlformats.org/officeDocument/2006/relationships" id="283" r:id="R385e60ce8eed4e55"/>
    <p:sldId xmlns:r="http://schemas.openxmlformats.org/officeDocument/2006/relationships" id="284" r:id="R0ebc505da3a24e24"/>
    <p:sldId xmlns:r="http://schemas.openxmlformats.org/officeDocument/2006/relationships" id="285" r:id="R0185c58b912e46e5"/>
    <p:sldId xmlns:r="http://schemas.openxmlformats.org/officeDocument/2006/relationships" id="286" r:id="R68cd5166e2e34884"/>
    <p:sldId xmlns:r="http://schemas.openxmlformats.org/officeDocument/2006/relationships" id="287" r:id="R12c7fd9235db4b03"/>
    <p:sldId xmlns:r="http://schemas.openxmlformats.org/officeDocument/2006/relationships" id="288" r:id="R16a25c7be72a4af4"/>
    <p:sldId xmlns:r="http://schemas.openxmlformats.org/officeDocument/2006/relationships" id="289" r:id="R23e956f289f342a2"/>
    <p:sldId xmlns:r="http://schemas.openxmlformats.org/officeDocument/2006/relationships" id="290" r:id="Rb42983d24e134ac7"/>
    <p:sldId xmlns:r="http://schemas.openxmlformats.org/officeDocument/2006/relationships" id="291" r:id="R845dfd13d8bf4b06"/>
    <p:sldId xmlns:r="http://schemas.openxmlformats.org/officeDocument/2006/relationships" id="292" r:id="R3ce84b1a6304445e"/>
    <p:sldId xmlns:r="http://schemas.openxmlformats.org/officeDocument/2006/relationships" id="293" r:id="Rdc7964277f80470c"/>
    <p:sldId xmlns:r="http://schemas.openxmlformats.org/officeDocument/2006/relationships" id="294" r:id="R573e7288ffab44bb"/>
    <p:sldId xmlns:r="http://schemas.openxmlformats.org/officeDocument/2006/relationships" id="295" r:id="R37eaacc7e37944df"/>
    <p:sldId xmlns:r="http://schemas.openxmlformats.org/officeDocument/2006/relationships" id="296" r:id="R3ea98fe11bce4d0a"/>
    <p:sldId xmlns:r="http://schemas.openxmlformats.org/officeDocument/2006/relationships" id="297" r:id="R9c81170c3e8c4b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182941a8c94b8d" /><Relationship Type="http://schemas.openxmlformats.org/officeDocument/2006/relationships/slideMaster" Target="/ppt/slideMasters/slideMaster1.xml" Id="Rad93a728d62c42bb" /><Relationship Type="http://schemas.openxmlformats.org/officeDocument/2006/relationships/notesMaster" Target="/ppt/notesMasters/notesMaster1.xml" Id="Rfa1b17b2fe4045b4" /><Relationship Type="http://schemas.openxmlformats.org/officeDocument/2006/relationships/presProps" Target="/ppt/presProps.xml" Id="R47a0762d0dc948fb" /><Relationship Type="http://schemas.openxmlformats.org/officeDocument/2006/relationships/tableStyles" Target="/ppt/tableStyles.xml" Id="R3faf370f29cc4b0e" /><Relationship Type="http://schemas.openxmlformats.org/officeDocument/2006/relationships/slide" Target="/ppt/slides/slide1.xml" Id="R3038166687b9416e" /><Relationship Type="http://schemas.openxmlformats.org/officeDocument/2006/relationships/slide" Target="/ppt/slides/slide2.xml" Id="R5e34e2936a0d4390" /><Relationship Type="http://schemas.openxmlformats.org/officeDocument/2006/relationships/slide" Target="/ppt/slides/slide3.xml" Id="R28c8f84a39c94447" /><Relationship Type="http://schemas.openxmlformats.org/officeDocument/2006/relationships/slide" Target="/ppt/slides/slide4.xml" Id="R13cebe2a09854408" /><Relationship Type="http://schemas.openxmlformats.org/officeDocument/2006/relationships/slide" Target="/ppt/slides/slide5.xml" Id="R44b752dfc996410e" /><Relationship Type="http://schemas.openxmlformats.org/officeDocument/2006/relationships/slide" Target="/ppt/slides/slide6.xml" Id="Re2060ebdb5004230" /><Relationship Type="http://schemas.openxmlformats.org/officeDocument/2006/relationships/slide" Target="/ppt/slides/slide7.xml" Id="Re148ecc50c0b4f9c" /><Relationship Type="http://schemas.openxmlformats.org/officeDocument/2006/relationships/slide" Target="/ppt/slides/slide8.xml" Id="Rde1a593e76f34d5d" /><Relationship Type="http://schemas.openxmlformats.org/officeDocument/2006/relationships/slide" Target="/ppt/slides/slide9.xml" Id="R9854cd1fab134a3a" /><Relationship Type="http://schemas.openxmlformats.org/officeDocument/2006/relationships/slide" Target="/ppt/slides/slide10.xml" Id="Re6bfeb73965e4801" /><Relationship Type="http://schemas.openxmlformats.org/officeDocument/2006/relationships/slide" Target="/ppt/slides/slide11.xml" Id="R67b8690507894c14" /><Relationship Type="http://schemas.openxmlformats.org/officeDocument/2006/relationships/slide" Target="/ppt/slides/slide12.xml" Id="Rdc14d162a2114560" /><Relationship Type="http://schemas.openxmlformats.org/officeDocument/2006/relationships/slide" Target="/ppt/slides/slide13.xml" Id="Rd1968572bbcb4a4f" /><Relationship Type="http://schemas.openxmlformats.org/officeDocument/2006/relationships/slide" Target="/ppt/slides/slide14.xml" Id="Rc3d2ddbdb6e24dcf" /><Relationship Type="http://schemas.openxmlformats.org/officeDocument/2006/relationships/slide" Target="/ppt/slides/slide15.xml" Id="Recd94d7f6e694935" /><Relationship Type="http://schemas.openxmlformats.org/officeDocument/2006/relationships/slide" Target="/ppt/slides/slide16.xml" Id="Rac0738f9ce7145c6" /><Relationship Type="http://schemas.openxmlformats.org/officeDocument/2006/relationships/slide" Target="/ppt/slides/slide17.xml" Id="R6464152bc41047c1" /><Relationship Type="http://schemas.openxmlformats.org/officeDocument/2006/relationships/slide" Target="/ppt/slides/slide18.xml" Id="Rbe5e676daea241ca" /><Relationship Type="http://schemas.openxmlformats.org/officeDocument/2006/relationships/slide" Target="/ppt/slides/slide19.xml" Id="R66bb1a7961614fff" /><Relationship Type="http://schemas.openxmlformats.org/officeDocument/2006/relationships/slide" Target="/ppt/slides/slide20.xml" Id="R6ced43696b384b33" /><Relationship Type="http://schemas.openxmlformats.org/officeDocument/2006/relationships/slide" Target="/ppt/slides/slide21.xml" Id="R08d49541b198401b" /><Relationship Type="http://schemas.openxmlformats.org/officeDocument/2006/relationships/slide" Target="/ppt/slides/slide22.xml" Id="Raa283bb09fe14b41" /><Relationship Type="http://schemas.openxmlformats.org/officeDocument/2006/relationships/slide" Target="/ppt/slides/slide23.xml" Id="R90c91e14dd74472b" /><Relationship Type="http://schemas.openxmlformats.org/officeDocument/2006/relationships/slide" Target="/ppt/slides/slide24.xml" Id="R4a09d18b4b194292" /><Relationship Type="http://schemas.openxmlformats.org/officeDocument/2006/relationships/slide" Target="/ppt/slides/slide25.xml" Id="Raecb3131524d4d3e" /><Relationship Type="http://schemas.openxmlformats.org/officeDocument/2006/relationships/slide" Target="/ppt/slides/slide26.xml" Id="R5493bada61d54f79" /><Relationship Type="http://schemas.openxmlformats.org/officeDocument/2006/relationships/slide" Target="/ppt/slides/slide27.xml" Id="R9832fa41770a4e7e" /><Relationship Type="http://schemas.openxmlformats.org/officeDocument/2006/relationships/slide" Target="/ppt/slides/slide28.xml" Id="R385e60ce8eed4e55" /><Relationship Type="http://schemas.openxmlformats.org/officeDocument/2006/relationships/slide" Target="/ppt/slides/slide29.xml" Id="R0ebc505da3a24e24" /><Relationship Type="http://schemas.openxmlformats.org/officeDocument/2006/relationships/slide" Target="/ppt/slides/slide30.xml" Id="R0185c58b912e46e5" /><Relationship Type="http://schemas.openxmlformats.org/officeDocument/2006/relationships/slide" Target="/ppt/slides/slide31.xml" Id="R68cd5166e2e34884" /><Relationship Type="http://schemas.openxmlformats.org/officeDocument/2006/relationships/slide" Target="/ppt/slides/slide32.xml" Id="R12c7fd9235db4b03" /><Relationship Type="http://schemas.openxmlformats.org/officeDocument/2006/relationships/slide" Target="/ppt/slides/slide33.xml" Id="R16a25c7be72a4af4" /><Relationship Type="http://schemas.openxmlformats.org/officeDocument/2006/relationships/slide" Target="/ppt/slides/slide34.xml" Id="R23e956f289f342a2" /><Relationship Type="http://schemas.openxmlformats.org/officeDocument/2006/relationships/slide" Target="/ppt/slides/slide35.xml" Id="Rb42983d24e134ac7" /><Relationship Type="http://schemas.openxmlformats.org/officeDocument/2006/relationships/slide" Target="/ppt/slides/slide36.xml" Id="R845dfd13d8bf4b06" /><Relationship Type="http://schemas.openxmlformats.org/officeDocument/2006/relationships/slide" Target="/ppt/slides/slide37.xml" Id="R3ce84b1a6304445e" /><Relationship Type="http://schemas.openxmlformats.org/officeDocument/2006/relationships/slide" Target="/ppt/slides/slide38.xml" Id="Rdc7964277f80470c" /><Relationship Type="http://schemas.openxmlformats.org/officeDocument/2006/relationships/slide" Target="/ppt/slides/slide39.xml" Id="R573e7288ffab44bb" /><Relationship Type="http://schemas.openxmlformats.org/officeDocument/2006/relationships/slide" Target="/ppt/slides/slide40.xml" Id="R37eaacc7e37944df" /><Relationship Type="http://schemas.openxmlformats.org/officeDocument/2006/relationships/slide" Target="/ppt/slides/slide41.xml" Id="R3ea98fe11bce4d0a" /><Relationship Type="http://schemas.openxmlformats.org/officeDocument/2006/relationships/slide" Target="/ppt/slides/slide42.xml" Id="R9c81170c3e8c4b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8aa25d3b4343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3847cb2259487c" /><Relationship Type="http://schemas.openxmlformats.org/officeDocument/2006/relationships/notesMaster" Target="/ppt/notesMasters/notesMaster1.xml" Id="R1279277f717f4d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290ffa2b324331" /><Relationship Type="http://schemas.openxmlformats.org/officeDocument/2006/relationships/notesMaster" Target="/ppt/notesMasters/notesMaster1.xml" Id="R52d87afedb5143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996355bee74cd4" /><Relationship Type="http://schemas.openxmlformats.org/officeDocument/2006/relationships/notesMaster" Target="/ppt/notesMasters/notesMaster1.xml" Id="Rc63738f083a944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5bb00f19174e82" /><Relationship Type="http://schemas.openxmlformats.org/officeDocument/2006/relationships/notesMaster" Target="/ppt/notesMasters/notesMaster1.xml" Id="R2c4b98d517a94b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c4d32367004998" /><Relationship Type="http://schemas.openxmlformats.org/officeDocument/2006/relationships/notesMaster" Target="/ppt/notesMasters/notesMaster1.xml" Id="Re2a94d36e5bb4b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b9b8693aa94e98" /><Relationship Type="http://schemas.openxmlformats.org/officeDocument/2006/relationships/notesMaster" Target="/ppt/notesMasters/notesMaster1.xml" Id="R411155f105f940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530af40ad14531" /><Relationship Type="http://schemas.openxmlformats.org/officeDocument/2006/relationships/notesMaster" Target="/ppt/notesMasters/notesMaster1.xml" Id="Re23d9e19e66340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eed99e36d8410d" /><Relationship Type="http://schemas.openxmlformats.org/officeDocument/2006/relationships/notesMaster" Target="/ppt/notesMasters/notesMaster1.xml" Id="Rfca6db0d698844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a9c57a992a4889" /><Relationship Type="http://schemas.openxmlformats.org/officeDocument/2006/relationships/notesMaster" Target="/ppt/notesMasters/notesMaster1.xml" Id="R7bc3248521ad4f1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3b572d86ba452b" /><Relationship Type="http://schemas.openxmlformats.org/officeDocument/2006/relationships/notesMaster" Target="/ppt/notesMasters/notesMaster1.xml" Id="Rae27079d4b12426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be166e93e5a4c28" /><Relationship Type="http://schemas.openxmlformats.org/officeDocument/2006/relationships/notesMaster" Target="/ppt/notesMasters/notesMaster1.xml" Id="Rf2ec8c47cd8644e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0a3596d05744c95" /><Relationship Type="http://schemas.openxmlformats.org/officeDocument/2006/relationships/notesMaster" Target="/ppt/notesMasters/notesMaster1.xml" Id="Rbefb3090b53c472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4a6d3bd0aab455f" /><Relationship Type="http://schemas.openxmlformats.org/officeDocument/2006/relationships/notesMaster" Target="/ppt/notesMasters/notesMaster1.xml" Id="Raee7f4e8876b45c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f0a409a84fc40d0" /><Relationship Type="http://schemas.openxmlformats.org/officeDocument/2006/relationships/notesMaster" Target="/ppt/notesMasters/notesMaster1.xml" Id="R7cd2116067c74f6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69c32571f204596" /><Relationship Type="http://schemas.openxmlformats.org/officeDocument/2006/relationships/notesMaster" Target="/ppt/notesMasters/notesMaster1.xml" Id="Rb8050cfc7ff045d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0d63c5227f4465f" /><Relationship Type="http://schemas.openxmlformats.org/officeDocument/2006/relationships/notesMaster" Target="/ppt/notesMasters/notesMaster1.xml" Id="Rd923fd6fae3c4c5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b739b6e081e4377" /><Relationship Type="http://schemas.openxmlformats.org/officeDocument/2006/relationships/notesMaster" Target="/ppt/notesMasters/notesMaster1.xml" Id="Rd29ea8c872724c4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b0c92b8003341b0" /><Relationship Type="http://schemas.openxmlformats.org/officeDocument/2006/relationships/notesMaster" Target="/ppt/notesMasters/notesMaster1.xml" Id="R75f14dd9966b4e8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dbafe0f2d1246cd" /><Relationship Type="http://schemas.openxmlformats.org/officeDocument/2006/relationships/notesMaster" Target="/ppt/notesMasters/notesMaster1.xml" Id="Rb96974c0c8a14c7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2a486cf2c764d2c" /><Relationship Type="http://schemas.openxmlformats.org/officeDocument/2006/relationships/notesMaster" Target="/ppt/notesMasters/notesMaster1.xml" Id="R0fe09990b6f24d2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338715dd6a34611" /><Relationship Type="http://schemas.openxmlformats.org/officeDocument/2006/relationships/notesMaster" Target="/ppt/notesMasters/notesMaster1.xml" Id="R0edb6fbef6444b9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72e5919b3ed4ba0" /><Relationship Type="http://schemas.openxmlformats.org/officeDocument/2006/relationships/notesMaster" Target="/ppt/notesMasters/notesMaster1.xml" Id="R3c6368bc145f4e2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fb89f4de0af41d2" /><Relationship Type="http://schemas.openxmlformats.org/officeDocument/2006/relationships/notesMaster" Target="/ppt/notesMasters/notesMaster1.xml" Id="R5512d758e0fe489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71c62e459a342bb" /><Relationship Type="http://schemas.openxmlformats.org/officeDocument/2006/relationships/notesMaster" Target="/ppt/notesMasters/notesMaster1.xml" Id="Rd6db673d9b29464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fe86bde3a4644f3" /><Relationship Type="http://schemas.openxmlformats.org/officeDocument/2006/relationships/notesMaster" Target="/ppt/notesMasters/notesMaster1.xml" Id="Rf6a4973bcc6544d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eefb055342c4bf7" /><Relationship Type="http://schemas.openxmlformats.org/officeDocument/2006/relationships/notesMaster" Target="/ppt/notesMasters/notesMaster1.xml" Id="R2856932d51f0436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523609aae6f4878" /><Relationship Type="http://schemas.openxmlformats.org/officeDocument/2006/relationships/notesMaster" Target="/ppt/notesMasters/notesMaster1.xml" Id="R47d33a6d4ab44f5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1abb0f92e8e49fc" /><Relationship Type="http://schemas.openxmlformats.org/officeDocument/2006/relationships/notesMaster" Target="/ppt/notesMasters/notesMaster1.xml" Id="R4803bb6e304f4cb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6307b23d8d54bb8" /><Relationship Type="http://schemas.openxmlformats.org/officeDocument/2006/relationships/notesMaster" Target="/ppt/notesMasters/notesMaster1.xml" Id="R55e51e027c45403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8638033284f4d95" /><Relationship Type="http://schemas.openxmlformats.org/officeDocument/2006/relationships/notesMaster" Target="/ppt/notesMasters/notesMaster1.xml" Id="R42db820c24534fa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c1043f99a424ad6" /><Relationship Type="http://schemas.openxmlformats.org/officeDocument/2006/relationships/notesMaster" Target="/ppt/notesMasters/notesMaster1.xml" Id="R3eb1396d92e8445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3ef7326b16549ed" /><Relationship Type="http://schemas.openxmlformats.org/officeDocument/2006/relationships/notesMaster" Target="/ppt/notesMasters/notesMaster1.xml" Id="Rb5960b67b84c4e0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4fc838c06964275" /><Relationship Type="http://schemas.openxmlformats.org/officeDocument/2006/relationships/notesMaster" Target="/ppt/notesMasters/notesMaster1.xml" Id="Ra589161181e8463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96f5ac624134046" /><Relationship Type="http://schemas.openxmlformats.org/officeDocument/2006/relationships/notesMaster" Target="/ppt/notesMasters/notesMaster1.xml" Id="Rdc6f41805d1342c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9ae630a5bc34021" /><Relationship Type="http://schemas.openxmlformats.org/officeDocument/2006/relationships/notesMaster" Target="/ppt/notesMasters/notesMaster1.xml" Id="Rbe7c6c1b863d483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b3156ad15b64e83" /><Relationship Type="http://schemas.openxmlformats.org/officeDocument/2006/relationships/notesMaster" Target="/ppt/notesMasters/notesMaster1.xml" Id="R7e58f4ec1174493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b2ac881e6ce4691" /><Relationship Type="http://schemas.openxmlformats.org/officeDocument/2006/relationships/notesMaster" Target="/ppt/notesMasters/notesMaster1.xml" Id="Rf0750090fc80495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64f90555ef04de6" /><Relationship Type="http://schemas.openxmlformats.org/officeDocument/2006/relationships/notesMaster" Target="/ppt/notesMasters/notesMaster1.xml" Id="R8281a5249cdd438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f35bd7ab4f94408" /><Relationship Type="http://schemas.openxmlformats.org/officeDocument/2006/relationships/notesMaster" Target="/ppt/notesMasters/notesMaster1.xml" Id="Rf14a25ea0c15417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88db9272d1b4d3e" /><Relationship Type="http://schemas.openxmlformats.org/officeDocument/2006/relationships/notesMaster" Target="/ppt/notesMasters/notesMaster1.xml" Id="R55af43045618430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1a22f3c9f79f4d9d" /><Relationship Type="http://schemas.openxmlformats.org/officeDocument/2006/relationships/notesMaster" Target="/ppt/notesMasters/notesMaster1.xml" Id="R7992dd38e5674fb4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74dd5afa8bb44a2a" /><Relationship Type="http://schemas.openxmlformats.org/officeDocument/2006/relationships/notesMaster" Target="/ppt/notesMasters/notesMaster1.xml" Id="Ra764bf58180744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c8c000807047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c7c07f88ac49b7" /><Relationship Type="http://schemas.openxmlformats.org/officeDocument/2006/relationships/slideLayout" Target="/ppt/slideLayouts/slideLayout1.xml" Id="R5277623f131542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77623f131542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66b02c80c4e23" /><Relationship Type="http://schemas.openxmlformats.org/officeDocument/2006/relationships/notesSlide" Target="/ppt/notesSlides/notesSlide1.xml" Id="Ra51017b5eeb54f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a88aa552b4a61" /><Relationship Type="http://schemas.openxmlformats.org/officeDocument/2006/relationships/notesSlide" Target="/ppt/notesSlides/notesSlide2.xml" Id="R8a0639eeb4314a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574e3349e4c4c" /><Relationship Type="http://schemas.openxmlformats.org/officeDocument/2006/relationships/notesSlide" Target="/ppt/notesSlides/notesSlide3.xml" Id="R52dbd3ebe11144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fbfae2709457e" /><Relationship Type="http://schemas.openxmlformats.org/officeDocument/2006/relationships/notesSlide" Target="/ppt/notesSlides/notesSlide4.xml" Id="R95691368ca464d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d3a37872284090" /><Relationship Type="http://schemas.openxmlformats.org/officeDocument/2006/relationships/notesSlide" Target="/ppt/notesSlides/notesSlide5.xml" Id="R036e3ebcf78249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37c7d9b1244882" /><Relationship Type="http://schemas.openxmlformats.org/officeDocument/2006/relationships/notesSlide" Target="/ppt/notesSlides/notesSlide6.xml" Id="Rd01bbb133dcf4c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f19c96be74737" /><Relationship Type="http://schemas.openxmlformats.org/officeDocument/2006/relationships/notesSlide" Target="/ppt/notesSlides/notesSlide7.xml" Id="R884c18d1919a44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68a629ec3e4038" /><Relationship Type="http://schemas.openxmlformats.org/officeDocument/2006/relationships/notesSlide" Target="/ppt/notesSlides/notesSlide8.xml" Id="R9e98cd2ddfd64d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01c5d82a84c1b" /><Relationship Type="http://schemas.openxmlformats.org/officeDocument/2006/relationships/notesSlide" Target="/ppt/notesSlides/notesSlide9.xml" Id="R8225782349c44d4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7facdcb0b142ec" /><Relationship Type="http://schemas.openxmlformats.org/officeDocument/2006/relationships/notesSlide" Target="/ppt/notesSlides/notesSlide10.xml" Id="Rf74c38d391dc4fa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003f756f041f7" /><Relationship Type="http://schemas.openxmlformats.org/officeDocument/2006/relationships/notesSlide" Target="/ppt/notesSlides/notesSlide11.xml" Id="R89c6de9efa52455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6f8402fbc407d" /><Relationship Type="http://schemas.openxmlformats.org/officeDocument/2006/relationships/notesSlide" Target="/ppt/notesSlides/notesSlide12.xml" Id="R7865a0180445430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cdf92307f4c21" /><Relationship Type="http://schemas.openxmlformats.org/officeDocument/2006/relationships/notesSlide" Target="/ppt/notesSlides/notesSlide13.xml" Id="R608646bdb8ad485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1feb715e84234" /><Relationship Type="http://schemas.openxmlformats.org/officeDocument/2006/relationships/notesSlide" Target="/ppt/notesSlides/notesSlide14.xml" Id="R915b7df9012147f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07adc870294406" /><Relationship Type="http://schemas.openxmlformats.org/officeDocument/2006/relationships/notesSlide" Target="/ppt/notesSlides/notesSlide15.xml" Id="R8406d84634b64c3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894c83f4e4f7a" /><Relationship Type="http://schemas.openxmlformats.org/officeDocument/2006/relationships/notesSlide" Target="/ppt/notesSlides/notesSlide16.xml" Id="Rcefd7cc81c1f4eb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6827e2a8c42a3" /><Relationship Type="http://schemas.openxmlformats.org/officeDocument/2006/relationships/notesSlide" Target="/ppt/notesSlides/notesSlide17.xml" Id="Rbd3544ca6a03493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cb7d316c804104" /><Relationship Type="http://schemas.openxmlformats.org/officeDocument/2006/relationships/notesSlide" Target="/ppt/notesSlides/notesSlide18.xml" Id="R2b1a7aacdeb84b4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ace6db9ff24100" /><Relationship Type="http://schemas.openxmlformats.org/officeDocument/2006/relationships/notesSlide" Target="/ppt/notesSlides/notesSlide19.xml" Id="R50610c8c3741410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f03f2e24714baf" /><Relationship Type="http://schemas.openxmlformats.org/officeDocument/2006/relationships/notesSlide" Target="/ppt/notesSlides/notesSlide20.xml" Id="Rcaa7d8a8e92241f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10f4206a24e55" /><Relationship Type="http://schemas.openxmlformats.org/officeDocument/2006/relationships/notesSlide" Target="/ppt/notesSlides/notesSlide21.xml" Id="R7032a3bf20eb4c6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c53ed8c4994aa3" /><Relationship Type="http://schemas.openxmlformats.org/officeDocument/2006/relationships/notesSlide" Target="/ppt/notesSlides/notesSlide22.xml" Id="R930211b635c5441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2ac00d97514a66" /><Relationship Type="http://schemas.openxmlformats.org/officeDocument/2006/relationships/notesSlide" Target="/ppt/notesSlides/notesSlide23.xml" Id="Rfc8cd90320b1474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35697f7d94464" /><Relationship Type="http://schemas.openxmlformats.org/officeDocument/2006/relationships/notesSlide" Target="/ppt/notesSlides/notesSlide24.xml" Id="R57779b06947b437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8b1102f0b4ea5" /><Relationship Type="http://schemas.openxmlformats.org/officeDocument/2006/relationships/notesSlide" Target="/ppt/notesSlides/notesSlide25.xml" Id="R55d2de91e6fe40c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ec88f97b64d1a" /><Relationship Type="http://schemas.openxmlformats.org/officeDocument/2006/relationships/notesSlide" Target="/ppt/notesSlides/notesSlide26.xml" Id="R5ce429c9ac2941a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bc382ac614763" /><Relationship Type="http://schemas.openxmlformats.org/officeDocument/2006/relationships/notesSlide" Target="/ppt/notesSlides/notesSlide27.xml" Id="R88f09114860c44c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0f5d239f44e6d" /><Relationship Type="http://schemas.openxmlformats.org/officeDocument/2006/relationships/notesSlide" Target="/ppt/notesSlides/notesSlide28.xml" Id="R7794f3f725874fd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3d1d1162cb4f0e" /><Relationship Type="http://schemas.openxmlformats.org/officeDocument/2006/relationships/notesSlide" Target="/ppt/notesSlides/notesSlide29.xml" Id="Rd12b2c1ca8fe441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5d70a0d0e54ed0" /><Relationship Type="http://schemas.openxmlformats.org/officeDocument/2006/relationships/notesSlide" Target="/ppt/notesSlides/notesSlide30.xml" Id="R6f9f825f8cf141e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3b9c032954fba" /><Relationship Type="http://schemas.openxmlformats.org/officeDocument/2006/relationships/notesSlide" Target="/ppt/notesSlides/notesSlide31.xml" Id="R4edee6ff801e4cf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07384be2144fa" /><Relationship Type="http://schemas.openxmlformats.org/officeDocument/2006/relationships/notesSlide" Target="/ppt/notesSlides/notesSlide32.xml" Id="Rf7a01c4e80164fa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32c6a84f240dc" /><Relationship Type="http://schemas.openxmlformats.org/officeDocument/2006/relationships/notesSlide" Target="/ppt/notesSlides/notesSlide33.xml" Id="R92379d1d16e04f3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292a89f9b4971" /><Relationship Type="http://schemas.openxmlformats.org/officeDocument/2006/relationships/notesSlide" Target="/ppt/notesSlides/notesSlide34.xml" Id="Red645dfbdc69431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65eee4f734a15" /><Relationship Type="http://schemas.openxmlformats.org/officeDocument/2006/relationships/notesSlide" Target="/ppt/notesSlides/notesSlide35.xml" Id="R6a6c767986814de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165c468524aef" /><Relationship Type="http://schemas.openxmlformats.org/officeDocument/2006/relationships/notesSlide" Target="/ppt/notesSlides/notesSlide36.xml" Id="R6092d222c07b4bc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7c14aa14094a1d" /><Relationship Type="http://schemas.openxmlformats.org/officeDocument/2006/relationships/notesSlide" Target="/ppt/notesSlides/notesSlide37.xml" Id="R3df3be8ceb29483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ed914920fd4934" /><Relationship Type="http://schemas.openxmlformats.org/officeDocument/2006/relationships/notesSlide" Target="/ppt/notesSlides/notesSlide38.xml" Id="R64789dc9cdfb434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b3f0481a04508" /><Relationship Type="http://schemas.openxmlformats.org/officeDocument/2006/relationships/notesSlide" Target="/ppt/notesSlides/notesSlide39.xml" Id="R88209af9db014ac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59290f9044724" /><Relationship Type="http://schemas.openxmlformats.org/officeDocument/2006/relationships/notesSlide" Target="/ppt/notesSlides/notesSlide40.xml" Id="R4d6cce426ad04768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db63661d84c31" /><Relationship Type="http://schemas.openxmlformats.org/officeDocument/2006/relationships/notesSlide" Target="/ppt/notesSlides/notesSlide41.xml" Id="R0d3f34802a954f7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437a9b932449c3" /><Relationship Type="http://schemas.openxmlformats.org/officeDocument/2006/relationships/notesSlide" Target="/ppt/notesSlides/notesSlide42.xml" Id="Re0d93202136940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9A9266-684D-410A-B1A5-C25E2258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8DE355-07C0-4B07-8A5B-1A26469A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Concepts of Aerodynamics: Significance of speed of sound; airspeed and groundspeed; standard atmosphere; Bernoulli's the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832C21-0571-46D9-8A72-8E410016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Elements of Aeronautics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1BEAE105/205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5F7394-9C86-41AC-9756-36AD91A3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2DD9D8-BCB5-4D01-855C-E4CE9AC4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E47B11-ABBF-4062-8448-90D4B871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CF963C-0337-4427-AF20-1E833EE6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5AB97B-2552-458D-A2CC-7ED8CC6A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604599-D386-4D1F-86B0-523C9661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936363-E56F-434C-B01C-5A4D6961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11318E-787A-4200-8B58-04848385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1C32F8-0877-409B-9A1C-146A5BC8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311EB0-9852-4552-A05F-23B27484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6945071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73514B-5AF9-4D5E-B947-99FA8383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CE2353-C67A-48EB-8411-5E2A826C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31CB7D-FDDF-4275-9189-52FD0FB9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84206-1B77-44FC-B35D-EACFB782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2CB04-5622-4A45-9C84-03AB62C9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839AE2-A647-4598-824F-A6C34F7C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B82350-F61D-4A3C-92AD-60B6CBDD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40D0F6-2498-4E93-8F6E-FBD39014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695818-07A5-4AAE-8861-C0049E29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A1F192-313E-40EF-955C-D399E12F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231DFF-6431-43BF-83B6-87A9B665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404850-0B8D-488C-80EF-BAA7D660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2E3E0F-F434-425D-A125-A558C828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3CF7E5-A92B-480D-9600-4C7CAE7D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F2DEBC-3B3B-4BB0-B174-D945F1B7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4306215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8754F3-B492-4A62-9732-19E6F246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54E9B-C6C2-4FA1-AEEE-871C8ADE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DABF74-082E-4B63-9EE4-59EEBBCC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C91D44-7A95-436B-9423-D2EA7BD1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9AED70-3F15-400F-9489-ACD85B5D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38B696-2D37-49EF-983D-DD162022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E28375-390C-41D6-B269-0D82610D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6D26E2-B945-48DA-835D-D57F43CB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A6D65B-0E8D-4F7F-83F2-1FB2EC1B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Aerodynamics: Significance of speed of sound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D0300E-31FC-429F-A065-E226419C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57444A-778D-4DE8-AF72-E3C5DBC8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717B74-088B-4CA5-ABD2-070604B1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airspeed and groundspeed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AF831C-F020-4BA2-9B9B-02E407B5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386227-DE1A-4ED9-BD21-40985BCB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40E17F-427E-4084-A432-45316D13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standard atmosphere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C4A611-529C-4BCB-9EBA-D356226D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64919C-69D4-4687-AA8A-E5851FB9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270D25-5919-4A6B-A649-B1971572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Bernoulli's theorem and its application for generation of...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C0C71E-674E-4AC1-A548-31645816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46FD31-FD89-4D02-BD9B-CB7D903A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02E670-A5EA-415F-A103-7E50ECDB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forces over wing section, airfoil nomenclature, pressure...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3B3F1B-A661-4C13-A96C-FBAB60CF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A84EA2-FE9B-4AF6-8C11-35B0CE8C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6AF306-2BBA-4871-93F9-22EE119E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Lift and drag components - generation of lift and drag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E7D89E-F925-4B4F-8827-D4AFA8D2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42E9B3-BB6E-474B-B6CC-01F466C3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AF0E39-D989-4824-8D1C-07B92ACB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lift curve, drag curve, types of drag, factors affecting...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4F0935-F5E5-439F-978C-4FA31EA9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EA1F1D-8AEB-44DA-A945-0A2A1014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C24157-4110-466C-8BC9-80B6F7FC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center of pressure and its significance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110648-1E51-4D18-9AD2-03417D0F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C88F27-69C2-4DDD-9C60-1C59FD6F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2153219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477A69-4906-45A3-A43F-033EFB97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42FEA0-0FA2-468E-820F-C85E841E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54655D-26B3-4971-B6B5-ABD14D5F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ACA8A-E36C-4511-87D1-5F02723B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17A0F0-3727-4B44-A6BD-134CDC2E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84086A-1B35-43C1-A377-D8593B0C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8442EB-E66C-42DE-A45B-CFF953B9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8DE783-D449-4D1D-A906-84E45E55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Aerodynamics: Significance of speed of sound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D6B640-E690-4112-B7F4-5D5B90B8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FDC127-5412-43CE-9939-2A4197C9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59EF90-5FCB-4335-8BDC-F062A0C0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airspeed and groundspeed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E38FDF-B79C-432B-9590-FC2F8157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D5B0C4-55EE-41B8-AD3A-364AAFC0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34832C-0897-4380-8B2F-70A90A0C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standard atmosphere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057881-E250-4E2E-9819-2AFB635E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8D8A5D-6D8A-4DCD-9468-217415D2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9B961F-740F-4F59-AD34-A4AE9DEC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Bernoulli's theorem and its application for generation of...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5BD501-8878-4AE7-A517-02F958A1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701A38-F313-4EDC-9E9F-613791AE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51C662-8B87-4C5A-A699-F7C2A2ED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forces over wing section, airfoil nomenclature, pressure....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C42E44-1414-4C97-8217-6F4257BE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FFE9C6-933F-4825-BDEA-0B46D53C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054FFD-E7AD-4AF5-BBB6-56D33BF0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Lift and drag components - generation of lift and drag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384702-6DA0-4923-A5EE-844BC836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79EAA3-1DA2-487A-AA0D-0ECD0964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591A6E-CE8F-4CC3-A064-841772D4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lift curve, drag curve, types of drag, factors affecting....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3DABD4-17F8-41A6-8F0C-4B3F6C4D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08D049-6B0F-45D0-B3F5-1E6455AA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1A3BF5-77D9-46A7-B4CB-2D55CBF6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2964998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1FCE7C-594A-40F1-BC0C-4F9B9572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620C17-B240-4DDC-A3AC-9612D307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FB316C-DEB2-4A62-A850-8C75A5EC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45614-E8F9-401C-B0B5-B6674D23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E00767-2669-4053-B9AE-38681616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Concepts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8B6001-7CDC-4F68-85C0-D23CFD7F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Aerodynamics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59AA7E-FC5C-44DF-9F73-91AE8F04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Significance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56217-B6A8-45C2-B51E-75A563C6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speed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D0756B-858C-4FAF-A43D-8BE42E12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sound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B3A698-D89C-4564-AABC-7312716F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airspeed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2510EB-9810-4007-BCD4-D8AA614A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groundspeed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D5F38D-CFBB-4A05-8385-35F5FA31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standard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0A2843-3FD6-487D-B5E0-738F5F26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atmosphere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B2754D-AADD-42DB-AD6B-63CE4CCA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Bernoulli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DDBA75-E5E3-47B7-9062-5E38D751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6A83B1-7CB9-4148-8FB9-A8F3E8BE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8579017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5C2633-2B19-4225-9F8C-8E6846B7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CB2D9-547F-4BAC-AAEF-77F63A01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A1963-12BE-47AF-9CF9-B1ACB893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5C8FFA-2E43-4856-B28D-DC850668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3F115-E658-46D9-B9B7-A72BDBA1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Aerodynamics: Significance of speed of sound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8FFDD-5E2A-4753-B5E8-8525FC7D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Aerodynamics: Significance of speed of so...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D96045-5EB5-4C66-8F70-74D2580B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A436AB-ED52-409A-A6C9-1EDDDD14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0D5424-52C9-490F-B320-EDE2F0E6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C471B2-9501-4B65-8527-65B81B0A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8B0B31-2468-47A3-BC3E-1D9399F9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0F82C6-F9BD-4CAC-88B4-0E7D3324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635601-5303-4932-8461-55621F79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F79DF1-1790-4222-849D-5BF037FD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B837A0-11C6-4F95-A229-D8083723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8FCDD7-9C18-4489-89E9-2CEA76A1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20315900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FF3B13-5D1C-4CB7-8834-365948A6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E4D5CE-6520-49EA-B22A-52C1A0C7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730321-E59B-4C99-9FF7-A8A1084F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44A554-27D9-4705-A6E6-3739A80C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F6895C-7AB6-4B8E-AEA5-2492A050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0F4EB6-33C4-4AF2-8BDB-87D1CB5F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18C968-B439-4615-B5FE-8F4A4808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D61906-1857-4A5E-A8F0-E0DFD3BF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414EB-0A38-42C8-9A04-8E79834B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Aerodynamics: Sign...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14F628-EA08-46B5-B319-9A45C8FD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C2475A-933B-47ED-97D5-E4506133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5D2D53-825E-4459-BF65-67084753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Aerodynamic...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6493E0-054C-4FFD-95EE-690AA1A4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D1965B-247F-4007-8DEF-DFAD169B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BEF2D4-2ACB-4E88-B5E8-37B90914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Aerodyna...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E243EB-64BF-4C76-AA52-454FC86B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2B279F-BDD3-4D63-BF54-ECE6C3BD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681F29-E8CB-4215-B3A6-EFFFB408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Aerodynamics: Si...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944F61-CF20-4463-B484-8EFF447E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6AEBED-B1E0-4B0B-8272-F56D99FA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8EBAC1-7CA5-447F-A35C-1C8D5A8F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Aerodynamics:...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D343E1-1A1E-4446-9C15-5C6353A0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1488FA-5C9D-4CEC-8656-BB557CE0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8044256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A876E3-64CF-4280-BD35-E07812AC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80E558-4FD0-4066-8FA4-9AB080BE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A31554-3E5C-44C0-B18A-C7806B5C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DC4AEB-4F9B-44EF-9319-B83F1925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1C56F4-6C8F-41A7-A404-72E14E1B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3CE294-DB33-46D7-BAEF-7BB83F15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3825C0-1307-4249-94FE-21747919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B5B48E-D1F5-4868-AC9F-1E5CE348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29FA28-80AE-43EB-B09E-4754809A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67AD02-142D-4B0B-93F3-3836ECFC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9CE064-F110-4993-A15B-79E67981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EEDF43-6E80-4F9D-8820-A07F76B0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49E139-E95B-4B06-A92C-D233D6D9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D1D9FE-C40D-424A-8DDF-83AD29B7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20E3AB-3F6B-4815-83A5-795652BE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2928434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CB8335-0E55-446C-9F7B-B12A3067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63ECC0-97F8-42B0-88F0-D815D1C0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268AF-5D02-47E2-9F06-300287A7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C7B3D3-256B-48D5-AABB-EE1DC4FE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92D7A-FD95-47C3-96AF-CDBB4A39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A8F5EE-41D9-4E55-9555-B1ACBBA3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Aerodynamics: Significance of speed of sound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454A0-AB69-4BDC-952E-5D746E3A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F3E86E-F4C3-482B-AC9B-40E38EF7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4C9AF4-36E2-42DB-9538-92B6A65C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09862A-0BA1-45ED-8747-7C92BEBE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8D02FE-F9B9-4F22-9E66-39B3DC2C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6361644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F82FBA-B137-4933-932D-CD63D01B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394631-1799-4043-BC2A-7F628849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89E652-D64A-49B9-AE85-B7AD4B53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682C00-9D5E-484E-BEBD-8F5E42CE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3C47B0-95CF-4D2E-B31C-F7B0EDB5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airspeed and groundspeed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DD0EAE-A933-4B75-BE8F-AA3A391B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airspeed and groundspeed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030DF-E691-4F41-A39C-3404D703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5355E-98A3-458A-B1D2-7045AA59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5010E-0B2C-4D42-9982-D50E806F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ADA6C7-89BF-473D-ABBA-E043C26B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2E89A4-9372-40F0-A741-63D81D11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A3212C-C57E-42D3-8F3A-6731C1EE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B133CE-69CE-4CE5-8DDE-D6E68F29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ACCFC-B60E-43BF-ADCB-157369FD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0DBDE0-3760-4EC1-9B30-DE4B02D1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3A4B4B-8E12-409D-AB7D-8914E2EB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6278260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C7116E-3373-484E-BF3E-6EAF805E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0AF575-C441-4C04-9CDB-B75B17B1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FD8574-BB67-47CC-BA42-D74AEF3B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14C32-830A-40A0-93F3-C9760CD7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8992A-F4B7-48E6-98CF-2F5D0D26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B511E0-677D-4834-9FFF-9A0BD905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F3F00-B734-469A-8254-475543E3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44F0AF-752D-4BFC-AF29-EE591283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A55A2F-1354-4C29-9062-00377ACD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airspeed and groun...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90222B-D09F-48DC-86DC-1840CE8D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86ADEF-F934-4478-A25D-9CFD9202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84B1E6-AB1D-4056-B3F5-7FF2CB45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airspeed an...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D179A0-BB5C-44E2-9983-BB9AA84F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B1D30A-08EE-4011-A14D-AC1878ED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D644DD-C826-41FB-B3D0-0BA40B69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airspeed...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835171-2380-4B0D-A16B-CFA80A8C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E2D0B6-2A83-43BD-A39B-199E0350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209410-7C9D-41C5-91C8-F57D1A9B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airspeed and gro...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FC4E0E-FAC8-4E2D-82F3-1A34056B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0AC5F6-A63B-404B-B0F8-8EFF2875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76D34A-DFF9-4485-8697-D6298CA0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airspeed and g...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96A0AA-4421-4255-B7E9-03B88A0F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27DE06-2BBC-45CE-844E-D869E9FC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4648698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253515-7E92-4D77-BFEF-AE4D54F3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CBF97C-E2D1-494B-88BD-9C7BEB13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740CF4-624D-465B-95D0-4801175F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F990E7-C9B5-4383-92D1-0B0912F9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9459B5-D9AA-4600-AC67-8E36E398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45E90-F35A-498A-9858-81E748A9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6EF887-56BE-4A81-950C-2F0D9E42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BA7CD9-7916-4025-A239-58698030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D0924A-5C5C-4360-8D04-56E287E1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038190-9CB8-4D6D-AED4-722DACC3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E871F9-483B-42B6-82BE-46D004ED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4646EA-A29D-408A-BF46-9996A89D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6B9D05-CCC4-4780-9B6A-28A2C870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24BB30-D8B5-439E-AF9A-3CDCE242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1638F1-899B-404E-9479-758D3155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4222128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59F282-3B87-42ED-A9C5-076594C2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14319D-3CF2-4B13-9D5E-48E7E067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00798-72E4-4F05-B6DA-31E2300C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AFA00-B9F0-4D18-A8D0-68402369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4957CA-D3F0-4EF1-BB40-549FA21A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427F84-E3F4-4135-9119-5B8EB25B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airspeed and groundspeed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5ECEA1-9C93-4BD6-8DFF-76711978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195E86-BB0B-49C3-85BE-3E8E940D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EDC7E-F06F-4778-96AF-B6181FB5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45A48C-789C-4138-BC28-9F3D4154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673EF6-5593-4C98-BDEC-01026EB5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0272759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1A020B-5AF3-41D1-ABE1-AA085092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94ED17-1F77-4A1D-B25A-3C093175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31CD2-501B-453F-8D25-94E074E9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1DB27F-8B6D-4B44-98FD-10544641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6C7520-AEE6-422A-9694-03CD174A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standard atmosphere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5A7BE-6F89-45C8-89A3-3CAECA3D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standard atmosphere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CB5698-63C1-4A1F-B0A1-02725526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A7CF95-ED8B-49B6-9023-4E8881D2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078D2E-0DE1-429E-85BF-9ABCBDE6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50D062-8A49-47A5-A686-70B342C5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940A64-617D-43CA-928D-0FCEC9AD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B95CC8-018E-4538-99B3-C4043624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734DD6-A288-4B3D-953B-005A01DD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E3DA7E-2223-42C1-99B3-8CDEE182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AC96F7-EC03-4601-83C2-9EA49841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1C8BDC-AC69-441D-BB04-F466B1AE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8457044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1A215A-9E17-4F08-AB40-F8DD624C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F4E4E9-BEB0-462A-B487-854A12A1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795A1-A52E-412C-B616-E5BF3ECF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239160-1608-4190-BA0D-84216E4B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73BC9-715D-4698-88AC-557637A5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679E6-E7B4-46C5-9FBA-D7C58B60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1890DE-9666-40CC-8D8F-735072C2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7E9A83-727E-444B-B0F2-B2F7FF61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3BE266-4823-4637-9100-3864A460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standard atmospher...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12CF95-F6AC-432D-AFEA-03FA7EBE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57198E-1358-47C2-B4D3-176E6C9B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B08591-7F5C-4978-9407-5E33D5F2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standard at...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51772A-E725-49BE-97F5-BFDA044B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1F9140-E6D5-4F01-A4C6-9EF9276A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5B8FC9-6BAF-4156-B32D-A4C10F28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standard...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2FD914-4A6A-49B0-A540-BE909405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0B6E19-00B5-474D-A9BA-472DB967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08D22E-036E-450C-8667-ACDE1AD7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standard atmosph...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57854F-4D0D-4A95-B6F6-43A1ADD0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D412E6-F289-4A77-8F4A-90EBFF76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02D605-F296-43C6-987B-16AEBC9C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standard atmos...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2E5CAA-F61A-421A-9029-AA716BA9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E2266D-8C6F-4EDA-BC57-2B890065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924306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B961A1-49A3-434A-9230-351CCC0E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E1014C-27C6-4AD3-8E05-30CF3335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AE957-88C0-45B2-BFA1-C5257662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31845D-E337-4178-A2C0-6054F969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410E6-9F32-4015-8EB9-7042D5A9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17AEB-095A-4EBD-92F4-FB31FA89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0852A6-A8C2-455C-9B32-2DBC772C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093595-48F8-4F1A-BE54-DB2C74B7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1417C2-316A-4F29-B704-98E43C3A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E6F51F-881F-4240-B7D6-ED576B2D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ED4EDC-A394-4A9D-BB9A-BB29257F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426A8E-6A52-41D0-9110-EA74D0FB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99BE06-868E-4BED-A78A-FDB5A1B6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1FF2ED-A62E-4781-ACAE-E40C529E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02E92A-D6F8-41A5-AC5B-3408EBAC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9619493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61ADC9-4049-4DAD-98B4-2C4ECE10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6D5B7-2028-4AD5-88A7-5BE72C1C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BE1D2C-E6C2-49C0-8F44-8C4D50D6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D5A90-BBA9-42BC-9E15-49FC3E33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9C9E55-51F5-4A9F-A60F-E3AE7B85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2FEAE-4B8F-40CB-9F5B-E8827E7A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standard atmosphere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6CF27C-7B8E-42E6-A233-BC16F9F2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FF5C16-CEE4-4E33-90B0-C18B3552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6418AD-566A-4DC6-A691-83AAFAC9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BB90AF-CE3F-463D-8D5D-9473C836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1530D2-6FC1-4ADA-98F7-BBDB21A5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60912216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89F375-3989-42CA-91B0-0D82CE81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8FE252-9D65-43CC-8849-C487F896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7E10D3-9EF8-4E9F-9E7D-DC214ACC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6F0EF5-C2F6-4DFE-A51D-7F96E601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0CB48-FEE1-41D4-847F-7E43A900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Bernoulli's theorem and its application for generation of lift and measurement of airspeed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F4DF41-334D-4BDB-8CF7-9A60C7AA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Bernoulli's theorem and its application f...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5125D4-093A-4426-AFD2-5B4F030F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7F3376-4588-4C64-BBEC-40E8EF1B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E51248-51EF-4B2C-8E1B-1AC1D8F6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448F18-00E8-4BEC-8A2C-9687C4BD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6E9E4F-2939-4A15-80BB-271C04AB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E936F3-1A2B-4C5E-B0C7-6391505D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A6B203-F3E7-4A6A-93C1-8BB3C281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58F58D-F935-4907-8FD3-1596E020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E18350-968E-4E82-924C-E34FD152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B54D2A-188B-48A5-8EEB-B3CED733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60728384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F4C221-D2C6-4195-9D9D-9C766B72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88B321-95D7-4DA4-91E9-E65B74C9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BBF828-6278-4FD6-84F7-FE60D822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BAC0B1-9E1B-43DF-AD44-2358D922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73647D-6A2B-415E-99BC-2E9270E2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83DEF6-FF9E-4BC4-A4E8-769B5AF1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6546B9-7611-4028-BF0E-C8BE3EB5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8C15F7-3406-41ED-B9E4-838834EF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7FC86B-7332-4B71-A3A9-21DA9C76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Bernoulli's theore...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3722DD-3DE0-4B81-86B9-EB62ADDA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66B346-39A9-47C7-8C5C-420D78EA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4387B7-31AB-4BCD-8E13-B38700E4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Bernoulli's...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E7A01B-853D-4F57-8513-F26127C2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07F0D7-14CC-4F2D-B83A-C6FC4CF7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9F5625-FA59-449A-8AA6-2C068226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Bernoull...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ED2215-CFF4-42B6-A4F8-6AE8B864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EFB84F-8A31-443D-956C-3293C718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D93A4C-F9AA-4DB3-AD77-B4A861EF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Bernoulli's theo...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02FCF5-B2D7-4E87-B7DC-608B7539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05878A-94CF-4D74-B859-59221723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6AEB06-FCEE-4109-9F96-7B97DFC2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Bernoulli's th...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D2A51B-A2EE-4275-BAE3-D6D2E60B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285101-8AE0-4EBC-8F7D-EA176F0E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26846613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707809-C023-4C27-8B07-8D975CCF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0D31DC-F720-4E2B-BB3F-B0DAD148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477D26-F7AC-4FA7-8E9E-60F3BD8F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987C2-8974-4599-9039-D9320634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7030B-0514-4536-BA29-D8B08DA2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E03B8D-8CFD-4927-BFD7-F525FBC2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4B9134-1011-480F-8092-CC5F1E70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18965C-B881-44D9-9192-FDA1977A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A17393-954F-4939-9853-C2781739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8080BB-7463-48F2-9BE6-939BB4D8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206577-0FCB-4616-BF3A-4B219035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D71425-875B-466E-A8C5-EBBA7819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BB194-6BB5-45AE-A9B8-05CE0907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ADD484-3F6E-4B7F-B1B9-E301905B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8B2128-BE6E-46A4-A9B4-4862FEB1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211743856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3FF207-3986-406E-B0BF-D1781DDA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F98086-534A-4236-BE66-785738C7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229706-8E4E-4E04-86CE-E9F5D472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74CEA-CFC4-4213-8E4A-F5EE400D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9B8B1-44A9-4D24-9367-01C6FABE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EA0F3-D2D8-4BFF-8C12-A26B9E73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Bernoulli's theorem and its application for generation of...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75C66-A1BD-48E2-B278-3B5441C9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6F90D3-E65A-40D3-84FD-5006390B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B4A4A8-1BCC-42B6-9732-C1EE5282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66421D-C357-4759-AB16-5BD5A22F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678BA9-B61D-4318-9856-0C75AE9E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35025881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1F1044-226C-497E-A1BC-14C12099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30C396-2BF8-49AA-90A0-532A6929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7498AC-7020-406B-91B0-50CE7BA1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60B6A-48EB-46D7-8EE0-F63E8FA0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ED713-09A3-4944-9841-EB582C64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forces over wing section, airfoil nomenclature, pressure distribution over a wing section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03BFA-2E98-4AFB-9D2B-4E6C281F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forces over wing section, airfoil nomencl...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250E1C-E20A-4C4E-8814-B1F685F6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A2FD2-1D71-4E16-8BC3-2C308AC6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3175FC-01EE-4CD9-8E8B-62FA78F8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DB5C03-1712-4526-A9C9-11E7229B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C33B56-AE53-431B-B389-CC33A6D3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0F216E-01BE-4DB5-AD97-7891B40D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86BD2B-8D8D-46DC-B7B1-0F2E5BA2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EA836D-F432-4DA2-B75A-388AA751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30EE39-5486-4246-9C54-6CCF1A49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FE8A38-D19A-448A-AC61-D9DB7CF9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83983519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151715-66C7-470D-BC38-2E0CC0F0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F176B-FA58-44AD-ABF1-5C03776A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119581-3F98-4BAD-BA65-12E326E7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836B5F-6C5F-47B7-B045-15E8F162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A1EF1-5654-410D-855B-0BC80C1C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F1BCCE-B21F-4F43-80B9-2806B26E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9C9CC-9537-4118-BEC3-A0BCCBE2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A3E63D-B18A-464D-B657-192722DE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AE5A59-3E2A-49C0-842E-9C789350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forces over wing 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0E6667-55E5-496B-9F14-4609E61B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A21148-FDA6-4D6D-8DF1-CD5E5A1E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3E97F0-2179-4DC6-A51E-22C9EDDE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forces over...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2EE4F7-5321-4298-8DD6-94260279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5B1211-1228-4EE9-A02D-96FFC550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2B02F5-45C3-4689-B3D0-020F2351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forces 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97274F-72AC-4625-B59F-49653A91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A0BB47-6066-4EC3-A946-05DC3DD0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E63340-E58C-4BB7-B2A2-3C0E5C9F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forces over wing...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7F6D6A-7F7B-4E09-92AF-819575FA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3D9DF7-AE90-4FA3-9841-F11BE300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585D97-6F11-4FC7-9A46-AA896C6F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forces over wi...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82562A-7A87-4810-ACE1-0030A8C7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E39ACF-C7E3-447E-8A71-1139E751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47328102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740AEB-07AE-4A4C-B789-C8015229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26EF73-EF7D-41E1-93F6-73130670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E36B0D-D45B-45E3-8092-353927BF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6446D5-3A7B-4237-9578-5A6328A9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538E6C-485F-49A9-89F2-2767EB6B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29E862-940A-4568-9D4D-5AE2E629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5E24F4-60E4-45EC-9745-721486BA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8DA6EF-6491-4AF0-B8E6-2BC478AC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038404-8988-4F35-A46E-2FAFBD6C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AAF2B7-6CE0-4730-B1CB-B6D2C7F6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3DEDB5-E21D-4387-ADEE-DCB6000F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EE8DDF-8BAE-4CE1-BEA8-27FDC249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2AC59E-87AF-41F3-89CE-DE19CD3A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F2FA26-D33E-4979-BF3A-4464654A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10784F-1158-4644-9F14-7A6B8AC0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16851579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EDF46C-D21F-42AD-8B9D-5F0AE282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13C5A6-E156-455F-978B-E4F7DD55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3B95F-5EDC-4BB4-84D6-FB100C30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D5E044-DA6E-470E-8604-B9F83436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02CAFC-C37A-4970-BBFD-07CE8EF7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8CEA9-6FC3-43DD-B6E0-7F9B3FCD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forces over wing section, airfoil nomenclature, pressure...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9AE9B-6DF2-408E-A41E-DF12C237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E84F35-1975-4F64-A3EA-195CCF73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75685F-8247-4CEF-B4A2-647B1A32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B37CB4-EF94-4AB9-9D35-348CD6E7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E8F6BF-ED19-4516-9251-42F595BF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79430961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7125D4-322A-476C-AF08-E1BFFCC3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489D96-49D6-46F2-A5D9-14D51429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6EC82-F4CA-4E33-88BD-7AB64A48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B8343-4CA1-43BF-96A5-4FD01D90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03025F-8FDD-47CB-BB36-107C8543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Lift and drag components - generation of lift and drag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5ABD1-9432-4B1A-861B-482B8680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Lift and drag components - generation of...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CE61E0-E945-403F-9A0A-173F6FDF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69EA3C-FE92-4A08-BFD5-09A2CA93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0D0C56-86AD-4813-9D43-00AD904F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91D3D7-B0FF-4842-B2F9-F9502850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F136F9-514F-46FD-BBB4-536C56E8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529907-8EB1-4783-A4EA-B3CD0FCB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11ADE4-509F-40C7-AC64-D9F8C4D2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81DCAA-8B40-4668-B43F-62A6C4B6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F5D17C-B101-4966-A86A-7D12B385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182BE6-F1F2-4CB4-B98C-B9D8326A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90041747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9B79FB-FAF6-4807-9FFB-6E35FBF6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1F611D-9555-4EFB-A2AC-5779B16D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1A73F-2484-4DA5-8DA3-A63BB5C0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002F70-134C-48FB-A754-6C5B7960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7ED857-C24C-40AE-B726-093E2EEF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D356C-D0FA-433B-8EAD-37FD1178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596A1-D61C-4C89-9F33-EF32AF22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83D754-B878-4E21-9A02-7F1405DD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6B8E34-A10E-4A24-8CF8-B38757C5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Lift and drag comp...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54AAE1-1645-4213-AA4B-0834DBA3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D8CD36-8090-457A-B658-908B595C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E5E580-86D0-407F-BBCE-7B3BD604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Lift and dr...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1AA463-D4DE-4723-9676-BD040BA7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7AC98B-D0AC-4586-A9BC-CD81286D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84B322-00A1-447B-B544-D2BFBED9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Lift and...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AA609C-2063-45A4-A7EB-3A07879C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F4555E-B4BB-4864-8664-E24CA565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E67CCB-042D-49D6-88CB-AB0B370E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Lift and drag co...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2F85FA-F7C9-48CE-9486-A4EE2B35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92667A-9639-4C66-AEEF-3F507C97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7A0BF4-E4C6-4C03-82B5-C4B33393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Lift and drag...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EA8E94-9D6E-444E-AB69-326B07D1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B1714E-4E46-4CE7-AF39-610986A4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202506029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B9F7C4-6E8D-40F7-A294-D160AB8A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F9725B-EA66-4851-A21A-AB4C2C0C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0F83B5-B102-4995-A0F9-7F4E02C0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0D343F-D717-45C4-B8DB-E1A4AFBD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D104C-6BDF-4882-BB54-EDA0F198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0D18E9-334B-4D19-BD73-395DE979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37617B-F3E9-4E8C-B50C-A7ED7B51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49A8C2-7D4E-41CC-AE12-8D97B3AD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7D6F82-7B6D-4151-BA5A-A27500FD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E951DD-74D9-4507-9F67-7ADE8FB0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3DA91F-5221-40BA-9B1B-8E942225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13B215-82E1-40B8-8209-9206BB56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15CF3B-AB69-41DB-8B05-EB07823B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65BC5E-5E0E-4566-8D17-08BD7214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3EA1CD-8C1B-47F8-80D4-8184A37A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16026548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95F637-F2EC-46DA-BA77-44E39C67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58F2ED-6E10-4C8C-BF2C-B38ABCB2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171257-9E86-44CE-97EE-F46ADC15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9C53B-BDB6-4833-B1C6-CF933F2D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0A708-C238-47F2-A6E9-D1F8FAAD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9BFAF0-0C05-47AF-98D4-D8BF6B98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Lift and drag components - generation of lift and drag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80570D-BBF7-428C-A074-66013FCB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0CD8C7-C5A7-4920-A691-B6EFCF4D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A572B0-2DB7-44BA-8198-68A57B7A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25A06D-E6ED-4699-9476-A68B9413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ACF894-F056-42DD-B764-FA2275CE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29538992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BECD9C-6A59-4A35-A084-928F6C34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5902CC-D04D-4BBC-9207-0B3A027C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BDEFC-73A8-466B-A7B0-5A3AFCD1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D6FB96-6EDA-4B48-9806-9C203D6D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9D99D-9357-4431-A811-247BE838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lift curve, drag curve, types of drag, factors affecting lift and drag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571665-472C-4DEC-BE27-84223186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lift curve, drag curve, types of drag, fa...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358433-6DD9-4ABD-990B-A87472B8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39C007-6956-419E-82AC-CB608A2B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D94948-CD5C-4C71-ADF1-DAFB0DBF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A5D240-4452-4B68-9647-20E08515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420F3-4333-4909-B400-82D81C74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ABE222-E74D-4B9B-B73C-55B73D79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B0ACA1-C5EC-42D7-94AB-A89CC712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DE1EC7-1DE3-40C7-A946-8374ACD7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BBE299-4236-42C7-A23E-5B9E4980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C7754A-732F-46CB-9102-1063756C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33899244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FA554F-86F7-4300-AF10-B032EBEC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2B3B01-2112-423F-974A-B6E8E3BC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BD682-7A45-495A-AEAC-C22CB2C2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2E1DE5-F1A1-4FFB-A23B-60C350C4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C0F4F1-AB62-4EB9-8ADA-5A1201B4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D4538C-216E-41F7-95C7-D35E537C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C5E61D-3FC0-49D7-83F6-410089BF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C1D3EC-675C-407E-80BA-003B7C42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11C697-3B9D-483F-B9A4-DCED09E8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lift curve, drag 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3468F9-3B01-4AFD-899B-3A2B8608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EFDFE7-DF96-4576-BA7E-EE37D5B1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6204CE-689E-4F4F-AFD5-DDC62B1F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lift curve,...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0BB211-65C6-4A97-89A2-B66233AD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79ADCF-EB49-499A-B698-5F248EF1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B91A88-6BEC-43C3-BA4A-ACE78041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lift cur...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ACB475-624B-430C-88AC-1C7EA0D9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5C057D-713D-4CE7-8953-77572CE9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7BCC68-3FD2-4616-9C60-280CAB12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lift curve, drag...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45B695-6D2F-4BFB-8E71-5CE73EEA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F5F2AB-980E-42B3-8236-29937CD0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36E72D-1A7E-4B7D-9F21-6FA21C1D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lift curve, dr...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37E03B-EA16-49CC-96FA-B22E339C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DBBE5F-DBDA-420F-82DD-6AC958DA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26987355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BAB6B7-06EB-4B3F-BA83-DA55CB01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4FC714-A62A-47C2-BF80-C3D8D786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4E4EFD-FE2E-4D33-8232-5F9339B9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A8269D-5DB2-4187-B671-088524E3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139DB0-D9BF-4B35-A3D4-196E78BF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5F526-7B96-4B24-8C20-BE0EDC5C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D25DAB-F307-4076-BCDF-A1DD0989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C56652-5FD7-4EA1-B779-4B40BEE2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9AB67F-671B-4FD9-AA8C-C41C5BBA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AB1E22-2E8A-4BD8-B8FB-A5F84AF7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6AF247-719C-4BDC-9A32-4761A62B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40BA14-1862-43D6-B6BD-A6C08BE4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01BF0C-D3FD-4A5E-A31E-E3D4707A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C10749-B1C0-46A4-9333-647E6F64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FC05A2-D532-4B34-8C16-FF6620AD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37746102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2D7D06-0396-4F13-8032-7CA3BB95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14626-1D14-4C4D-A97B-76C1D96E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A2B731-186B-43AD-B008-79E7F6FF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D2BF87-80A6-4C66-949F-F69F353B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CD3D22-DA5A-4EEF-BD37-DFE75B1A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578942-D4CE-4D7A-B84C-6DFA0C5A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lift curve, drag curve, types of drag, factors affecting...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27D2E-BFB4-4E12-A38D-FE304618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99B9E-D71D-4548-A077-111AEA53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01D016-D80A-4726-878F-DC603D18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1FBFA6-6CD2-4F8C-8164-539C4919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914235-1700-4F3A-AC8C-AC7A9B12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98281740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8C5879-2F74-4713-9468-8A7CDE34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2753B3-9BE2-45E9-9E2C-3DA929F5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B88694-9458-409C-9199-8061C589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1EB8F-8FD6-4A22-BD01-DA0F93DD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A4A6F2-0A12-45D8-8BE2-646B36C5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center of pressure and its significance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BC84A2-70CF-4F93-89EB-5F0DAB38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center of pressure and its significance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BFDFA5-22BE-42E7-9F63-048911D1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65AD3-A423-42BE-957E-E24B025F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8A1E78-B840-4ED9-8C72-7D16AA5F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CBEC99-411E-4808-BF60-5B2135DD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C88AC8-E568-4AC0-83C9-0B52B50A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C1F166-6758-40BA-8E48-174C264F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DB39CB-5586-4B74-A118-B157BB5F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08CB75-BBA2-4597-A7D3-E1BE5905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682715-F18A-4C7B-8363-C0155B96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22954F-2EFC-4D2E-BFFF-096BC876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73515816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5A1D25-E142-4EC1-B591-CC7C791B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BE59B-AEC1-4D26-BE90-8618FA74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A83EAF-B55A-4B50-82EC-5326279B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14794F-D120-46A3-8EC2-FD75892D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94DA5C-EA5D-47D9-ADD5-827BD376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76CC43-8277-49F4-B017-DF1B0B3E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DDB680-2EA9-400D-A8AC-15085C2D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D96FC4-24D7-4A45-9A4A-19613320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2639BD-D21F-43E2-9B6F-2D4A51CE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center of pressure...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A01A40-581B-4C76-B353-4C22E7FE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ADC367-92E1-4FAF-BE37-4E486E09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DD0243-06F0-478A-8996-2CAAF35C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center of p...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7DE344-56DA-483B-822B-0C01E6A2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C66943-16B8-4FEF-8042-F7D3CB65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6AA16A-66C7-46C3-9D45-EF1C86D4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center 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BAB765-91BC-4857-8729-0F39ECF7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8C85E2-6C69-4426-A6E9-5E47DEE2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E16062-98ED-49D0-AC31-BD81E75F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center of pressu...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127F33-765E-4715-BC29-9F70C038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4064AD-A4EA-4356-BF43-0A404B8A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72C9AC-138D-4136-BF9E-11DB57FD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center of pres...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3C7C22-EC7D-49AA-A13E-779F9E79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20723B-3E97-436E-892F-1CE1E206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24597290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CA9B39-6E6E-43C3-BC4C-A2367B16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0D9C2B-8421-4D78-B60C-9BBBFD45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DC6E1-9BD2-49AA-9C70-4C3040D5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ACC33F-2D65-43C9-B8FD-0513C1FE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97092E-5F91-4B1D-BC5B-751A1851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2DBFAE-1D68-4C25-9365-0B8FAD9D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CDCB02-E80F-4656-B4A2-9D7A1B8B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7547F1-0893-4C80-B1F4-8F054733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094B9C-A463-4989-9D59-FDBEF367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80A242-209B-4257-B6C4-EC7C67C5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725B63-4AE5-476E-A68A-6F361FDE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4FE732-5D6B-4383-8673-CD974384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C3DBC6-F4B2-4605-A2D0-99DB7079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D8BE4C-B937-4FD2-BCF8-43893CBD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78D346-3024-4041-8E08-C8433EB8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66862414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446335-7838-4E00-AE09-166F3A29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64E6F2-CEA7-45BA-9085-95644DCD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8300F-D8D3-4B7A-A133-69AB9913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3830F9-1500-43D7-B6AA-ECD32C1C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E19469-7E9A-4E55-8232-868FF335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1A01E-1AC2-42A3-A774-CF192334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center of pressure and its significance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EABC36-CAA6-47E7-9210-646E5CA1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C0EB73-E0BA-4C2A-B3ED-9D2A1F60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334101-9947-4971-BEEC-2117F2FE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5DA96D-34F2-4568-B145-37E0820B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3042EC-8C8B-45FD-87EF-71905C18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73319975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F03F80-F120-492F-86F5-813E1912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2734C4-DBDA-419E-8344-80E5081B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F09D8-58AC-41FD-8ADE-8A0A7B85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1DF85-4BD2-4B65-A7F9-247D14D5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977658-284F-4748-AF54-E5D00E69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C257C3-5710-4099-B527-507E906E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86295380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1E9CE3-5C67-40A9-BBA4-4CEE27CB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0274C1-5AE2-4B95-81BD-8DC8134B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4A0964-F9D9-4718-824D-80219F99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D5F007-6DFE-4BAF-9F1B-C6EEA788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5DFD03-139B-47AE-9FEE-BB703EB2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Concepts: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Aerodynamics: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Significance: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speed: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sound: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824BD1-C7FF-451F-BD10-D61BAEA5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1037043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A49990-E345-4F20-A87A-9E1BE569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68CD5-4D03-4B99-BC36-6A0A5BC4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D73D4-BC90-4111-A278-6ABAD5B6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8689E9-CF32-42C7-B5FC-4BEAD284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C3631C-8338-43BC-9C42-891DD5B3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177CC5-DD04-4451-A444-FFCD03BB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95240453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D0BE35-9A68-4FD7-8A92-7B44FF64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AEEF46-C131-4117-AC95-A713A5AE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29A8DA-4D23-4142-86A9-500CF7FB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C313E4-813D-474C-97FC-E2C52626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2206D-FB34-4CD0-BF2E-6BFD3E00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CDDD8A-A279-44C4-81A2-32531569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59150121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B08C09-2A64-4195-B0D3-48EF8D70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67B2B0-A8AD-4F94-AABF-AB4C9671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09398-4AD0-4CD1-A1CD-82C9CEC9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7536E7-8710-462C-8D64-C589F380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F73EC4-1DBA-47EF-8ACC-6C4365C8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Aerodynamics: Significance of speed of sound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airspeed and groundspeed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standard atmosphere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Bernoulli's theorem and its application for generation of lift and meas...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forces over wing section, airfoil nomenclature, pressure distribution o...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56B000-A853-4D22-8C0D-10CE154D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E09304-9998-490A-9681-E6AC12D7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5B1756-80A9-4FF6-A135-2BCA5E6F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7713429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2026-08-24T16:02:35.9070000Z</dcterms:created>
  <dcterms:modified xsi:type="dcterms:W3CDTF">2026-08-24T16:02:35.9070000Z</dcterms:modified>
</coreProperties>
</file>