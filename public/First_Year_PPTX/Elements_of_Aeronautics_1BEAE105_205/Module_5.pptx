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5fe3ae5a54c02" /><Relationship Type="http://schemas.openxmlformats.org/officeDocument/2006/relationships/extended-properties" Target="/docProps/app.xml" Id="R867de309920f4aa0" /><Relationship Type="http://schemas.openxmlformats.org/officeDocument/2006/relationships/officeDocument" Target="/ppt/presentation.xml" Id="Rea8cbe1ae43548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2eab512cc84f85"/>
  </p:sldMasterIdLst>
  <p:notesMasterIdLst>
    <p:notesMasterId xmlns:r="http://schemas.openxmlformats.org/officeDocument/2006/relationships" r:id="Rd736b4c6a1a94e17"/>
  </p:notesMasterIdLst>
  <p:sldIdLst>
    <p:sldId xmlns:r="http://schemas.openxmlformats.org/officeDocument/2006/relationships" id="256" r:id="Rea27a2a2828d43c0"/>
    <p:sldId xmlns:r="http://schemas.openxmlformats.org/officeDocument/2006/relationships" id="257" r:id="R7c235dec560b4513"/>
    <p:sldId xmlns:r="http://schemas.openxmlformats.org/officeDocument/2006/relationships" id="258" r:id="R0c8ac3211ed641f9"/>
    <p:sldId xmlns:r="http://schemas.openxmlformats.org/officeDocument/2006/relationships" id="259" r:id="R56f480900fff4044"/>
    <p:sldId xmlns:r="http://schemas.openxmlformats.org/officeDocument/2006/relationships" id="260" r:id="Re98432f72c0f446e"/>
    <p:sldId xmlns:r="http://schemas.openxmlformats.org/officeDocument/2006/relationships" id="261" r:id="R379f1652262947b8"/>
    <p:sldId xmlns:r="http://schemas.openxmlformats.org/officeDocument/2006/relationships" id="262" r:id="R8ba7c53a24e240a5"/>
    <p:sldId xmlns:r="http://schemas.openxmlformats.org/officeDocument/2006/relationships" id="263" r:id="R0d2636b211de4ffe"/>
    <p:sldId xmlns:r="http://schemas.openxmlformats.org/officeDocument/2006/relationships" id="264" r:id="Ra0f7a3a80eec4f94"/>
    <p:sldId xmlns:r="http://schemas.openxmlformats.org/officeDocument/2006/relationships" id="265" r:id="R7720857590154e44"/>
    <p:sldId xmlns:r="http://schemas.openxmlformats.org/officeDocument/2006/relationships" id="266" r:id="R429431b991484dda"/>
    <p:sldId xmlns:r="http://schemas.openxmlformats.org/officeDocument/2006/relationships" id="267" r:id="R15c7f5f89e8a41a9"/>
    <p:sldId xmlns:r="http://schemas.openxmlformats.org/officeDocument/2006/relationships" id="268" r:id="R7c10cfe4f18d41da"/>
    <p:sldId xmlns:r="http://schemas.openxmlformats.org/officeDocument/2006/relationships" id="269" r:id="R2e93987a8bc9407e"/>
    <p:sldId xmlns:r="http://schemas.openxmlformats.org/officeDocument/2006/relationships" id="270" r:id="R8118f21b9cc642e8"/>
    <p:sldId xmlns:r="http://schemas.openxmlformats.org/officeDocument/2006/relationships" id="271" r:id="R6810c76789684b78"/>
    <p:sldId xmlns:r="http://schemas.openxmlformats.org/officeDocument/2006/relationships" id="272" r:id="R06a8a04eeb63470c"/>
    <p:sldId xmlns:r="http://schemas.openxmlformats.org/officeDocument/2006/relationships" id="273" r:id="Rdf429e647b1048f4"/>
    <p:sldId xmlns:r="http://schemas.openxmlformats.org/officeDocument/2006/relationships" id="274" r:id="Rca21054d5cfe4459"/>
    <p:sldId xmlns:r="http://schemas.openxmlformats.org/officeDocument/2006/relationships" id="275" r:id="Re2772dfacf44459a"/>
    <p:sldId xmlns:r="http://schemas.openxmlformats.org/officeDocument/2006/relationships" id="276" r:id="Rcee015c5ce0d493d"/>
    <p:sldId xmlns:r="http://schemas.openxmlformats.org/officeDocument/2006/relationships" id="277" r:id="R1047d760f98442a8"/>
    <p:sldId xmlns:r="http://schemas.openxmlformats.org/officeDocument/2006/relationships" id="278" r:id="Rf4f1abf6643f4fc4"/>
    <p:sldId xmlns:r="http://schemas.openxmlformats.org/officeDocument/2006/relationships" id="279" r:id="R4488a9acf12e4a5b"/>
    <p:sldId xmlns:r="http://schemas.openxmlformats.org/officeDocument/2006/relationships" id="280" r:id="R3862afeda9014d30"/>
    <p:sldId xmlns:r="http://schemas.openxmlformats.org/officeDocument/2006/relationships" id="281" r:id="Rcadc63aa7c484acd"/>
    <p:sldId xmlns:r="http://schemas.openxmlformats.org/officeDocument/2006/relationships" id="282" r:id="Rce666e701b8343dd"/>
    <p:sldId xmlns:r="http://schemas.openxmlformats.org/officeDocument/2006/relationships" id="283" r:id="R873af5ec9ec744f2"/>
    <p:sldId xmlns:r="http://schemas.openxmlformats.org/officeDocument/2006/relationships" id="284" r:id="R75e06156deb947e0"/>
    <p:sldId xmlns:r="http://schemas.openxmlformats.org/officeDocument/2006/relationships" id="285" r:id="R99c5b6ea56804710"/>
    <p:sldId xmlns:r="http://schemas.openxmlformats.org/officeDocument/2006/relationships" id="286" r:id="Raf29d56ec7194695"/>
    <p:sldId xmlns:r="http://schemas.openxmlformats.org/officeDocument/2006/relationships" id="287" r:id="Ra93b772c9d4d46ac"/>
    <p:sldId xmlns:r="http://schemas.openxmlformats.org/officeDocument/2006/relationships" id="288" r:id="R2eabe393f0864229"/>
    <p:sldId xmlns:r="http://schemas.openxmlformats.org/officeDocument/2006/relationships" id="289" r:id="Rafe7d9acca2040ce"/>
    <p:sldId xmlns:r="http://schemas.openxmlformats.org/officeDocument/2006/relationships" id="290" r:id="R30671c06ec0249e8"/>
    <p:sldId xmlns:r="http://schemas.openxmlformats.org/officeDocument/2006/relationships" id="291" r:id="R0d8828ef776b4ccc"/>
    <p:sldId xmlns:r="http://schemas.openxmlformats.org/officeDocument/2006/relationships" id="292" r:id="Rff26f17369ce40d3"/>
    <p:sldId xmlns:r="http://schemas.openxmlformats.org/officeDocument/2006/relationships" id="293" r:id="Ra4d3b4a58d93474c"/>
    <p:sldId xmlns:r="http://schemas.openxmlformats.org/officeDocument/2006/relationships" id="294" r:id="R645f36514fed4574"/>
    <p:sldId xmlns:r="http://schemas.openxmlformats.org/officeDocument/2006/relationships" id="295" r:id="R7bbe2bcbfba4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b95f268364dda" /><Relationship Type="http://schemas.openxmlformats.org/officeDocument/2006/relationships/slideMaster" Target="/ppt/slideMasters/slideMaster1.xml" Id="Rfa2eab512cc84f85" /><Relationship Type="http://schemas.openxmlformats.org/officeDocument/2006/relationships/notesMaster" Target="/ppt/notesMasters/notesMaster1.xml" Id="Rd736b4c6a1a94e17" /><Relationship Type="http://schemas.openxmlformats.org/officeDocument/2006/relationships/presProps" Target="/ppt/presProps.xml" Id="Rce070a6ff8d446c0" /><Relationship Type="http://schemas.openxmlformats.org/officeDocument/2006/relationships/tableStyles" Target="/ppt/tableStyles.xml" Id="R71ebc2e4a9674b23" /><Relationship Type="http://schemas.openxmlformats.org/officeDocument/2006/relationships/slide" Target="/ppt/slides/slide1.xml" Id="Rea27a2a2828d43c0" /><Relationship Type="http://schemas.openxmlformats.org/officeDocument/2006/relationships/slide" Target="/ppt/slides/slide2.xml" Id="R7c235dec560b4513" /><Relationship Type="http://schemas.openxmlformats.org/officeDocument/2006/relationships/slide" Target="/ppt/slides/slide3.xml" Id="R0c8ac3211ed641f9" /><Relationship Type="http://schemas.openxmlformats.org/officeDocument/2006/relationships/slide" Target="/ppt/slides/slide4.xml" Id="R56f480900fff4044" /><Relationship Type="http://schemas.openxmlformats.org/officeDocument/2006/relationships/slide" Target="/ppt/slides/slide5.xml" Id="Re98432f72c0f446e" /><Relationship Type="http://schemas.openxmlformats.org/officeDocument/2006/relationships/slide" Target="/ppt/slides/slide6.xml" Id="R379f1652262947b8" /><Relationship Type="http://schemas.openxmlformats.org/officeDocument/2006/relationships/slide" Target="/ppt/slides/slide7.xml" Id="R8ba7c53a24e240a5" /><Relationship Type="http://schemas.openxmlformats.org/officeDocument/2006/relationships/slide" Target="/ppt/slides/slide8.xml" Id="R0d2636b211de4ffe" /><Relationship Type="http://schemas.openxmlformats.org/officeDocument/2006/relationships/slide" Target="/ppt/slides/slide9.xml" Id="Ra0f7a3a80eec4f94" /><Relationship Type="http://schemas.openxmlformats.org/officeDocument/2006/relationships/slide" Target="/ppt/slides/slide10.xml" Id="R7720857590154e44" /><Relationship Type="http://schemas.openxmlformats.org/officeDocument/2006/relationships/slide" Target="/ppt/slides/slide11.xml" Id="R429431b991484dda" /><Relationship Type="http://schemas.openxmlformats.org/officeDocument/2006/relationships/slide" Target="/ppt/slides/slide12.xml" Id="R15c7f5f89e8a41a9" /><Relationship Type="http://schemas.openxmlformats.org/officeDocument/2006/relationships/slide" Target="/ppt/slides/slide13.xml" Id="R7c10cfe4f18d41da" /><Relationship Type="http://schemas.openxmlformats.org/officeDocument/2006/relationships/slide" Target="/ppt/slides/slide14.xml" Id="R2e93987a8bc9407e" /><Relationship Type="http://schemas.openxmlformats.org/officeDocument/2006/relationships/slide" Target="/ppt/slides/slide15.xml" Id="R8118f21b9cc642e8" /><Relationship Type="http://schemas.openxmlformats.org/officeDocument/2006/relationships/slide" Target="/ppt/slides/slide16.xml" Id="R6810c76789684b78" /><Relationship Type="http://schemas.openxmlformats.org/officeDocument/2006/relationships/slide" Target="/ppt/slides/slide17.xml" Id="R06a8a04eeb63470c" /><Relationship Type="http://schemas.openxmlformats.org/officeDocument/2006/relationships/slide" Target="/ppt/slides/slide18.xml" Id="Rdf429e647b1048f4" /><Relationship Type="http://schemas.openxmlformats.org/officeDocument/2006/relationships/slide" Target="/ppt/slides/slide19.xml" Id="Rca21054d5cfe4459" /><Relationship Type="http://schemas.openxmlformats.org/officeDocument/2006/relationships/slide" Target="/ppt/slides/slide20.xml" Id="Re2772dfacf44459a" /><Relationship Type="http://schemas.openxmlformats.org/officeDocument/2006/relationships/slide" Target="/ppt/slides/slide21.xml" Id="Rcee015c5ce0d493d" /><Relationship Type="http://schemas.openxmlformats.org/officeDocument/2006/relationships/slide" Target="/ppt/slides/slide22.xml" Id="R1047d760f98442a8" /><Relationship Type="http://schemas.openxmlformats.org/officeDocument/2006/relationships/slide" Target="/ppt/slides/slide23.xml" Id="Rf4f1abf6643f4fc4" /><Relationship Type="http://schemas.openxmlformats.org/officeDocument/2006/relationships/slide" Target="/ppt/slides/slide24.xml" Id="R4488a9acf12e4a5b" /><Relationship Type="http://schemas.openxmlformats.org/officeDocument/2006/relationships/slide" Target="/ppt/slides/slide25.xml" Id="R3862afeda9014d30" /><Relationship Type="http://schemas.openxmlformats.org/officeDocument/2006/relationships/slide" Target="/ppt/slides/slide26.xml" Id="Rcadc63aa7c484acd" /><Relationship Type="http://schemas.openxmlformats.org/officeDocument/2006/relationships/slide" Target="/ppt/slides/slide27.xml" Id="Rce666e701b8343dd" /><Relationship Type="http://schemas.openxmlformats.org/officeDocument/2006/relationships/slide" Target="/ppt/slides/slide28.xml" Id="R873af5ec9ec744f2" /><Relationship Type="http://schemas.openxmlformats.org/officeDocument/2006/relationships/slide" Target="/ppt/slides/slide29.xml" Id="R75e06156deb947e0" /><Relationship Type="http://schemas.openxmlformats.org/officeDocument/2006/relationships/slide" Target="/ppt/slides/slide30.xml" Id="R99c5b6ea56804710" /><Relationship Type="http://schemas.openxmlformats.org/officeDocument/2006/relationships/slide" Target="/ppt/slides/slide31.xml" Id="Raf29d56ec7194695" /><Relationship Type="http://schemas.openxmlformats.org/officeDocument/2006/relationships/slide" Target="/ppt/slides/slide32.xml" Id="Ra93b772c9d4d46ac" /><Relationship Type="http://schemas.openxmlformats.org/officeDocument/2006/relationships/slide" Target="/ppt/slides/slide33.xml" Id="R2eabe393f0864229" /><Relationship Type="http://schemas.openxmlformats.org/officeDocument/2006/relationships/slide" Target="/ppt/slides/slide34.xml" Id="Rafe7d9acca2040ce" /><Relationship Type="http://schemas.openxmlformats.org/officeDocument/2006/relationships/slide" Target="/ppt/slides/slide35.xml" Id="R30671c06ec0249e8" /><Relationship Type="http://schemas.openxmlformats.org/officeDocument/2006/relationships/slide" Target="/ppt/slides/slide36.xml" Id="R0d8828ef776b4ccc" /><Relationship Type="http://schemas.openxmlformats.org/officeDocument/2006/relationships/slide" Target="/ppt/slides/slide37.xml" Id="Rff26f17369ce40d3" /><Relationship Type="http://schemas.openxmlformats.org/officeDocument/2006/relationships/slide" Target="/ppt/slides/slide38.xml" Id="Ra4d3b4a58d93474c" /><Relationship Type="http://schemas.openxmlformats.org/officeDocument/2006/relationships/slide" Target="/ppt/slides/slide39.xml" Id="R645f36514fed4574" /><Relationship Type="http://schemas.openxmlformats.org/officeDocument/2006/relationships/slide" Target="/ppt/slides/slide40.xml" Id="R7bbe2bcbfba4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46b6f26a6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daf4e4c1a4259" /><Relationship Type="http://schemas.openxmlformats.org/officeDocument/2006/relationships/notesMaster" Target="/ppt/notesMasters/notesMaster1.xml" Id="R2096b740da3c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aa9c8a36f407e" /><Relationship Type="http://schemas.openxmlformats.org/officeDocument/2006/relationships/notesMaster" Target="/ppt/notesMasters/notesMaster1.xml" Id="R156ae82c3347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cc55e38344fd8" /><Relationship Type="http://schemas.openxmlformats.org/officeDocument/2006/relationships/notesMaster" Target="/ppt/notesMasters/notesMaster1.xml" Id="R50c68ef3ca6c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2b705324bb4fa8" /><Relationship Type="http://schemas.openxmlformats.org/officeDocument/2006/relationships/notesMaster" Target="/ppt/notesMasters/notesMaster1.xml" Id="R265fdf3fbb7c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cc3bed70041ec" /><Relationship Type="http://schemas.openxmlformats.org/officeDocument/2006/relationships/notesMaster" Target="/ppt/notesMasters/notesMaster1.xml" Id="R0698e748c396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8d7b5a7b04c71" /><Relationship Type="http://schemas.openxmlformats.org/officeDocument/2006/relationships/notesMaster" Target="/ppt/notesMasters/notesMaster1.xml" Id="R167c31ec376848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5e88535c7f474a" /><Relationship Type="http://schemas.openxmlformats.org/officeDocument/2006/relationships/notesMaster" Target="/ppt/notesMasters/notesMaster1.xml" Id="R5d0c3f0f82bd45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1a71c7c8548ea" /><Relationship Type="http://schemas.openxmlformats.org/officeDocument/2006/relationships/notesMaster" Target="/ppt/notesMasters/notesMaster1.xml" Id="R18bedce117f640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ef025ac9344bf9" /><Relationship Type="http://schemas.openxmlformats.org/officeDocument/2006/relationships/notesMaster" Target="/ppt/notesMasters/notesMaster1.xml" Id="R0619a4307bd343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b7dea7e1ef4689" /><Relationship Type="http://schemas.openxmlformats.org/officeDocument/2006/relationships/notesMaster" Target="/ppt/notesMasters/notesMaster1.xml" Id="R298e47b7baaa49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9a121d34a34087" /><Relationship Type="http://schemas.openxmlformats.org/officeDocument/2006/relationships/notesMaster" Target="/ppt/notesMasters/notesMaster1.xml" Id="R023497b711d847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c4ba867e3243e2" /><Relationship Type="http://schemas.openxmlformats.org/officeDocument/2006/relationships/notesMaster" Target="/ppt/notesMasters/notesMaster1.xml" Id="Rebabfec056ae4f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2cccd9dff048d2" /><Relationship Type="http://schemas.openxmlformats.org/officeDocument/2006/relationships/notesMaster" Target="/ppt/notesMasters/notesMaster1.xml" Id="R9341db1442534e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0ae3ba2c9b4afa" /><Relationship Type="http://schemas.openxmlformats.org/officeDocument/2006/relationships/notesMaster" Target="/ppt/notesMasters/notesMaster1.xml" Id="R8e7c3042dcba48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c8b9144774d78" /><Relationship Type="http://schemas.openxmlformats.org/officeDocument/2006/relationships/notesMaster" Target="/ppt/notesMasters/notesMaster1.xml" Id="Rb26c48929c0d4f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8db080c9944df3" /><Relationship Type="http://schemas.openxmlformats.org/officeDocument/2006/relationships/notesMaster" Target="/ppt/notesMasters/notesMaster1.xml" Id="R3fc53cb853884e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3abd06e63c498d" /><Relationship Type="http://schemas.openxmlformats.org/officeDocument/2006/relationships/notesMaster" Target="/ppt/notesMasters/notesMaster1.xml" Id="R45968f0bc91243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a636095ac94dc5" /><Relationship Type="http://schemas.openxmlformats.org/officeDocument/2006/relationships/notesMaster" Target="/ppt/notesMasters/notesMaster1.xml" Id="R2796eed492d341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e8d632a4c64876" /><Relationship Type="http://schemas.openxmlformats.org/officeDocument/2006/relationships/notesMaster" Target="/ppt/notesMasters/notesMaster1.xml" Id="R5b063d1d161947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f47d2128074546" /><Relationship Type="http://schemas.openxmlformats.org/officeDocument/2006/relationships/notesMaster" Target="/ppt/notesMasters/notesMaster1.xml" Id="Rd73c720d56e845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c9a6a399594bea" /><Relationship Type="http://schemas.openxmlformats.org/officeDocument/2006/relationships/notesMaster" Target="/ppt/notesMasters/notesMaster1.xml" Id="Raeb865917ccf48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5bd84e0e2c408f" /><Relationship Type="http://schemas.openxmlformats.org/officeDocument/2006/relationships/notesMaster" Target="/ppt/notesMasters/notesMaster1.xml" Id="R126f95b437a648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c6b62c27450441e" /><Relationship Type="http://schemas.openxmlformats.org/officeDocument/2006/relationships/notesMaster" Target="/ppt/notesMasters/notesMaster1.xml" Id="Rabd6938ef38e41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ba2b0533054176" /><Relationship Type="http://schemas.openxmlformats.org/officeDocument/2006/relationships/notesMaster" Target="/ppt/notesMasters/notesMaster1.xml" Id="Rd292150c5e0e44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1aed1a350a4843" /><Relationship Type="http://schemas.openxmlformats.org/officeDocument/2006/relationships/notesMaster" Target="/ppt/notesMasters/notesMaster1.xml" Id="Rf357ca7dbf4945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7ef37cbe074101" /><Relationship Type="http://schemas.openxmlformats.org/officeDocument/2006/relationships/notesMaster" Target="/ppt/notesMasters/notesMaster1.xml" Id="R071a6b3a544a4b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a97e8c61884c97" /><Relationship Type="http://schemas.openxmlformats.org/officeDocument/2006/relationships/notesMaster" Target="/ppt/notesMasters/notesMaster1.xml" Id="Ra66e65abe6be40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5a1bd6e7c14b77" /><Relationship Type="http://schemas.openxmlformats.org/officeDocument/2006/relationships/notesMaster" Target="/ppt/notesMasters/notesMaster1.xml" Id="R1df012694e874cc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be19d4fcb644813" /><Relationship Type="http://schemas.openxmlformats.org/officeDocument/2006/relationships/notesMaster" Target="/ppt/notesMasters/notesMaster1.xml" Id="R52264eb1790d479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64585d1d244ca0" /><Relationship Type="http://schemas.openxmlformats.org/officeDocument/2006/relationships/notesMaster" Target="/ppt/notesMasters/notesMaster1.xml" Id="Ra0e6e14f467649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fd6fdc8d874f4d" /><Relationship Type="http://schemas.openxmlformats.org/officeDocument/2006/relationships/notesMaster" Target="/ppt/notesMasters/notesMaster1.xml" Id="R1d3f33045569429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7878d4c3cc34c95" /><Relationship Type="http://schemas.openxmlformats.org/officeDocument/2006/relationships/notesMaster" Target="/ppt/notesMasters/notesMaster1.xml" Id="R1105b2f4ef7a4a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29a467d0e5427e" /><Relationship Type="http://schemas.openxmlformats.org/officeDocument/2006/relationships/notesMaster" Target="/ppt/notesMasters/notesMaster1.xml" Id="Rabe33a7bf5874f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6155a7fa2649d9" /><Relationship Type="http://schemas.openxmlformats.org/officeDocument/2006/relationships/notesMaster" Target="/ppt/notesMasters/notesMaster1.xml" Id="Rc53f7c9f2fc443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6826845c87c4034" /><Relationship Type="http://schemas.openxmlformats.org/officeDocument/2006/relationships/notesMaster" Target="/ppt/notesMasters/notesMaster1.xml" Id="Rbb7fb27bb64147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6b8f828bb744cf2" /><Relationship Type="http://schemas.openxmlformats.org/officeDocument/2006/relationships/notesMaster" Target="/ppt/notesMasters/notesMaster1.xml" Id="R303d797f9e7c49c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1e37f76c5a841c1" /><Relationship Type="http://schemas.openxmlformats.org/officeDocument/2006/relationships/notesMaster" Target="/ppt/notesMasters/notesMaster1.xml" Id="Rd54a9bb36973492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269c67c44054c99" /><Relationship Type="http://schemas.openxmlformats.org/officeDocument/2006/relationships/notesMaster" Target="/ppt/notesMasters/notesMaster1.xml" Id="R315eecdee48747a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ffef3feb4448f2" /><Relationship Type="http://schemas.openxmlformats.org/officeDocument/2006/relationships/notesMaster" Target="/ppt/notesMasters/notesMaster1.xml" Id="Rbe46d42281fb4db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7cf9b552921482f" /><Relationship Type="http://schemas.openxmlformats.org/officeDocument/2006/relationships/notesMaster" Target="/ppt/notesMasters/notesMaster1.xml" Id="R48917ed7133145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8d6ed52ff43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c818749664934" /><Relationship Type="http://schemas.openxmlformats.org/officeDocument/2006/relationships/slideLayout" Target="/ppt/slideLayouts/slideLayout1.xml" Id="Rb883c83ecd8b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3c83ecd8b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410e178a64f4b" /><Relationship Type="http://schemas.openxmlformats.org/officeDocument/2006/relationships/notesSlide" Target="/ppt/notesSlides/notesSlide1.xml" Id="R468b664a2098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a08ded8f8425f" /><Relationship Type="http://schemas.openxmlformats.org/officeDocument/2006/relationships/notesSlide" Target="/ppt/notesSlides/notesSlide2.xml" Id="R705e218ca08c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e26f8a9c45b2" /><Relationship Type="http://schemas.openxmlformats.org/officeDocument/2006/relationships/notesSlide" Target="/ppt/notesSlides/notesSlide3.xml" Id="R37ef1fa1d233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b5a992ccc4a21" /><Relationship Type="http://schemas.openxmlformats.org/officeDocument/2006/relationships/notesSlide" Target="/ppt/notesSlides/notesSlide4.xml" Id="R2ececafc7aea49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61d781d24065" /><Relationship Type="http://schemas.openxmlformats.org/officeDocument/2006/relationships/notesSlide" Target="/ppt/notesSlides/notesSlide5.xml" Id="Rafc8b51408de47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94aacfd7417a" /><Relationship Type="http://schemas.openxmlformats.org/officeDocument/2006/relationships/notesSlide" Target="/ppt/notesSlides/notesSlide6.xml" Id="Rf5c4439f7f4c49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44fdf4234c16" /><Relationship Type="http://schemas.openxmlformats.org/officeDocument/2006/relationships/notesSlide" Target="/ppt/notesSlides/notesSlide7.xml" Id="Rbcef533d6cd249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4fcccf5614fb3" /><Relationship Type="http://schemas.openxmlformats.org/officeDocument/2006/relationships/notesSlide" Target="/ppt/notesSlides/notesSlide8.xml" Id="R246f78222c43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b82978e774d89" /><Relationship Type="http://schemas.openxmlformats.org/officeDocument/2006/relationships/notesSlide" Target="/ppt/notesSlides/notesSlide9.xml" Id="R394acf8925354f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799ac298d4ac9" /><Relationship Type="http://schemas.openxmlformats.org/officeDocument/2006/relationships/notesSlide" Target="/ppt/notesSlides/notesSlide10.xml" Id="R4f742502fc844f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4df127a63418b" /><Relationship Type="http://schemas.openxmlformats.org/officeDocument/2006/relationships/notesSlide" Target="/ppt/notesSlides/notesSlide11.xml" Id="R652eb8f4db3f4e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63f783b7f41ec" /><Relationship Type="http://schemas.openxmlformats.org/officeDocument/2006/relationships/notesSlide" Target="/ppt/notesSlides/notesSlide12.xml" Id="Raa400791e8494b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7844666b4802" /><Relationship Type="http://schemas.openxmlformats.org/officeDocument/2006/relationships/notesSlide" Target="/ppt/notesSlides/notesSlide13.xml" Id="R31970f58621441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c4f64575545d1" /><Relationship Type="http://schemas.openxmlformats.org/officeDocument/2006/relationships/notesSlide" Target="/ppt/notesSlides/notesSlide14.xml" Id="Rfdd04a29d08f40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03c7a35fd4745" /><Relationship Type="http://schemas.openxmlformats.org/officeDocument/2006/relationships/notesSlide" Target="/ppt/notesSlides/notesSlide15.xml" Id="R46f1555ea1c949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f780fcf8f42a8" /><Relationship Type="http://schemas.openxmlformats.org/officeDocument/2006/relationships/notesSlide" Target="/ppt/notesSlides/notesSlide16.xml" Id="R8ba41a658d5149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5e6912eb34b46" /><Relationship Type="http://schemas.openxmlformats.org/officeDocument/2006/relationships/notesSlide" Target="/ppt/notesSlides/notesSlide17.xml" Id="Rc8d0e47abc5243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cf80954fc43bb" /><Relationship Type="http://schemas.openxmlformats.org/officeDocument/2006/relationships/notesSlide" Target="/ppt/notesSlides/notesSlide18.xml" Id="Rf4f8fe956cbb4d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3427838a44f2" /><Relationship Type="http://schemas.openxmlformats.org/officeDocument/2006/relationships/notesSlide" Target="/ppt/notesSlides/notesSlide19.xml" Id="Rfe24227e30684f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6bed18a444a73" /><Relationship Type="http://schemas.openxmlformats.org/officeDocument/2006/relationships/notesSlide" Target="/ppt/notesSlides/notesSlide20.xml" Id="R92d26c3b25134b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4241754a64550" /><Relationship Type="http://schemas.openxmlformats.org/officeDocument/2006/relationships/notesSlide" Target="/ppt/notesSlides/notesSlide21.xml" Id="R00f93c1ba1f840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2849dbab14cdb" /><Relationship Type="http://schemas.openxmlformats.org/officeDocument/2006/relationships/notesSlide" Target="/ppt/notesSlides/notesSlide22.xml" Id="R3766254425654e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682a8e0364b1f" /><Relationship Type="http://schemas.openxmlformats.org/officeDocument/2006/relationships/notesSlide" Target="/ppt/notesSlides/notesSlide23.xml" Id="R6c22016528a946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6ca7249eb4b67" /><Relationship Type="http://schemas.openxmlformats.org/officeDocument/2006/relationships/notesSlide" Target="/ppt/notesSlides/notesSlide24.xml" Id="Raff70db50d8a4c7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180fc4cf4df6" /><Relationship Type="http://schemas.openxmlformats.org/officeDocument/2006/relationships/notesSlide" Target="/ppt/notesSlides/notesSlide25.xml" Id="Re49446d45b9b40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f318309b74509" /><Relationship Type="http://schemas.openxmlformats.org/officeDocument/2006/relationships/notesSlide" Target="/ppt/notesSlides/notesSlide26.xml" Id="R1a246f5e6b0e41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d6d4f57b84409" /><Relationship Type="http://schemas.openxmlformats.org/officeDocument/2006/relationships/notesSlide" Target="/ppt/notesSlides/notesSlide27.xml" Id="Ree84b4b32a0b4f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73a58b0524a7d" /><Relationship Type="http://schemas.openxmlformats.org/officeDocument/2006/relationships/notesSlide" Target="/ppt/notesSlides/notesSlide28.xml" Id="Rddcb2bf2bb2c4b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ba3a2e2e04f9f" /><Relationship Type="http://schemas.openxmlformats.org/officeDocument/2006/relationships/notesSlide" Target="/ppt/notesSlides/notesSlide29.xml" Id="R7c3ffd8fce1c44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d523b355c4e89" /><Relationship Type="http://schemas.openxmlformats.org/officeDocument/2006/relationships/notesSlide" Target="/ppt/notesSlides/notesSlide30.xml" Id="R96757a6a4fd243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43c10a4f4b5f" /><Relationship Type="http://schemas.openxmlformats.org/officeDocument/2006/relationships/notesSlide" Target="/ppt/notesSlides/notesSlide31.xml" Id="R66ab45dad6dd44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51705bf67485b" /><Relationship Type="http://schemas.openxmlformats.org/officeDocument/2006/relationships/notesSlide" Target="/ppt/notesSlides/notesSlide32.xml" Id="R1df7fcef301a4b1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7ae919e2d402f" /><Relationship Type="http://schemas.openxmlformats.org/officeDocument/2006/relationships/notesSlide" Target="/ppt/notesSlides/notesSlide33.xml" Id="R96a413cbcbd94e0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a93c6d494a74" /><Relationship Type="http://schemas.openxmlformats.org/officeDocument/2006/relationships/notesSlide" Target="/ppt/notesSlides/notesSlide34.xml" Id="R60ae37768eb747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eb9a6f389479b" /><Relationship Type="http://schemas.openxmlformats.org/officeDocument/2006/relationships/notesSlide" Target="/ppt/notesSlides/notesSlide35.xml" Id="R5f5cbad6cd43413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c69be685f4e9e" /><Relationship Type="http://schemas.openxmlformats.org/officeDocument/2006/relationships/notesSlide" Target="/ppt/notesSlides/notesSlide36.xml" Id="R429dc4951a9d452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7c4fd166c488c" /><Relationship Type="http://schemas.openxmlformats.org/officeDocument/2006/relationships/notesSlide" Target="/ppt/notesSlides/notesSlide37.xml" Id="R0c9c7e3965c54f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d6523d21741e4" /><Relationship Type="http://schemas.openxmlformats.org/officeDocument/2006/relationships/notesSlide" Target="/ppt/notesSlides/notesSlide38.xml" Id="R7c26b5361f8b42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184ab0ed4635" /><Relationship Type="http://schemas.openxmlformats.org/officeDocument/2006/relationships/notesSlide" Target="/ppt/notesSlides/notesSlide39.xml" Id="Recce4ce7b7e8448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18d2ee20041b6" /><Relationship Type="http://schemas.openxmlformats.org/officeDocument/2006/relationships/notesSlide" Target="/ppt/notesSlides/notesSlide40.xml" Id="R6a115b8b3af84d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2E72A-E2DB-4355-9B77-B51A19A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AAB30-4EF8-4898-97EC-C722F51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Aircraft Systems : Aircraft systems (Mechanical) - hydraulic and pneumatic systems and their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A82F4-5EEE-47FA-BDB1-149834B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7FEB4-3B2C-4A8A-B16C-7DB6188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B5957-63C3-414A-A536-CA4237D3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71D8-4748-4296-87EA-DEC8C21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3E45B-9D0C-4E1D-A586-446FE22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23233-7433-40B6-A621-6CF6B94A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2FECC-B8F2-4CA6-A944-3CC4FD20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DEA19-522A-474E-BE61-B9AB296D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71245-20A9-4B2F-A8FF-88997DA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87AC3-424D-4507-B9DB-A251AE7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3E36D-ABF1-49CF-9CA0-74E7E45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742653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5897A-7269-421A-B1BA-EB65431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3EDC9-E423-40A7-B2C5-D721C5D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AB060-5B12-458F-8195-5860A96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2579-A48C-49FC-BF11-6486C6F8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CEC6F-175B-4BA7-B18E-E3434C9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F9E03-A4D6-4200-B6ED-D6B6F50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A220D-DC7A-4EB0-8F41-DACDEC8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C9783-4489-4346-B16F-B6A989D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335D4-8883-44BB-BAD9-6475A65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1FCD2-0941-469D-B420-FC3B654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4CCC3-3DB2-4C26-B706-A6C96F4A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95848-1ECA-477C-A42A-59A1991D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1ACD0-8CE6-4923-95D3-DA52FDAF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4AB6A-DF55-41FB-8F7B-B77BE88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57A30-14E1-4D79-AA62-3D56E35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3624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18E26-EC01-4093-B850-BA688580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A97DE-568B-4AA5-BBA3-549FD0E7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97FEE-F346-4F73-B4DB-820A918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52BE5-06D6-45BF-A064-A588A7A4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39A8F-B78C-4C11-818E-D1F9E497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3B87F-8370-4698-927B-9DB95A50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D9FC3-F50E-48F7-AF64-705268F0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01474-2B94-46CC-9555-902E64C3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CE73-6011-4C7F-BB07-14F6E06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Systems : Aircraft systems (Mechanical) - hydraulic and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88204-DA12-46A5-88A3-DBD21E8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6D338-2BA6-4D49-95AE-2E59E809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0603B-24AB-4D6D-9E64-287DB5E1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environment control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C7546-C007-4A69-AC22-D22100C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795CD-9C9F-4B61-99A2-5E9875E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92B17-69E0-4B62-9C91-A403FF21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fuel system, oxygen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7A259-00D3-4FF2-8039-78C8F68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8DC30-5C52-460A-A0A2-7A28AFFA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29282-BD32-4FF2-A7FA-C128992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Aircraft S ystems (Electrical) - flight control system,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8E8C3-425B-44D5-B7E7-09F3160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E1B79-8504-40F3-A4A3-330FB144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7C77A-0CBC-4A43-A449-DBA95559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communication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58849-4341-49E8-A761-EF8C68F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D0994-E0C7-4479-B4B9-66A9BF84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52274-A688-49BE-B52E-8CC26476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generation systems - engine driven alternators, aux...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45A4B-3671-4E8B-A672-682B0E4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63241-DBFF-4341-9B5F-383F06C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8AF60-75F9-4A29-892A-7E7C908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conversion, distribution and management.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C234D-82A7-4AAE-8005-C8123F8B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CF5CA-6AC2-40DC-9DB7-92ADA58B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60942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C2F05-9995-4CB7-8393-214624EA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B767F-6A8A-4BE5-BF90-80392989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6BCFB-2330-4547-99F4-E03CA7A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B906-4615-4F92-BAF2-B7BB58C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3D01F-7CA2-4F9F-B985-86368A1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C4F5E-B195-419F-AE47-BF4A20F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0DC98-D7E7-4A45-A818-6CED7F3F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19E77-CAD8-498D-93E8-499A198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Systems : Aircraft systems (Mechanical) - hydraulic and p...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B8E2-B9C7-477A-B187-9BC07AB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9B3A1-374F-4AFA-A65A-49906AE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3C72F-4C80-4110-9505-054DFE0B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environment control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BC374-D5BF-438F-89A1-D7E7068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1E92C-FEDF-4B2A-A903-B1D2DDB1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F98CD-2C8B-4CFD-8CE0-4B93612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fuel system, oxygen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0D7C4-AE04-4B5E-86A3-65D52C4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622ED-6C1B-4754-97A5-D391BD55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C870D-495E-4736-8119-A8A5AD2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Aircraft S ystems (Electrical) - flight control system, 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D352C-E5F3-448A-8283-21C6234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0C848-6D46-47C6-9D0F-67E9B1B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3E0B7-4AF7-4312-BDBE-284A2C7F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communication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4C1C4-783E-4406-8EFF-D3CE314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0FBF5-BB98-40F7-947A-34AC7DC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8CA25-1202-4000-AAF3-B49C2C8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generation systems - engine driven alternators, aux...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732E4-C88A-4526-B17E-7898C941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C1A9E-61B2-4503-A5F3-41CD7F2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33F9C-F0CD-41E8-B681-9E86C13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conversion, distribution and management.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02A7F-B214-43E0-A624-277D4520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BBE82-2465-4ED5-8966-77BCCB5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D5E0B-9143-4EAA-A686-01A25653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22003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9DA59-5D68-4E54-8ABB-CB567BC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1C733-1E9F-4D8B-A3AE-07C33E4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F51D-973B-44AD-B5CB-4527123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7BD4F-BB72-43EB-A6F6-64B287FF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474B9-BD8D-4518-944E-25340DC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Aircraft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A080D-D963-412C-A78C-E400B2D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4F2A8-57F7-4C83-B2D3-28ACF3D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8B9BB-C3E5-4497-B5C3-10BCAE09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hydraulic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881BF-97B1-4372-A3D9-FC12AAC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pneumatic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53F0B-6F0C-4FD6-944A-E325F5D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78598-E314-4F5B-BDFD-8B94D384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6DF4C-BECB-4320-8ADB-2ED0F3EC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environment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CF7FF-A366-4F31-BF47-288EF6E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A0A77-ED00-45D9-8153-63EEC352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DAA85-3E7A-418D-BA2B-610D867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4A4FE-1500-4077-B710-871F6A0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74700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7520C-72D8-41B6-A9D3-25EC19C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9E8A7-029D-4E91-A18F-6E1092D9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E6376-49FD-4857-AECF-DED5D73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2EA21-9B01-4AD1-A466-537B0FAF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0377-6043-45F2-9495-D93F04F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Systems : Aircraft systems (Mechanical) - hydraulic and pneumatic systems and their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17B97-31EE-40C0-B313-E150F26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 : Aircraft systems (Mechanical) -...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68F72-94AA-4BB5-88D3-4BF7DA3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7751-4A9A-4086-9C4A-700D15D0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EAB89-549D-467F-9D7C-22B4F54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37056-21B8-48C2-93EA-520A10D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27858-CF4D-40AA-B47B-1A85BF6C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D53E9-B1F0-4C4D-B816-689CD33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EC33D-D8ED-41F8-9D28-058AAA9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36DA1-1C35-4F23-807A-B1C4302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BE131-6FA7-4251-B2FA-1B2BAC2E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61BB4-319F-4899-B2BD-B6A63EF5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19266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3D8D0-B6B8-4D23-82CF-08BA0354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2CD8-7350-404A-9336-86A7089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A937F-5F34-487B-A130-32CF970E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B73DB-A306-42A2-B9EA-B2CE83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182B1-3FC8-4A38-9C0D-24EDCB36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4913B-6769-4732-9C54-0541EF69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9AE1-2BD9-4EC8-80F5-A437C1B4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C6CC8-192A-4D30-A1E5-69CF26C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81762-5A78-4172-8AF8-87183D9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Systems : Aircraft...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03A4F-1C33-4E15-8435-9FA0ADD1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C428A-D25B-40B2-9AE4-E31CDAE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6FB4B-8696-422A-A0E5-36B798B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Systems :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04137-F449-4385-AD77-4E23E11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CAC53-62E9-4FE8-8AE6-0A7A725E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C9616-CF0A-4C7A-91D3-9C4CE2B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Systems...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E920B-2402-401C-B9CA-AA50DC5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47757-E8A7-45B9-BC00-1A4509E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EBDF3-74B5-4D6C-A37E-E529238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Systems : Aircra...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DD842-34F2-492A-96B4-44D942D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E4C41-CEF6-413E-9BA9-8A0BC6C4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C8DA1-DEFC-4273-B0D1-215B989E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Systems : Airc...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CBB21-BBCF-4531-8E08-367B61F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553A6-97F1-4C00-84ED-BE8F956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15161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3FCCD-F141-4C3C-8352-BFFDC91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856DD-5349-4AE8-9520-89A86FC8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9C624-2990-4557-8777-BCC2DE9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FE712-AC9C-4920-A2BB-44DE6A75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0C0ED-D245-4045-8DB1-29D1406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F8554-C728-4989-B28A-A38F702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34725-32D6-4053-98AC-D379DA29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32172-FF3D-4518-A6E7-35E7691F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FCA4-AB98-4EB3-A6CE-10AB38E9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A07D2-1986-4B5E-813A-406E4BF4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A3045-CBF9-4558-A172-3DE851A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ED5F9-32D0-4000-9F32-ABE7387B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DA2C7-1A6A-4784-AAE0-1B055386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D05E2-4869-4DCE-97E9-E3440A5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C2563-33C8-4395-94D6-A7263243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15840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78561-F23C-4525-B840-46FDF9E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CE988-5699-4500-8C27-EFAD0B0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7FB36-E242-427C-9ABD-7F452B5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7D69C-E83F-4D6A-A6DA-EC4CD7FF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831A5-66FE-45F6-AE09-0FE1044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FF05F-6136-4469-84EF-D7BE4AD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Systems : Aircraft systems (Mechanical) - hydraulic and 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2433F-6F37-4A89-82E2-AC8B449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AF842-0E39-4B1D-B538-AB63007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415C3-BE49-427C-AD00-3065787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9E4E5-3A90-4D2C-B390-CC48E37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67241-109D-4BAF-B51F-AAE44BA1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37362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58B39-AA1B-4210-AB56-6788FF0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FF31-C38D-4577-9819-8DAA55C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B6710-2867-4F92-8A85-62DF9BE9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4A5A-234F-4D2F-B92C-EC80737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E3834-C236-4F9D-891C-AE8AFA4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environment control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B39C6-1F70-4015-BCDA-D594EA64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environment control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CE307-7B58-4F1C-B4B2-94652376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B7B89-4DE0-4FAD-845A-1A34430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63F2A-C454-4C3E-9BA6-2E38C54C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882AA-71A4-4D83-9597-C8191082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77E6C-3358-488B-A7B6-970B111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2FDF4-4DE0-4846-B562-713AB17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BBF76-D1B2-45F4-9971-1D8CF64C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3F66B-074F-44FD-918D-519D55D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F95AC-4167-413F-9F0A-E851647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27391-1ED2-40DD-A06D-D4F2AB7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04189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5E883-5A6E-46BA-816B-CFFC3F3B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9C2C4-B846-4B0D-9253-0B622539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5CF6C-2E85-4505-841D-4DD691F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F2174-D7BA-4781-9CD2-F695279A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78847-D1AF-481A-9319-C6385DF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16197-2E48-42AC-9D33-741D1BD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FD0C0-049A-4510-973B-3C24CED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E9BB4-6ECE-4CC5-92FC-16604FFE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95245-3432-4953-93F6-AE3AF4A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environment contro...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6BD77-72A5-4B8B-83F9-F499617F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D651B-85C0-4BB7-B144-1D56EF6F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477C9-4A6D-41E3-90CB-3B9B373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environment...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EFF1E-85ED-4BCA-A971-BFD917A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4B4D3-2387-4650-9DDB-CD6B376C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5456B-9F2E-42B5-9D41-72AF330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environm...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D6E9B-0E83-420E-A65E-085BC3B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C1644-2F23-4E12-81D5-F47D4872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04CA3-8AE7-42BF-8AD7-8497FC7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environment cont...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F8261-47B7-42DA-8E1E-0394CC7E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FAE85-DBCF-48D4-A8F0-CEC3A6F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667CA-5D00-4409-A450-74D7DF4F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environment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D0132-E5A2-4EA2-AE23-06E1833D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E6B03-0967-433F-9775-39AFB23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46473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75D2B-07D4-4F52-A4B1-FDA8A4B9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34CF-38F2-468B-BFD2-BE60ACB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E8AF6-1ED0-4723-A74B-E35A423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45B77-910A-4577-B5D6-F12BD83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4276-B21C-47B9-89C6-8D73B995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9235B-69B9-46EB-BC51-E514A0FE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93C4-C71F-43C4-8941-79E74DF1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1AA44-87A1-45DC-9524-958C0C7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CBF37-DB76-418F-BEFB-136D0557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E5C5A-D71F-48AE-92E2-69B51436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4F894-DAA5-4D4F-9488-F52AC033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70747-2E2D-4792-8035-EBA5029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8739-D283-459C-8804-316388C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81697-CB9B-4D1F-8095-E2E12A7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76591-1E19-4A8A-B2B8-2FE38108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30470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C0AEE-45E4-466E-9E81-3190A5A0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99D8-2FCA-4662-BD71-0D8FB440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5D6E4-C673-4677-BD02-96E11B5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2F34B-09A1-4811-A823-091A2C28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7DFC9-797B-4F05-8D96-FF592CBD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8D342-7FC8-40CB-949D-DBC87FAD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environment control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B9087-A3DE-4E49-B03E-A27B0A76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BDA3D-A699-4592-A15B-FD41BFB7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CFC16-8F01-477B-BD31-F0C4171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B50C0-CB51-4455-99B4-57B10BB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2A533-A70B-4AAC-BBEB-FC3EBDB7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27747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871B2-BF7C-4F90-9859-412C1C9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05ABA-E706-4248-9ED5-4DA2966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EC914-F034-46F3-A2B8-29A051A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AA17F-A0A6-4B17-A1E0-730FC89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49366-F271-49E1-BBBC-F4E44AD5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fuel system, oxygen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0B982-0AB8-40A6-B5BC-71C523B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 system, oxygen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07981-9B87-4645-9FEE-4A84B98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435DE-C83F-42BA-8C1F-2F6B1F3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C9721-936A-4C7D-98D2-076060E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61A0E-ABFC-4D74-94C0-FDA0DB2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A7302-C921-4B3F-9BCF-AB61895B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9CB43-E3A1-42BC-B715-8B4982E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193D9-7D0D-494B-AEB1-96AC7CBF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2CF63-08E9-46F4-B5EE-9D376B7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01ED6-0396-465D-95B5-92E6D8A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D4867-FEA2-4579-85F7-0D39CFC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791169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74AF3-3D13-4571-A4EB-50A74FF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1D7B4-96AE-4D20-9B5D-52DF2DE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D2C8-B425-4CA2-B47D-C23C5E1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0D0AC-BDAA-4030-9500-B1BF4C7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4447D-5D08-4B9A-891A-E03EA17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B519B-E8EE-4CD4-AC57-C2769C8A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95A64-DD39-4B73-9F22-AF869BC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88658-A375-4EA2-94E5-9E281D8D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91BC4-E667-4713-BC15-09546CE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fuel system, oxyge...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0531A-6517-4F4F-BAD8-785BF39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60ADC-0C40-4F18-85BC-8852933C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69848-D7F6-4B2F-8D6B-636B0EBB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fuel system...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8E9C2-21D4-4F40-AFA0-F1C3E77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F1448-40BD-4797-B39E-0218E36C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1E673-DBCE-4A22-AAB8-0B36FF8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fuel sys...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50BD6-7D69-426D-AEF2-E9B05E7D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01C0B-E017-4439-8D51-2199623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CFB36-45DA-4060-829E-432F4D0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fuel system, oxy...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57E21-C08E-4319-BAC0-D8DE7A7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EA79D-5CAD-47D3-A601-7894234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72167-BF93-4A49-A882-B60E9349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fuel system,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0B1F7-BD2F-4E5C-833B-6744D6C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5B66D-CD83-49D6-A906-4C16238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21516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16027-2AAF-45FB-B46D-FAB0158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D9A01-381A-424A-90E6-D176377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9BA25-5C91-4DFD-85DA-07B0CC5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E00D8-CDE0-4418-A134-4C15F8B9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AF0BA-1793-4D1B-B588-1379270C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824FA-C5A5-49C3-9ADF-66A66EC5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798B8-ABC9-4DB5-B784-25AC911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11CF6-EC7E-42FE-A773-9BDB5965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2EF37-60C5-4CEF-B7DA-8E07CC31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55544-79C1-4DED-91FD-A15D7FC6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CC34C-D697-4347-9064-15D7DBE2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E44AC-D500-466E-AA66-A318AC9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5E456-897A-4A3D-9B53-E9F1269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CFF3A-C1D1-434B-8759-1A83D23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11994-6087-482B-BABB-6B41991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67700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AF841-45F3-4BEC-A778-DBE10678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17195-10EE-478D-9795-403968B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0BE1-E7EB-426A-9215-BB50300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3988A-9550-4B0E-B894-671B750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405F-0E72-4E82-B67B-877900A7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C7B17-EF91-40C7-B1B8-23BF917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fuel system, oxygen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1C062-B41A-4B57-A5E3-E9BEBFD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52A8E-AC70-4E2E-9FE6-80FA0E5F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3252-CE35-4900-B363-00B1EFD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99B31-4787-4B89-AC6A-CA9BB15C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7583A-7092-4296-9A26-52750DC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160785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89AD6-57F0-41B0-B05E-1FDF3F64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77EB2-F29A-4717-AA20-580908C5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B3E73-79F1-45EE-930E-AA010B8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16C82-0EA2-4AA6-9DEB-B88C771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2AC5D-F36D-4151-A0F8-09117CF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Aircraft S ystems (Electrical) - flight control system, cockpit instrumentation and displays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B7EB2-BFFE-48C2-A9FD-152F021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 S ystems (Electrical) - flight 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C72F2-27C9-4E07-8567-151DEE6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BD6CC-FECB-4B16-A682-3749466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6B5A6-B254-4213-9AE1-6A5F596F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5648D-3A76-4062-A074-EF6DA132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F653-5221-4D10-BFAE-165718C1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29855-19E0-4BFF-BD3C-3FCC5534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0D7EB-EF01-4308-9C04-AE988AFF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938D5-81EC-4363-B5E8-F5C096B0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0594D-D064-46DC-9655-93268D2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EC4A4-131A-46B3-B99C-B5741FC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334995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E3B0B-D3B1-4822-B5BA-77F7148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F90F7-65DF-4594-A8C8-9FBD8E4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A9984-CF00-4AFE-AC1E-C726B47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66D64-F7DB-4EE7-9E09-79E22B7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F66DD-3F96-459F-8C4E-E71FEE68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D4565-4D3C-44A8-9E57-AA2C535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F468-031B-4DAE-9992-E67FCA6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251E3-8020-4A5B-B9EA-51805AC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A048-767F-4C2F-AEE1-965BD24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Aircraft S ystems...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D6F8F-4FE7-4B54-A1F3-81DF42D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F12BE-CED2-4FD5-87D9-42107F3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56894-50CF-4F95-9496-6883C9A4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Aircraft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71A5E-0C06-4997-9591-1F791AEF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910C2-3BBC-44C2-8DE4-BE11C50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4294D-65A9-4300-81B9-04D2A494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Aircraft...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43974-095F-4887-A108-613273B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C3DE1-2B75-4858-8B2B-758DE686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5648A-1F97-4735-8617-CE0ED52E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Aircraft S ystem...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7E60A-624B-417F-A969-8ACF2F9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9ED0F-2F2B-460F-A1EC-DBE9309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9CD75-59BD-44F2-9D6F-423D29B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Aircraft S yst...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F436E-481A-42A4-A658-9B960CD5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842E9-0D80-4F20-AD4F-12767B16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333039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FC903-BD0E-4F2F-AB63-6A849ED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93D22-EB2E-4522-9D20-ACF529A6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D9E13-2768-4928-9DF6-93502F8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A8EE4-16C1-46ED-BB77-8599249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3BED5-B52A-4059-8085-D9AA25D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786B9-6B6A-4F63-89E0-018272CC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56ACD-BBA3-447C-BB47-4279846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7FF48-5DED-4ADC-9983-2A99A3F6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D4983-77A4-4422-B65E-66232CB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5A3EF-59B2-4562-95D5-E0D5B94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A6DA5-2284-433C-A01A-801D789B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44556-7726-4976-877A-ACD5BD1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79D5-76F5-4742-B3C0-330F97C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1D25-4AC2-4FBC-BA86-51F9EA2F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18FAD-550C-4F4F-B1D6-74CD1975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2631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9F3B2-5E3A-4E5E-A347-12160BB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179E-D57F-49A9-9D76-78EA789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8687A-F1F9-4F46-981A-79777BF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9F5D1-1853-4BD5-82FC-C7BAA775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130B1-044A-4D95-A377-DEB12E4C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3BB63-23E6-4838-9947-0C105865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Aircraft S ystems (Electrical) - flight control system,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A59AD-4F64-44EB-AA3F-32512E5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1B38-4DE4-4375-9CF7-AA3CB27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A6C98-4444-4F6B-81C2-9D218576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8BD76-3BBB-4222-92BE-5EC26A9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FDF55-E0FC-4EDA-B9B3-5D7B5657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042639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B2CB8-CD63-467F-AA08-CDBAE58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1CEA5-0060-4DCD-BCE8-A1A73E0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1A170-63D6-41D9-BE18-BD2FBEBC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02062-B5B6-4F03-BE51-3001A6A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0FB92-F2A2-4117-A2F1-082796E4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communication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B7419-CE66-4F58-B27F-ADEF720A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 systems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A14BF-DEC7-4EAF-9C98-D8AC45F3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BB28D-B541-4840-8026-764C1D64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8273E-1935-4DCF-A138-45A196C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E216E-174D-45CC-9200-4CC447C1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42370-8432-4EE3-A62C-E09FD2E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255BF-3540-4B79-9A22-B6D04D4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7D867-E5ED-43AF-BCB7-1BD41D00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E1B18-A176-4B40-BD24-997D97A0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D3986-CB92-4076-B6E0-386A851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F92C4-A1CA-4201-A40B-9494A8C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998004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A9D73-FF4B-42F9-81C0-95F2A502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1C23F-FC2F-4A50-B9D3-40BB52C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0EC45-2D75-463E-9877-48B23AC7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DF6FF-B3F7-46D3-B685-378D9A48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D1705-CED5-46D8-8AC7-91B35AD3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60212-B7AF-4B94-9DCE-A441DB2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0D282-A708-4231-A2C6-28C18A1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23B8A-5623-4206-8414-B33C2F0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CE955-EDE4-46E7-BBA2-69AB8EC3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communication syst...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6E6C9-246B-4106-85BE-237A8C4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2696D-1B8A-4C51-BA64-8A20BF1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4ABD8-E575-44FE-8624-B5FD876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communicati...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30FEB-5FF7-4AAA-B9C5-07A96EF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8245F-ED0A-496B-AD28-B6F5AED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43115-DEB8-4CB4-BE30-7A094CD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communic...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06BD-1EB4-4820-87B8-2737D46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611E5-36D4-443D-BBC0-0B1A992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7FA6E-C7EE-41A9-B038-6D597468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communication sy...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D07BE-6565-4BA9-84E0-4C6124ED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49537-0CB6-403A-BCD5-5184BA9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644CF-3530-41A9-916B-2092919B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communication...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4E254-A948-4FDE-8E30-93AB36E2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98E5D-2929-4317-95B4-572F26D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049049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A84B8-6D04-4DD4-A439-E243A27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69622-9DF6-4F8E-97EB-86BDE375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E128F-2A4B-41FA-9A65-7D050D6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42FEE-4179-42A7-A755-33D4572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BC307-96D1-44A9-8743-1A79600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783FF-3869-4744-BB14-4941A6B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20D6C-B0FC-4836-B9A1-7BFEBFF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F0B08-35E5-4F7F-9B7E-06F7696A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0EB39-2464-40C7-9BEA-59A7A584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3C93C-FF27-4CB8-AD07-2B766F2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48A86-86C5-4971-8079-C6080287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34A38-4115-41A2-8A88-B6F8E7B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BF9EF-E873-4D48-8DEF-0144ABA3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14D40-2612-48FE-946B-A9E0466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40B57-E92A-4079-A68A-AAE941B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928416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1E507-D0A7-49E0-AA82-427177D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3922E-323A-47EC-93D8-DB20E40D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5824F-37A4-4E31-9221-EC503E2A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DAFE3-5916-435F-B017-8D40D69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3B00C-8017-45EB-A726-FC464AD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450F3-054A-493A-900E-4251B25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communication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6538D-02C3-472B-BE90-A3B2DB0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21A91-F3ED-4FA2-AA6B-E3E47C5C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EC328-E777-42A5-93C5-7CABF83C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DC1D4-5D17-4B94-A7DA-4753C51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419B7-15C0-40FC-8D6F-06851791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318282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6CED5-C262-4E1F-8D7F-50EC9AF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BB8B-A9DB-480A-903B-C10BE01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C72F7-4389-433C-9F76-1452104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BFCE1-4B1F-47BC-812F-076FAC3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65ADF-68D1-4F82-9443-0D4BFC5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generation systems - engine driven alternators, auxiliary power ram air turbine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A501-BD9E-429A-8CFA-48BA9E20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 generation systems - engine driven...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D71A8-C804-4312-B29C-C48FF76D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1BDF7-E642-4EB6-A982-A321682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DB4BE-5541-441F-B017-9133FE0F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F84DB-09F1-441F-A191-4563C9A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CACD2-3D38-4D2E-BE42-88E8EA7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994E-AA7C-416A-B8A8-0D23A62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D1635-DAA2-4308-BD78-1AAC0DC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D34E7-EFB3-4C71-B5C2-9B87A8EB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2EC2C-C0D9-4353-A573-D50BE87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5EEEB-34F8-496A-A78C-26BA3822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807682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79E97-C2FC-4417-8CC0-7FEBDE84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6DB7D-556E-4052-9EEB-B1C77EC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87831-7140-4A47-9451-00ED00E6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65092-5505-49F2-B056-9442BB9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F4DB7-BFB2-44D0-A758-42796FA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2E0A6-8AE0-4CB2-A7B8-E35414D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B399E-5974-420A-9AAC-3E48996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2A1F6-2F54-409E-8A1D-DDEEDD8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1228E-9D75-45D0-A23D-94A1B15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power generation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9C0C-0A80-4882-9812-7418FEE6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D29F4-12BD-4CF4-8E86-3CDEF2C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55C2F-F910-4E39-BE73-1C58114A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power gener...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B1976-5253-4FD5-8530-91BEC89F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DBAB8-0699-4666-A91C-23B214B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CE994-58EE-4CA9-866E-AE7E4649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power ge...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5CF47-7CA5-4CB1-A1EA-D2395372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DCE52-CDAB-4DA3-A629-80D00837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B2EFB-0A8D-4E15-A41E-18F170D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power generation...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D00DB-94B1-416D-84E7-C42E6FA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48F6A-5E4B-4A87-A6C6-3AD1CC6D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D7041-0657-4EDF-B197-5DF7719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 generati...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277E0-379E-417D-BECA-68C9CA71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C3E41-B87F-4FDE-9EB5-32E27788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11579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52E9C-7A9B-4FFD-A604-AB025D0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7914-94C4-4244-B84B-D3882404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B07A1-BC82-40C1-8082-9EA6DF1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9D062-C14B-4EBD-B9CA-36D166B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B0FC-46E0-429B-AB6D-4F78B6E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7C6EB-EFEB-4861-842C-27BA1EE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8DA6A-5263-4A3F-9978-9782702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CA06B-E102-48D6-AECB-FA78E360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D42F2-2FB5-429F-94AE-7954E6C0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FE66C-7232-42D8-89B2-75D6E7A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64EE9-EE45-4139-9ADD-6EA8ECE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7C1B6-5D9E-4C6C-B5D4-AC86D09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5EE51-CC98-42AD-AD4B-4B32AA6D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421F1-5456-495E-802C-997F6C9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9A182-8E9F-4BD7-A7C7-C81B4841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426191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92872-B295-4A79-AB07-B9E00F48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5DEE4-974F-4A40-A0C7-D64DED1C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75763-E19F-4E0E-B8D0-D54489CC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008DC-8FA4-4E68-80A1-AF7C5418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FADEE-2B30-4BB0-A6DD-200008A6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74038-501A-4F86-BB02-4B855578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generation systems - engine driven alternators, aux...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94072-35D1-4046-9DB0-057B881A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4DE9F-FF7E-4847-87AB-90930741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A0690-BEF2-4679-9CDA-E84CF09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517F0-B2F4-4C1C-849D-C9F4192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D7B65-9B53-4955-9130-ABC9763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599084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7F3CE-1E89-4D09-AF33-17DC7312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582D9-8EDE-437E-8B74-8B2D978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AFC8F-5FBB-47C4-9765-16A3733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21F3E-A87B-4F93-BAFF-7B1C439A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532B8-09B2-4473-B712-C58A565A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conversion, distribution and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1C4F-7CAB-4F08-A954-ED741154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 conversion, distribution and manage...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C945B-B74C-4308-BB66-B49569D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6DB07-0E83-496D-BD33-69DC3839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527DD-25C3-4E0B-A6FD-423000AB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72F1F-068C-4A1F-B041-C11BC38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EC3CF-866C-471B-BA4E-3AC77D8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FB5BE-BAE0-4669-9378-8527F31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3B259-4AC6-472A-8D2B-03ADC88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15529-C758-4109-89FE-8978B751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80106-5156-471B-8339-9BBE4C1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0DFF2-0B5C-4BB6-BB22-0CC96331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723471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29E0E-9F6F-47CA-B7EA-8D071C6E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53914-C094-48E8-B529-E1134D9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17B86-0A56-418C-AB18-5A693662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41345-0A4F-419E-BDB4-D4C9215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E95F7-9980-4A4F-88A4-BB4DBC9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05580-5A0E-4296-AAA9-4466FC6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3AF91-7DCE-4FC2-A321-3D463FB0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52123-C78A-409D-8E44-77B8547D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659F0-93E6-44A2-97A7-441DDBE5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power conversion,...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83E90-4456-48F4-B925-84EBC04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D5A1C-1C9A-4692-A689-5A35C51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5F5EC-0C0E-4104-B220-F3EA0F0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power conve...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ADB3E-DD68-46CD-8D45-285F154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CE220-2BA0-44ED-A9D3-0B04D55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C43E-B723-44FF-AB08-8E0E5035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power 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B84E-1F76-4E3F-9C28-66C9E597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F8640-3BF3-4529-96BE-3A8ECA76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DF4CE-61A9-4F0E-8FEB-8DC72E1F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power conversion...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C6C6F-9AFE-4CB5-9BF5-497B31F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745AE-3B61-48A8-B534-1D85D15F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BEE4C-456A-45DF-9A77-58B9637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 conversi...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0BC76-03E1-42B9-A451-FDA8967D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23834-8B8F-4973-84DE-28A13DF1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83675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D8C6C-6B1F-4372-8218-67E5CAB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DB12-E4A7-4B1F-A4A7-A1460B4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C11CF-BF44-42D6-91A9-E55ADF3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365F3-1373-48D0-9E53-10BE73A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C79F8-72A6-4316-911D-09D2D41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1C70-03B5-4971-886B-F9F7CC8C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B7E17-852F-4AB0-BACF-A72F2C5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436F8-76A9-44E0-8EA8-658B7FD6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DFECE-6F91-4586-ABE7-7746D883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5D812-D5CD-4098-A63C-6E0B0638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5B227-8E9C-45B3-A102-9F64BBE5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50080-F34C-4922-BD30-0C1EA946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DF8E9-CB4D-4099-9F0F-47A91F8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3EAA5-FF4B-4071-B6E3-214082A1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20D95-D508-4C57-865A-3A6B3FB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055549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88968-7F62-43E5-B9BC-6AA25DC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E8905-DB2F-425C-A11F-8F8555D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A7424-C9D9-4DC7-B636-48F1E5F6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366F1-7940-4A68-99A5-5DC6830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85E7-A5EA-4F25-86B2-D27205D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6616C-32AB-4818-AE5E-41D1B22F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conversion, distribution and management.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6BB6E-57EF-40C5-AAB0-0649114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4A5E0-3A07-46E1-B721-8DF3DE0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594DB-8DFB-48C7-9829-98DEEB8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E2F1-7BDE-43DE-93E3-85CA9B0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59C50-D6A1-41E7-A695-CBDCDC64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542504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D7823-4769-420E-A3B0-60F1BBC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C5A6F-CA15-4941-B1AD-6CAE127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5F6DB-5E6B-4E6A-841F-8F1D9FCD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13CFD-A694-4157-92CB-6C55D04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28A41-9405-444D-AE8A-32EFE84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A54F0-E998-4202-83FA-39958D2B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349813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EF252-72E4-4C47-A816-80E01B5A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7C43-DF92-4C1B-B40F-617C55BA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9EA28-33CC-41A0-A7BB-F33C9721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5DE7E-F64A-4A73-BC61-577A813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8E9C2-BA81-474A-87F5-E70FCDF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hydraulic: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pneumatic: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B638F-F8E5-4548-A1BD-FA2AAE9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930599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A35E2-08C1-4D28-8771-5001C36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6ECF6-ACF2-41D8-B477-29FA8F8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F09F-7A70-41D3-A355-91153174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44C1-B228-448E-A7D7-1CCE420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01FB7-A283-46DF-91B2-2FB41027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42630-8EB5-4284-A780-185B0A7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14196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04DD6-E3F0-4021-9AF7-793C2FA1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16F86-11C5-451A-98C2-3ADDEB9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52577-C62D-431C-91D7-0C3CCBB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E41A9-6CBC-431C-8AAA-88C2C97C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FBD8A-D458-4F03-BF7E-B1B8667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6E5E8-6439-4F1B-B74B-A9F2D618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261380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41B72-403E-4E1A-A30B-1F79B1A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053CE-057D-4D26-AE03-0CCE7AC4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ECF17-60BA-4917-A39D-05BD45A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42BE8-B057-4596-9119-5383A2B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523EB-2B98-4B11-9DA0-8CC58D0F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Systems : Aircraft systems (Mechanical) - hydraulic and pneumatic syste...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environment control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fuel system, oxygen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Aircraft S ystems (Electrical) - flight control system, cockpit instrum...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communication systems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4550D-455B-470D-A7D7-5C80033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6F02D-1374-45B1-B3B9-268FE5E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31117-53B2-4AB0-82A6-729F155B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601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CE962-EE9C-4EA3-9D84-9DD1177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5FA2-374F-4A82-B67C-8FE0BC7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generation systems - engine driven 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1978A-52FD-4DBD-9F7E-53D81CE5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0D61C-3287-4AB6-A775-D754CB6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A0134-3417-4B54-8A3F-46FDECF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87BCD-B847-47A8-8093-8E03C50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ED481-EAB6-4A70-B60A-5473ACB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012B6-AD07-4057-8922-C68F6732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02B1F-9C92-408A-A59A-5BC9700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A7A90-FABA-401F-B1D8-AD4A54B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060F-9442-4D61-B748-BC685C4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97F67-1548-48CA-AC7B-49BC255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3D113-2CD1-4F30-B650-AACAB70D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35D00-C7DE-46F8-A7E8-48E304CB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1188-ED63-4810-B4D8-4CD1A4D1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CA9D1-E2FB-4F3F-B544-2ABE097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2E299-4EFA-4B13-B3BF-142C652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8538B-9E1D-4DBD-8115-0867BD3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AE2F1-0318-455D-BF5C-8706718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1BCEF-A00D-4435-AC3D-72437476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2365E-D37C-4485-B2F7-8974A775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04853-A499-400F-903C-F5240E5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BDA2F-58CA-46A7-A3FD-007E533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5DFE7-7E29-45AF-B865-FF669F5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8EC35-7E08-4617-9198-AB2745C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03D6D-6F18-466A-BF90-0A94FB8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C78EB-0B6B-4E0A-8A26-244D1F4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F7D41-88E7-4449-B8B0-25678370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D4B48-1AD0-48C1-84A1-3D0FFA5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008811-7A8C-4428-80BE-D99E05C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D716A-AD8D-4CA8-BD7C-67F45172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69FD02-B935-4905-9E7A-C2ED1365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262917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32D3C-4C06-4E27-8314-DEAEDF20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3C2F-335D-4705-B51E-A1F18D6B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conversion, distribution and manageme...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4E6B9-C45B-4D05-9E57-62E0247F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A49DF-C9B8-4BFB-9413-51930C0F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CA5DA-12F8-49B0-B8F7-1FC6D98A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988E9-6B70-4B3A-AAD3-42DF3B4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B3687-E589-45F0-A323-E87C1E6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E0F73-2CFD-4AF2-80B3-2065FAC5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7C406-92D3-46C0-9B22-DDC2CA34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9DD93-A844-4F3B-A396-29750412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A88B-406D-4203-BA6B-D5400D6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3F7E2-CFE8-442E-9117-51B283A9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853A2-EE59-4D85-8F1F-530B519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DA665-003C-409F-AEBA-E184BAE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55FCE-0DCA-47F6-BBD1-0C175E1D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11F44-4621-4904-B7E3-032D3F8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36C52-2B07-4F21-8E16-7DD552F3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671A7-BAF2-4B14-AB41-E14C6A0F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1C5DB-75F4-41DD-A056-846461CD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4FFF8-4847-46D4-849D-6F560CA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A06D8-7F64-4962-A1D7-93C13C2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CB069-5108-42EF-9927-6567A249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7C355-953B-41E5-84B1-BAFE0F5D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1AD9C-DC07-4A6E-9A83-A62B918D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890EC-3DCA-4DFE-88B9-619DFB8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DCBDF-F888-480B-BBF7-6C87847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09264-77F2-423F-AB56-2AC8B211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A8717-8AEC-4BEA-8979-2CC57AD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DB193-6BA1-445F-898C-0AA0E176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DF94F-83FA-445A-8652-DA37F03A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BCDECD-3264-4F31-BB91-2A230671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B4EC5-A4C5-41F1-B8B7-EEA657C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85407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2026-08-24T16:02:36.6380000Z</dcterms:created>
  <dcterms:modified xsi:type="dcterms:W3CDTF">2026-08-24T16:02:36.6380000Z</dcterms:modified>
</coreProperties>
</file>