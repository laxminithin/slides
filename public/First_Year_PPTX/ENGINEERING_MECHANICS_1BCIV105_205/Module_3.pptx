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331c885bf849d1" /><Relationship Type="http://schemas.openxmlformats.org/officeDocument/2006/relationships/extended-properties" Target="/docProps/app.xml" Id="R528c1042cfb34b33" /><Relationship Type="http://schemas.openxmlformats.org/officeDocument/2006/relationships/officeDocument" Target="/ppt/presentation.xml" Id="Rc0ebeef90fee43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c064d777d04147"/>
  </p:sldMasterIdLst>
  <p:notesMasterIdLst>
    <p:notesMasterId xmlns:r="http://schemas.openxmlformats.org/officeDocument/2006/relationships" r:id="Rd54f26004d2a40f7"/>
  </p:notesMasterIdLst>
  <p:sldIdLst>
    <p:sldId xmlns:r="http://schemas.openxmlformats.org/officeDocument/2006/relationships" id="256" r:id="Rafd5cd82d4c7444a"/>
    <p:sldId xmlns:r="http://schemas.openxmlformats.org/officeDocument/2006/relationships" id="257" r:id="R8d62fdd177004940"/>
    <p:sldId xmlns:r="http://schemas.openxmlformats.org/officeDocument/2006/relationships" id="258" r:id="R85c75d7e95614b0b"/>
    <p:sldId xmlns:r="http://schemas.openxmlformats.org/officeDocument/2006/relationships" id="259" r:id="Rf01eb55fba314c7f"/>
    <p:sldId xmlns:r="http://schemas.openxmlformats.org/officeDocument/2006/relationships" id="260" r:id="R4de2a564bad24dc5"/>
    <p:sldId xmlns:r="http://schemas.openxmlformats.org/officeDocument/2006/relationships" id="261" r:id="Rf5491c4419574ff8"/>
    <p:sldId xmlns:r="http://schemas.openxmlformats.org/officeDocument/2006/relationships" id="262" r:id="R018b46a962844908"/>
    <p:sldId xmlns:r="http://schemas.openxmlformats.org/officeDocument/2006/relationships" id="263" r:id="Rc20da0b540224781"/>
    <p:sldId xmlns:r="http://schemas.openxmlformats.org/officeDocument/2006/relationships" id="264" r:id="Rfc9ccf75172c4c9d"/>
    <p:sldId xmlns:r="http://schemas.openxmlformats.org/officeDocument/2006/relationships" id="265" r:id="R0b8db2ac2f8e4657"/>
    <p:sldId xmlns:r="http://schemas.openxmlformats.org/officeDocument/2006/relationships" id="266" r:id="R82c17375271842a2"/>
    <p:sldId xmlns:r="http://schemas.openxmlformats.org/officeDocument/2006/relationships" id="267" r:id="Rb92a75f0150f4be5"/>
    <p:sldId xmlns:r="http://schemas.openxmlformats.org/officeDocument/2006/relationships" id="268" r:id="Rbda436ce95e4442e"/>
    <p:sldId xmlns:r="http://schemas.openxmlformats.org/officeDocument/2006/relationships" id="269" r:id="R61166ae0419b4b41"/>
    <p:sldId xmlns:r="http://schemas.openxmlformats.org/officeDocument/2006/relationships" id="270" r:id="R6074efc19ae44041"/>
    <p:sldId xmlns:r="http://schemas.openxmlformats.org/officeDocument/2006/relationships" id="271" r:id="Rf5754fc819774ef5"/>
    <p:sldId xmlns:r="http://schemas.openxmlformats.org/officeDocument/2006/relationships" id="272" r:id="R97712ea152274b15"/>
    <p:sldId xmlns:r="http://schemas.openxmlformats.org/officeDocument/2006/relationships" id="273" r:id="R2b34afb1b7c24aa7"/>
    <p:sldId xmlns:r="http://schemas.openxmlformats.org/officeDocument/2006/relationships" id="274" r:id="R544bb5ee373a4565"/>
    <p:sldId xmlns:r="http://schemas.openxmlformats.org/officeDocument/2006/relationships" id="275" r:id="R21cb2da2da274847"/>
    <p:sldId xmlns:r="http://schemas.openxmlformats.org/officeDocument/2006/relationships" id="276" r:id="R95ecaeac49ae4df7"/>
    <p:sldId xmlns:r="http://schemas.openxmlformats.org/officeDocument/2006/relationships" id="277" r:id="Rcf40c60b69b4496c"/>
    <p:sldId xmlns:r="http://schemas.openxmlformats.org/officeDocument/2006/relationships" id="278" r:id="Rc8c44160efc64575"/>
    <p:sldId xmlns:r="http://schemas.openxmlformats.org/officeDocument/2006/relationships" id="279" r:id="R60f28b5311254b41"/>
    <p:sldId xmlns:r="http://schemas.openxmlformats.org/officeDocument/2006/relationships" id="280" r:id="R714000a8853c4d35"/>
    <p:sldId xmlns:r="http://schemas.openxmlformats.org/officeDocument/2006/relationships" id="281" r:id="R0e037ea497c94223"/>
    <p:sldId xmlns:r="http://schemas.openxmlformats.org/officeDocument/2006/relationships" id="282" r:id="Rff79091d7c154dab"/>
    <p:sldId xmlns:r="http://schemas.openxmlformats.org/officeDocument/2006/relationships" id="283" r:id="R48a87876b7da4e1b"/>
    <p:sldId xmlns:r="http://schemas.openxmlformats.org/officeDocument/2006/relationships" id="284" r:id="R91f329936a9149b8"/>
    <p:sldId xmlns:r="http://schemas.openxmlformats.org/officeDocument/2006/relationships" id="285" r:id="Re6b2dfc14bfc4bbf"/>
    <p:sldId xmlns:r="http://schemas.openxmlformats.org/officeDocument/2006/relationships" id="286" r:id="R26642a6ebd014435"/>
    <p:sldId xmlns:r="http://schemas.openxmlformats.org/officeDocument/2006/relationships" id="287" r:id="Rfd119cbb28e34281"/>
    <p:sldId xmlns:r="http://schemas.openxmlformats.org/officeDocument/2006/relationships" id="288" r:id="R78f17e3b9f304568"/>
    <p:sldId xmlns:r="http://schemas.openxmlformats.org/officeDocument/2006/relationships" id="289" r:id="R8a303fe438824e3f"/>
    <p:sldId xmlns:r="http://schemas.openxmlformats.org/officeDocument/2006/relationships" id="290" r:id="Rc96dd393bd3a44e2"/>
    <p:sldId xmlns:r="http://schemas.openxmlformats.org/officeDocument/2006/relationships" id="291" r:id="R95259e5e0d804867"/>
    <p:sldId xmlns:r="http://schemas.openxmlformats.org/officeDocument/2006/relationships" id="292" r:id="R8638442027484a32"/>
    <p:sldId xmlns:r="http://schemas.openxmlformats.org/officeDocument/2006/relationships" id="293" r:id="R3c9600d456f24394"/>
    <p:sldId xmlns:r="http://schemas.openxmlformats.org/officeDocument/2006/relationships" id="294" r:id="Rf7903327ab1d4e32"/>
    <p:sldId xmlns:r="http://schemas.openxmlformats.org/officeDocument/2006/relationships" id="295" r:id="Rf302c7b451cd4590"/>
    <p:sldId xmlns:r="http://schemas.openxmlformats.org/officeDocument/2006/relationships" id="296" r:id="R6de797f98de744fc"/>
    <p:sldId xmlns:r="http://schemas.openxmlformats.org/officeDocument/2006/relationships" id="297" r:id="R1fd40bd82e054c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4c4416358047b9" /><Relationship Type="http://schemas.openxmlformats.org/officeDocument/2006/relationships/slideMaster" Target="/ppt/slideMasters/slideMaster1.xml" Id="Racc064d777d04147" /><Relationship Type="http://schemas.openxmlformats.org/officeDocument/2006/relationships/notesMaster" Target="/ppt/notesMasters/notesMaster1.xml" Id="Rd54f26004d2a40f7" /><Relationship Type="http://schemas.openxmlformats.org/officeDocument/2006/relationships/presProps" Target="/ppt/presProps.xml" Id="R4af9dd9dbcbf4072" /><Relationship Type="http://schemas.openxmlformats.org/officeDocument/2006/relationships/tableStyles" Target="/ppt/tableStyles.xml" Id="R27707fef6fb444bb" /><Relationship Type="http://schemas.openxmlformats.org/officeDocument/2006/relationships/slide" Target="/ppt/slides/slide1.xml" Id="Rafd5cd82d4c7444a" /><Relationship Type="http://schemas.openxmlformats.org/officeDocument/2006/relationships/slide" Target="/ppt/slides/slide2.xml" Id="R8d62fdd177004940" /><Relationship Type="http://schemas.openxmlformats.org/officeDocument/2006/relationships/slide" Target="/ppt/slides/slide3.xml" Id="R85c75d7e95614b0b" /><Relationship Type="http://schemas.openxmlformats.org/officeDocument/2006/relationships/slide" Target="/ppt/slides/slide4.xml" Id="Rf01eb55fba314c7f" /><Relationship Type="http://schemas.openxmlformats.org/officeDocument/2006/relationships/slide" Target="/ppt/slides/slide5.xml" Id="R4de2a564bad24dc5" /><Relationship Type="http://schemas.openxmlformats.org/officeDocument/2006/relationships/slide" Target="/ppt/slides/slide6.xml" Id="Rf5491c4419574ff8" /><Relationship Type="http://schemas.openxmlformats.org/officeDocument/2006/relationships/slide" Target="/ppt/slides/slide7.xml" Id="R018b46a962844908" /><Relationship Type="http://schemas.openxmlformats.org/officeDocument/2006/relationships/slide" Target="/ppt/slides/slide8.xml" Id="Rc20da0b540224781" /><Relationship Type="http://schemas.openxmlformats.org/officeDocument/2006/relationships/slide" Target="/ppt/slides/slide9.xml" Id="Rfc9ccf75172c4c9d" /><Relationship Type="http://schemas.openxmlformats.org/officeDocument/2006/relationships/slide" Target="/ppt/slides/slide10.xml" Id="R0b8db2ac2f8e4657" /><Relationship Type="http://schemas.openxmlformats.org/officeDocument/2006/relationships/slide" Target="/ppt/slides/slide11.xml" Id="R82c17375271842a2" /><Relationship Type="http://schemas.openxmlformats.org/officeDocument/2006/relationships/slide" Target="/ppt/slides/slide12.xml" Id="Rb92a75f0150f4be5" /><Relationship Type="http://schemas.openxmlformats.org/officeDocument/2006/relationships/slide" Target="/ppt/slides/slide13.xml" Id="Rbda436ce95e4442e" /><Relationship Type="http://schemas.openxmlformats.org/officeDocument/2006/relationships/slide" Target="/ppt/slides/slide14.xml" Id="R61166ae0419b4b41" /><Relationship Type="http://schemas.openxmlformats.org/officeDocument/2006/relationships/slide" Target="/ppt/slides/slide15.xml" Id="R6074efc19ae44041" /><Relationship Type="http://schemas.openxmlformats.org/officeDocument/2006/relationships/slide" Target="/ppt/slides/slide16.xml" Id="Rf5754fc819774ef5" /><Relationship Type="http://schemas.openxmlformats.org/officeDocument/2006/relationships/slide" Target="/ppt/slides/slide17.xml" Id="R97712ea152274b15" /><Relationship Type="http://schemas.openxmlformats.org/officeDocument/2006/relationships/slide" Target="/ppt/slides/slide18.xml" Id="R2b34afb1b7c24aa7" /><Relationship Type="http://schemas.openxmlformats.org/officeDocument/2006/relationships/slide" Target="/ppt/slides/slide19.xml" Id="R544bb5ee373a4565" /><Relationship Type="http://schemas.openxmlformats.org/officeDocument/2006/relationships/slide" Target="/ppt/slides/slide20.xml" Id="R21cb2da2da274847" /><Relationship Type="http://schemas.openxmlformats.org/officeDocument/2006/relationships/slide" Target="/ppt/slides/slide21.xml" Id="R95ecaeac49ae4df7" /><Relationship Type="http://schemas.openxmlformats.org/officeDocument/2006/relationships/slide" Target="/ppt/slides/slide22.xml" Id="Rcf40c60b69b4496c" /><Relationship Type="http://schemas.openxmlformats.org/officeDocument/2006/relationships/slide" Target="/ppt/slides/slide23.xml" Id="Rc8c44160efc64575" /><Relationship Type="http://schemas.openxmlformats.org/officeDocument/2006/relationships/slide" Target="/ppt/slides/slide24.xml" Id="R60f28b5311254b41" /><Relationship Type="http://schemas.openxmlformats.org/officeDocument/2006/relationships/slide" Target="/ppt/slides/slide25.xml" Id="R714000a8853c4d35" /><Relationship Type="http://schemas.openxmlformats.org/officeDocument/2006/relationships/slide" Target="/ppt/slides/slide26.xml" Id="R0e037ea497c94223" /><Relationship Type="http://schemas.openxmlformats.org/officeDocument/2006/relationships/slide" Target="/ppt/slides/slide27.xml" Id="Rff79091d7c154dab" /><Relationship Type="http://schemas.openxmlformats.org/officeDocument/2006/relationships/slide" Target="/ppt/slides/slide28.xml" Id="R48a87876b7da4e1b" /><Relationship Type="http://schemas.openxmlformats.org/officeDocument/2006/relationships/slide" Target="/ppt/slides/slide29.xml" Id="R91f329936a9149b8" /><Relationship Type="http://schemas.openxmlformats.org/officeDocument/2006/relationships/slide" Target="/ppt/slides/slide30.xml" Id="Re6b2dfc14bfc4bbf" /><Relationship Type="http://schemas.openxmlformats.org/officeDocument/2006/relationships/slide" Target="/ppt/slides/slide31.xml" Id="R26642a6ebd014435" /><Relationship Type="http://schemas.openxmlformats.org/officeDocument/2006/relationships/slide" Target="/ppt/slides/slide32.xml" Id="Rfd119cbb28e34281" /><Relationship Type="http://schemas.openxmlformats.org/officeDocument/2006/relationships/slide" Target="/ppt/slides/slide33.xml" Id="R78f17e3b9f304568" /><Relationship Type="http://schemas.openxmlformats.org/officeDocument/2006/relationships/slide" Target="/ppt/slides/slide34.xml" Id="R8a303fe438824e3f" /><Relationship Type="http://schemas.openxmlformats.org/officeDocument/2006/relationships/slide" Target="/ppt/slides/slide35.xml" Id="Rc96dd393bd3a44e2" /><Relationship Type="http://schemas.openxmlformats.org/officeDocument/2006/relationships/slide" Target="/ppt/slides/slide36.xml" Id="R95259e5e0d804867" /><Relationship Type="http://schemas.openxmlformats.org/officeDocument/2006/relationships/slide" Target="/ppt/slides/slide37.xml" Id="R8638442027484a32" /><Relationship Type="http://schemas.openxmlformats.org/officeDocument/2006/relationships/slide" Target="/ppt/slides/slide38.xml" Id="R3c9600d456f24394" /><Relationship Type="http://schemas.openxmlformats.org/officeDocument/2006/relationships/slide" Target="/ppt/slides/slide39.xml" Id="Rf7903327ab1d4e32" /><Relationship Type="http://schemas.openxmlformats.org/officeDocument/2006/relationships/slide" Target="/ppt/slides/slide40.xml" Id="Rf302c7b451cd4590" /><Relationship Type="http://schemas.openxmlformats.org/officeDocument/2006/relationships/slide" Target="/ppt/slides/slide41.xml" Id="R6de797f98de744fc" /><Relationship Type="http://schemas.openxmlformats.org/officeDocument/2006/relationships/slide" Target="/ppt/slides/slide42.xml" Id="R1fd40bd82e054c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3583c732bb44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a3cc6769c04d75" /><Relationship Type="http://schemas.openxmlformats.org/officeDocument/2006/relationships/notesMaster" Target="/ppt/notesMasters/notesMaster1.xml" Id="R0664555cdfdf41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677d022f054dc4" /><Relationship Type="http://schemas.openxmlformats.org/officeDocument/2006/relationships/notesMaster" Target="/ppt/notesMasters/notesMaster1.xml" Id="R7d3b048aa76c4d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5d556bf8874ae7" /><Relationship Type="http://schemas.openxmlformats.org/officeDocument/2006/relationships/notesMaster" Target="/ppt/notesMasters/notesMaster1.xml" Id="Rcb12b8a49fb04b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b8a908f9c64429" /><Relationship Type="http://schemas.openxmlformats.org/officeDocument/2006/relationships/notesMaster" Target="/ppt/notesMasters/notesMaster1.xml" Id="Rb8b523614abc4e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1422bccc0f41d3" /><Relationship Type="http://schemas.openxmlformats.org/officeDocument/2006/relationships/notesMaster" Target="/ppt/notesMasters/notesMaster1.xml" Id="Rc16ccb49fd9545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d1d9fc728c4d9c" /><Relationship Type="http://schemas.openxmlformats.org/officeDocument/2006/relationships/notesMaster" Target="/ppt/notesMasters/notesMaster1.xml" Id="R642cb5bd455e4d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8acd147ed5438f" /><Relationship Type="http://schemas.openxmlformats.org/officeDocument/2006/relationships/notesMaster" Target="/ppt/notesMasters/notesMaster1.xml" Id="Red744b349d6e47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e50a443c594577" /><Relationship Type="http://schemas.openxmlformats.org/officeDocument/2006/relationships/notesMaster" Target="/ppt/notesMasters/notesMaster1.xml" Id="R224cee446f4f42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a0cd226ce34a70" /><Relationship Type="http://schemas.openxmlformats.org/officeDocument/2006/relationships/notesMaster" Target="/ppt/notesMasters/notesMaster1.xml" Id="R32cd6066845042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d9a3711ff7442a" /><Relationship Type="http://schemas.openxmlformats.org/officeDocument/2006/relationships/notesMaster" Target="/ppt/notesMasters/notesMaster1.xml" Id="Rd577a01d56414d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7ec2d78c024374" /><Relationship Type="http://schemas.openxmlformats.org/officeDocument/2006/relationships/notesMaster" Target="/ppt/notesMasters/notesMaster1.xml" Id="Ref2649bb765441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b362bcd22d4b92" /><Relationship Type="http://schemas.openxmlformats.org/officeDocument/2006/relationships/notesMaster" Target="/ppt/notesMasters/notesMaster1.xml" Id="R72e29b5f999142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ef788a7505417f" /><Relationship Type="http://schemas.openxmlformats.org/officeDocument/2006/relationships/notesMaster" Target="/ppt/notesMasters/notesMaster1.xml" Id="R61698d4fb64147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9097baaf664585" /><Relationship Type="http://schemas.openxmlformats.org/officeDocument/2006/relationships/notesMaster" Target="/ppt/notesMasters/notesMaster1.xml" Id="R3c2363028f764e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12bc8cac4fe431c" /><Relationship Type="http://schemas.openxmlformats.org/officeDocument/2006/relationships/notesMaster" Target="/ppt/notesMasters/notesMaster1.xml" Id="Rf10aa7075e4c442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a733ac426424c94" /><Relationship Type="http://schemas.openxmlformats.org/officeDocument/2006/relationships/notesMaster" Target="/ppt/notesMasters/notesMaster1.xml" Id="Rde176d57d354489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e3aab71eed2422f" /><Relationship Type="http://schemas.openxmlformats.org/officeDocument/2006/relationships/notesMaster" Target="/ppt/notesMasters/notesMaster1.xml" Id="Ra9da79f67b10414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5d07570209b4b82" /><Relationship Type="http://schemas.openxmlformats.org/officeDocument/2006/relationships/notesMaster" Target="/ppt/notesMasters/notesMaster1.xml" Id="R4984cd672f804c1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a304a2e36484ea9" /><Relationship Type="http://schemas.openxmlformats.org/officeDocument/2006/relationships/notesMaster" Target="/ppt/notesMasters/notesMaster1.xml" Id="Rbc3879a3af4a4eb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a992dc4dedf4abc" /><Relationship Type="http://schemas.openxmlformats.org/officeDocument/2006/relationships/notesMaster" Target="/ppt/notesMasters/notesMaster1.xml" Id="R49ddcf19609744e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1e28c15b9824f02" /><Relationship Type="http://schemas.openxmlformats.org/officeDocument/2006/relationships/notesMaster" Target="/ppt/notesMasters/notesMaster1.xml" Id="Rdaa95b96f4e24d5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990613c03d042a5" /><Relationship Type="http://schemas.openxmlformats.org/officeDocument/2006/relationships/notesMaster" Target="/ppt/notesMasters/notesMaster1.xml" Id="R3c9edbca38fc460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27babbe55fb47d2" /><Relationship Type="http://schemas.openxmlformats.org/officeDocument/2006/relationships/notesMaster" Target="/ppt/notesMasters/notesMaster1.xml" Id="Rbbafc7d1451b4d7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8076df426444bff" /><Relationship Type="http://schemas.openxmlformats.org/officeDocument/2006/relationships/notesMaster" Target="/ppt/notesMasters/notesMaster1.xml" Id="R46a47b5d114c4f0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6183c258c154a76" /><Relationship Type="http://schemas.openxmlformats.org/officeDocument/2006/relationships/notesMaster" Target="/ppt/notesMasters/notesMaster1.xml" Id="Rbf5aa9beb3ad425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6020de2f9c048a8" /><Relationship Type="http://schemas.openxmlformats.org/officeDocument/2006/relationships/notesMaster" Target="/ppt/notesMasters/notesMaster1.xml" Id="R952ce71d8f8f4f9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3bc61a33e6f4a8b" /><Relationship Type="http://schemas.openxmlformats.org/officeDocument/2006/relationships/notesMaster" Target="/ppt/notesMasters/notesMaster1.xml" Id="Rbe4555582ae94b7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a5e62b1f0544b59" /><Relationship Type="http://schemas.openxmlformats.org/officeDocument/2006/relationships/notesMaster" Target="/ppt/notesMasters/notesMaster1.xml" Id="R7f474fd84f51421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6e34dc20e234154" /><Relationship Type="http://schemas.openxmlformats.org/officeDocument/2006/relationships/notesMaster" Target="/ppt/notesMasters/notesMaster1.xml" Id="R802691795f9b403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b3ab920e560421e" /><Relationship Type="http://schemas.openxmlformats.org/officeDocument/2006/relationships/notesMaster" Target="/ppt/notesMasters/notesMaster1.xml" Id="Rd25e8dea346e445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43d3c53b9e549e8" /><Relationship Type="http://schemas.openxmlformats.org/officeDocument/2006/relationships/notesMaster" Target="/ppt/notesMasters/notesMaster1.xml" Id="R4263594c2872416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a608f89f68244a6" /><Relationship Type="http://schemas.openxmlformats.org/officeDocument/2006/relationships/notesMaster" Target="/ppt/notesMasters/notesMaster1.xml" Id="Rd321d0d577ef467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fb5c7fab77a455b" /><Relationship Type="http://schemas.openxmlformats.org/officeDocument/2006/relationships/notesMaster" Target="/ppt/notesMasters/notesMaster1.xml" Id="R8431e68da90747c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ad064e7e5574c1f" /><Relationship Type="http://schemas.openxmlformats.org/officeDocument/2006/relationships/notesMaster" Target="/ppt/notesMasters/notesMaster1.xml" Id="R8e4e4c1c3bb843c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8d2166a03c74e11" /><Relationship Type="http://schemas.openxmlformats.org/officeDocument/2006/relationships/notesMaster" Target="/ppt/notesMasters/notesMaster1.xml" Id="R589960d1f6634ee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0b6088d71984a58" /><Relationship Type="http://schemas.openxmlformats.org/officeDocument/2006/relationships/notesMaster" Target="/ppt/notesMasters/notesMaster1.xml" Id="R27837befbafa4a8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a85db21f956477b" /><Relationship Type="http://schemas.openxmlformats.org/officeDocument/2006/relationships/notesMaster" Target="/ppt/notesMasters/notesMaster1.xml" Id="R96d3aacf11de481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dbded8887cb45dc" /><Relationship Type="http://schemas.openxmlformats.org/officeDocument/2006/relationships/notesMaster" Target="/ppt/notesMasters/notesMaster1.xml" Id="R19bfea7c2c9d4f1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6bd1b291e6547ba" /><Relationship Type="http://schemas.openxmlformats.org/officeDocument/2006/relationships/notesMaster" Target="/ppt/notesMasters/notesMaster1.xml" Id="R761195cde462436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f8b4b9c1336442e" /><Relationship Type="http://schemas.openxmlformats.org/officeDocument/2006/relationships/notesMaster" Target="/ppt/notesMasters/notesMaster1.xml" Id="Ra55d79e71ab246d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948b8c975c842e4" /><Relationship Type="http://schemas.openxmlformats.org/officeDocument/2006/relationships/notesMaster" Target="/ppt/notesMasters/notesMaster1.xml" Id="R5fad774deff04ec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4f4b4c7084848cf" /><Relationship Type="http://schemas.openxmlformats.org/officeDocument/2006/relationships/notesMaster" Target="/ppt/notesMasters/notesMaster1.xml" Id="R9d26e2e05db948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40f53272dc46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5c851c409c4e1d" /><Relationship Type="http://schemas.openxmlformats.org/officeDocument/2006/relationships/slideLayout" Target="/ppt/slideLayouts/slideLayout1.xml" Id="Rfe15b683503845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15b683503845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54bb51c9d491a" /><Relationship Type="http://schemas.openxmlformats.org/officeDocument/2006/relationships/notesSlide" Target="/ppt/notesSlides/notesSlide1.xml" Id="R1dc1b3d20b9442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c9f82da43417d" /><Relationship Type="http://schemas.openxmlformats.org/officeDocument/2006/relationships/notesSlide" Target="/ppt/notesSlides/notesSlide2.xml" Id="Ra567f380be074c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ee15593294897" /><Relationship Type="http://schemas.openxmlformats.org/officeDocument/2006/relationships/notesSlide" Target="/ppt/notesSlides/notesSlide3.xml" Id="Rff59ca82410041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6681371af41c5" /><Relationship Type="http://schemas.openxmlformats.org/officeDocument/2006/relationships/notesSlide" Target="/ppt/notesSlides/notesSlide4.xml" Id="Rfc4129003d3f44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90ca97f4948f1" /><Relationship Type="http://schemas.openxmlformats.org/officeDocument/2006/relationships/notesSlide" Target="/ppt/notesSlides/notesSlide5.xml" Id="Ref9e44b4b0d646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383380fc44e28" /><Relationship Type="http://schemas.openxmlformats.org/officeDocument/2006/relationships/notesSlide" Target="/ppt/notesSlides/notesSlide6.xml" Id="R977ad4c65c6a40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d9f95100a4758" /><Relationship Type="http://schemas.openxmlformats.org/officeDocument/2006/relationships/notesSlide" Target="/ppt/notesSlides/notesSlide7.xml" Id="R400e5df572fb48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f525ea9d54302" /><Relationship Type="http://schemas.openxmlformats.org/officeDocument/2006/relationships/notesSlide" Target="/ppt/notesSlides/notesSlide8.xml" Id="Rcd4cdc38d3df45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48a3816a14f76" /><Relationship Type="http://schemas.openxmlformats.org/officeDocument/2006/relationships/notesSlide" Target="/ppt/notesSlides/notesSlide9.xml" Id="Re384a473529d47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a0994ee8c4e82" /><Relationship Type="http://schemas.openxmlformats.org/officeDocument/2006/relationships/notesSlide" Target="/ppt/notesSlides/notesSlide10.xml" Id="R9ad557b5814b49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0bafdbc004764" /><Relationship Type="http://schemas.openxmlformats.org/officeDocument/2006/relationships/notesSlide" Target="/ppt/notesSlides/notesSlide11.xml" Id="R426b739dad5d41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39e6b2b074c35" /><Relationship Type="http://schemas.openxmlformats.org/officeDocument/2006/relationships/notesSlide" Target="/ppt/notesSlides/notesSlide12.xml" Id="R67342186dd2c42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30b8f65c94d75" /><Relationship Type="http://schemas.openxmlformats.org/officeDocument/2006/relationships/notesSlide" Target="/ppt/notesSlides/notesSlide13.xml" Id="R418b38cfb1c34f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4059f32e94eb8" /><Relationship Type="http://schemas.openxmlformats.org/officeDocument/2006/relationships/notesSlide" Target="/ppt/notesSlides/notesSlide14.xml" Id="R178d7c7ea04e4f7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1adb963854e99" /><Relationship Type="http://schemas.openxmlformats.org/officeDocument/2006/relationships/notesSlide" Target="/ppt/notesSlides/notesSlide15.xml" Id="Rf69c3d76ad4042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cf00edf51437b" /><Relationship Type="http://schemas.openxmlformats.org/officeDocument/2006/relationships/notesSlide" Target="/ppt/notesSlides/notesSlide16.xml" Id="R604558d2daba4d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e02abf93a4e0b" /><Relationship Type="http://schemas.openxmlformats.org/officeDocument/2006/relationships/notesSlide" Target="/ppt/notesSlides/notesSlide17.xml" Id="R1528219835d74d1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e3f4b97d54c70" /><Relationship Type="http://schemas.openxmlformats.org/officeDocument/2006/relationships/notesSlide" Target="/ppt/notesSlides/notesSlide18.xml" Id="R7ba963c5f9e046a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34107dc124e13" /><Relationship Type="http://schemas.openxmlformats.org/officeDocument/2006/relationships/notesSlide" Target="/ppt/notesSlides/notesSlide19.xml" Id="Re7c36488c717428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9a26b32074e2c" /><Relationship Type="http://schemas.openxmlformats.org/officeDocument/2006/relationships/notesSlide" Target="/ppt/notesSlides/notesSlide20.xml" Id="R35c09208adf94b8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baaab60a6484b" /><Relationship Type="http://schemas.openxmlformats.org/officeDocument/2006/relationships/notesSlide" Target="/ppt/notesSlides/notesSlide21.xml" Id="R959a9bb4e32a43b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ef8fe0b744e34" /><Relationship Type="http://schemas.openxmlformats.org/officeDocument/2006/relationships/notesSlide" Target="/ppt/notesSlides/notesSlide22.xml" Id="R4d7156052d514a9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23ae7852440a1" /><Relationship Type="http://schemas.openxmlformats.org/officeDocument/2006/relationships/notesSlide" Target="/ppt/notesSlides/notesSlide23.xml" Id="Rb4d441520c7b431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3020814c448c4" /><Relationship Type="http://schemas.openxmlformats.org/officeDocument/2006/relationships/notesSlide" Target="/ppt/notesSlides/notesSlide24.xml" Id="R4596404f0444402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ed935eae5472d" /><Relationship Type="http://schemas.openxmlformats.org/officeDocument/2006/relationships/notesSlide" Target="/ppt/notesSlides/notesSlide25.xml" Id="R97f93c2bd0a54be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00a0adb6c44f3" /><Relationship Type="http://schemas.openxmlformats.org/officeDocument/2006/relationships/notesSlide" Target="/ppt/notesSlides/notesSlide26.xml" Id="Rf59822d1b06e4e8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1dca6bbce43d7" /><Relationship Type="http://schemas.openxmlformats.org/officeDocument/2006/relationships/notesSlide" Target="/ppt/notesSlides/notesSlide27.xml" Id="Rad7346db6c88449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289a1d5834aae" /><Relationship Type="http://schemas.openxmlformats.org/officeDocument/2006/relationships/notesSlide" Target="/ppt/notesSlides/notesSlide28.xml" Id="Rd356771a1bf84ac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c89f32b474c0a" /><Relationship Type="http://schemas.openxmlformats.org/officeDocument/2006/relationships/notesSlide" Target="/ppt/notesSlides/notesSlide29.xml" Id="R98ee5bf18eba45e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6378db8bd4271" /><Relationship Type="http://schemas.openxmlformats.org/officeDocument/2006/relationships/notesSlide" Target="/ppt/notesSlides/notesSlide30.xml" Id="R3a6dd0575d43474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2753853544a35" /><Relationship Type="http://schemas.openxmlformats.org/officeDocument/2006/relationships/notesSlide" Target="/ppt/notesSlides/notesSlide31.xml" Id="R37cbf25b7b6a482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73e92d92c48be" /><Relationship Type="http://schemas.openxmlformats.org/officeDocument/2006/relationships/notesSlide" Target="/ppt/notesSlides/notesSlide32.xml" Id="R8aa019b49ed549e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48ff041c54629" /><Relationship Type="http://schemas.openxmlformats.org/officeDocument/2006/relationships/notesSlide" Target="/ppt/notesSlides/notesSlide33.xml" Id="R23f0b4f9d5d8448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526475c27454f" /><Relationship Type="http://schemas.openxmlformats.org/officeDocument/2006/relationships/notesSlide" Target="/ppt/notesSlides/notesSlide34.xml" Id="R0610a9be926d477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b19bd56d74204" /><Relationship Type="http://schemas.openxmlformats.org/officeDocument/2006/relationships/notesSlide" Target="/ppt/notesSlides/notesSlide35.xml" Id="R4d03756b773643c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1c74cfa9c4d24" /><Relationship Type="http://schemas.openxmlformats.org/officeDocument/2006/relationships/notesSlide" Target="/ppt/notesSlides/notesSlide36.xml" Id="R22e2c233d695427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ec605da7c4208" /><Relationship Type="http://schemas.openxmlformats.org/officeDocument/2006/relationships/notesSlide" Target="/ppt/notesSlides/notesSlide37.xml" Id="R20b637cafeec44c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b56de6aec4158" /><Relationship Type="http://schemas.openxmlformats.org/officeDocument/2006/relationships/notesSlide" Target="/ppt/notesSlides/notesSlide38.xml" Id="Reef187f5239f4e1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72086694d48eb" /><Relationship Type="http://schemas.openxmlformats.org/officeDocument/2006/relationships/notesSlide" Target="/ppt/notesSlides/notesSlide39.xml" Id="Reda5e9dfe0b9457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174b2e68b4c1f" /><Relationship Type="http://schemas.openxmlformats.org/officeDocument/2006/relationships/notesSlide" Target="/ppt/notesSlides/notesSlide40.xml" Id="Ra2033893b2624f0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6284260474364" /><Relationship Type="http://schemas.openxmlformats.org/officeDocument/2006/relationships/notesSlide" Target="/ppt/notesSlides/notesSlide41.xml" Id="R3682e60c89b7431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a480485a64d70" /><Relationship Type="http://schemas.openxmlformats.org/officeDocument/2006/relationships/notesSlide" Target="/ppt/notesSlides/notesSlide42.xml" Id="R6a33fcc2be8048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B2AEB-464A-4D88-8CA2-1AD633FB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BDBA2-26AD-41AD-BDD8-9913BF08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Friction: Introduction, Types of friction, Concept of static friction, Kinetic (Dynamic) friction, Laws of friction, 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E9556-C0E9-47E6-B03A-5131F45D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ENGINEERING MECHANICS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1BCIV105/205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EF70E-A39E-489A-AEA1-8D0CA4AC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7AB29-09E1-4DB5-8751-A1559DE4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073F8-08A5-466C-A929-AC5F8ECA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AE3DB-8E80-4652-9F37-F15F9195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1A8A4-C267-4BD4-BABF-7BE09903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2E85C-814E-4D11-B7E0-A1F91098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AD1C2-E8B6-45AE-B1C4-8E2D1717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170F0-1D92-4589-90C8-5F6D9540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C0696-0F5E-4DD3-BB00-7CA5E401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6FCDC-43C7-4F8C-BE6B-F2B14ACE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3519599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0D9B8D-D361-47E4-BCFC-39944EEC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5EF01-DC0C-4A0B-B2D3-6C2BA375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FEE64-3843-4414-9F58-F1530E12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9D3D4-AC82-48A6-B028-42C40EE4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62B4B-776B-43FD-B622-01DF5F1C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FC02C-99D3-47FF-A1DB-C4AB4E54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57E20-0CE7-4297-8BFC-A9EA1BAB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3E533-5F9B-4CD0-80E8-56D73046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A8B21-988D-46BF-B0FF-6B35F913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4E5FA-7102-4DF6-BDA7-769D8A1E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C7F8B-08B9-46FF-AD62-AA2FB4A7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9F7C2-4C11-47E2-A312-455C470E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C5A09-0C76-4FF3-8DFB-BE50B0B6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1E660-8BCC-4B6C-913B-DF098CE4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CE20B-E83F-4182-B65D-E0DA62C5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5473657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656B1F-971B-4672-97B6-EDB7AF9B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3E404-B4DD-408B-814B-1449BAC7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93547-42B7-4E99-BC45-0FBAAE58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A712C-1487-4F7C-BBAA-3E2C7A1F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78E4C-B8C6-470F-9387-E070E27D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9D5CE-DB7C-4645-916D-BEBCC943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83569-6BB3-4BFC-BE34-9DCAF27A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C607F-C3E1-4FD9-962D-5164B45F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48483-CBE7-4D9A-B125-4320BC7F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Friction: Introduction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F5CA7-D96A-41EB-BCBF-302ECDA3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FF78B-2172-487F-AA91-6D0814C0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AA961-1C39-4CB6-98E7-CD2B2753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Types of friction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65DDB-9738-41DD-B23B-313D0D35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52446A-BDC0-4EEF-A801-A7F9DB05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F7048-E8C8-439A-AE42-EA90F042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of static friction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040D4B-982A-4979-9B9F-3D42DC3D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223425-8234-48C2-AD5E-0849F36E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5FC67-FA6D-439F-B947-31D6BF33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Kinetic (Dynamic) friction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ACEEB2-5050-48EE-8B64-23F0ECC7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7BCFFD-3D92-42BF-9E6F-9ED62A10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EB47E-C741-46AE-AD35-748B8191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Laws of friction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9241E3-BAEA-4734-93A3-A38B48FF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9CBDB-1B33-443E-9AD7-38135AA2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5CE7F3-5ACC-401A-BF0C-9DD2A23D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Angle of repose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015C29-AB71-42FA-A38C-838DA4E6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C864F6-DB85-4BF7-B8CB-6435541B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CEE07F-2682-437B-AABF-709DA2FD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Cone of friction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D6DE6C-BB48-4830-AF21-9676500C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09962D-BFAF-4A2F-90DD-6DAF5A77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3ACD00-6A09-4368-9ECE-D61F69EF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Equilibrium of blocks on horizontal and inclined plane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F8465D-940C-41F7-8FD8-CE367C66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A99EA3-1FD2-4548-8607-BCA295FB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4862523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F8ADC7-FFA6-44B6-AD15-2F2B9BB0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E43B4-1B3D-4787-8400-0B352B6E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68F81-17F1-4576-9956-D89ED851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695AC-7415-445F-ADA9-FAE5E3C6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EB62F-2E4C-4663-AB6A-4971CF99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E9784-55BC-4CFE-8EDD-8DDE387C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5B197-AD38-4118-95A1-00151678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B588A-7913-4855-A0DE-8426B431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Friction: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D461E-FDD4-442B-A24C-E76AFAB7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AF3FD-9CBB-4768-9680-E43A92C5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23D6F-741B-4C69-9DD6-BA6F0A14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Types of friction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ACA56-2ECC-4074-8C8C-46345A5E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79D59-2CED-4C35-BFD3-05284982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698C4-E1C1-4341-AC03-936AB6DC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Concept of static friction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ED643-5B95-43FD-803F-63D36643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F7A6A-FA01-49FA-94E7-F5B74543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24328-3B47-41DE-AF31-E1928044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Kinetic (Dynamic) friction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197C8-5986-472F-B591-8993FAB3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E3B55-5506-447A-93EB-F26121B8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4D7934-D47F-4D90-9DE1-2EE63A5D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Laws of friction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D8EBE-6AAC-4CE0-9089-E48430AD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0FFBAC-95DD-4BF2-A734-1A8BCFB1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6A5531-F6FB-47EB-A550-5396DFEE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Angle of repose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F1116D-AB39-4AC2-9C9C-11A39253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784DCD-61E7-4526-86A3-E43729F5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74F5EF-3953-444E-B2B0-36E5347B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Cone of friction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072F2F-9D98-4784-9F6E-2F207B44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CE7218-03EA-4557-BBA9-EDF4E51D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4F5E8D-FDB7-4771-9FEC-C7C29224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389377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816336-3231-4DCC-88C8-A1892154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F5CAB-079A-4B9B-9E42-AC239E84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AD87F-22A9-4978-8B4C-A5A3690E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D723D-1862-4B41-9EA2-DD4965EA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507C8-78FC-4128-9901-9ABD1B60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Friction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95D90-3E9B-48A4-99E7-C1F8F891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FC8E0-B1FC-4BD5-AF44-5CD27D78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6DC63-20F4-4728-9C1B-2BDB0337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static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A2A49-C1B2-4DA9-8289-6738773A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Kinetic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63B4E-B2F8-427A-991D-63BFA1F8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Dynamic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682C2-03EF-4F49-B76D-E4B32066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Laws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E5485-E8DF-4116-A72E-E8501642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Angle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E595E-0BE8-4B50-AA8E-964D5B6E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repose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8D719-78C1-4672-83CB-B0CE3A77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E414A-9C53-4591-B86E-B4D94BA1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331F4D-ADDB-407B-B74E-45213C11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2812202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6384B-EF0F-4F89-A5FD-CE155335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2D8AC-7AF0-42D7-85BC-9820A912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0CCC5-09C5-4FFC-91D6-8A9474CE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EE6D5-6C71-4ADF-A4B2-95BC16D2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48405-877C-479F-9A0C-F2D0DA9E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Friction: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133B5-E75C-4FEA-BE6A-8BD0F6C1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Friction: Introduction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13F61-FF34-4609-A21A-B6D86D93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50152-50FC-4E71-88E3-A9EC7110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F59F4-26FF-487A-936C-35A91AC4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14907-FA85-49D6-8F72-CD526818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17BD4-AC58-4C10-B4EA-F334F0C8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CF6D8-1BE5-4251-955C-7E92ECD5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21C89-7559-40B7-980E-C9AEE555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3610C-F0DA-4806-BD2A-C37C5917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99369-B0B3-4309-A0AB-C88B50F5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BB436-0470-4964-A74D-3809E080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5950787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78E52F-F2BF-4355-BF72-7FB4F0DD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4C765-0A34-44A2-BAD7-E529CF33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45412-B47C-4C48-8165-8B36789D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C78CA-F582-4459-8AAE-702CE275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41A79-FFBA-4838-9756-0C467279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72667-BA3B-4244-99A8-E9203AC8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9D6F7-585B-4639-AB8F-FA167A2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29BF2-D3A5-4C71-9544-2B3524FB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FCB571-8ED3-4F9A-9F6D-223349F8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Friction: Introduc...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B9A05-2545-42B8-9819-FE793D2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AECF6-AB90-4A3F-8ED6-8C7AE545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2A752-E596-4821-9D01-A5364103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Friction: 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F0E99-7A23-4AB8-A0BC-5F329854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57551-A2B3-4E48-8B87-FD0F7657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F60B1-A167-4560-96B6-F8EDC8BE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Friction...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CF665-9C87-4542-B2A5-5E47EBB8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3B2D88-D1A8-49DF-AFAB-8F65BFD3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25C049-4139-4086-B67E-4FAAA7FD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Friction: Introd...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8AC38-EADE-4BFC-A162-7D035750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E80307-D9FD-4718-81AD-0D37A42F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241271-9663-47E5-A01D-39E24CD3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Friction: Intr...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478156-809F-4358-9C95-2BBE38E2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08103E-8041-482F-99FD-0F2E3912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4747203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2BDEC-ADE8-45BE-8F8C-A7E7335E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DBD7E-C939-4591-A9E4-F4E2BA55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A5B2E-4781-46D2-A4D6-5D4F8E1B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0D2E3-19EC-4745-BC62-22CC4940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4785F-1F06-46B3-8EA4-4D8F215F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84A85-42A5-436C-BC48-41B32291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654FD-493C-4E3C-ABC5-AC043871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8E0A8-9E2A-4608-8AA2-CEA0F1B0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2CF6E-EC5C-490D-AE72-81425EF6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27EF6-E4CE-4CCA-92FB-9D384675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E200E7-CC2A-483C-AC53-35DCBF0B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B7B71-0217-42FF-B657-A135A351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17F50-B485-43F5-9C5E-E9D70FCB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3B882-99AE-4031-983B-FC03D0FD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25573-D759-444B-A97E-409510CD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121756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0B441-DB57-4A94-9065-00A71A01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C0A28-9CB2-4A05-B8D1-F179F15F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2D3E0-BC6D-45E7-AA33-80F5CC56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44BA0-119B-4AA1-8FCD-6C6F7E14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1EDCD-A9E3-4981-AF98-024D86EC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C3D74-A36A-4C06-9F36-F57CFAE4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Friction: Introduction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9326E-EE20-4050-B81F-BB2A6A21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3B1F0-485A-4AC5-A1BA-40FF6C11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185CB-A607-4C92-A6F8-FED0B2A5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57B22-0B9B-4616-B6F7-AAB0F8AD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987D2-F8CB-4AF9-9E9D-F672422D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6891903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28D5DF-B768-4BAE-B6D0-0671D3A2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43BAE-5ABA-445F-B2CF-DF457684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BE17D-B836-4852-8F68-B962C736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0C11B-40D8-4DB5-A007-7F07EF6A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95B87-18DC-4C97-9001-A6E27704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Types of friction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69074-9EB2-4333-B546-1625467C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Types of friction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935E6-F3BD-4BB3-8732-B7E44F36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200F6-6360-46E0-A74D-1F9F7F4D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57915-1BAF-481B-9122-73AFAC2A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1BB3B-9079-4EF8-926D-B1195635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59CF1-7240-4668-9565-78AD5FC8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54BA9-CDCC-4421-8467-47C3B5DC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845C1-540B-47CB-8E6F-F1D3A168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1DF4D-D965-44CE-BB81-4929D556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1B1219-5C38-462E-B92E-D76F3B0D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B0E03F-39BF-479A-B92A-49EB90C1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0562194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EDDE4C-B590-433E-B2D0-17AA8B53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B5244-8A03-4ABD-9FE9-52E61F01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EF0DE-0982-4AE2-A311-5AFAEECA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49841-F4A7-458A-A20F-1337480A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69F51-3D7C-4CE8-9DA0-03C3F882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17263-2A97-4CF0-B7FE-A218E5AA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24D92-F8AD-4B70-B624-BB8A9479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ED666-F404-410C-99BC-D0DA9965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7EE0D-C5E4-427B-8A77-0612485B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Types of friction.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23BB7-57A0-40AA-BCEF-7B7F5CDF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4B40F-4BFF-4BB9-88E2-B78AC83A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EF096-3F18-4CA6-92D1-19FC6971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Types of fr...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041A2-FB78-4CAE-8E2D-BD1C2712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6BD51-55E5-48CF-AB69-10DD191C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8EBCE-6B40-4305-8E9A-D099E061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Types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5A21A2-11E3-4C2E-9C3B-0CBE76CC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0C155-D56D-49F7-B331-94DBCFA4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C7B975-5C2D-4C77-A44F-E07D90BC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Types of frictio...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84F01E-03BB-4442-8947-24ACA396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AF3E0-9F66-4D16-AEBD-113FFEF0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FE0BF3-2928-4AB6-B1AF-1947856E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Types of frict...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EAE429-767F-4DC3-A2C3-9586034A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A66E20-DDB3-47A7-AE57-7FBE05CF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3303185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FC014B-F7A0-416E-9988-0FE408C4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45B95-D046-4034-98E4-D64FEEC4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990A8-C7AB-4E6C-AC55-7C3A9DCF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69D98-F49A-4E16-9E04-BEF59548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B3ABE-CF92-49FE-B885-64C836B8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98543-5976-4353-A836-92678D6E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3B749-8891-46EB-A5F7-22E19B73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9A8E2-090B-4023-8924-3A09AADD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C9AA2-555B-4F79-A5DC-97782CB6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4D8F6-EC25-422C-81B0-DA530B97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39CB0-8842-43A9-811A-3C1DB0C7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ABB98-0093-49D9-97B5-F9412458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42238-22DF-4120-9228-EBBBAFA9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BA358-4B8E-4796-80BF-224BDD9A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D4C0D-21D6-486D-BA2C-25962C17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7660812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07989-F591-44C9-8C9C-71FD3077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B5A11-E30D-4D1E-BCD8-1CA77818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40E7D-7117-448E-B898-499B48AE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7F724-2205-441C-9ED9-B1A82FA1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9E378-BBB8-471B-BC51-1BE0F775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079EB-BD18-46F5-BB6D-9C4977A0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Types of friction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4361C-50AA-429E-B63F-06A82D18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EC348-3D32-486D-8EEB-83B0FEDA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3686B-D00A-4175-8839-06F521C0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DCCDE-D0D5-4DA2-A92C-9F7E77AE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A065A-9770-40B7-97AF-7F8AA8CF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77297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3B21F-62B2-47A7-9F0A-CE8B2C19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4247B-D903-408F-95FF-C3203A18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EC615-D75F-4C99-BCBF-E3F28F99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C662D-7ED5-465B-BFDF-F0658AF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DD0D0-3019-4812-B178-23D9B470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Concept of static friction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74477-E326-4F01-8527-D0BF3536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 of static friction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D532D-7B01-45DD-8644-132F6A41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4AE0E-C83D-49FD-9219-D4916380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E9E6D-FDDE-4A51-983F-ACE80CD8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B68C1-8609-474F-BF13-45FAB486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DCC4D-E785-49EB-A7C3-85E916FE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A943A-4A0C-4C44-B418-88B6265F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53C44-68CF-4FF0-87E1-23B7232D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39736-02A0-4FFE-BEC1-638A5FFB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5BD8B-2EC5-4583-9A5C-7A24F59E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E71FEC-D30D-482A-864E-673BCC97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5016853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F86AEB-4E18-4787-86CC-D74715BF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419ED-0518-4337-A19F-5F056CB0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4275E-0F3D-4426-AC64-2F2621AA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90F13-4CD5-4DFA-B352-5D8722D7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1280E-E788-4601-8CEF-03D37D1A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B8092-973B-4F4D-A14A-2B2BEDC5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784D1-1AC6-4F7D-B312-120F809A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D5AE7-F3D4-4091-8832-388EDB53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2262B-EB0D-4B07-BDAE-988B289C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Concept of static...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582B5-9338-4DF5-8F51-4E6AC282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CF31A-B579-4924-A0B1-74EAF30F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25ECA-4ACE-4002-8CEF-E5A680FE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Concept of...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7DF3A-A67F-41D3-9846-AF89A86F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1C486-A9F7-4F61-BD93-3604F11E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169960-F999-4C22-A9C5-4C40BEA2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Concept...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8CB3C-118B-46D6-A494-90DF491A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7F3635-D5F1-492D-8B62-30FBDFBD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37105-5123-433A-9C69-713E5159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Concept of stati...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369DCC-A95B-4B35-96B9-E58903B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55D888-6502-445A-BE04-DD46D420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4D2313-C17F-4BAB-A3D6-0FA85931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Concept of sta...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47E3B7-EA8C-473B-8822-47C54E16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59C3BF-E12A-4682-AA91-0E0D5B8D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889387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66174-B7EA-4D1F-B48F-053560A4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19594-C607-4462-AD94-70F932BD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31F9D-70C1-4535-A07C-5C8566A5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0C79F-3AC4-4281-B6B9-9BABCB70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0E4A0-9F0A-47D0-BBB3-A6CCB6B0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A4496-4B72-4B15-BFD5-714E0433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79046-9E94-4E85-BD38-C13789E6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B1441-34F8-43D9-B1CF-D87BF118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A6710-74F5-47FE-BD32-72DAF336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1B161-CA7D-420B-A614-FC33F0D3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63F60-DF01-4051-B91D-B3E6E0AE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1AE53-BC62-4158-9DC1-1E9EDAE7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468B1-658F-4421-A135-BFC74C11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D4AE2-D599-42E6-84C8-A0FC1369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1DA17-2067-4F10-930B-CCE8E997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6102480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2DB91-0668-46EE-A579-A23FCF43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D7B36-4BBD-482C-A354-573C964E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D77E7-4E67-41E3-A996-423B060F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7EF05-D515-4548-95BF-3544A211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38F1B-661D-4395-A282-3AB6A1F5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1F40E-75E7-4026-92FD-06E6F2D2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Concept of static friction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DAB16-0BAE-4F70-A9FC-19944DE4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01F86-CC20-474D-9B98-EBAD76F2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71BF0-F3BD-4EC0-BE57-DD0FB855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7FF57-F435-4968-91F5-FBC29155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5B89F-989C-4AB1-B648-9FA9EAE9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6094601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BFBD9-4567-43BD-84BE-03E144FF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6356B-A401-40D9-A654-A44C4EAB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33C69-DE53-431A-85DC-60E88923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B38FD-4EDE-4DA1-AECC-E75D6331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6A8A6-05CA-4403-9755-D26EADAB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Kinetic (Dynamic) friction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35CFB-F972-4E1F-933B-7A347A22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Kinetic (Dynamic) friction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54B23-92A2-4D25-8CB2-913BB7C9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0233F-CC52-4B09-8BCA-B1743433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71C2F-0788-4EB6-BC02-DD70926C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2007B-36CE-4622-8557-740AC209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BCA45-E7DA-478A-84C1-1011CEF7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E35C0-23A9-4639-8DC7-FBBDB8D8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5F977-F63C-46B0-BEF4-BD368AF6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EE2328-E561-4A9F-8D44-30334030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03AF7-3F14-4DDB-AB61-570C5FB4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BF8B5-EAF3-4331-B41F-E810A4E6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30368763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436DB3-70A4-4425-ACF6-A33D8A5B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CE941-087E-4C10-9279-D7135264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44D31-AA7C-4608-AC5D-576C1C51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36E7E-634E-4BB0-910F-2A6969BA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F09D7-5963-45BF-B59C-11576B1D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3657B-9CE1-42CD-ADA3-BC86A209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482E6-CF38-4FBD-B19D-46FBA4AF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EA9D6-FC83-49BA-9A40-3B97905E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A47A5-99F8-4E04-BE7C-FCEB61A5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Kinetic (Dynamic)...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A78B6-761F-4979-B218-7B16A734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1BC0C-1839-46B8-9D6F-50273661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38FD7-EE87-4EDC-97E7-96E2D2C1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Kinetic (Dy...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297BC-F27F-4BA9-953D-14BBEFB3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9405D-DD3F-444A-AF06-E9B080EE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4F8FE-9B47-4BA4-B56A-8D7DC1CA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Kinetic...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215C8-7294-4CFF-882B-E6BD28DF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27B702-8EAC-4A02-B783-E828D3DC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3DD6B-118B-4B1E-AC1D-A2B94047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Kinetic (Dynamic...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D8D03-10E7-4E79-9812-36D45459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A6390-45BD-48D4-B2FD-198C881A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8A31BA-5079-43BB-8D47-8C3C92FA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Kinetic (Dynam...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9E134F-AD42-45D4-8C4A-4A6402E7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DEAE97-3D86-40BD-9931-FEEF4F21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8204415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A6800-B643-46D3-8EB3-D4CC36CD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BF14B-CDD6-4746-9AAC-11DEBAC8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54940-5AD2-45B4-A3D2-1801EA52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7E4F9-4ACB-4618-8E8C-830F8D84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409CF-B8B7-4B87-B1E8-F8FBCD00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096D5-133C-4A81-B70A-29251085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FDA28-B01F-42FE-B14D-4DFF0853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4C3AC-6C32-41BD-A1B5-F82B042F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A4355-8FC5-4554-A6E3-76090E84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3CE39-EDDD-4BE4-B998-92DAA39A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D52FD-1F33-4A76-9760-20BEAA49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1DE83-1D44-484D-A546-3D5C173B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0314D-01B4-4780-A5F0-4345942F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0A9A8-23F1-40F8-BB96-95D83774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AD88F7-1144-4E32-AE74-1E326489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766116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95813-165E-4960-822C-B4362C77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F9396-F008-4513-A387-4B090B53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48C0D-BB14-4F5E-B240-51BFB912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FF375-3609-49CB-9C4F-652F5B9F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30D8C-027C-4482-A76D-C6284CB3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90E42-793D-4EE8-86E7-E9F27163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Kinetic (Dynamic) friction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F1F35-D2E2-4D1C-AD2B-38C64815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8086D-889B-40F8-B8E0-5BC04E59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8968A-CCD2-4E4E-B3A4-055093AB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9A498-B48B-47B1-95B5-343FF431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43B9C-7E69-4791-93A0-E829F9A8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04432757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50AE6C-757D-4B19-8000-70C472D4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A2655-FACE-4FFB-8FCC-B0C216E0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E3C8C-E350-4947-908A-F3444AE2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66446-BD43-4DD9-A71E-0BBA1C48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B27CD-FFC0-432E-A964-ADA813E8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Laws of friction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52955-FE2B-47C4-BE4E-AD2F1309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Laws of friction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1E773-8CC7-4335-9D46-68281C63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89974-E060-443A-8241-9F80124A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73547-FD7D-4A23-BA9F-059619C8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F62EF-D061-42B0-A0EB-99536A0B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E8109-4ACF-45DC-AD36-4A3DF4CC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DB77F-D55B-4FD1-92C0-714F552C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14B53-79CD-4FB1-A7EB-560B6289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C88D2-E73D-447C-A7F8-6929C538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A8997-270D-4ED2-AECF-D69A58FD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2FF55-7904-4B43-9A69-F0BE3A22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815487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0CAC13-4CDA-4C30-8674-CF718119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41182-C979-4148-A563-507DBA13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835BC-F230-4E0B-B83E-151D6F7F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FB8C8-E828-496E-97C7-D428CCF1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9B3BD-8007-462E-93AB-AA694370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298CD-E1E7-45A4-B516-C255F06F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0FB4D-4FA1-43D8-B026-2455EF24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4EFB9-C21E-44E5-BBA0-3E1C197F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9152E-989E-425C-8006-362CBC1A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Laws of friction.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6A5A0-EDDE-4EF5-A3FC-DFB89B28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DE136-40ED-48F9-BEFE-138C3C6D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94426-2391-4BA8-AC02-E7F65C79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Laws of fri...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EF578-E8AD-4232-967B-7E6238E4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FD31E-BAC8-428C-B284-FBFB590F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FF916-6B26-46A0-9E46-F9E89AA5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Laws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66CEF-77CF-44EC-AFDF-2DD88179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20982B-5A32-43EF-A7E6-55857CF2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1A959-3B21-48D9-9597-3AF4D597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Laws of friction.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38665-6839-45E1-B87E-0ECBA8E1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050CD2-FAAD-48B5-8371-FCC1774D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DA5ED7-B8ED-4153-9EAB-B42034E3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Laws of fricti...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1EEB91-B8F3-4D32-93D2-A1E5CB24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25BDEC-FADA-4B9D-A5FD-0827271F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85142904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548C9-1D75-4FFA-9112-D56BF7EA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DA8CB-E5CA-4B5C-B3D6-332906A5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30D3F-AB5D-4933-BD7F-E2CD4CF6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04FF9-A913-4237-BEB2-3FA54FE9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58299-CC96-44FD-8943-56DD13BF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C31C4-4702-46ED-9D61-DEC948C0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4AA2C-3037-4B0D-AB76-C3F85DA6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36D7C-F472-4BBD-BD94-15ACBBA8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92849-BC47-4D43-AE53-1C2E2847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60866-36B1-42AF-A67F-12B73CAF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8563B-3895-42B7-AE97-B8845E46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A2CFE-65FE-49E2-8E03-A6D7DCD9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D6231-2C8C-452A-8336-339A7525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7AAF7-3AB5-4D11-86AD-EC1D318E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917A9-483B-4D11-9653-9B937F67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61734720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41F99-5B0F-47BE-8D9F-5947E9A3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53951-8C68-455D-A127-2259FE29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B58B4-2A42-48FA-A54D-6B290D07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067A5-8AC0-4EAB-B63E-4EE1BAF0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8DE5F-79C6-4247-8D5C-E57533DD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EA05A-4B4C-41DF-AC00-EB9F1966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Laws of friction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901F6-D1A4-4BAD-A0B3-473012C8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ED0FE-86E3-4DC4-98D5-AECC61AA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58638-D550-4D68-A9A6-1378CF84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F89A7-C864-4A5D-A4CE-1F7CB326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48DAC-8C17-4834-8256-C31CA310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96615099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BB6FF9-6ACA-4CE2-90EC-C2A0EC25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26027-3EC1-42C4-BCEA-894F1F9A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50328-8955-4F28-BBAE-258B86D8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1B7A9-D509-40CE-9353-17062079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E593A-C60D-438A-9444-656D5427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Angle of repose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2A874-7204-4298-B133-CF749CFA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Angle of repose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AD7CD-54DE-483F-9B0B-90AF5B4A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1B9C6-4F00-4BBD-83AE-982B29A3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B12FE-8B86-4CC2-83F3-8A087162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63549-48EE-4E19-80EB-C2A9BDA8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9B91F-9EEF-443D-93C9-3B81E75C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50B2C-7FAF-4B6A-84E6-1895C5A3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380C6-D0AF-4CC1-A1A1-300BA70D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646F3-417F-47FD-AD4D-05BD4C90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319495-8D5A-4341-BFC0-F9A6D183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774F10-0FCD-454A-AE62-E7C8160D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05040136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96E33C-B621-4B35-8D0D-2DA3F674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B0849-A41D-4E85-8D91-F8C87C18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8B5AA-7E7A-4F9A-B5C2-DF4AAA86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A91E2-59C4-4FB9-A0DD-04D97E33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88FD5-ECD9-4602-97E9-38298B91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20704-4F39-4C60-94D7-50ED6AF3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DA59C-17AF-4911-9778-4CF6D03C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04E42-AEFE-4BD4-A800-C9ED43EB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48890-4BE7-4B35-A6AF-C953A271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Angle of repose.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D8B4D-50BE-4619-9B06-0FF7718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6E6AB-74D5-4AE7-B668-7D1BAF0E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659B9-9BC8-46C5-9FFD-C6DD1BD0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Angle of re...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B3FB5-01C5-45AD-9C58-23EBDBCC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8D573-5F86-498A-A6EE-0D118DFC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C948C-60E7-4C99-8C74-0036F1F7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Angle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A77DA-43F5-4A95-BAAB-730FA555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3F205-F816-42D8-8B8F-6B76254B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94A5EB-F290-4C82-AA0C-6B3581C2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Angle of repose.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4301C6-FF1B-4118-A721-B394E932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8DE3B2-8B29-485D-BE53-A1E39256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35C6F9-B8CB-4DEA-B2C5-BC1FC6CF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Angle of repos...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6B458D-E39B-485E-919F-E37D43D7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666C64-7E88-4636-9168-CDA18EEB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30176564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27F60-E4AD-4CE1-8FBF-EC00B2F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71B14-1BCC-4403-973F-712AE4E2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7131A-9B2C-4DF3-BBA0-78C53C96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5AB00-AB2C-48A2-9C43-F3E269D4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38449-A8F6-4C59-A828-2BF144B5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11D4D-756C-41F2-A5CD-C3F3E72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6E9CB-67A7-46F8-B283-EE84B214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781B6-751B-411B-8D22-2C463895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AC750-66C4-4CB5-AD68-1EB382ED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4DB8B-D970-46E0-AF38-BD454CCC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1A0BE-4AC0-400E-AC83-1605DBF4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982A5-FD94-4D6F-986D-E11685B7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1E57F-473F-475D-A842-22D799B6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9CEAA-D5B6-4C29-A961-1967E018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D83A6-79D5-4A86-A7D0-8ED2F599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57246012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A1DFA-2B74-4971-AFAC-869A35B3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BDB51-12CD-4F09-AD14-86AEF4B9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65C58-CB6A-424E-8EE4-7EC876FC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B81D3-FB39-4184-9781-85ECE003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F143E-9DAB-41A9-BD24-83A1D86C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0354A-68CB-4B08-8B8E-7F8B72D1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Angle of repose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225DE-CF34-4DF8-89A8-264FA518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BF97D-E52F-42C1-9054-89318993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6AC23-8923-40CB-8FA9-EAF8B95C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45008-7D2C-44CE-A28A-D82E4D2F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0D5F8-3347-4069-BE24-2DA7AF56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41260839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FBD70-1B27-48C7-800A-E2BEA180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6E475-D4D2-4907-B44E-ED8AE0BA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36E64-9B11-4E20-B861-70159A6C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EA002-C231-4C7A-AE79-F2FA61CF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F7504-C134-4FA3-B8CA-D3F77B7E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Cone of friction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8E08B-3C35-460E-91A8-A7A674F6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Cone of friction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97348-8A4D-467A-BAE7-62E286EA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ACB1C-316B-4DA3-847E-B9FCE2F5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260E6-8AE5-41D0-B3A4-0DBEC041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49051-D17A-47E9-A08E-A05C7A09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01713-5912-4D72-A207-6B229F4C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25E86-C650-4B47-BB9F-5FBE5124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DA2C1-B8C4-4132-A16D-AD759400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6AE33-DAD9-43BF-B539-FC868E45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30777-196C-4167-A454-2FC5386A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DF36A-9F82-4CF0-B510-D7CA84AC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9024640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36F3CE-AA2C-4F68-81AF-A2155519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978DA-C52D-4988-9CC8-DADC6B6E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77706-F59A-4E6C-9DAB-AD176494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1532C-6F2A-438E-82F8-A26F20D9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14590-4F26-4F7C-AAB4-3B879EC5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52BE8-76D5-4A77-B2E0-E2ED9B82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4D6B8-FDE5-4AB3-A8EC-7191910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AA09C-A6DE-44F4-A0F5-B12CFF80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9D113-3793-4FE0-B993-36147301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Cone of friction.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2DCB4-57AA-4858-91E1-4B6713DD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BE78A-8439-4EC8-8346-81B155FD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DA2E81-B8FE-477A-8387-5FB41602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Cone of fri...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48C80-67A2-4E32-9DB2-7C07B4E3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A0971-9F9E-4752-A232-14640E60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350D64-AB84-4221-8D11-5E065774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Cone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89367-9AB5-489E-A585-B27EFBBE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BD9C8-7055-4909-BFB3-9820C4CD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3BBD4A-B840-460A-B797-15EE03A6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Cone of friction.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F3E2DC-45CE-42F7-8258-45D31950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1D6C6E-4DB6-4174-9779-642E6B6A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80B275-CC11-4564-BB65-FBE5176A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Cone of fricti...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966EBF-40A6-4B3B-9C03-4A0F9EEB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8A08F-37F0-4070-A8D3-81E5114D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62704550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AD79E-1D3C-4883-BCAE-1C68637D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58332-A699-41B5-ABF9-5D7D4A94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EAA03-189A-4393-80AB-4FB553F1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D9ECA-9967-40D4-AC83-B5A07ECE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8E521-27F1-4267-B02C-94AB4632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12B53-E6BE-4C39-A3D1-9326EF95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16247-D42D-4EBA-A97C-9C430761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1C101-6726-495A-8E2A-211308F6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DC9B0-FB1A-4E3E-898E-F97D5FD4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3D064-9EBC-405D-9B6D-4DEF0F2D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121A7-5D72-4A50-8C21-63D1F3B9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67A1B-B04E-4EF1-AA38-A6FD486D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FA8E3-8D68-4986-AA14-C7E29052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3B60C-7015-428C-B1A6-1736F356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B5E407-91AC-4399-9A87-12CF5A2A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71595266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84373-FAE5-488E-B3E8-90594F1A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563C8-9FF5-44B9-8A00-86B452C8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EE46F-371E-4DD4-9982-263A8752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B4CAA-1C28-4A71-8223-49E1FBA5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91A69-0C7A-485F-B06B-7FBB8134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F1118-A85F-4697-AFE3-22FE5E09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Cone of friction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C2E17-0FDC-488D-AB7C-34529E82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74F86-2D5A-4FF3-B0F7-6EBF2611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6A3CA-821B-4C69-9496-4431EC4D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03C07-631D-4AA6-9805-8E03AC9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CD70A-D246-42E2-8C8A-7A284C9C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36046737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03E2F4-BE01-4F38-85EF-E9C90EDA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6DC30-5F9F-46B2-AF84-86E47D27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2E772-AC7C-4809-8EA6-13031C0A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012EC-E774-4C1D-8D8D-788F48EC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80ABA-B9F4-4F41-91CC-CC8E1684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Equilibrium of blocks on horizontal and inclined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E917E-C81D-4155-B8F9-DA7243DD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Equilibrium of blocks on horizontal and 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AF1F6-AD69-4DD0-A33B-662D6461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A00A5-B626-4DAE-A575-9B5F5EB6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587E0-6579-45EB-BE7D-1E5D27B9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CB756-1187-44FE-8379-F9154D02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F0991-4D20-4EE3-A13E-90F921A1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624E8-6301-46FF-B609-14A66CC9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68984-1A52-48FD-A056-9C6C9C6D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D5A02-42D2-43AE-8D39-2089B341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71D92-2562-4CF8-BB33-AF0B39B8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B452F-D777-4AAA-AEBF-C30F2DFC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71076803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F009DE-3EA3-44E8-8968-78E4DFBE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58450-D15A-4053-BB58-5E200CC9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D8E00-C903-4740-8F42-8037523C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A0CDC-B1CD-40B3-A6B6-2A974493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DD904-022D-4C16-A2DE-C32B0165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3FC8B-0EE6-4AD4-A077-23E78A13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C90D7-D7DC-4AE9-94D0-F9DC01C0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1C8B6-6C66-4F3F-8B03-B32598C9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E3421-C433-400A-ABD4-EC3FD992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Equilibrium of blo...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B6608-EA8C-4B00-9676-2E934EF0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E6378-BC40-4F16-8CDF-9F43CE0B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CB657C-0266-4118-BF9D-7C7BE7A3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Equilibrium...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BF223-9304-4815-8D1F-472B1431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66E78-158D-4A0D-BB22-3051DCD2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88EFF-8D63-4A7A-A0FD-AB5E50C6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Equilibr...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0468EC-38F1-43A8-83A4-6B524D46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6D68D3-6CB0-45E3-96B5-072753F5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ABA73-EDD0-4F88-8012-62D5E894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Equilibrium of b...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375A88-5DB5-4F99-A32F-6321BC9C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B100B-553C-47E3-8B93-8067AFAE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6ED62F-9F2B-48EB-83E2-163F4605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Equilibrium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7FEF1E-7D1F-437B-96E2-C27A6C59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DB9D29-5A24-4B5A-BB65-C034F25E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88076634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4A4051-45B3-4A5B-88AF-618989C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60AA1-06EC-4E03-99FD-8FFE0864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D3A48-605E-4C9D-98DC-CD8F287D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211F3-688E-45A9-8F40-58E4ED88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C34FB-513A-43CE-9A0A-6FE9BF06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9E363-2E41-4FF6-B20D-DD2F704D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75BDD-37E8-4196-8E88-D9518FB8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28DA9-39FE-44EC-8A7E-D67734E8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CA71E-2B99-4FE4-860A-2B0C12D3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D2DFE-A0D5-493F-A295-1BE316CB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F2994-985E-4479-9AB7-DA4E50A2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A8483-69A5-46AD-B2CB-87A727A6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FF15B-7A59-46E2-96AA-0F916307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0FAD9-AA0B-45E4-8317-51CB9A0C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D8D70-469D-4A55-96F5-EA4C89C1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44239209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4A3C5-BDAA-4177-A88C-27A4EB44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F8C10-DF49-493A-8ECC-D672D666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47C37-A5B8-44B6-9EC5-E7F06221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A5D46-43F1-46A7-805C-0810880B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29AC5-E63F-4E41-819C-3A976002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DD951-D731-4983-8C65-2C859145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Equilibrium of blocks on horizontal and inclined plane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F72E7-0026-4E75-B30A-17DA6D02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14895-FE99-43BD-9B30-8CA913C6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E3A43-C101-4704-9D93-22E76D7D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59596-3858-4800-A62F-BA248F21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31EC9-6607-4582-B568-43FA5840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3796960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DB403-9665-4EE3-A39E-093EA00E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0592B-63FB-4D1F-8B3F-4FA17C78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A7005-C72F-4163-B34A-8557E532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25139-D6D7-42F2-AF96-471CFDD8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1C9FD-2664-4E96-B6AB-25F14C05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F07A3-D3FB-4920-83AB-A67A2C14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79377496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C873E-DF4D-4DC5-ADA9-ABF81875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78336-5B64-4DCA-86B1-9651DA4D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4086D-1057-4B2B-B0CD-ED94A959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5B601-53F6-49C5-A58C-C9CB38AA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67354-C0D4-48E7-877E-422B7A55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Friction: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Types: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Kinetic: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E0436-70FA-43A3-B412-50FDB13F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95352299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281E3-F058-43DC-8499-B7E157E0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813C4-425C-47EA-BF80-8063A0BD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46BAE-5A89-4041-9CD9-2B1B6CAC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1A5EE-E2CD-4D38-8881-800BA89D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60AD8-17D7-47DC-93DA-2DAB6FFF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7FB20-6E68-4B7B-962B-DF27FAA2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20224952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7ED01-BEA0-4C92-8477-EAD8BEA9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7179E-2E03-4704-AFA9-81EBE256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D9274-065F-4A2A-BFAB-C17D9D64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7A8BA-EC64-4E1E-9D3D-BB6EA128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61D16-A877-40D7-9923-066CEA3D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3891B-562D-4DE0-B6B9-9FA3E927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107654423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1415C-7664-4223-ACF4-35201739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89CCE-EA1C-4771-B0DD-E08DEC62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95D38-18E5-4EA5-8DEC-6E8F4C91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2C87E-F6E3-4CE7-93BE-46447BAE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024E5-CACB-4FE8-A561-04BF0CAC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Friction: Introduction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Types of friction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Concept of static friction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Kinetic (Dynamic) friction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Laws of friction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086EA-6F14-4D47-9C85-A108B297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2302D-79A8-4937-BCED-91CA6708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52412-C1CD-4077-9983-5EBC0E5C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ENGINEERING MECHANICS</a:t>
            </a:r>
          </a:p>
        </p:txBody>
      </p:sp>
    </p:spTree>
    <p:extLst>
      <p:ext uri="{BB962C8B-B14F-4D97-AF65-F5344CB8AC3E}">
        <p14:creationId xmlns:p14="http://schemas.microsoft.com/office/powerpoint/2010/main" val="46941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2026-08-24T16:02:34.9550000Z</dcterms:created>
  <dcterms:modified xsi:type="dcterms:W3CDTF">2026-08-24T16:02:34.9550000Z</dcterms:modified>
</coreProperties>
</file>