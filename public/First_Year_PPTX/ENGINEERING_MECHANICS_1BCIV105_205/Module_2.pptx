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30f4af208d4fd2" /><Relationship Type="http://schemas.openxmlformats.org/officeDocument/2006/relationships/extended-properties" Target="/docProps/app.xml" Id="R1b0e2d55df8642bf" /><Relationship Type="http://schemas.openxmlformats.org/officeDocument/2006/relationships/officeDocument" Target="/ppt/presentation.xml" Id="R589ca8ccf4cf4c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5bc81470844346"/>
  </p:sldMasterIdLst>
  <p:notesMasterIdLst>
    <p:notesMasterId xmlns:r="http://schemas.openxmlformats.org/officeDocument/2006/relationships" r:id="Rc728dc62fc364c5d"/>
  </p:notesMasterIdLst>
  <p:sldIdLst>
    <p:sldId xmlns:r="http://schemas.openxmlformats.org/officeDocument/2006/relationships" id="256" r:id="R7c140729e5994a32"/>
    <p:sldId xmlns:r="http://schemas.openxmlformats.org/officeDocument/2006/relationships" id="257" r:id="Rb3db01f7fd3d4a85"/>
    <p:sldId xmlns:r="http://schemas.openxmlformats.org/officeDocument/2006/relationships" id="258" r:id="R2dc9622191304a0e"/>
    <p:sldId xmlns:r="http://schemas.openxmlformats.org/officeDocument/2006/relationships" id="259" r:id="R662da85e550b4383"/>
    <p:sldId xmlns:r="http://schemas.openxmlformats.org/officeDocument/2006/relationships" id="260" r:id="R914c67d668b64cb8"/>
    <p:sldId xmlns:r="http://schemas.openxmlformats.org/officeDocument/2006/relationships" id="261" r:id="Re2910b2716c14050"/>
    <p:sldId xmlns:r="http://schemas.openxmlformats.org/officeDocument/2006/relationships" id="262" r:id="Rf5eb8c2e69004870"/>
    <p:sldId xmlns:r="http://schemas.openxmlformats.org/officeDocument/2006/relationships" id="263" r:id="Ra5044533f392469f"/>
    <p:sldId xmlns:r="http://schemas.openxmlformats.org/officeDocument/2006/relationships" id="264" r:id="Rad90e832cac340e5"/>
    <p:sldId xmlns:r="http://schemas.openxmlformats.org/officeDocument/2006/relationships" id="265" r:id="R7a31a1e7c02d4c8d"/>
    <p:sldId xmlns:r="http://schemas.openxmlformats.org/officeDocument/2006/relationships" id="266" r:id="R562e95f7b6324548"/>
    <p:sldId xmlns:r="http://schemas.openxmlformats.org/officeDocument/2006/relationships" id="267" r:id="R91deb34e2b6e444a"/>
    <p:sldId xmlns:r="http://schemas.openxmlformats.org/officeDocument/2006/relationships" id="268" r:id="Rae7ad7ad45d84208"/>
    <p:sldId xmlns:r="http://schemas.openxmlformats.org/officeDocument/2006/relationships" id="269" r:id="R8106c64881c84c83"/>
    <p:sldId xmlns:r="http://schemas.openxmlformats.org/officeDocument/2006/relationships" id="270" r:id="Rf534c9d35d014c68"/>
    <p:sldId xmlns:r="http://schemas.openxmlformats.org/officeDocument/2006/relationships" id="271" r:id="R04eae2c0e7f14519"/>
    <p:sldId xmlns:r="http://schemas.openxmlformats.org/officeDocument/2006/relationships" id="272" r:id="R438f6931b0154877"/>
    <p:sldId xmlns:r="http://schemas.openxmlformats.org/officeDocument/2006/relationships" id="273" r:id="R1dd447eed3c84a81"/>
    <p:sldId xmlns:r="http://schemas.openxmlformats.org/officeDocument/2006/relationships" id="274" r:id="Rc48867269ba04f44"/>
    <p:sldId xmlns:r="http://schemas.openxmlformats.org/officeDocument/2006/relationships" id="275" r:id="R0b006d8e4466416f"/>
    <p:sldId xmlns:r="http://schemas.openxmlformats.org/officeDocument/2006/relationships" id="276" r:id="R221a14ffc5f3447f"/>
    <p:sldId xmlns:r="http://schemas.openxmlformats.org/officeDocument/2006/relationships" id="277" r:id="Rc3e296ebdd1e4059"/>
    <p:sldId xmlns:r="http://schemas.openxmlformats.org/officeDocument/2006/relationships" id="278" r:id="R7b6bb7426b484096"/>
    <p:sldId xmlns:r="http://schemas.openxmlformats.org/officeDocument/2006/relationships" id="279" r:id="Re6a56334d8fb487e"/>
    <p:sldId xmlns:r="http://schemas.openxmlformats.org/officeDocument/2006/relationships" id="280" r:id="R72cbe2f158924244"/>
    <p:sldId xmlns:r="http://schemas.openxmlformats.org/officeDocument/2006/relationships" id="281" r:id="R5826828968f64800"/>
    <p:sldId xmlns:r="http://schemas.openxmlformats.org/officeDocument/2006/relationships" id="282" r:id="R69d3f9cb11ad4083"/>
    <p:sldId xmlns:r="http://schemas.openxmlformats.org/officeDocument/2006/relationships" id="283" r:id="R05021d44e6184e33"/>
    <p:sldId xmlns:r="http://schemas.openxmlformats.org/officeDocument/2006/relationships" id="284" r:id="Rd520c7a348f04d4a"/>
    <p:sldId xmlns:r="http://schemas.openxmlformats.org/officeDocument/2006/relationships" id="285" r:id="R955b96dcf909436b"/>
    <p:sldId xmlns:r="http://schemas.openxmlformats.org/officeDocument/2006/relationships" id="286" r:id="R0061d798f760427e"/>
    <p:sldId xmlns:r="http://schemas.openxmlformats.org/officeDocument/2006/relationships" id="287" r:id="R3700e1a2c42e4d45"/>
    <p:sldId xmlns:r="http://schemas.openxmlformats.org/officeDocument/2006/relationships" id="288" r:id="R3d8d17e7c28b4bd8"/>
    <p:sldId xmlns:r="http://schemas.openxmlformats.org/officeDocument/2006/relationships" id="289" r:id="R787303b2d76a40ee"/>
    <p:sldId xmlns:r="http://schemas.openxmlformats.org/officeDocument/2006/relationships" id="290" r:id="Rc1d0970e966545e4"/>
    <p:sldId xmlns:r="http://schemas.openxmlformats.org/officeDocument/2006/relationships" id="291" r:id="Rdee528c31de7412f"/>
    <p:sldId xmlns:r="http://schemas.openxmlformats.org/officeDocument/2006/relationships" id="292" r:id="Rb2fcac6e87df40d0"/>
    <p:sldId xmlns:r="http://schemas.openxmlformats.org/officeDocument/2006/relationships" id="293" r:id="Rd4f54a1e7dc04b30"/>
    <p:sldId xmlns:r="http://schemas.openxmlformats.org/officeDocument/2006/relationships" id="294" r:id="Rf0781978e9f44ccd"/>
    <p:sldId xmlns:r="http://schemas.openxmlformats.org/officeDocument/2006/relationships" id="295" r:id="R95eb7f372a0a40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db60a0ef8648e9" /><Relationship Type="http://schemas.openxmlformats.org/officeDocument/2006/relationships/slideMaster" Target="/ppt/slideMasters/slideMaster1.xml" Id="Re45bc81470844346" /><Relationship Type="http://schemas.openxmlformats.org/officeDocument/2006/relationships/notesMaster" Target="/ppt/notesMasters/notesMaster1.xml" Id="Rc728dc62fc364c5d" /><Relationship Type="http://schemas.openxmlformats.org/officeDocument/2006/relationships/presProps" Target="/ppt/presProps.xml" Id="R233c310f46a94584" /><Relationship Type="http://schemas.openxmlformats.org/officeDocument/2006/relationships/tableStyles" Target="/ppt/tableStyles.xml" Id="Rc2f383b4818246f8" /><Relationship Type="http://schemas.openxmlformats.org/officeDocument/2006/relationships/slide" Target="/ppt/slides/slide1.xml" Id="R7c140729e5994a32" /><Relationship Type="http://schemas.openxmlformats.org/officeDocument/2006/relationships/slide" Target="/ppt/slides/slide2.xml" Id="Rb3db01f7fd3d4a85" /><Relationship Type="http://schemas.openxmlformats.org/officeDocument/2006/relationships/slide" Target="/ppt/slides/slide3.xml" Id="R2dc9622191304a0e" /><Relationship Type="http://schemas.openxmlformats.org/officeDocument/2006/relationships/slide" Target="/ppt/slides/slide4.xml" Id="R662da85e550b4383" /><Relationship Type="http://schemas.openxmlformats.org/officeDocument/2006/relationships/slide" Target="/ppt/slides/slide5.xml" Id="R914c67d668b64cb8" /><Relationship Type="http://schemas.openxmlformats.org/officeDocument/2006/relationships/slide" Target="/ppt/slides/slide6.xml" Id="Re2910b2716c14050" /><Relationship Type="http://schemas.openxmlformats.org/officeDocument/2006/relationships/slide" Target="/ppt/slides/slide7.xml" Id="Rf5eb8c2e69004870" /><Relationship Type="http://schemas.openxmlformats.org/officeDocument/2006/relationships/slide" Target="/ppt/slides/slide8.xml" Id="Ra5044533f392469f" /><Relationship Type="http://schemas.openxmlformats.org/officeDocument/2006/relationships/slide" Target="/ppt/slides/slide9.xml" Id="Rad90e832cac340e5" /><Relationship Type="http://schemas.openxmlformats.org/officeDocument/2006/relationships/slide" Target="/ppt/slides/slide10.xml" Id="R7a31a1e7c02d4c8d" /><Relationship Type="http://schemas.openxmlformats.org/officeDocument/2006/relationships/slide" Target="/ppt/slides/slide11.xml" Id="R562e95f7b6324548" /><Relationship Type="http://schemas.openxmlformats.org/officeDocument/2006/relationships/slide" Target="/ppt/slides/slide12.xml" Id="R91deb34e2b6e444a" /><Relationship Type="http://schemas.openxmlformats.org/officeDocument/2006/relationships/slide" Target="/ppt/slides/slide13.xml" Id="Rae7ad7ad45d84208" /><Relationship Type="http://schemas.openxmlformats.org/officeDocument/2006/relationships/slide" Target="/ppt/slides/slide14.xml" Id="R8106c64881c84c83" /><Relationship Type="http://schemas.openxmlformats.org/officeDocument/2006/relationships/slide" Target="/ppt/slides/slide15.xml" Id="Rf534c9d35d014c68" /><Relationship Type="http://schemas.openxmlformats.org/officeDocument/2006/relationships/slide" Target="/ppt/slides/slide16.xml" Id="R04eae2c0e7f14519" /><Relationship Type="http://schemas.openxmlformats.org/officeDocument/2006/relationships/slide" Target="/ppt/slides/slide17.xml" Id="R438f6931b0154877" /><Relationship Type="http://schemas.openxmlformats.org/officeDocument/2006/relationships/slide" Target="/ppt/slides/slide18.xml" Id="R1dd447eed3c84a81" /><Relationship Type="http://schemas.openxmlformats.org/officeDocument/2006/relationships/slide" Target="/ppt/slides/slide19.xml" Id="Rc48867269ba04f44" /><Relationship Type="http://schemas.openxmlformats.org/officeDocument/2006/relationships/slide" Target="/ppt/slides/slide20.xml" Id="R0b006d8e4466416f" /><Relationship Type="http://schemas.openxmlformats.org/officeDocument/2006/relationships/slide" Target="/ppt/slides/slide21.xml" Id="R221a14ffc5f3447f" /><Relationship Type="http://schemas.openxmlformats.org/officeDocument/2006/relationships/slide" Target="/ppt/slides/slide22.xml" Id="Rc3e296ebdd1e4059" /><Relationship Type="http://schemas.openxmlformats.org/officeDocument/2006/relationships/slide" Target="/ppt/slides/slide23.xml" Id="R7b6bb7426b484096" /><Relationship Type="http://schemas.openxmlformats.org/officeDocument/2006/relationships/slide" Target="/ppt/slides/slide24.xml" Id="Re6a56334d8fb487e" /><Relationship Type="http://schemas.openxmlformats.org/officeDocument/2006/relationships/slide" Target="/ppt/slides/slide25.xml" Id="R72cbe2f158924244" /><Relationship Type="http://schemas.openxmlformats.org/officeDocument/2006/relationships/slide" Target="/ppt/slides/slide26.xml" Id="R5826828968f64800" /><Relationship Type="http://schemas.openxmlformats.org/officeDocument/2006/relationships/slide" Target="/ppt/slides/slide27.xml" Id="R69d3f9cb11ad4083" /><Relationship Type="http://schemas.openxmlformats.org/officeDocument/2006/relationships/slide" Target="/ppt/slides/slide28.xml" Id="R05021d44e6184e33" /><Relationship Type="http://schemas.openxmlformats.org/officeDocument/2006/relationships/slide" Target="/ppt/slides/slide29.xml" Id="Rd520c7a348f04d4a" /><Relationship Type="http://schemas.openxmlformats.org/officeDocument/2006/relationships/slide" Target="/ppt/slides/slide30.xml" Id="R955b96dcf909436b" /><Relationship Type="http://schemas.openxmlformats.org/officeDocument/2006/relationships/slide" Target="/ppt/slides/slide31.xml" Id="R0061d798f760427e" /><Relationship Type="http://schemas.openxmlformats.org/officeDocument/2006/relationships/slide" Target="/ppt/slides/slide32.xml" Id="R3700e1a2c42e4d45" /><Relationship Type="http://schemas.openxmlformats.org/officeDocument/2006/relationships/slide" Target="/ppt/slides/slide33.xml" Id="R3d8d17e7c28b4bd8" /><Relationship Type="http://schemas.openxmlformats.org/officeDocument/2006/relationships/slide" Target="/ppt/slides/slide34.xml" Id="R787303b2d76a40ee" /><Relationship Type="http://schemas.openxmlformats.org/officeDocument/2006/relationships/slide" Target="/ppt/slides/slide35.xml" Id="Rc1d0970e966545e4" /><Relationship Type="http://schemas.openxmlformats.org/officeDocument/2006/relationships/slide" Target="/ppt/slides/slide36.xml" Id="Rdee528c31de7412f" /><Relationship Type="http://schemas.openxmlformats.org/officeDocument/2006/relationships/slide" Target="/ppt/slides/slide37.xml" Id="Rb2fcac6e87df40d0" /><Relationship Type="http://schemas.openxmlformats.org/officeDocument/2006/relationships/slide" Target="/ppt/slides/slide38.xml" Id="Rd4f54a1e7dc04b30" /><Relationship Type="http://schemas.openxmlformats.org/officeDocument/2006/relationships/slide" Target="/ppt/slides/slide39.xml" Id="Rf0781978e9f44ccd" /><Relationship Type="http://schemas.openxmlformats.org/officeDocument/2006/relationships/slide" Target="/ppt/slides/slide40.xml" Id="R95eb7f372a0a40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d8eb3989d143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1aa31b876d4ec8" /><Relationship Type="http://schemas.openxmlformats.org/officeDocument/2006/relationships/notesMaster" Target="/ppt/notesMasters/notesMaster1.xml" Id="Rff840d09388549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74253d50e942a2" /><Relationship Type="http://schemas.openxmlformats.org/officeDocument/2006/relationships/notesMaster" Target="/ppt/notesMasters/notesMaster1.xml" Id="R93ff9473fc6b4c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3463daab574802" /><Relationship Type="http://schemas.openxmlformats.org/officeDocument/2006/relationships/notesMaster" Target="/ppt/notesMasters/notesMaster1.xml" Id="Rba94bfff173840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5e82873c244367" /><Relationship Type="http://schemas.openxmlformats.org/officeDocument/2006/relationships/notesMaster" Target="/ppt/notesMasters/notesMaster1.xml" Id="Ra345245fb16d4c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ce0a32a5574443" /><Relationship Type="http://schemas.openxmlformats.org/officeDocument/2006/relationships/notesMaster" Target="/ppt/notesMasters/notesMaster1.xml" Id="R40498fda219545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4e7a23a72940fe" /><Relationship Type="http://schemas.openxmlformats.org/officeDocument/2006/relationships/notesMaster" Target="/ppt/notesMasters/notesMaster1.xml" Id="R79240639f67d4c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89b0a9b1504f24" /><Relationship Type="http://schemas.openxmlformats.org/officeDocument/2006/relationships/notesMaster" Target="/ppt/notesMasters/notesMaster1.xml" Id="R96cd577c78ec4a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3be18ede3b4a7d" /><Relationship Type="http://schemas.openxmlformats.org/officeDocument/2006/relationships/notesMaster" Target="/ppt/notesMasters/notesMaster1.xml" Id="R9b751cc1859249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bd2300d14a4729" /><Relationship Type="http://schemas.openxmlformats.org/officeDocument/2006/relationships/notesMaster" Target="/ppt/notesMasters/notesMaster1.xml" Id="R4a25b014922d47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8212f8be574022" /><Relationship Type="http://schemas.openxmlformats.org/officeDocument/2006/relationships/notesMaster" Target="/ppt/notesMasters/notesMaster1.xml" Id="Rdce871c0c92c43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909a54f6eb4290" /><Relationship Type="http://schemas.openxmlformats.org/officeDocument/2006/relationships/notesMaster" Target="/ppt/notesMasters/notesMaster1.xml" Id="R1e80023a616240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0ca4a6e63248f0" /><Relationship Type="http://schemas.openxmlformats.org/officeDocument/2006/relationships/notesMaster" Target="/ppt/notesMasters/notesMaster1.xml" Id="R26b085b2b4f94e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164fce49824e22" /><Relationship Type="http://schemas.openxmlformats.org/officeDocument/2006/relationships/notesMaster" Target="/ppt/notesMasters/notesMaster1.xml" Id="R297cc58a165849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5bead362e543b3" /><Relationship Type="http://schemas.openxmlformats.org/officeDocument/2006/relationships/notesMaster" Target="/ppt/notesMasters/notesMaster1.xml" Id="R1c736445d7bd4b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d49cc09022431c" /><Relationship Type="http://schemas.openxmlformats.org/officeDocument/2006/relationships/notesMaster" Target="/ppt/notesMasters/notesMaster1.xml" Id="R19b01a0d913c43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75697c92bf47aa" /><Relationship Type="http://schemas.openxmlformats.org/officeDocument/2006/relationships/notesMaster" Target="/ppt/notesMasters/notesMaster1.xml" Id="Rd0b742d79ec84a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3a9b376fe24980" /><Relationship Type="http://schemas.openxmlformats.org/officeDocument/2006/relationships/notesMaster" Target="/ppt/notesMasters/notesMaster1.xml" Id="R5fc6e78eabc64c8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96b025f1c64de3" /><Relationship Type="http://schemas.openxmlformats.org/officeDocument/2006/relationships/notesMaster" Target="/ppt/notesMasters/notesMaster1.xml" Id="R6646f7043a9946c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71f4f8d65e48f8" /><Relationship Type="http://schemas.openxmlformats.org/officeDocument/2006/relationships/notesMaster" Target="/ppt/notesMasters/notesMaster1.xml" Id="R568a440feead4c5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003dba5ac284f07" /><Relationship Type="http://schemas.openxmlformats.org/officeDocument/2006/relationships/notesMaster" Target="/ppt/notesMasters/notesMaster1.xml" Id="R5a204bc26c4640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113b2d84964d22" /><Relationship Type="http://schemas.openxmlformats.org/officeDocument/2006/relationships/notesMaster" Target="/ppt/notesMasters/notesMaster1.xml" Id="Rdd853f94346b4c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7f7d005b5e4619" /><Relationship Type="http://schemas.openxmlformats.org/officeDocument/2006/relationships/notesMaster" Target="/ppt/notesMasters/notesMaster1.xml" Id="R45492e7ce62045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a59a5b6dcfe41fa" /><Relationship Type="http://schemas.openxmlformats.org/officeDocument/2006/relationships/notesMaster" Target="/ppt/notesMasters/notesMaster1.xml" Id="R5c03783528d64d4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7fff7a725594496" /><Relationship Type="http://schemas.openxmlformats.org/officeDocument/2006/relationships/notesMaster" Target="/ppt/notesMasters/notesMaster1.xml" Id="Rd86002a45ec447e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0ac5fe6354440d3" /><Relationship Type="http://schemas.openxmlformats.org/officeDocument/2006/relationships/notesMaster" Target="/ppt/notesMasters/notesMaster1.xml" Id="Rb64520a594ec438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f06376fb9b04ae0" /><Relationship Type="http://schemas.openxmlformats.org/officeDocument/2006/relationships/notesMaster" Target="/ppt/notesMasters/notesMaster1.xml" Id="Rf0ceec12a7634f6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2a2650dfccd4839" /><Relationship Type="http://schemas.openxmlformats.org/officeDocument/2006/relationships/notesMaster" Target="/ppt/notesMasters/notesMaster1.xml" Id="R7551153485a94d5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2286dbdbe8a40fb" /><Relationship Type="http://schemas.openxmlformats.org/officeDocument/2006/relationships/notesMaster" Target="/ppt/notesMasters/notesMaster1.xml" Id="R5c77f53ff503469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0b9087680ac43b1" /><Relationship Type="http://schemas.openxmlformats.org/officeDocument/2006/relationships/notesMaster" Target="/ppt/notesMasters/notesMaster1.xml" Id="Re341f2a0aab04b5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f2b34f460314cfe" /><Relationship Type="http://schemas.openxmlformats.org/officeDocument/2006/relationships/notesMaster" Target="/ppt/notesMasters/notesMaster1.xml" Id="R6daf3d26abc44bb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0b49a2ef56c415f" /><Relationship Type="http://schemas.openxmlformats.org/officeDocument/2006/relationships/notesMaster" Target="/ppt/notesMasters/notesMaster1.xml" Id="R98571f99866849e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86db362a4884bf9" /><Relationship Type="http://schemas.openxmlformats.org/officeDocument/2006/relationships/notesMaster" Target="/ppt/notesMasters/notesMaster1.xml" Id="Rb01ef3ea4282467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7e74017c571424d" /><Relationship Type="http://schemas.openxmlformats.org/officeDocument/2006/relationships/notesMaster" Target="/ppt/notesMasters/notesMaster1.xml" Id="Rebca6b3efc63444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388b0ed0c284cca" /><Relationship Type="http://schemas.openxmlformats.org/officeDocument/2006/relationships/notesMaster" Target="/ppt/notesMasters/notesMaster1.xml" Id="R09fe28099cd9432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e31dfa2f74245ae" /><Relationship Type="http://schemas.openxmlformats.org/officeDocument/2006/relationships/notesMaster" Target="/ppt/notesMasters/notesMaster1.xml" Id="R1c491fb44647468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58e320b797a443e" /><Relationship Type="http://schemas.openxmlformats.org/officeDocument/2006/relationships/notesMaster" Target="/ppt/notesMasters/notesMaster1.xml" Id="R56063752f47e493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9ef4ea58e8f45a4" /><Relationship Type="http://schemas.openxmlformats.org/officeDocument/2006/relationships/notesMaster" Target="/ppt/notesMasters/notesMaster1.xml" Id="Rf6f87b23af134d1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1256290454a4954" /><Relationship Type="http://schemas.openxmlformats.org/officeDocument/2006/relationships/notesMaster" Target="/ppt/notesMasters/notesMaster1.xml" Id="R07a926289e2f435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0b27d473a5f4ec3" /><Relationship Type="http://schemas.openxmlformats.org/officeDocument/2006/relationships/notesMaster" Target="/ppt/notesMasters/notesMaster1.xml" Id="R50e4dc778dd542e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b788c6668a345ae" /><Relationship Type="http://schemas.openxmlformats.org/officeDocument/2006/relationships/notesMaster" Target="/ppt/notesMasters/notesMaster1.xml" Id="Rb69b15ee68334e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daa1c3f2a48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0996b5cd594f44" /><Relationship Type="http://schemas.openxmlformats.org/officeDocument/2006/relationships/slideLayout" Target="/ppt/slideLayouts/slideLayout1.xml" Id="Rfa19291c0c614a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19291c0c614a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376e3db3a49a5" /><Relationship Type="http://schemas.openxmlformats.org/officeDocument/2006/relationships/notesSlide" Target="/ppt/notesSlides/notesSlide1.xml" Id="R4c749065aebe4e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84bece4fe4640" /><Relationship Type="http://schemas.openxmlformats.org/officeDocument/2006/relationships/notesSlide" Target="/ppt/notesSlides/notesSlide2.xml" Id="R1dbd489cd27546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1b6b81b664b5e" /><Relationship Type="http://schemas.openxmlformats.org/officeDocument/2006/relationships/notesSlide" Target="/ppt/notesSlides/notesSlide3.xml" Id="R5a9d9f2b39a542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af6ed3eea4c27" /><Relationship Type="http://schemas.openxmlformats.org/officeDocument/2006/relationships/notesSlide" Target="/ppt/notesSlides/notesSlide4.xml" Id="R067fffac1db046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bc7b8fcfc4b7f" /><Relationship Type="http://schemas.openxmlformats.org/officeDocument/2006/relationships/notesSlide" Target="/ppt/notesSlides/notesSlide5.xml" Id="R8ead86b3a25045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17f54fc804b3d" /><Relationship Type="http://schemas.openxmlformats.org/officeDocument/2006/relationships/notesSlide" Target="/ppt/notesSlides/notesSlide6.xml" Id="Rcf129993cdbb4e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8760c989d4a48" /><Relationship Type="http://schemas.openxmlformats.org/officeDocument/2006/relationships/notesSlide" Target="/ppt/notesSlides/notesSlide7.xml" Id="R212d33d339944a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3bdb5442444f4" /><Relationship Type="http://schemas.openxmlformats.org/officeDocument/2006/relationships/notesSlide" Target="/ppt/notesSlides/notesSlide8.xml" Id="Rc2fd5395995d46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4585cac1e4206" /><Relationship Type="http://schemas.openxmlformats.org/officeDocument/2006/relationships/notesSlide" Target="/ppt/notesSlides/notesSlide9.xml" Id="R33f3e3b3de634c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56781f8ad48ce" /><Relationship Type="http://schemas.openxmlformats.org/officeDocument/2006/relationships/notesSlide" Target="/ppt/notesSlides/notesSlide10.xml" Id="R15addd3c22a746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10f4ff4064424" /><Relationship Type="http://schemas.openxmlformats.org/officeDocument/2006/relationships/notesSlide" Target="/ppt/notesSlides/notesSlide11.xml" Id="R2d0f140d1b1f4f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9b475f9a64df3" /><Relationship Type="http://schemas.openxmlformats.org/officeDocument/2006/relationships/notesSlide" Target="/ppt/notesSlides/notesSlide12.xml" Id="R00075bdb800f40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b4fb88dbd4207" /><Relationship Type="http://schemas.openxmlformats.org/officeDocument/2006/relationships/notesSlide" Target="/ppt/notesSlides/notesSlide13.xml" Id="Rcb6d67861d6b42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5286233a0407b" /><Relationship Type="http://schemas.openxmlformats.org/officeDocument/2006/relationships/notesSlide" Target="/ppt/notesSlides/notesSlide14.xml" Id="R7dfe6fa4d5d34e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f5f1dba5a4088" /><Relationship Type="http://schemas.openxmlformats.org/officeDocument/2006/relationships/notesSlide" Target="/ppt/notesSlides/notesSlide15.xml" Id="Rf9e868ee206649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f0d9f9f5442d0" /><Relationship Type="http://schemas.openxmlformats.org/officeDocument/2006/relationships/notesSlide" Target="/ppt/notesSlides/notesSlide16.xml" Id="Rf3820d056bea4e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b41532c764d88" /><Relationship Type="http://schemas.openxmlformats.org/officeDocument/2006/relationships/notesSlide" Target="/ppt/notesSlides/notesSlide17.xml" Id="Rf62358304624458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3e9fd1357462b" /><Relationship Type="http://schemas.openxmlformats.org/officeDocument/2006/relationships/notesSlide" Target="/ppt/notesSlides/notesSlide18.xml" Id="R4e1aa1730cf84dd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b6a5e6a7d476c" /><Relationship Type="http://schemas.openxmlformats.org/officeDocument/2006/relationships/notesSlide" Target="/ppt/notesSlides/notesSlide19.xml" Id="Rcbbbfb509a404f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83119d3014cfb" /><Relationship Type="http://schemas.openxmlformats.org/officeDocument/2006/relationships/notesSlide" Target="/ppt/notesSlides/notesSlide20.xml" Id="Raa759e2408364ef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20fa406354fcc" /><Relationship Type="http://schemas.openxmlformats.org/officeDocument/2006/relationships/notesSlide" Target="/ppt/notesSlides/notesSlide21.xml" Id="R5c2cc842a42c43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6906e9c1647cd" /><Relationship Type="http://schemas.openxmlformats.org/officeDocument/2006/relationships/notesSlide" Target="/ppt/notesSlides/notesSlide22.xml" Id="Rff196e9b61c44f2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8a7c94d5048d6" /><Relationship Type="http://schemas.openxmlformats.org/officeDocument/2006/relationships/notesSlide" Target="/ppt/notesSlides/notesSlide23.xml" Id="Racd1f753d49d48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b792e32e14e10" /><Relationship Type="http://schemas.openxmlformats.org/officeDocument/2006/relationships/notesSlide" Target="/ppt/notesSlides/notesSlide24.xml" Id="Rabb6c5b234f940c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8196daf714406" /><Relationship Type="http://schemas.openxmlformats.org/officeDocument/2006/relationships/notesSlide" Target="/ppt/notesSlides/notesSlide25.xml" Id="R2d87d1998840463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98d22cb7a48f2" /><Relationship Type="http://schemas.openxmlformats.org/officeDocument/2006/relationships/notesSlide" Target="/ppt/notesSlides/notesSlide26.xml" Id="Rdf8fd35fd536498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c0b387af24eb6" /><Relationship Type="http://schemas.openxmlformats.org/officeDocument/2006/relationships/notesSlide" Target="/ppt/notesSlides/notesSlide27.xml" Id="R154abdb7991648f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e4890da994571" /><Relationship Type="http://schemas.openxmlformats.org/officeDocument/2006/relationships/notesSlide" Target="/ppt/notesSlides/notesSlide28.xml" Id="Rd7fa0d5f91454f0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3de689a874da8" /><Relationship Type="http://schemas.openxmlformats.org/officeDocument/2006/relationships/notesSlide" Target="/ppt/notesSlides/notesSlide29.xml" Id="Rb61496a56ac44eb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95c97e73a46f7" /><Relationship Type="http://schemas.openxmlformats.org/officeDocument/2006/relationships/notesSlide" Target="/ppt/notesSlides/notesSlide30.xml" Id="R1cbed0cbb8e54f5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297bbfa894517" /><Relationship Type="http://schemas.openxmlformats.org/officeDocument/2006/relationships/notesSlide" Target="/ppt/notesSlides/notesSlide31.xml" Id="R2b707788a61e414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c064f975d43a7" /><Relationship Type="http://schemas.openxmlformats.org/officeDocument/2006/relationships/notesSlide" Target="/ppt/notesSlides/notesSlide32.xml" Id="R66f2db396b37426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e89f0b6274073" /><Relationship Type="http://schemas.openxmlformats.org/officeDocument/2006/relationships/notesSlide" Target="/ppt/notesSlides/notesSlide33.xml" Id="R8b90f5002c24445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b0a36bbe94745" /><Relationship Type="http://schemas.openxmlformats.org/officeDocument/2006/relationships/notesSlide" Target="/ppt/notesSlides/notesSlide34.xml" Id="R1d3fc9f493e8450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0120f9cf14dd4" /><Relationship Type="http://schemas.openxmlformats.org/officeDocument/2006/relationships/notesSlide" Target="/ppt/notesSlides/notesSlide35.xml" Id="R5881c2fad2fb460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5a99276514c9c" /><Relationship Type="http://schemas.openxmlformats.org/officeDocument/2006/relationships/notesSlide" Target="/ppt/notesSlides/notesSlide36.xml" Id="R3455f111c1ce489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921d625864216" /><Relationship Type="http://schemas.openxmlformats.org/officeDocument/2006/relationships/notesSlide" Target="/ppt/notesSlides/notesSlide37.xml" Id="R543548c9c5084f9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b67234bec48ec" /><Relationship Type="http://schemas.openxmlformats.org/officeDocument/2006/relationships/notesSlide" Target="/ppt/notesSlides/notesSlide38.xml" Id="R3a6b2af0dd8e45d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86f26a92842f9" /><Relationship Type="http://schemas.openxmlformats.org/officeDocument/2006/relationships/notesSlide" Target="/ppt/notesSlides/notesSlide39.xml" Id="Ree2a0c1a8364425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cbfe334424b79" /><Relationship Type="http://schemas.openxmlformats.org/officeDocument/2006/relationships/notesSlide" Target="/ppt/notesSlides/notesSlide40.xml" Id="R9884970fef294c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D9C68-33B6-4E35-9FE6-11D4A6C8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013F9-A570-4E29-B716-5EF47B2B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Equilibrium: Conditions of static equilibrium, Equilibrium of coplanar concurrent force systems, Lami's theorem, Equilib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690DE-9772-434F-AF82-4995A12A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ENGINEERING MECHANICS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1BCIV105/205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28E0A-F972-41C2-A018-9B9CDE92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C40FD-028C-46C9-9782-9A96DCB3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F8E9F-4C23-4EA3-873C-B14B6ED2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CEDE5-EE3D-4287-A866-8FECF053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DA370-C9D7-467B-BF21-6BA43750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27451-EBE0-486F-B76A-4E4486AE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28869-3197-4742-9CE2-7EB1CA25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216ED-CA3A-4F02-844D-56B47FDF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F136A-9E9D-4074-96E6-274E61EB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C84F9-F91D-4480-A568-2C03E64E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934937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F31D3-6F24-459B-95E1-40022F37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B9A54-7F2D-4FBF-839C-0A849E5B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8ADFB-EC30-4994-AB18-2A79D246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50900-60FD-42D4-90FE-34CCB16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7CB93-3930-417C-A548-7CE9BA00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92175-4E7A-4629-B02B-CCE6A029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FB5B1-403B-405A-A692-57FE1300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3DECE-F9D0-4AB3-A73F-470EFEAC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6B672-57E8-41BD-8B4A-E6F8271C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69FB0-6661-40A6-AC47-0676D054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C9F6E-1D1B-4499-A299-07966B98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0F400-BF3F-4EA0-BA64-BFF95826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09D6B-1377-46AB-B0E2-F94050C8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07DD-2B53-492E-81BA-2D90C699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71C20-6925-4CB2-8880-42ED7EE2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716679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86A0F6-C95F-4CAD-8190-167776C2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37F5B-99BD-438E-9F63-11864FC2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ACD2F-807F-45C9-B490-1E6CB36F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97C85-0920-4361-83D4-4B81F4AB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EA5D6-0DAB-4CB1-A1B5-8966D6B2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0098F-1925-460D-8BC6-CFAB3AFC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5ADEA-074E-4D34-9770-6F592331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E37C6-2DCF-45BE-BFF7-F92DDD36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D537F-4BC8-42A7-AA90-E2EF22B2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Equilibrium: Conditions of static equilibrium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1F53A-7954-4B48-A6A9-54DC385C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43613-BA12-476D-88BA-A17738BC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4005B-18CA-49B6-8EC4-33261B39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Equilibrium of coplanar concurrent force 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34EB3-AB2A-49DA-BE06-265CF0E2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4FEA2-CCF2-4A82-AC73-F96F0EAA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31B25-F113-406F-90BA-CF65453B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Lami's theorem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C5A58-6B24-4F02-9FB8-0995ED6F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D5D06-9BF3-4294-A9D0-BD4E5E86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AC5CA-1F40-466E-8021-480B31B5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Equilibrium of coplanar non-concurrent force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D17CF-C8EA-48A4-AC11-B3FC307F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E7FBE-AEC0-4914-A87E-535249C9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E64D66-DD9F-40D5-BA3A-F6E913BC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Numerical examples. Types of supports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ECBA5-83B4-4C69-A58B-48B77414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2CC0F-2422-4A94-8C32-81BBB059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CE380D-0E3B-435E-8670-F8080610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loadings and beams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AA1583-A3C5-45BB-9A31-E49D7E36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6A7B82-1895-4AE4-80CB-A85D1C71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7BCAC5-225F-492C-B901-94A1FE7A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of statically determinate and indeterminate beams...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F1CE4C-46FE-4EAE-8015-9EA10E7C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7E3E2A-4260-4AB3-91BA-E0B1D261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5222567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282C4E-D6CF-4ABE-BAD1-6BF1BD06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D19CB-D540-40BB-A73F-C465B6CC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8B089-2DA4-4176-AC05-DC497E59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97886-9521-4545-8D35-FBF66C72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09A05-A4D7-436A-88E2-692BCE29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CBBA2-8C18-46A8-8463-FB7330FB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92888-496A-47D5-95E2-0C9F72D1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E2465-7DF5-4BD7-BD37-71000740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Equilibrium: Conditions of static equilibrium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7EB6E-0C98-4581-9015-AA0F5C09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3022D-8850-4689-AABB-7EB18081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7E126-C031-44D3-8ED0-AE646B14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Equilibrium of coplanar concurrent force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FC6AA-7F17-4CAE-B4B8-794E1DFB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B144D-0439-4920-A36E-BAEB3C9A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A83FD-6EEC-4191-9F24-38B3A067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Lami's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1FB14-D5F4-4029-B37B-FB953B9B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F7DC7-677F-4F7D-97DF-EBFDA866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946DF-A6E5-4501-96FA-98F4FB5D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Equilibrium of coplanar non-concurrent force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1A860-1111-403C-9F39-E5A02B31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5D274-B196-4F36-88A5-033C84E2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CC75A0-5CFB-4034-8CEF-5DF62D9C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Numerical examples. Types of supports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5C93F8-620C-45E2-A627-0C11C9C3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2AAB13-D831-4F24-AADA-52A6BDA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35172-E365-4358-9C77-0846A0A6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loadings and beams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7FEA0-A693-4CD3-B9B4-9D1667B7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BAF432-D972-46CB-9E7E-CE5312C1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01C655-642E-4424-91EC-310B071C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Concept of statically determinate and indeterminate beams...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0E91DF-A43A-4385-B8DE-65637DFF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80639A-3934-4427-AD3B-EE174CD3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399500-9D04-415D-B2C7-7A2EB237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1036564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65DC9-2AA2-48CE-A977-6EEEB021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8CAFD-99C6-43AA-AC88-58EFB0AD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9B59F-13C1-41BC-A565-086F4516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76350-46CF-4940-8239-38A7AAA8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31CDF-B6B9-415D-96BF-2B18244A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Equilibrium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43C4B-B609-46D8-BF7E-41ACC04A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Conditions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15920-7D3B-4D1A-B66C-41F8FDE2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83F5B-10DC-4A7D-81E2-61BD33E3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coplanar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9E544-02E3-41E0-A903-797F6C47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B56E9-01AC-4726-9E45-1C8EB6FF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763D9-963B-4CB7-AADA-E84FA64A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9B94F-2483-4ABC-BAAE-55AA1FA3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Lami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D2AF1-07D5-4F46-9910-6DC01CBB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theorem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7019D-6EBB-49AA-867E-EB92EC1F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Equilib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1978E-B330-4669-BB77-B622B27D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98A07-6062-4B38-B132-648E5973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46227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B56A5-262B-453F-BAC5-490CF856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93DD1-C6C7-4E1C-BD15-E48A1C80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76C81-07AE-437B-AF15-D6CD1D45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4DB51-EAD7-436A-ACF1-401B5213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35510-EBA2-4FBD-81FB-9B39DE55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Equilibrium: Conditions of static equilibrium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9E88B-1AE3-4F78-A66D-D8CAC809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Equilibrium: Conditions of static equilib...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2FEDD-E0BD-4F3D-A2B6-538B01F5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CCC76-B026-413F-B079-45FAD013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E4EDB-1A47-4387-9EF3-1168FAFD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C66AD-4B70-4EA7-8B29-7FE7C7AA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E4534-6715-4ABA-83ED-450FC961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ECC3A-2855-4C29-866E-AB32166C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BA51E-4C71-4E1F-87B8-F111E10D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61B57-C541-4DE3-AFEB-A23CF9AE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24E76-564B-4BF8-8C80-C4EDCC33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6D087-BD15-4B5B-AED3-060E2D3E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941805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31487-FC85-4CC8-87D0-DD678467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16BD0-B70F-471B-906F-FA8C462A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A395F-1A4D-4EFC-9EE8-611E23EC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4DC0E-7A4C-4174-9236-BCD65A85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A58DB-ACC0-4483-BDCF-3CD8B503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C469A-0041-453E-A55A-B8B9279A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572E3-4071-4A32-83B4-765C7238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18DDF-6E1B-41EE-A152-F155CAAE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F8A75-6FC2-4D26-A7A9-1E82124E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Equilibrium: Condi...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D0808-C4E1-4FBB-861D-FDE1DD87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EC9E9-CF89-4743-A9A4-64437823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CBF4B-54AE-4BE5-A683-FE9DC63E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Equilibrium...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668BB-F148-40DC-AF4F-87C4A6C2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104BE-391D-4EA5-98DC-18DA7A28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9FDBF-43D9-499D-873E-A532E82C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Equilibr...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0C91D-E36C-40FC-BF32-0D39F96C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D7408-2505-46CE-A515-57127E3D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BD38E-2421-415D-99E8-08A6064A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Equilibrium: Con...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3FEAA-C3CE-4A1B-9902-3FB15DD8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E71C48-3E3E-446C-A205-EA4DD884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0C296-C35D-4B71-9F8C-13F9424D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Equilibrium: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4B46E-EDCF-47E0-A58D-458A1691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5EBD5B-363D-4CD0-80DE-A889E105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5791014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D5825-FAFA-4CF2-98E5-17F6B2A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A49E8-B743-4471-8198-C9C7EA27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FA50C-50CA-4A1C-BB27-02B0D13C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9DF6B-548F-4EAB-8554-404370FD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719A5-1D0D-44B3-8B16-F355ED0A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2BA91-5813-4EBA-9AFC-F99C8999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04F85-291C-4C83-A751-CE8C15E8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94D84-847F-4EE1-AAE7-30681A88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93F8C-8676-4310-B50C-A682536E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DAC6A-E56D-4433-AFB3-E5CB77F5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E017C-9A77-4466-836B-41C1DB19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59148-6248-480B-BDB8-71EDCBAA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3E8F8-D955-47D5-B15A-888D6906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63482-B5BF-4CAA-9CAF-CEA92716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B443D-7940-46BD-997E-337806D3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5933932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91024-F05E-4172-A2D4-10C868D5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B30E6-84A1-408A-B16A-FF97F803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BC27B-CB65-4CC1-83DD-C30E185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F0240-ADCC-4A50-A7E9-7D1A8ADD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0AD07-21C4-45FD-87CE-3C6C3B42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48213-E9AB-4017-A6CE-F2D652C4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Equilibrium: Conditions of static equilibrium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B36ED-7DB5-4FAD-871E-BD1F50A0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9341E-DA7D-4B16-B875-386EDF7C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22831-B1AE-45C3-ACF9-A44960E7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5EF29-B6A8-4798-B5A9-77E7A9CC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B0308-66D1-4DCB-A5CC-34552FD7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5385892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CA859-25FC-4CD6-A076-FD04ADC7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68B55-721A-4117-B7D8-8012BB55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8E008-08F7-4900-8E30-5C4DCE15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37EF8-4171-414D-80B4-EB5CB323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5EC66-FD86-48FD-9C59-0D054EB8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Equilibrium of coplanar concurrent force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5D7E9-BDE6-4112-87D2-AC8C45C2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Equilibrium of coplanar concurrent force...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EA13D-1DB8-477F-9FF8-498A7C05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CF6B3-0169-4E04-A857-B2B6995E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D4E25-5FBF-4582-9F7A-5413A08A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FB843-1CBF-42E2-B963-3FE39E96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4D44C-2624-4AFC-9AB6-D9970461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FF2B2-D975-4308-8C39-E8712B70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F4308-881E-4A6D-BCBC-16A6E4E9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F820F-3CAE-4670-92F0-ED27A18F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8931A-C1E0-48B1-A684-F5E8B132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FE3B9-0558-41D8-976B-7FDC864D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681577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002B7-5B73-4DD1-A527-9F5D3FAE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AFF50-7433-4E57-978A-26F125B5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98463-6DE7-42FD-8A96-8C1F09EE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F5DC3-B36C-461D-B035-2AA86F0B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CFF63-51CE-4A6B-865F-BB0B69D2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3D507-75B9-4489-B58E-CD780026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F68D3-F1ED-4C57-8F28-9E24DBE5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2DD97-9EE7-46FE-9DB5-9F85DB9E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A2199-D632-439A-8CDD-AAD50F8C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Equilibrium of cop...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F4AA7-7820-47E1-8729-B3CAC9CC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031EC-9D53-48F4-8A13-FE480C6B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9C57C-3844-403C-89E9-5147EB77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Equilibrium...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191D2-A37A-4FC7-A8DE-CB3E3454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E6647-60A1-4723-B0A1-BA27CF4C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6772D-B43D-4844-A94A-9A451B50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Equilibr...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64704-1391-41DA-BDCC-5864B3D2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6AFD3-9849-422C-926F-C10498B5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B549C-6DFF-4F58-BF13-D6BE225C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Equilibrium of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D15DE-582A-428E-B58C-E8BD3C72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B6BF7-1D3B-4A0C-B3FE-7A6EBE4E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8DCABC-D2C9-4B34-B904-558B48FB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Equilibrium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9EEE30-EA7A-4844-BB56-82C02DBC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4CADF4-A438-4A12-B258-02FD7126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1900068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DEE42-A015-47A8-8A49-C04CAAD6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0C5BC-2ED0-4B08-A411-D808C406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BBA04-7D11-4A1D-9236-5A586252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B65E1-3978-4F89-A1C8-7CF15A1A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F6CDE-3458-4A98-988F-90630620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7F4EA-5F91-41B9-A4F5-7832A3E8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A2DF5-3A91-43D4-BDF3-EFEF1FE9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4B64E-FD45-4544-917C-169AB4A2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D80BD-76A5-43A7-BEB1-5269521B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083EB-D7BC-4A37-8090-7C81C5B8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56AC7-7F58-44F4-8F12-75151964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20E8F-85BD-498A-AD33-01C49C5E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C707C-531C-4D25-B52C-0D4ADD03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CC507-8F64-478C-A46E-3D199446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7390B-3BF2-419F-9DF7-14A24F7A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8789517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4F27A-5CA8-4F08-8133-0C828815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546EE-AAC4-4DDF-BD75-66557DFD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45B28-3E89-4C2E-882C-2AB0CA17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3851F-6CD8-48BE-9D5A-99839AFD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A3F00-735B-4EB6-A6C5-296A1011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FF099-9E4E-47D8-866D-1551F351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Equilibrium of coplanar concurrent force systems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CFC4F-EC98-4A68-86B5-27065F59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1F9BF-B08B-4B67-8DC1-6F46DB1E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ED3CE-C5DC-4105-8E2D-76835423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25C4F-3EBD-4B4E-9BB9-67827FB9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A61AE-28F2-4F3B-BA0E-175B91C3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4649631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D144D-47D4-4846-A2C2-4A4EFB6A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4E263-5A03-4F2C-A63B-5DFA8747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3A018-DBED-45D3-8F96-0E41F792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114F4-B92A-4BFA-A387-9022D923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34F98-9355-4A2D-94DB-D4029062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Lami's theorem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A2F9C-16A3-418A-A0DB-50CB4E78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Lami's theorem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D92E8-6624-47CB-A054-7BF1A921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84AC8-CAE6-43E9-9E5A-563F408E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AB419-5402-4070-9ED2-F82696D3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91FE5-0ED7-432C-A1B1-4EA6D1A6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94C69-8EB7-4368-BEFE-03410275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43BFA-80C7-4849-9341-EC98F62E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0D1B0-A9DE-4F37-9760-8E3B1CF1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CF9C6-8B44-49D4-B975-5DEE8F82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CA1B8-E521-47A3-9861-D4772048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B131B-2F9E-4D24-B99C-B5540497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6460401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F3179A-F064-44B1-ABCE-F35285EC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7E347-9201-43C3-90B5-8C5AFB21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0967D-766C-4546-A94A-BF9B6D3D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886A5-278A-4937-A7F3-35D377C6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CC8F1-B24C-48F8-B515-D772254D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1520F-7FB9-4F34-BF07-528F240E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7FFE0-040A-4376-A82E-99B0097E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F70FF-ED53-4E5F-9274-64D973D8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5537D-3FD4-46A4-A5DC-AE215647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Lami's theorem.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FCE87-FC2A-4C7E-B233-5465514F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A065E-0026-4D6C-B25C-25012056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1F3A4-E8FD-4365-9D76-9941665E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Lami's theo...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6F6A6-7C24-405A-84AB-22DE17B0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6C60B-FD45-414B-8774-08FCDA01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C3807-E5C0-4793-8BC8-DE967FF0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Lami's 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649BF-EA89-4902-9D66-E9B7043A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74C92-EF04-4A66-9893-A2E833FB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8BF0C-3267-4E07-8F65-590E7295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Lami's theorem.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72588-D7DD-476B-BBD2-0700DE4C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CAA31-695C-4136-88AE-1F9073A9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0918F-7627-40A2-8709-9FF12E89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Lami's theorem.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7E394-CD75-4B89-BC35-DB2B5520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B180D-A84D-4C7F-BF7F-F6619342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8000040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A383D-903E-4627-A31F-DEA4F274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4AD53-66CF-43F9-804B-D6F281B9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51D99-674B-46AE-B57E-FE6E0836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C7566-C45C-4EA3-A080-E8520052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B1115-4954-45BB-B029-B12DCF83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67453-4061-4691-A3AF-204C23B7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094CF-ACE7-456B-892D-73E6ACA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F7080-B914-4C29-9C8F-CB43A57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5DB23-0BF4-4F6F-911A-1F51D692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4A41D-81CF-4D27-A29D-AEFE90DC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8525A-210A-4A11-B8AE-F361C980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502C7-D2A1-46AE-8D9C-C8515874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B0493-F53A-4685-9981-F3D834FD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CDEE1-44F1-47ED-89DA-07F7D3AC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89B15-7595-4B5D-9253-065D0E0E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2441367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57683-4D02-4BA1-98D0-964ED589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D621F-9DF4-41AE-B155-AD2D344A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F07D7-F0BA-426E-8802-6F5302BB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FAA33-8788-4D5F-8E78-81639DB3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856F3-7481-4961-8621-857C76E6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1FACC-1142-4D2A-B60C-CFD791EB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Lami's theorem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B51D9-120C-4CAD-923B-9A6F0847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BA3B7-3059-42E7-9AE4-2DCE65F5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60BD3-C60B-43C7-94C6-A9E5FAD5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CDF1E-C29E-43A7-9204-D283C7F2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11BFF-6BB7-4CB3-922A-92621DBD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9199194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BBB90-2B36-40C8-9069-E8F82A21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D6422-BB0D-4D50-A9CB-BBA4921A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F62D3-949B-4A08-821D-EF11A269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7A7C6-FDDB-42DC-81E3-4B4F87E3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C7780-DF28-4393-81A9-948462D3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Equilibrium of coplanar non-concurrent force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AE129-47D1-4E4A-9870-D4411EF2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Equilibrium of coplanar non-concurrent fo...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3741F-383F-49E0-8CF8-F5088F36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E390C-96FB-4E1C-A256-D5F50BFC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4B446-AD7C-425A-A818-CFC32690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A6361-CAA3-4892-8C5B-42481FE4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C3E64-64CB-45D8-A52A-39261035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ECA06-AC91-43D6-8D21-D43C169A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2475C-3ED5-4BD5-8165-F38393EB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B1E65-3E0E-4433-B44F-594DC2E8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88136-B3CA-4D88-9388-27F7279F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BA7B9-5449-479B-A25D-D2A31E20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885658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696A0-B0F7-4281-8754-A0836BE2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73400-F512-42E8-B680-1971CE42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56352-825A-4CCC-AFDE-FF713F6C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D0E44-8A96-4FBF-B93E-09377C68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43F0B-CDA1-4825-910E-6CB39166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CC21D-650F-4D5C-9ABB-AE307C70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720BB-1FD2-467E-8F86-4A23EE4B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7205C-D2C0-48D8-B020-8AEC3965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B4C6A-BFEA-41C2-A827-00624868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Equilibrium of cop...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661D4-872D-46BF-9E9C-BD688DAB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CA44D-DBA1-485B-808D-CA0AE187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4A84A-7362-4082-973D-F0806841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Equilibrium...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4A0A3-885D-4222-88AA-42B1CF15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A70AB-D500-4F02-B72B-FBC8969B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33CED-6E71-4CB2-928F-38E918C5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Equilibr...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E637A-F584-4671-B90B-720C573F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46D26-FDF0-4A37-B085-2427215B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DE6E9-CD5A-45B5-9398-CC213E94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Equilibrium of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6C4FE-B982-43E4-9BB2-FC7C28DD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21D08F-0388-44FD-B04A-3A06810D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3D7E7-25A5-47EC-B309-87510BAE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Equilibrium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801F03-AF1E-4939-B387-6BB6EFC3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B1646-7F04-4457-BD7C-AE9BE5E4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0869220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91152-50BC-437E-9DF8-223E60AE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B0853-6C64-4CEF-A0E0-E09FCF77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7D19D-653B-44BA-BB8D-409B15D9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A714A-1043-4294-BF37-59598173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549B2-DC6F-4E9D-9553-66F56BFD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EBFD3-D422-4FCD-BFEB-8C378565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F683C-15CD-4DE2-B243-81FA5817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51E89-98EE-432F-988B-A0E4520D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7CEA2-6D77-4A2C-B3C6-033C34BE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7823D-2E08-4C04-B0CE-D2090F8F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755AD-E591-47CE-A5EB-73D209A5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80E04-00B2-4AB4-B03B-01F7F1CB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2B753-E00C-45FE-B6B2-8F6D8492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25AFB-6BCD-4AC6-AD8C-3A4DBE22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60345-2826-4094-9145-EA6651EC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452584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6EEB4-2DB8-464F-817B-F6D702D1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4638A-BD09-4283-968E-29325CE0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56A56-40B7-4C79-AB94-6EB67F12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F6A4C-37D0-4C6A-B57F-C5A51C6C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F8A07-2111-40B3-AB63-03FDE242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F950F-4B7E-46E9-8244-F988F0C6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Equilibrium of coplanar non-concurrent force system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00FC7-7FB7-4466-96D0-1DC0EF64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35CAD-8A69-4A32-A7A6-C4B112AA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DA14F-E333-4410-A93F-D9D15CE2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6F5A4-9D53-4B97-B6AF-13435F89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57CFB-7D94-4451-8077-4F181178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5725184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E0792-6580-4261-80AB-542D58A7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B5DE4-0B15-4237-AA46-0108B1A0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91053-6DEA-43E9-93A5-E657C0D2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2EC1E-1F4F-484F-9DC4-5EF5C31B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88B6A-CC42-4054-A87F-0BDEEF44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Numerical examples. Types of supports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CAB1E-0EFC-4DD2-8B8B-1905A854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Numerical examples. Types of supports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661F4-D24D-4B03-A41D-7EC4FA64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43021-F2E8-454B-B7CF-E35BFC3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A6559-2DEF-4560-A4F0-4A40CDBC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0C387-F907-4D79-A6D1-6A014995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8D63E-34CB-4244-9DD6-55A0C23E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C5C60-8A70-48EF-9B10-1CFADECA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37E57-08F5-4508-B061-7D4B8B77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82DB8-E88B-4856-9C08-EC4E6758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635D8-B5C3-4B4C-A5A0-DCDF96BF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F4819-F750-42AD-9530-E08C89B5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1845665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CBB57-0C5D-4653-A2EE-72372637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DA0AE-E8A2-4347-B012-F9D62DE4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F0BDB-7905-4FD1-B322-6EDD5B19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86690-30D1-41CF-AE71-CC77F333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2AC41-3A18-4350-A542-78BC7B98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DB15C-0A4B-4D08-BCB3-69E9B612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84116-FA98-4ABE-B16A-A9026AD5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4CF85-2255-4744-8D98-294EB43D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05E68-E6D3-45A0-8ACD-54325D28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Numerical examples...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91287-6ACA-4685-BD65-15D77BCE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9AD23-7501-4627-B349-DB418C69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3361F-EE99-4ECA-B4DB-BD0C2B6E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Numerical 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0CC60-B8E1-4130-A976-639A6F71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38DD5-2B72-4FB1-B3E8-EC500874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578E8-2883-4C1F-94B8-F046F042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Numerica...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27916-7074-47FD-941A-5EE74752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D6CFF-565A-4248-955C-D3041E2C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7ADC89-33BF-41C1-8B91-B7BB91C0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Numerical exampl...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CAEEB-9984-4DAC-BE36-4666F123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797D6-425B-4566-B6FB-16F4608E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7817C-9679-43C6-B6A3-813314DA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Numerical exam...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AD0E8-819B-4DCA-8B28-86C685D1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380D1-0EDF-44F6-803D-C7B85EF4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3775765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578D0-8D6B-463E-8F02-E2813843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B4C7E-2E61-4F10-9E03-597EF5A4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DAE26-AFB1-42FE-A553-8951E4C7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F35CF-C993-4F5F-BECE-3D2393A7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24C3C-AF96-4AFF-AC85-C3BEA5CB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E51CC-3D0B-41D1-8E50-28F67911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3691B-EBC8-440B-9CF3-3001B698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C054E-58CB-4966-A383-3F6DCCF2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B1D97-2DBA-4216-8C43-D282EF85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D0943-1338-418B-AACB-62E4A689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C65FA-C4D3-455C-9546-86D69191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E46A2-BD23-47A4-B9C4-578804AA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1BF6A-933E-42ED-A33C-A9B2BDF2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843C1-8E17-471A-9F0C-D3A39B10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017C3-E3E1-43C6-BB32-7418B96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5540663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0D300-4DE7-43AD-98EC-85B9D563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F0E15-1FA1-494A-9263-AF9851A7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36A61-E8F6-44B8-B14E-F404E413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AA4D5-DF15-482B-90D1-CB841BFE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332B7-3DCC-46D0-A6FD-EFC18C7A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8DF7B-B13E-4C34-B11F-B4B4E695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Numerical examples. Types of supports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8328B-2435-4068-B4AD-05E799DE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0D6CA-333C-4225-B6F5-7651FBA9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9BC52-EB38-4E8F-8175-C84A2969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C08AB-D02B-4365-8864-11FB48FC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F3C30-A1F4-41D7-82B3-CEE3ADBC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47582456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3E0FD-9D3C-4176-9855-23E897B0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2875D-A969-46BD-8B32-27003113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3DE04-50B5-43B3-9BA0-BFAE2F5C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3A734-B760-4C8F-882E-DFB55620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E94CE-9DB0-48E6-8A0E-ACA18C3F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loadings and beams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D85A3-7A16-4A3F-99BE-A55EDD1A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loadings and beams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E4967-D24C-4608-B01D-DF16C92F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D2BB2-4FF4-4D2A-9D73-21D75A56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97188-CC00-49E1-9CF9-4DD2BFDB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99CDC-7798-444F-B375-1DC627BC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32FE3-461A-4B77-B584-71B0FABA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DB2A4-F07B-4E83-80C5-DD8D5D14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02A59-936C-4A82-A251-3A8CBE8D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ECE74-D3C0-430D-83D7-33B53577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D72CD-E8C3-40E2-87DC-57761C98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77361-907F-4BAC-9001-7C44C75E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9580954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17D01D-F2AF-469B-9F8D-68C63F76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909E3-7E0D-4B9F-AF97-F268A075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477F5-6FFD-4E80-97F6-736F5FAF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53BBA-774D-4E11-B72D-C0B10A59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70944-26E0-4564-917F-5B59C984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C9729-538E-45DC-AA49-9924FA97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3DC74-9E65-4BA9-9161-E7BE51F3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5EDB0-730C-4151-B0FD-4BCA2C6B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CE136-35F7-4A49-9A01-1114EB03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loadings and beams.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84A47-21DC-4781-A69F-CDC9A581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7FC7C-CE7D-4B8F-B0AC-34185A7C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EE640-80E2-4619-BD0E-C73BD46F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loadings 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2D382-6130-48AD-B6B2-E8AD3684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EBA20-EF80-4BEA-9A5D-C990F635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00E67-4C58-4547-B078-3DDAD150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loadings...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628C3-837C-4004-B52A-4F6D1E2E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DD98D-E6C1-4DF1-9AF2-7BE078A7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122DF-6B68-4818-A8A7-A2F44C0F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loadings and bea...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AE29A-C7FB-4457-BE69-E8FC18EB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951163-AA07-4C62-8E90-E30FC756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38200-5AC4-4041-9010-EE1634C7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loadings and b...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E324D-3CE5-4475-A53F-33B5B1F8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AF63A4-B26F-4D34-9F74-ADFD21A0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0054013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81024-5D29-45B4-82DC-CFD65616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9157C-DD18-438E-8DFB-7F2EE991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17A9F-E194-4214-89FF-B02EE65A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FFABC-9F41-49BD-BEA3-399BC10D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4893D-198D-460E-A962-1B50A2BF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598C9-12A9-40B9-903A-352B3195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99211-7073-44F9-B393-63D031B4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1807-839B-4080-AB02-56F87BF7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8C493-111A-47EA-898A-13E0B982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8CA99-8616-4453-BAC5-4BED1895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8862A-841D-48CF-93A2-1856C4F1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F7790-98A1-49F8-BDEA-28AF8ABB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CBE6F-8F1B-4E25-803B-08A87B30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EDC6C-B9A6-4AD2-AD8B-D098B670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AD88A-73CD-4533-81DE-1DAFFA25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85994725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5225A-F4B0-4FF1-993E-2D98AAA8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76403-DF3D-4561-89F7-A69CCDBD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A18B9-575B-43E0-8BE1-57CB17EB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A0DA5-443B-4CE5-B518-1C261D28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A97C4-44C4-4512-83D0-0848C7BD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B222A-A41E-4540-805B-C3A0AACA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loadings and beams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15FA2-A331-4C95-BE9D-28A0553F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6A829-4A62-415B-9332-0AA15C89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E6DEE-B190-42F7-A2F9-8EE33302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719B2-DE2D-4745-ABD6-ABB2BE0E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49A6F-5330-4F70-A021-1FE9BC3A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1345954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DD0DE-542E-408C-8D5E-512537F6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D5707-3C1C-4294-91E0-49199889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CE3C4-F671-4237-B9D1-307D00AE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C4DC8-6811-4B93-B62B-85024486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B980A-FB1A-4596-B2BD-F2575B6D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Concept of statically determinate and indeterminate beams. Support reactions for statically determinate beams 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A3157-6C8B-453A-A102-5DEC20E0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 of statically determinate and ind...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09D69-A887-44CD-866B-BA117620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2E434-AFFD-4964-A5D3-748138A4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F17D7-4F5C-498D-9651-B18864F1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52557-4E39-444F-AD86-9D753D57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F8146-8016-4918-A93B-07053CFB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541F9-BA19-47C1-81E2-80B8574A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6A01E-60C8-47EB-A63D-50295C71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A47AF-CA0F-448A-8436-80379033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04F10-017F-4D7B-B133-E456D86C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BDF34-A04F-44D3-8739-BD35E637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06727350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18349-CC4B-4181-B064-F2D47C73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1B61E-B5BB-4080-8820-C27BB84E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770A6-C56F-4579-96D3-BBF61359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D544F-13E8-4574-8AEF-20FA60C6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C3D75-6E13-40C9-9E00-75CD8CEA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D66D8-7C5B-4D6F-8833-4388997B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87335-9406-4B02-BB32-31657205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76ECC-D142-4554-BB41-7E2D2941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BA08D-B40D-4161-8D49-EEC620A2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Concept of statica...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060A6-AE9B-409C-AED7-069A00F6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49EFB-54EF-438F-9221-5920DAA7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E13E5-AC92-42B7-88CD-D61C023C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Concept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BCC2F-65DD-44D6-90AE-246835BF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21811-1355-49D1-A6F7-1504E1C9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AA4AC-A30A-4DA6-91C8-CC37433E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Concept...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874D2-34AE-4A4A-B717-0C242BD5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1DAA4-A01D-4D2D-886C-0EFE2CA4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DF8DE-04D9-46AC-A66F-FDCB40C0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Concept of stati...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01DB0A-0BD9-4921-A030-4227FF6E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0A890-76AA-4E29-9A3A-98BEFBCC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E859B8-9D78-4E34-A7BF-7C967C26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Concept of sta...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40765-F6A8-4629-814E-12FF42D2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0C8050-D230-40CC-946B-E17CD6BC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11708244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CF9A7-C6C6-4B9D-9679-1BA0628F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AC5A3-D38F-49D0-BC41-1444A2D2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08A4E-75B1-4F17-B029-0F359F5F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7FAD8-EEC1-4922-A1B7-7D4731E9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EF547-54CB-4BC3-A075-B44618EC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2E521-1165-453B-B7CC-B2642031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1DFA9-4590-4BB9-B23A-7429130C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743B5-60B0-43F9-849A-B35D420A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4E651-E9D7-4971-A02F-AE90AEE6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DA007-B4CB-4082-875C-B49B27A9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E501A-A09D-4987-975F-A854F101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4B8C2-168B-4080-9AA9-85DCC600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905BC-BD16-41A6-BBD0-791E5CCB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C1FB8-6306-494A-BBB5-B90C27AD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FD215-181B-46EB-9D1E-1B3A394F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57694611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94BA5-7A34-4CD3-A256-88F46F46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C4D14-D5C2-4C71-A371-7D098406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5E92B-5E41-4096-A81B-0D1361A4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175CB-9432-4D53-981C-6FEBBAEF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FF4DB-8E3D-4482-A47C-EF46EFE5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616DB-2EA5-4D52-A2C8-A9068FBB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Concept of statically determinate and indeterminate beams...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A9307-0F73-437D-8E99-706AFA43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9855A-3CF5-4A4F-8697-9DAA1E10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317CE-9444-4153-8E21-3E64CF33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311AE-8285-4F9E-829D-995A34A3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1D2A2-E295-4014-8F53-23125404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20260255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02036-8EDB-465E-BCF4-19239430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DEC29-EC14-4321-923B-156BB8F3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7DFA1-09BE-43A3-9DD7-827FA586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7322F-DF9B-431E-8DE9-D817CB8A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BC068-6FD8-4783-ACC0-20421043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E80D1-1BB4-4514-838A-4A51BD32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17258835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1B47E-DB84-4E7D-BFC4-A7B7BD11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83FE5-BE48-4EDB-BCD9-3A22275F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D7F41-0E84-4ED1-B938-FBF47BE1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B052D-2E7A-4724-B6DB-994D7B0E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7ADC9-27C1-4CA4-A633-3F48B30B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Equilibrium: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Conditions: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coplanar: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concurrent: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E37FF-7879-4D9D-A123-6E058A09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09448256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D137E-29F0-4D1A-97E7-0B6B93AB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A1170-A916-4BF9-A98B-BDC97619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C11CD-426E-4EF1-BC27-D2F99E02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93A86-DD11-4CB7-8AD2-B196E7D1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4A8CA-2F84-4BB9-BCB5-83BF6871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14197-7029-4FB4-969B-2D3A4671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83130747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D662E-56F6-4C3E-AA65-0FD6C0DD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8DBB2-064B-424E-BA87-B97CE307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3AB5C-A363-4791-9C01-5E42BBFC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D053F-2C06-43D5-B885-3890BFEE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4A1B7-D0E7-47DA-952D-0366CDB3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0815A-0A5A-4DF4-9ACC-F44AF144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60276227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8D588-5889-403E-9FFB-FE24522C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2ECBA-07BE-4841-856C-ABB0EA78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3F765-05DD-4B2E-82AA-32809038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E7497-7345-4345-9916-56CA6111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39B15-772D-4DB8-8627-7EFC383E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Equilibrium: Conditions of static equilibrium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Equilibrium of coplanar concurrent force systems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Lami's theorem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Equilibrium of coplanar non-concurrent force system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Numerical examples. Types of supports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846B0-C1B5-4AEB-8169-4386D666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5394A-D92F-4A2F-AA40-1CCE7C37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909EA-6923-45C5-9685-70813356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95065278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BACE75-474C-4F8D-9EBB-4A351BA4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A5C78-1945-4876-AD67-A6BC77BA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loadings and beams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8E2AF-C8CC-49DF-93AD-E62A247D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0A29A-19EA-42DF-BD44-03DC1696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9C21D-04DD-4D43-8056-48C81BD9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3E7E5-F40C-4E63-A24C-8B8AF42D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A4153-5288-4D8D-B78D-23A05A32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DE59B-DCE4-4528-823F-93708C07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74777-E274-4243-A9FD-AE592813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C5B71-4ABE-4597-A671-ECBFA9AC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1675D-81CF-407D-A9DB-C632976F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050EF-8992-46FF-A37F-93538174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9A482-9B47-45A7-A3AD-17352416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7F931-1BD7-457B-AA51-3192B813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0C012-A97C-4766-AF14-4EBCAADB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0CE75-785F-4444-8118-062B1A06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AEA75-F960-43B3-83CF-B2CF260C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151F6-5D61-4791-B727-CA0A2DF2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711AA-3B0A-4232-A535-70266680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2C16C-AFA3-4820-97C6-A789CE40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BA4BA-47ED-45B2-AD97-347165F1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7D9B6-F783-45BE-B6D0-5985287C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B9BC1-8087-47A4-9A65-BF7C0DFF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E08E2E-FEDC-41CA-AB8B-93607047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B84013-9CB1-4EBE-8B3E-A3B89BE6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97F725-BFBF-420E-80E7-1116F399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AEDAF5-D2F1-444C-AE10-11874781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1AAA39-0CD5-48EF-BCE2-3FA79888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75B97C-F15C-4753-8FB1-AFB62B43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376C5B-FF3A-48BF-8367-8A7760E3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D158BD-52CF-4D1F-A372-986E2080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BDE0FA-E624-4069-B49D-8139BB60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88796154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6058D8-DB10-4712-84AC-42E5281F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D006B-2AD6-4DB2-916D-A7A1963C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Concept of statically determinate and indet...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5665D-DBEC-453A-9E92-8F03A038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D51DB-4521-4753-92B0-ABB55318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9889B-B950-4B1A-88CD-B4BDC6DA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5C519-2389-4DED-AB3E-B1D7734B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98EEC-B38B-4067-B58B-C2925EB1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96402-E391-4FF9-9752-C4755C37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3D43B-BCE2-4348-8A61-78EF21F9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0EE44-5211-45DE-90C1-3499C0AB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2181C-8CA9-4422-9428-A3986A30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4DC5F-359C-4631-936D-628EDCC2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FDC80-38BE-4AEE-9DC6-FBEEFBB7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F29A3-488E-40E0-985D-0904F563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3D61C-C9AE-4DAE-A67A-8B2B7AC7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A381C-61FC-461C-A3A0-434B2CA7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9A220-60DE-4780-9B9F-8136CAA5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92C5B0-C329-4D3F-84BD-FFA6E1EA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B3FFF-F8AC-4354-9338-EDE144A4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B35DD3-768E-405F-9ECA-35961A29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BC76B-677D-4368-9133-BE12AF0E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A21A7E-996A-4154-88D4-0FC7CE93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8DD107-360D-4FA9-A9B5-49850759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639C12-91CD-49E6-8881-6C8ACF4E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C65091-4ED5-45EC-95BF-734CAAC7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2F8752-557C-49AE-8A2D-4B0311B4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1D53DF-E9F5-4ECD-B0DB-E790F945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8FFC1C-87B3-4A20-9876-EE963DDD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19152D-411E-4E19-8D0F-B657AB44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4875CC-B02A-4B98-A37D-96E452E6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28208E-D5AA-449D-8BF5-7D848A46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D5727A-1F83-42A7-8F66-4F7C15C5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549230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2026-08-24T16:02:34.7260000Z</dcterms:created>
  <dcterms:modified xsi:type="dcterms:W3CDTF">2026-08-24T16:02:34.7260000Z</dcterms:modified>
</coreProperties>
</file>