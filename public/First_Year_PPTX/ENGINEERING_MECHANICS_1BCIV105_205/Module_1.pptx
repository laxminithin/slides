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b60c45b354d85" /><Relationship Type="http://schemas.openxmlformats.org/officeDocument/2006/relationships/extended-properties" Target="/docProps/app.xml" Id="R464b2dbb052449f9" /><Relationship Type="http://schemas.openxmlformats.org/officeDocument/2006/relationships/officeDocument" Target="/ppt/presentation.xml" Id="Rcdc5066507c54e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a195686664059"/>
  </p:sldMasterIdLst>
  <p:notesMasterIdLst>
    <p:notesMasterId xmlns:r="http://schemas.openxmlformats.org/officeDocument/2006/relationships" r:id="Rc816aa7503b141c2"/>
  </p:notesMasterIdLst>
  <p:sldIdLst>
    <p:sldId xmlns:r="http://schemas.openxmlformats.org/officeDocument/2006/relationships" id="256" r:id="R5f40a171506e44a7"/>
    <p:sldId xmlns:r="http://schemas.openxmlformats.org/officeDocument/2006/relationships" id="257" r:id="R359bc370e3214090"/>
    <p:sldId xmlns:r="http://schemas.openxmlformats.org/officeDocument/2006/relationships" id="258" r:id="R9021e88bbd454dc5"/>
    <p:sldId xmlns:r="http://schemas.openxmlformats.org/officeDocument/2006/relationships" id="259" r:id="R3cb6fb2bd5b04f22"/>
    <p:sldId xmlns:r="http://schemas.openxmlformats.org/officeDocument/2006/relationships" id="260" r:id="Raf0602a578d14aab"/>
    <p:sldId xmlns:r="http://schemas.openxmlformats.org/officeDocument/2006/relationships" id="261" r:id="R35a6055e23d04cc4"/>
    <p:sldId xmlns:r="http://schemas.openxmlformats.org/officeDocument/2006/relationships" id="262" r:id="Re72be8d49e0d498e"/>
    <p:sldId xmlns:r="http://schemas.openxmlformats.org/officeDocument/2006/relationships" id="263" r:id="Rabf9ac35c4b1422c"/>
    <p:sldId xmlns:r="http://schemas.openxmlformats.org/officeDocument/2006/relationships" id="264" r:id="R93cbce41670a4516"/>
    <p:sldId xmlns:r="http://schemas.openxmlformats.org/officeDocument/2006/relationships" id="265" r:id="R5b5f4cb573e547b5"/>
    <p:sldId xmlns:r="http://schemas.openxmlformats.org/officeDocument/2006/relationships" id="266" r:id="R685dd9f880684aaf"/>
    <p:sldId xmlns:r="http://schemas.openxmlformats.org/officeDocument/2006/relationships" id="267" r:id="Rcb8474e15e4c4288"/>
    <p:sldId xmlns:r="http://schemas.openxmlformats.org/officeDocument/2006/relationships" id="268" r:id="R3958439ee13142e0"/>
    <p:sldId xmlns:r="http://schemas.openxmlformats.org/officeDocument/2006/relationships" id="269" r:id="R98f7bc00cdb447da"/>
    <p:sldId xmlns:r="http://schemas.openxmlformats.org/officeDocument/2006/relationships" id="270" r:id="R2923a08801c04aa4"/>
    <p:sldId xmlns:r="http://schemas.openxmlformats.org/officeDocument/2006/relationships" id="271" r:id="R081afbbbc0894ff3"/>
    <p:sldId xmlns:r="http://schemas.openxmlformats.org/officeDocument/2006/relationships" id="272" r:id="R5c1c9e8cf78649ae"/>
    <p:sldId xmlns:r="http://schemas.openxmlformats.org/officeDocument/2006/relationships" id="273" r:id="R0b5d6819b4954ef3"/>
    <p:sldId xmlns:r="http://schemas.openxmlformats.org/officeDocument/2006/relationships" id="274" r:id="Rf90fb6e7870f42e4"/>
    <p:sldId xmlns:r="http://schemas.openxmlformats.org/officeDocument/2006/relationships" id="275" r:id="R1b821b9aad684e17"/>
    <p:sldId xmlns:r="http://schemas.openxmlformats.org/officeDocument/2006/relationships" id="276" r:id="Ra4586d65f65e44c1"/>
    <p:sldId xmlns:r="http://schemas.openxmlformats.org/officeDocument/2006/relationships" id="277" r:id="R1cc82e57d71f45cc"/>
    <p:sldId xmlns:r="http://schemas.openxmlformats.org/officeDocument/2006/relationships" id="278" r:id="R4f249c2ef41043e7"/>
    <p:sldId xmlns:r="http://schemas.openxmlformats.org/officeDocument/2006/relationships" id="279" r:id="Rf4d1881808dd48b1"/>
    <p:sldId xmlns:r="http://schemas.openxmlformats.org/officeDocument/2006/relationships" id="280" r:id="Racd73440c48e451c"/>
    <p:sldId xmlns:r="http://schemas.openxmlformats.org/officeDocument/2006/relationships" id="281" r:id="R8ec77f458bf54ca0"/>
    <p:sldId xmlns:r="http://schemas.openxmlformats.org/officeDocument/2006/relationships" id="282" r:id="R5166e10c8404476e"/>
    <p:sldId xmlns:r="http://schemas.openxmlformats.org/officeDocument/2006/relationships" id="283" r:id="R51cf6f099d434ff4"/>
    <p:sldId xmlns:r="http://schemas.openxmlformats.org/officeDocument/2006/relationships" id="284" r:id="R978d23b6fff143f3"/>
    <p:sldId xmlns:r="http://schemas.openxmlformats.org/officeDocument/2006/relationships" id="285" r:id="Rc2658fc8ed1f4b57"/>
    <p:sldId xmlns:r="http://schemas.openxmlformats.org/officeDocument/2006/relationships" id="286" r:id="R1a0340f51a684c4a"/>
    <p:sldId xmlns:r="http://schemas.openxmlformats.org/officeDocument/2006/relationships" id="287" r:id="Ra017767682ca473a"/>
    <p:sldId xmlns:r="http://schemas.openxmlformats.org/officeDocument/2006/relationships" id="288" r:id="R480b3d4c08994fb6"/>
    <p:sldId xmlns:r="http://schemas.openxmlformats.org/officeDocument/2006/relationships" id="289" r:id="Rd11927708d6f49af"/>
    <p:sldId xmlns:r="http://schemas.openxmlformats.org/officeDocument/2006/relationships" id="290" r:id="R7a97dd85064b40fc"/>
    <p:sldId xmlns:r="http://schemas.openxmlformats.org/officeDocument/2006/relationships" id="291" r:id="R13a2c0377c4f47ae"/>
    <p:sldId xmlns:r="http://schemas.openxmlformats.org/officeDocument/2006/relationships" id="292" r:id="R42536202f8644c8f"/>
    <p:sldId xmlns:r="http://schemas.openxmlformats.org/officeDocument/2006/relationships" id="293" r:id="R816c3765c7534d1b"/>
    <p:sldId xmlns:r="http://schemas.openxmlformats.org/officeDocument/2006/relationships" id="294" r:id="R8554b2fa0e174edc"/>
    <p:sldId xmlns:r="http://schemas.openxmlformats.org/officeDocument/2006/relationships" id="295" r:id="R6b83bf0c0ea84da1"/>
    <p:sldId xmlns:r="http://schemas.openxmlformats.org/officeDocument/2006/relationships" id="296" r:id="R131b6fd88d7a466d"/>
    <p:sldId xmlns:r="http://schemas.openxmlformats.org/officeDocument/2006/relationships" id="297" r:id="R4c00a3f2828a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68bcd2bed34b9b" /><Relationship Type="http://schemas.openxmlformats.org/officeDocument/2006/relationships/slideMaster" Target="/ppt/slideMasters/slideMaster1.xml" Id="Rf8ea195686664059" /><Relationship Type="http://schemas.openxmlformats.org/officeDocument/2006/relationships/notesMaster" Target="/ppt/notesMasters/notesMaster1.xml" Id="Rc816aa7503b141c2" /><Relationship Type="http://schemas.openxmlformats.org/officeDocument/2006/relationships/presProps" Target="/ppt/presProps.xml" Id="R85f8136a9c994f30" /><Relationship Type="http://schemas.openxmlformats.org/officeDocument/2006/relationships/tableStyles" Target="/ppt/tableStyles.xml" Id="R92b781875862407b" /><Relationship Type="http://schemas.openxmlformats.org/officeDocument/2006/relationships/slide" Target="/ppt/slides/slide1.xml" Id="R5f40a171506e44a7" /><Relationship Type="http://schemas.openxmlformats.org/officeDocument/2006/relationships/slide" Target="/ppt/slides/slide2.xml" Id="R359bc370e3214090" /><Relationship Type="http://schemas.openxmlformats.org/officeDocument/2006/relationships/slide" Target="/ppt/slides/slide3.xml" Id="R9021e88bbd454dc5" /><Relationship Type="http://schemas.openxmlformats.org/officeDocument/2006/relationships/slide" Target="/ppt/slides/slide4.xml" Id="R3cb6fb2bd5b04f22" /><Relationship Type="http://schemas.openxmlformats.org/officeDocument/2006/relationships/slide" Target="/ppt/slides/slide5.xml" Id="Raf0602a578d14aab" /><Relationship Type="http://schemas.openxmlformats.org/officeDocument/2006/relationships/slide" Target="/ppt/slides/slide6.xml" Id="R35a6055e23d04cc4" /><Relationship Type="http://schemas.openxmlformats.org/officeDocument/2006/relationships/slide" Target="/ppt/slides/slide7.xml" Id="Re72be8d49e0d498e" /><Relationship Type="http://schemas.openxmlformats.org/officeDocument/2006/relationships/slide" Target="/ppt/slides/slide8.xml" Id="Rabf9ac35c4b1422c" /><Relationship Type="http://schemas.openxmlformats.org/officeDocument/2006/relationships/slide" Target="/ppt/slides/slide9.xml" Id="R93cbce41670a4516" /><Relationship Type="http://schemas.openxmlformats.org/officeDocument/2006/relationships/slide" Target="/ppt/slides/slide10.xml" Id="R5b5f4cb573e547b5" /><Relationship Type="http://schemas.openxmlformats.org/officeDocument/2006/relationships/slide" Target="/ppt/slides/slide11.xml" Id="R685dd9f880684aaf" /><Relationship Type="http://schemas.openxmlformats.org/officeDocument/2006/relationships/slide" Target="/ppt/slides/slide12.xml" Id="Rcb8474e15e4c4288" /><Relationship Type="http://schemas.openxmlformats.org/officeDocument/2006/relationships/slide" Target="/ppt/slides/slide13.xml" Id="R3958439ee13142e0" /><Relationship Type="http://schemas.openxmlformats.org/officeDocument/2006/relationships/slide" Target="/ppt/slides/slide14.xml" Id="R98f7bc00cdb447da" /><Relationship Type="http://schemas.openxmlformats.org/officeDocument/2006/relationships/slide" Target="/ppt/slides/slide15.xml" Id="R2923a08801c04aa4" /><Relationship Type="http://schemas.openxmlformats.org/officeDocument/2006/relationships/slide" Target="/ppt/slides/slide16.xml" Id="R081afbbbc0894ff3" /><Relationship Type="http://schemas.openxmlformats.org/officeDocument/2006/relationships/slide" Target="/ppt/slides/slide17.xml" Id="R5c1c9e8cf78649ae" /><Relationship Type="http://schemas.openxmlformats.org/officeDocument/2006/relationships/slide" Target="/ppt/slides/slide18.xml" Id="R0b5d6819b4954ef3" /><Relationship Type="http://schemas.openxmlformats.org/officeDocument/2006/relationships/slide" Target="/ppt/slides/slide19.xml" Id="Rf90fb6e7870f42e4" /><Relationship Type="http://schemas.openxmlformats.org/officeDocument/2006/relationships/slide" Target="/ppt/slides/slide20.xml" Id="R1b821b9aad684e17" /><Relationship Type="http://schemas.openxmlformats.org/officeDocument/2006/relationships/slide" Target="/ppt/slides/slide21.xml" Id="Ra4586d65f65e44c1" /><Relationship Type="http://schemas.openxmlformats.org/officeDocument/2006/relationships/slide" Target="/ppt/slides/slide22.xml" Id="R1cc82e57d71f45cc" /><Relationship Type="http://schemas.openxmlformats.org/officeDocument/2006/relationships/slide" Target="/ppt/slides/slide23.xml" Id="R4f249c2ef41043e7" /><Relationship Type="http://schemas.openxmlformats.org/officeDocument/2006/relationships/slide" Target="/ppt/slides/slide24.xml" Id="Rf4d1881808dd48b1" /><Relationship Type="http://schemas.openxmlformats.org/officeDocument/2006/relationships/slide" Target="/ppt/slides/slide25.xml" Id="Racd73440c48e451c" /><Relationship Type="http://schemas.openxmlformats.org/officeDocument/2006/relationships/slide" Target="/ppt/slides/slide26.xml" Id="R8ec77f458bf54ca0" /><Relationship Type="http://schemas.openxmlformats.org/officeDocument/2006/relationships/slide" Target="/ppt/slides/slide27.xml" Id="R5166e10c8404476e" /><Relationship Type="http://schemas.openxmlformats.org/officeDocument/2006/relationships/slide" Target="/ppt/slides/slide28.xml" Id="R51cf6f099d434ff4" /><Relationship Type="http://schemas.openxmlformats.org/officeDocument/2006/relationships/slide" Target="/ppt/slides/slide29.xml" Id="R978d23b6fff143f3" /><Relationship Type="http://schemas.openxmlformats.org/officeDocument/2006/relationships/slide" Target="/ppt/slides/slide30.xml" Id="Rc2658fc8ed1f4b57" /><Relationship Type="http://schemas.openxmlformats.org/officeDocument/2006/relationships/slide" Target="/ppt/slides/slide31.xml" Id="R1a0340f51a684c4a" /><Relationship Type="http://schemas.openxmlformats.org/officeDocument/2006/relationships/slide" Target="/ppt/slides/slide32.xml" Id="Ra017767682ca473a" /><Relationship Type="http://schemas.openxmlformats.org/officeDocument/2006/relationships/slide" Target="/ppt/slides/slide33.xml" Id="R480b3d4c08994fb6" /><Relationship Type="http://schemas.openxmlformats.org/officeDocument/2006/relationships/slide" Target="/ppt/slides/slide34.xml" Id="Rd11927708d6f49af" /><Relationship Type="http://schemas.openxmlformats.org/officeDocument/2006/relationships/slide" Target="/ppt/slides/slide35.xml" Id="R7a97dd85064b40fc" /><Relationship Type="http://schemas.openxmlformats.org/officeDocument/2006/relationships/slide" Target="/ppt/slides/slide36.xml" Id="R13a2c0377c4f47ae" /><Relationship Type="http://schemas.openxmlformats.org/officeDocument/2006/relationships/slide" Target="/ppt/slides/slide37.xml" Id="R42536202f8644c8f" /><Relationship Type="http://schemas.openxmlformats.org/officeDocument/2006/relationships/slide" Target="/ppt/slides/slide38.xml" Id="R816c3765c7534d1b" /><Relationship Type="http://schemas.openxmlformats.org/officeDocument/2006/relationships/slide" Target="/ppt/slides/slide39.xml" Id="R8554b2fa0e174edc" /><Relationship Type="http://schemas.openxmlformats.org/officeDocument/2006/relationships/slide" Target="/ppt/slides/slide40.xml" Id="R6b83bf0c0ea84da1" /><Relationship Type="http://schemas.openxmlformats.org/officeDocument/2006/relationships/slide" Target="/ppt/slides/slide41.xml" Id="R131b6fd88d7a466d" /><Relationship Type="http://schemas.openxmlformats.org/officeDocument/2006/relationships/slide" Target="/ppt/slides/slide42.xml" Id="R4c00a3f2828a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84b9b24ea4a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759b1059f46e9" /><Relationship Type="http://schemas.openxmlformats.org/officeDocument/2006/relationships/notesMaster" Target="/ppt/notesMasters/notesMaster1.xml" Id="R4a4fa2fe96664d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fb92acd7334962" /><Relationship Type="http://schemas.openxmlformats.org/officeDocument/2006/relationships/notesMaster" Target="/ppt/notesMasters/notesMaster1.xml" Id="Re8438e747cc942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52ebdc0aa3404c" /><Relationship Type="http://schemas.openxmlformats.org/officeDocument/2006/relationships/notesMaster" Target="/ppt/notesMasters/notesMaster1.xml" Id="R7fe2080a18ab4c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c9c3b9d5a44562" /><Relationship Type="http://schemas.openxmlformats.org/officeDocument/2006/relationships/notesMaster" Target="/ppt/notesMasters/notesMaster1.xml" Id="R61ee2a406f0c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d79561fd14a6b" /><Relationship Type="http://schemas.openxmlformats.org/officeDocument/2006/relationships/notesMaster" Target="/ppt/notesMasters/notesMaster1.xml" Id="R995a7e47486e42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3b09eb2a347e8" /><Relationship Type="http://schemas.openxmlformats.org/officeDocument/2006/relationships/notesMaster" Target="/ppt/notesMasters/notesMaster1.xml" Id="R9dd3f88e80e84d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eb74f92fd24d97" /><Relationship Type="http://schemas.openxmlformats.org/officeDocument/2006/relationships/notesMaster" Target="/ppt/notesMasters/notesMaster1.xml" Id="R49d027a84bf4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cdddd8c254545" /><Relationship Type="http://schemas.openxmlformats.org/officeDocument/2006/relationships/notesMaster" Target="/ppt/notesMasters/notesMaster1.xml" Id="R71acb444905148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a7f2eab1fa4dbd" /><Relationship Type="http://schemas.openxmlformats.org/officeDocument/2006/relationships/notesMaster" Target="/ppt/notesMasters/notesMaster1.xml" Id="Rf5374e35b7824d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a2f864ce424a24" /><Relationship Type="http://schemas.openxmlformats.org/officeDocument/2006/relationships/notesMaster" Target="/ppt/notesMasters/notesMaster1.xml" Id="R8d0222686e9b40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2e35e53e25476f" /><Relationship Type="http://schemas.openxmlformats.org/officeDocument/2006/relationships/notesMaster" Target="/ppt/notesMasters/notesMaster1.xml" Id="R4637d174e2364d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200b72c97f49b7" /><Relationship Type="http://schemas.openxmlformats.org/officeDocument/2006/relationships/notesMaster" Target="/ppt/notesMasters/notesMaster1.xml" Id="Rf4d47208c12b4c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3c6af0a1514d89" /><Relationship Type="http://schemas.openxmlformats.org/officeDocument/2006/relationships/notesMaster" Target="/ppt/notesMasters/notesMaster1.xml" Id="R444dab82535b46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c307e1cb6d4654" /><Relationship Type="http://schemas.openxmlformats.org/officeDocument/2006/relationships/notesMaster" Target="/ppt/notesMasters/notesMaster1.xml" Id="R891a199a914348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df94451df14bc9" /><Relationship Type="http://schemas.openxmlformats.org/officeDocument/2006/relationships/notesMaster" Target="/ppt/notesMasters/notesMaster1.xml" Id="R7ce1ee7ae2c84a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c52d9fc8064657" /><Relationship Type="http://schemas.openxmlformats.org/officeDocument/2006/relationships/notesMaster" Target="/ppt/notesMasters/notesMaster1.xml" Id="Ra16d9af396774f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47cf4e3fa64095" /><Relationship Type="http://schemas.openxmlformats.org/officeDocument/2006/relationships/notesMaster" Target="/ppt/notesMasters/notesMaster1.xml" Id="R2208e91e889541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ad6261017c4f55" /><Relationship Type="http://schemas.openxmlformats.org/officeDocument/2006/relationships/notesMaster" Target="/ppt/notesMasters/notesMaster1.xml" Id="R09174459931643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77f3790f0c40e3" /><Relationship Type="http://schemas.openxmlformats.org/officeDocument/2006/relationships/notesMaster" Target="/ppt/notesMasters/notesMaster1.xml" Id="R16284d8542b24d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f5103124724a67" /><Relationship Type="http://schemas.openxmlformats.org/officeDocument/2006/relationships/notesMaster" Target="/ppt/notesMasters/notesMaster1.xml" Id="R4ea30e02527d43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e783198b954469" /><Relationship Type="http://schemas.openxmlformats.org/officeDocument/2006/relationships/notesMaster" Target="/ppt/notesMasters/notesMaster1.xml" Id="R54c482334ca541a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db744c2a4c4a06" /><Relationship Type="http://schemas.openxmlformats.org/officeDocument/2006/relationships/notesMaster" Target="/ppt/notesMasters/notesMaster1.xml" Id="R619ba48bf69647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19ca0a28a94b95" /><Relationship Type="http://schemas.openxmlformats.org/officeDocument/2006/relationships/notesMaster" Target="/ppt/notesMasters/notesMaster1.xml" Id="Refae4cab2e5d44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ae6771f9154557" /><Relationship Type="http://schemas.openxmlformats.org/officeDocument/2006/relationships/notesMaster" Target="/ppt/notesMasters/notesMaster1.xml" Id="Ra04680ce11ea41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ed94dee37f4ad3" /><Relationship Type="http://schemas.openxmlformats.org/officeDocument/2006/relationships/notesMaster" Target="/ppt/notesMasters/notesMaster1.xml" Id="R403372c2aba444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7347d780f91472d" /><Relationship Type="http://schemas.openxmlformats.org/officeDocument/2006/relationships/notesMaster" Target="/ppt/notesMasters/notesMaster1.xml" Id="R9ae4e1ca6bb640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647a2124ba4c01" /><Relationship Type="http://schemas.openxmlformats.org/officeDocument/2006/relationships/notesMaster" Target="/ppt/notesMasters/notesMaster1.xml" Id="R90309e0657b649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58fa78fbb04ed0" /><Relationship Type="http://schemas.openxmlformats.org/officeDocument/2006/relationships/notesMaster" Target="/ppt/notesMasters/notesMaster1.xml" Id="R7cbb747dbc0a466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b71818486824530" /><Relationship Type="http://schemas.openxmlformats.org/officeDocument/2006/relationships/notesMaster" Target="/ppt/notesMasters/notesMaster1.xml" Id="Rafff2e77ee2d479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c90919b2384b4d" /><Relationship Type="http://schemas.openxmlformats.org/officeDocument/2006/relationships/notesMaster" Target="/ppt/notesMasters/notesMaster1.xml" Id="Rb3ba47303824430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f5c1f2ac594254" /><Relationship Type="http://schemas.openxmlformats.org/officeDocument/2006/relationships/notesMaster" Target="/ppt/notesMasters/notesMaster1.xml" Id="Rad795f5c52564c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1116198b5d4af9" /><Relationship Type="http://schemas.openxmlformats.org/officeDocument/2006/relationships/notesMaster" Target="/ppt/notesMasters/notesMaster1.xml" Id="Rcf42b034d3714b3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2b56f6950b4284" /><Relationship Type="http://schemas.openxmlformats.org/officeDocument/2006/relationships/notesMaster" Target="/ppt/notesMasters/notesMaster1.xml" Id="Rfc87af6b403e43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047134b6ba04e3e" /><Relationship Type="http://schemas.openxmlformats.org/officeDocument/2006/relationships/notesMaster" Target="/ppt/notesMasters/notesMaster1.xml" Id="Rd446df3083f94c9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e90e924f7744bb3" /><Relationship Type="http://schemas.openxmlformats.org/officeDocument/2006/relationships/notesMaster" Target="/ppt/notesMasters/notesMaster1.xml" Id="Rc734d8b4bdde40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fccbaa9f789445b" /><Relationship Type="http://schemas.openxmlformats.org/officeDocument/2006/relationships/notesMaster" Target="/ppt/notesMasters/notesMaster1.xml" Id="Reff1bb91343b4c0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3c6e8a3a9f34dbe" /><Relationship Type="http://schemas.openxmlformats.org/officeDocument/2006/relationships/notesMaster" Target="/ppt/notesMasters/notesMaster1.xml" Id="R269c8d34d97f417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a1e4de52e904199" /><Relationship Type="http://schemas.openxmlformats.org/officeDocument/2006/relationships/notesMaster" Target="/ppt/notesMasters/notesMaster1.xml" Id="R4b0171cf151546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b9ecc518b204bc9" /><Relationship Type="http://schemas.openxmlformats.org/officeDocument/2006/relationships/notesMaster" Target="/ppt/notesMasters/notesMaster1.xml" Id="R539e7ac9890b4d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9dbe852d21147b2" /><Relationship Type="http://schemas.openxmlformats.org/officeDocument/2006/relationships/notesMaster" Target="/ppt/notesMasters/notesMaster1.xml" Id="R87052fafb4614b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d0590877c324030" /><Relationship Type="http://schemas.openxmlformats.org/officeDocument/2006/relationships/notesMaster" Target="/ppt/notesMasters/notesMaster1.xml" Id="Rd26ea9982dc24f6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909869e131c47d1" /><Relationship Type="http://schemas.openxmlformats.org/officeDocument/2006/relationships/notesMaster" Target="/ppt/notesMasters/notesMaster1.xml" Id="Rdb755d55503947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840abcfed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8dbe4d115a490f" /><Relationship Type="http://schemas.openxmlformats.org/officeDocument/2006/relationships/slideLayout" Target="/ppt/slideLayouts/slideLayout1.xml" Id="R69e17c54704e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17c54704e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f35a979714c2d" /><Relationship Type="http://schemas.openxmlformats.org/officeDocument/2006/relationships/notesSlide" Target="/ppt/notesSlides/notesSlide1.xml" Id="Rdc0f537334c94a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7b33931c14164" /><Relationship Type="http://schemas.openxmlformats.org/officeDocument/2006/relationships/notesSlide" Target="/ppt/notesSlides/notesSlide2.xml" Id="Rfe2bac6b433441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3f18b89e4709" /><Relationship Type="http://schemas.openxmlformats.org/officeDocument/2006/relationships/notesSlide" Target="/ppt/notesSlides/notesSlide3.xml" Id="R550d4161ad1e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dc071b7394c1b" /><Relationship Type="http://schemas.openxmlformats.org/officeDocument/2006/relationships/notesSlide" Target="/ppt/notesSlides/notesSlide4.xml" Id="R7319f35ef23b41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54d34c1b24fba" /><Relationship Type="http://schemas.openxmlformats.org/officeDocument/2006/relationships/notesSlide" Target="/ppt/notesSlides/notesSlide5.xml" Id="R07af8d881ce8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1a7465a1e4684" /><Relationship Type="http://schemas.openxmlformats.org/officeDocument/2006/relationships/notesSlide" Target="/ppt/notesSlides/notesSlide6.xml" Id="Re24342cab115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f31ff12084bd5" /><Relationship Type="http://schemas.openxmlformats.org/officeDocument/2006/relationships/notesSlide" Target="/ppt/notesSlides/notesSlide7.xml" Id="R412193928d7241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a141be2dd4205" /><Relationship Type="http://schemas.openxmlformats.org/officeDocument/2006/relationships/notesSlide" Target="/ppt/notesSlides/notesSlide8.xml" Id="Rf53fc3e05f4f46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39f5ac6e14b2d" /><Relationship Type="http://schemas.openxmlformats.org/officeDocument/2006/relationships/notesSlide" Target="/ppt/notesSlides/notesSlide9.xml" Id="R18ad8b8f7bdb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489a4ddf54130" /><Relationship Type="http://schemas.openxmlformats.org/officeDocument/2006/relationships/notesSlide" Target="/ppt/notesSlides/notesSlide10.xml" Id="R432b10070e3641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cdab8e0654f1d" /><Relationship Type="http://schemas.openxmlformats.org/officeDocument/2006/relationships/notesSlide" Target="/ppt/notesSlides/notesSlide11.xml" Id="Rbfee46eb0bec47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b8cc7f71443b" /><Relationship Type="http://schemas.openxmlformats.org/officeDocument/2006/relationships/notesSlide" Target="/ppt/notesSlides/notesSlide12.xml" Id="R5ee5106ed8d847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23fc05bbd43fb" /><Relationship Type="http://schemas.openxmlformats.org/officeDocument/2006/relationships/notesSlide" Target="/ppt/notesSlides/notesSlide13.xml" Id="Rcfae8f052c4f4b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228bd95442d6" /><Relationship Type="http://schemas.openxmlformats.org/officeDocument/2006/relationships/notesSlide" Target="/ppt/notesSlides/notesSlide14.xml" Id="R0d52a99350494c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99b00ad33480a" /><Relationship Type="http://schemas.openxmlformats.org/officeDocument/2006/relationships/notesSlide" Target="/ppt/notesSlides/notesSlide15.xml" Id="Rba5c73a6d91c41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58f0ea16d4409" /><Relationship Type="http://schemas.openxmlformats.org/officeDocument/2006/relationships/notesSlide" Target="/ppt/notesSlides/notesSlide16.xml" Id="R56049f52ebca4e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ad8ac6cab4cc8" /><Relationship Type="http://schemas.openxmlformats.org/officeDocument/2006/relationships/notesSlide" Target="/ppt/notesSlides/notesSlide17.xml" Id="R4ba53b9bf1a847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785e507004442" /><Relationship Type="http://schemas.openxmlformats.org/officeDocument/2006/relationships/notesSlide" Target="/ppt/notesSlides/notesSlide18.xml" Id="R51d72373e1154c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5535bbd1643b9" /><Relationship Type="http://schemas.openxmlformats.org/officeDocument/2006/relationships/notesSlide" Target="/ppt/notesSlides/notesSlide19.xml" Id="R7872fe805ad540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5d35f4daf47ff" /><Relationship Type="http://schemas.openxmlformats.org/officeDocument/2006/relationships/notesSlide" Target="/ppt/notesSlides/notesSlide20.xml" Id="R907641eab79041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72d820caf4a3e" /><Relationship Type="http://schemas.openxmlformats.org/officeDocument/2006/relationships/notesSlide" Target="/ppt/notesSlides/notesSlide21.xml" Id="Rf993729ec4b242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739b806949e1" /><Relationship Type="http://schemas.openxmlformats.org/officeDocument/2006/relationships/notesSlide" Target="/ppt/notesSlides/notesSlide22.xml" Id="R7ed7567ea22b45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18d199744071" /><Relationship Type="http://schemas.openxmlformats.org/officeDocument/2006/relationships/notesSlide" Target="/ppt/notesSlides/notesSlide23.xml" Id="Ra970be55429147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bf1b584254622" /><Relationship Type="http://schemas.openxmlformats.org/officeDocument/2006/relationships/notesSlide" Target="/ppt/notesSlides/notesSlide24.xml" Id="R4fe321d69a9943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891ec98d94a21" /><Relationship Type="http://schemas.openxmlformats.org/officeDocument/2006/relationships/notesSlide" Target="/ppt/notesSlides/notesSlide25.xml" Id="Rd4c51269ba6340c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09f7d7ab45ac" /><Relationship Type="http://schemas.openxmlformats.org/officeDocument/2006/relationships/notesSlide" Target="/ppt/notesSlides/notesSlide26.xml" Id="Rb7ec1122716f472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84a1c79c3471e" /><Relationship Type="http://schemas.openxmlformats.org/officeDocument/2006/relationships/notesSlide" Target="/ppt/notesSlides/notesSlide27.xml" Id="R6dd93bf3c1a04c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713bb20d64bbe" /><Relationship Type="http://schemas.openxmlformats.org/officeDocument/2006/relationships/notesSlide" Target="/ppt/notesSlides/notesSlide28.xml" Id="Re20932fd2cb14a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a2da0af604d56" /><Relationship Type="http://schemas.openxmlformats.org/officeDocument/2006/relationships/notesSlide" Target="/ppt/notesSlides/notesSlide29.xml" Id="Rf673cbb1f07d4c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f6579a78d4c3d" /><Relationship Type="http://schemas.openxmlformats.org/officeDocument/2006/relationships/notesSlide" Target="/ppt/notesSlides/notesSlide30.xml" Id="R133a0c31b3fc46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f5c34f3c843ca" /><Relationship Type="http://schemas.openxmlformats.org/officeDocument/2006/relationships/notesSlide" Target="/ppt/notesSlides/notesSlide31.xml" Id="Rdf3b8823c6a749f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81517aa814803" /><Relationship Type="http://schemas.openxmlformats.org/officeDocument/2006/relationships/notesSlide" Target="/ppt/notesSlides/notesSlide32.xml" Id="Rbe9bab0306f9453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76e718eec4449" /><Relationship Type="http://schemas.openxmlformats.org/officeDocument/2006/relationships/notesSlide" Target="/ppt/notesSlides/notesSlide33.xml" Id="R01254b5d81a6436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29ab28a6d4fab" /><Relationship Type="http://schemas.openxmlformats.org/officeDocument/2006/relationships/notesSlide" Target="/ppt/notesSlides/notesSlide34.xml" Id="Rd31f7dbd7afc4da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7b30dbac14b4c" /><Relationship Type="http://schemas.openxmlformats.org/officeDocument/2006/relationships/notesSlide" Target="/ppt/notesSlides/notesSlide35.xml" Id="R2d205a41dd864ee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26ef4fcb04a97" /><Relationship Type="http://schemas.openxmlformats.org/officeDocument/2006/relationships/notesSlide" Target="/ppt/notesSlides/notesSlide36.xml" Id="R6b6f02dd23ad425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e3325bbac4e57" /><Relationship Type="http://schemas.openxmlformats.org/officeDocument/2006/relationships/notesSlide" Target="/ppt/notesSlides/notesSlide37.xml" Id="R7ff7867d588c4a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6993f5300408c" /><Relationship Type="http://schemas.openxmlformats.org/officeDocument/2006/relationships/notesSlide" Target="/ppt/notesSlides/notesSlide38.xml" Id="Rd501cf33ec6b49a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12688c5b447a1" /><Relationship Type="http://schemas.openxmlformats.org/officeDocument/2006/relationships/notesSlide" Target="/ppt/notesSlides/notesSlide39.xml" Id="Rb208f4895851433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392bd64cf4285" /><Relationship Type="http://schemas.openxmlformats.org/officeDocument/2006/relationships/notesSlide" Target="/ppt/notesSlides/notesSlide40.xml" Id="R808b323eb5fd4bc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bd467f97e4a0b" /><Relationship Type="http://schemas.openxmlformats.org/officeDocument/2006/relationships/notesSlide" Target="/ppt/notesSlides/notesSlide41.xml" Id="R238d19237caf4f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27bc76f074d31" /><Relationship Type="http://schemas.openxmlformats.org/officeDocument/2006/relationships/notesSlide" Target="/ppt/notesSlides/notesSlide42.xml" Id="R253762f4f64e4d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5336E-5D10-48D3-9607-92E17847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11CA6-7BB8-4C8A-8664-2ADBAFB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Coplanar force system: Basic dimensions and units, Idealisation, Force, Classification of force system, principle of 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1CE42-BD97-4047-8FC2-874A01D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CCEFA-61AD-43B8-9AFD-66EAE115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317B6-E714-4EC8-9C6A-1FE0E5F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27446-1C51-4696-B739-B453360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779A8-7A93-43FF-8A87-3C8F149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F8D9A-A7CB-4C94-9815-DB68602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7E803-B748-4235-AE73-FB197BD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8EC17-955A-456A-B932-8CAEEA9A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1C847-4C5B-4FB1-AEA2-1FA99E86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88948-7C29-4B1B-B335-FB49D729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71846-B635-4580-91CE-0C57E698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13281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0066A-DDA9-4307-A4E0-51EE4C1D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B249C-7782-4144-A063-114071F1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565E9-AC9A-4654-A222-DAFE21C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F6EC7-DDBD-4E18-A7FF-97A022C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4C26E-9F00-4692-A7DE-7E49124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8147E-4F00-48EF-BD97-3836037A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3F973-600D-4A4B-A7F5-A7415C7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99596-EF4C-4AC9-A378-EFE70F0F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E09CF-34F8-451C-AC10-87C923F4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7F1AE-530E-4749-92B1-D231189D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165A9-7F88-4D1B-A35D-C30DE804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59A09-A7DA-408D-AA9D-E17F5425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A0900-800A-49DD-8191-029C6AA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435F2-570A-418A-8F8E-1B37AD8E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DB7B8-81FE-4AF8-AE80-AE2C934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15644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B1B70-2E55-44F3-A18D-4174F808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27C55-1755-4A6F-9ECB-F41EE8D3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65C09-80A3-444B-9B11-96FFA7A4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B577E-0C99-478E-A955-7847654E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8766E-7310-45E5-BC37-FFAD8E88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B5EAD-BECA-4C18-9689-05E83DE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93A8E-E387-4926-9B0F-EBF2437C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588A4-6D05-4BBC-A32F-B2E52A43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BAFAA-F941-4D84-8E20-2E83784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Coplanar force system: Basic dimensions and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BF12E-5651-4ED3-AD2D-AA61226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929EF-5682-4781-9409-506733B1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598A3-A868-46DE-800E-93A1C26C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Idealisation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34E55-5301-4116-83BC-68CBE2DC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64462-6599-40B3-A899-CEAB67BF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63E62-F879-4B7D-986B-C000C3E5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Classification of force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973E5-BF42-487B-BC69-C1BD187A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A8262-6A19-487B-9497-5F0BBDED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5E258-0019-46D0-8445-04ACB4A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 of transmissibility of a force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4323C-E46E-4D6C-A331-BC3CE5C6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76032-34EB-4C7E-87EA-FC0ECE49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8FFD1-227D-40D3-9BB7-05B36287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Composition and resolution of forces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48A9A-39A4-4E29-91AE-16FD9B46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8F14E-4685-4436-92CA-D491D74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5F47D-2AD6-4C7A-8ED0-80EA3B4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Free body diagrams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99BEE-7796-4DDD-82B4-755D25C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C7571-EF75-42EF-8190-743D8CE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7DA90-EB62-41EB-930A-71014BD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Resultant of coplanar concurrent and non -concurrent forc...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AFC91-9C96-41B2-9879-534705D5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EA1F9-342D-4835-9529-8F737EF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3A7E8-951E-4FF7-863B-11F2FA58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Couple and Characteristics of couple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CE906-B776-40C2-B7F4-5F16BFA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8C263B-BEE2-47B7-8CD2-E151CB2C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78813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683CA-484E-4BB6-AFB6-D1FEAC1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898FD-DF72-4CED-963A-75ADF3AE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E8F3A-31B4-4EE6-87F5-2EA4F4A2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1EF9A-BEA9-42F3-873F-1E2FB8D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DBF83-0828-4394-A11B-8A66420D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D74D2-A4DE-4F70-8A16-0245F25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AC60A-566C-45D2-9A2C-C1010666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3304B-925D-494D-9F5E-DA20140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Coplanar force system: Basic dimensions and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C240D-5DBF-4217-9C35-B0089D9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9BA7A-36C6-4362-9D18-4D64947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EEC54-0678-4F4B-A553-3C1913D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Idealisation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1E08B-B606-4011-B7B0-BBA3B153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C3993-6DF3-4C62-8481-45269BE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98502-DADA-4617-A287-D4E73D6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Classification of force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BC126-9CB3-45C3-A51A-99606DEA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5389B-0607-40CC-9CAB-123A12C7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2551F-2B05-4719-BE9E-89BD2116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principle of transmissibility of a force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53EA0-9EF8-45D0-8966-626A22F7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9DBCC-B21B-495E-AE68-BB604CDB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730FC-30FD-4444-9F78-59B1507E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Composition and resolution of forces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8E191-A70C-4CF3-9987-77EF391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A8462-7164-44E9-8869-2E2A5DE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73903-A176-4876-8C3F-9D7447C0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Free body diagrams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C3E44-CD6F-480B-9920-34468B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A4D73-4481-4E11-B12F-191E466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6C8FB-94EA-43B5-B0FD-233F2FD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Resultant of coplanar concurrent and non -concurrent forc...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F9C0B-3170-4856-AAA2-D6C444C6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E5990-67BA-496A-BD96-4F5FB50D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1B6B6-F0EB-4638-B25A-96F011F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80667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CA79-1A55-420D-B37F-D09A78EB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C11B1-AA34-4F07-B78C-0BB5A480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DD6BA-150A-4407-A875-097223F9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4E29A-ED93-4EB0-A7FB-0FB6C79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788C8-5D12-4220-8B81-5DBAB83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Coplanar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5E22E-CB2D-4166-AB4E-7672C79B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B5685-679D-4D5A-84AA-2332DC8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dimensions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A519A-9B81-455D-8B8B-AB8ECBA6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3F55B-1D63-4376-A5BD-EBA56EA8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Idealisation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AE6D2-ED90-41DB-9331-77F72E9E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F8D5E-3357-48AF-A0AE-303D2CF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transmissibility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9B935-FDE3-4881-B394-3548D9A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5AADC-1C60-485D-864C-09810729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5F404-BFCF-438E-87BD-465A9BF6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CF7F9-0F45-4C5F-AFA2-25C01469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5B578-D6B4-4307-810B-93DD4311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673452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B5A2C-30C5-49BC-B3A0-B43CB75B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A26B1-0867-4FDE-ADCB-F998AD78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8D8D5-6BDE-44A5-8677-009F60E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18546-EBF7-4455-B386-4F1BB771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A8F26-0BFD-43DC-9E67-32434D09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Coplanar force system: Basic dimensions and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08451-B0EB-4A06-A9EE-D96ACFD3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Coplanar force system: Basic dimensions 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52368-FC11-4730-93ED-BBAB98B7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46F24-2D2C-43C4-ADE5-F30C4AC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8A8C9-559D-490D-86E8-90344B65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722A1-F596-4005-8118-0B655F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E2301-7DCF-4DCF-88B3-BB9BA80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CBFEF-D037-4DB8-A85D-F38E08C0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B1AD-A5DE-4CAF-A3DD-E3BA08F0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E2DF0-2FE2-4668-98A6-2BE8A050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8428D-F4F1-4EFC-BA46-E746ADE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1DD49-2F1B-4641-AD21-546EBBB6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42633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21AC7-2BA0-46F3-B717-57BE9277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0D452-80AA-4D48-84BE-D1B8A5E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40908-2851-43A0-B94B-3F48A443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9BC2D-1A07-4483-ACA3-3EE9758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6C6B6-41D4-423A-9D2F-855977C2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A8258-4F62-4CDE-9739-85793CC0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1BF70-26E7-46E6-8345-52085A63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C6F9-4955-4E84-A015-8ED90181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22CCE-EA3E-450F-A138-BDAA31E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Coplanar force sys...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8C0C0-8376-4C74-8375-CC210B8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2D80-968B-4AE0-9BCB-8DA9EC7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9872A-C5B2-4784-88CE-89A914BB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Coplanar fo...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436B5-DC91-499F-89A5-1274737C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35C81-8555-4C39-826C-64678226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EFE11-8999-4BFC-B732-87D3F736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Coplanar...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C9F02-0953-4CEA-8E09-FD962F7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A511E-A8A6-4423-B216-CD488B07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ECB97-10BE-435C-89F2-4BADA15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Coplanar force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4DBCE-EEF6-4E48-9520-18423EEC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4D174-22CE-400D-A5E5-7653B480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51C28-B69C-4FDE-A5B3-E817A8C1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Coplanar force...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77FD2-77D4-4E22-82A6-699AF67B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6F8FB-9A42-48A5-BFE9-FE9D8778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40105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D4FCC-C2D1-4C88-8AFD-0CBE849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D628-F027-4D87-A078-94B619A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96A2D-D954-42B7-8DF3-5B7CC6FB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891F9-BCCB-4F57-93F0-82289A46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3888F-B6E8-463D-BB46-7386747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04A4-78CF-4862-8833-787004B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9860C-E99F-489A-A96C-DB97A0C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6B450-4AD3-4D57-AE8E-80F377AA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5CE42-A5AB-4560-9CAA-6416303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4AB73-72EC-430D-9EB3-B866FDAF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F3BD0-646B-4D10-ADD6-4F52681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7E1B9-FC66-4B48-B129-D840157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51FCD-9229-4834-89B8-80221B9E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8EF7B-C410-4187-98C3-9FA9CDF8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C62A7-0CF1-4527-811B-75116021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76047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0D522-688B-4A6C-95B9-B22ED83F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C7585-A9ED-4796-BD22-5729EAC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D461F-BE78-4444-AF1E-C5DC557C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51C3-653C-402D-AECA-1AB45E5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8EDFC-142D-432F-8CB6-44364AD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4DEC7-0DFB-41D4-AE72-006CEEA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Coplanar force system: Basic dimensions and units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8B34F-B0A3-46AF-B994-2C498D80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EC80F-FCEB-450B-B152-3826CA9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4B0F0-5D51-49CD-8002-A877B5FE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50E9C-13EC-4211-9667-ECE091D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28D6C-DCB7-45B3-B4C8-D5E14BF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53236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8DF1D-C154-47B7-8673-1DB524D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AFE1C-9BD4-49F1-8F4B-78ABC730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759DC-4197-465F-AD05-692CC70A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6FD21-C7A6-4654-BB54-57CC9AB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77204-0971-48A8-B336-7003D00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Idealisation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9708-228A-4614-BD17-F2B11C7B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Idealisation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95ACC-0D8A-42EA-AF62-2457A38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48BC9-39D8-409C-9364-D8EA2D3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7F246-DFAF-4BB5-999C-3CC5EDD2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5FAF5-8198-44C7-AC61-D1D78FDE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847E5-0803-494C-8237-2DD66BAE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DFC73-0280-4AE1-917A-2084184E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A7425-644C-471C-9F52-766620FF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8DBE0-5B3E-4DBC-8BF2-F895333E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D7B07-6635-4182-AF02-E5A3FCF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6CCAF-DBBF-49AF-A2E5-0EC96C12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41346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7F035-B56F-4AD7-9FE9-D4ABD948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1559C-6751-44CB-8B68-0A7DD13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23968-E79C-4898-ABA7-67634A8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39F87-1A53-46F9-BEBF-FD28941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AD31-250F-488F-8BAD-33A1505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A0FA6-F5F9-4662-9107-0746E7E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1E41D-9138-45D5-AFEC-B120FE5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2EA02-5E91-4BCA-A9DB-23A7FA0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E7419-5396-4DE3-A3D6-E42E1C1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Idealisation.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A4539-5BDF-4A90-B33A-45928E9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36EAC-610F-457E-80F2-46FA987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84548-4F7A-43D0-9BAC-B172A869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Idealisatio...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5A0EB-EA4D-4E0C-87A7-CE46A9E5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4F1C6-E551-4085-95CC-4710010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CD168-752E-444F-BB51-E7BFBF64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Idealisa...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BA854-1B95-4E77-A042-5BBEF06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6EB77-F6D2-4E7D-B4BB-0A0D69A1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05FAA-B39F-4020-B638-56AE387D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Idealisation.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39D8F-8D3F-42E3-87A2-842AD5C4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0515A-EC2C-43A0-8098-71CEAA50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00482-C8B7-47C2-8839-49E0440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Idealisation.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8A2DE-4C61-46A7-AE7F-976A2E9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90391-BB72-42AC-8C34-B6756720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41923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A4016-2E62-481A-BB8C-6A558A24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D9E62-8D82-447F-8847-52972D67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C8A69-2D85-44F5-855E-1522B66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10160-488C-40E8-81F7-B8A8051D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0F8F7-06DA-4275-9AE3-0857CAF2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A05D5-3EB2-4A0A-BA6A-A3195F49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58A70-303D-4B7F-B7BA-1FBE8A0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F81CA-1340-4850-A912-2DD4570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F99EE-92BD-4D7C-B81D-C05AD318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77499-9BB4-4264-8834-41F54610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60ABD-F2B6-4703-AA47-C22D4E9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BE0F8-6DAC-40B7-AEAF-B85A7BC0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32B74-C60D-4CAE-9697-A66D208E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57437-52B5-4B53-88D8-2994F221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43286-6EAC-4C18-8EE7-F7AE49A1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692719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31BEC-3EC9-4C09-8957-E0E0860A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7CFAC-388B-4173-B8FD-1CEE169C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C8E24-7550-4770-8292-48E61397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A6CE2-0717-4976-8E1F-1AC6E7DF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B172F-ABE2-486A-80F6-D03C6564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65A73-A77C-41F2-9144-C1644AB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Idealisation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96489-02E7-4C1F-BF32-7ABF581C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854C4-7031-4CF0-91B0-A280A25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F7757-3FC8-41B4-807C-6D7DF0E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92819-1921-423C-A27D-3E09A7A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93A2B-B08C-4283-8C45-5031A8A1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084774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D24B1-49DD-4385-A927-9B3F18AE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C28DB-CAD6-4A04-BE6A-6EE699C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922BA-A024-4978-996B-6FB8652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DC582-4F19-45DA-98F1-3391480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E7653-1599-4421-9248-CD645EC7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Classification of force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D2D4E-9B09-4775-B1D9-7D2AA52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 of force system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7AB9E-B4FC-464D-8403-7AE96D37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8C1DB-8EDD-4C89-815D-DF1CCDD9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C3493-9D18-47D0-BBAF-B106591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C331-B63E-4DFB-B48B-391C2A37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2C3A2-2F54-463A-823C-2F7D8B20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07D09-BEEE-4049-9B61-5045FBB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5D44A-B742-41E3-8A52-1512DB51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4747A-5B9A-4EB2-BF2D-5D09469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464C8-26D6-4654-ABC2-E58627A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4BA53-064D-4F7C-989A-CB9A39FB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601318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F5AA6-0235-4045-96F0-2623278A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13655-7336-4D1E-9D3C-1F929715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A3FC8-3A89-422E-96D0-6E1BA03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6DDD8-3082-48D8-8FE2-F48C2819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CA6F9-E429-4524-96E8-4159CFF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89248-44A0-4E9E-95E0-45C8E2B0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8218E-010D-4ED2-B881-33506C5A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5A149-BBF8-40D5-8A28-3BA3098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4062A-64C0-4F28-93EE-0A6B0884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Classification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50D72-1AB6-4BE0-BA42-92552AD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41B03-9CCF-483C-B1AF-7DDB5660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99212-C812-42E9-8D15-1AA7BC60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Classificat...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F25F8-B5A9-44D3-A499-4F559B3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AB845-25AE-41C5-A356-6B3BD127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42911-C82F-4A72-9992-6F109F7A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Classifi...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9F493-F8EB-47AD-9F41-63079189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456CA-531E-47AE-872C-3DD08E7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F3B38-B2F7-4D75-9F63-E65977C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Classification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52BF9-179A-459A-B411-79DBDE6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4EA00-879C-448E-8F1D-2D995C9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149FE-A3E5-446F-AA79-907F95A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Classification...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DE7E9-AB86-4C38-A5AA-054DF5E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8FD97-DEBB-45F3-BC4C-EF839A21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765809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D8B90-DD52-448C-BF0A-CA71D695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29E88-5532-47DF-87F1-178B11C7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B9FD9-F684-4224-AE6F-3C81CF02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2706D-83B6-49FA-8790-F8AE16AB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24664-77A1-4146-8211-E911B0E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F5917-30B5-4F41-B24D-8DC23BA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99F90-B099-46BD-8A21-D1A10D43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22E81-6221-4640-9615-30060BC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C911E-CE69-4CAD-8667-11ACD5B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29DEE-7D7F-436A-B1E3-BB88187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4CAC3-A401-404F-BC21-C34937C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EB814-011F-4C92-A481-CD32B2D2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4782C-B3A5-4B4E-B68B-F0663074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5081B-EE8A-4AC3-8A24-AFF75AEC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F048F-BC85-4108-91A3-FAFA0FC5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357542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4409A-AA6C-4A1B-8D4F-3904DDF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E4145-2B07-4187-85F0-B784030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B4768-E4D8-42BE-B52C-99AD1B5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1E046-C5A8-46F5-8173-82C71CB7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B2A8F-3B81-4620-87A4-878608E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DC405-C147-4443-9874-855A359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Classification of force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94509-D23F-4DF3-8464-4614E22F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13578-9814-4EE6-A4BB-4DDD372F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09EAD-E5F4-428B-9C72-B96E33F5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35519-89B2-4288-8AFB-F8BB2E2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9B181-FE66-45D3-8DCC-5A7FF881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23478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CB19D-8FBE-43D3-8063-1A89A32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59B4B-C8C2-4328-9637-4F39930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8665-73E1-4112-AB7F-7F4BDC0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94D51-0BBE-4708-B8F7-8A509FF9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B88D0-ADDD-4825-B795-91FC7FCA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 of transmissibility of a force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8612E-167B-4347-8797-B0EBFCB9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principle of transmissibility of a force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1DBBE-62CF-4F50-87BD-F4ACE87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A82D2-B728-4AC0-81CF-5E22882C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4514D-BE7A-471B-865A-747AA14F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72759-C0E8-4342-BD75-5AA8951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D55B8-5CFE-44CD-8303-03B134A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92C38-549F-467F-AB7B-1790D65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9B7EB-7D9E-4E18-B763-75D27159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7B7EB-4A45-4FC1-A563-CCE426FA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670D2-9995-4F1E-B2FB-C50C4A1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8D74A-D34F-4B11-B550-D3BB0F3B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543288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763AA-1A14-4574-A60F-6DEBAACC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2F900-FBFA-48D8-912B-2DC381BC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A033-5260-44BC-9F16-BC06D1B7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FCFDB-38EB-4A47-8E5D-760C6448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605F0-3F7B-494A-9C99-34C4BBC3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D6783-442C-4DC1-9B5D-4F150723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6B0D5-81DC-4E65-9398-4A8F506E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E331-47F0-4A15-ADA8-B9D59206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1F89-7E37-4070-8A0F-976ADD4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principle of trans...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93D1B-1790-497C-9841-7CC2FAC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EC22C-4AE7-4BC1-9B1B-C5E8B59D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B58D7-D9B6-4FCD-B0FF-472B798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principle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4B76D-682F-43FB-AD3F-8B16B5F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57E7A-1088-49D5-BA12-94F13DD9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99DD9-DFC9-4D47-BBD4-008D8CB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principl...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385A9-3536-40D7-85E8-0A7C3D4A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8D633-4793-40F7-A4D9-95728AB6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BBC49-C06E-4D9A-97B1-A6908F5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principle of tra...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679B9-9CD0-47BE-AB27-9F329722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44655-2034-4780-8BF7-64F8A7C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8C1C3-8556-4292-8141-4946745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principle of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8F7C6-D514-4284-9CDB-50EB1E8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A0046-0095-4CFB-9A51-9E5F8770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667750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88061-14D2-49A0-914B-63240181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27F62-E621-41FF-97C4-E4D571F7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91450-697F-4120-97F3-86C8E42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152AC-6BED-457B-A403-AF0197F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F81D0-AFE3-409A-8DF4-57B963A5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4A46F-88D1-4103-BA1E-AD32DB2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6ADE5-1855-435E-86B9-90D52B1D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61FB0-0823-495F-AC67-9087154F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9838A-684F-4975-962B-F79A9318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BCA95-B7DA-4113-ACAE-8AC0537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CB5E0-1B22-4528-85BB-49F53C9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09F6E-B4D9-467D-BD19-82119E17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636EE-F328-44EC-A75E-79EB1C94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FC45F-DBD5-4D05-8317-7CA3F4B0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C4F59-D0F4-4E38-9346-200BE8F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401246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D5F55-60F1-4D88-865E-8FDCFD2D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DDBD2-78F0-40B3-BB00-67C0C25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8D4FC-0C99-478B-B8F9-9B680C4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91475-47C5-4283-B738-C3B7A58B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FEBE3-8DF0-4D78-965D-C5DB14A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2D660-6257-4572-BC8C-752CAC4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 of transmissibility of a force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9D7A2-49F6-401B-986C-8E23D4C5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200E0-3E77-49C7-9475-7B06335D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2C347-9876-4FCE-8DC6-0D2125AC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83285-8F62-4D78-9238-AF6C967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8F853-1C2E-4060-A86C-E6E6FD95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498094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FE445-CF9F-4CAC-B67E-AAF74C5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1B430-22A9-4FB1-A168-7FD5FA7B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5FA5-3098-4D34-BEA4-42ABB95D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C4319-5321-4379-B0DE-70B52612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6DE88-A5F1-44AA-9CDA-54A407D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Composition and resolution of forces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694D-B9B7-4DE9-A138-D2818FF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Composition and resolution of forces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BA324-F50A-483C-A47E-C8F466B5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E26DB-40DF-4095-99C9-8F3EC46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20C3E-D252-4ED3-A1A4-5D621A10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F4BF5-ACE1-4315-B298-ECE67239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CA8CD-A087-4EE0-84FD-C4F968A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BA603-8054-41AE-9C2A-8B138557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5E02C-2D2F-4DB6-BEFA-525F5944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6F7B1-FE78-4C7F-A78B-9F02AF1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0E5E2-3144-466A-A336-BA0D9BAF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1771C-4C8F-4DBC-A511-20EB037B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08714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34B5C-7CD2-4167-86E1-D535769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569BE-EA7F-408F-A98B-D2DB2470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EAE57-B2A1-4A94-AD10-791564C3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EBC82-36E1-4281-B204-FE38390B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9BD1A-AD59-474F-BF29-F949C23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F72A5-DE58-4DDF-9FBC-31EB829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02014-7A35-4D8A-A29C-2B3CCFF8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F215B-DBA7-496D-9F33-64D07EA7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3054F-2312-47DB-B37E-0B03781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Composition and 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22EA0-22CE-44E9-8786-7EDC72F6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10523-4FBF-479C-849E-B3E6F7D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7216B-3DAD-410B-B6DC-D1135526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Composition...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B1D7A-D741-43C9-B9D7-AB6B42E2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2B7C9-236E-40B1-91F7-663CFB6D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C5990-BFC5-43A1-BB9E-96F58A77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Composit...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DE4FF-2598-4575-B483-2093E60E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F51B4-D2CF-45AD-B5C3-FA938C0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A9CDD-D67D-44C1-B6B6-FC790944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Composition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58003-3359-47E6-8BA7-036D14C1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02A61-05C3-4F2F-942C-71CD283D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39102-2C7C-40BE-964C-35C6A7A6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Composition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28049-97A0-48BE-905D-4F3D1DB5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77197-D40E-49EA-8C08-5F761FB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640771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37AF1-AEB8-4403-B699-83B012D9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CE800-423F-4C41-ACF3-0B1A625B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7095E-F2D6-4E53-9B38-92A2CEE9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E816B-B2A1-4FEA-A2C8-14F294B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C2D69-E77C-4CAF-85A3-D92FE310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DB0C1-6BA0-4F94-9794-190CAF5F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F7026-7D28-4AFD-8793-8804D76F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B49D8-DFF3-4D19-ABA9-DE218B8A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3DC8-6485-4E61-AD8B-FBDDBEE0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94A74-00BA-492E-843E-CB88352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23EE6-764C-402D-85BB-F75BC7D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FA658-4D46-489D-B318-BBC8CA4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55CBE-2D49-4CFB-94AE-B5DBDEC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82D73-C6CA-4E83-A92C-D4778E11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8DF49-8893-4579-8C0B-8C705B9F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076827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143A5-9849-4043-9E4F-0B4F0FE0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D7124-6E94-468E-B454-EDA9F7A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A20AD-9264-4D54-9318-3DC9800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613F5-E3EA-40A3-B9B9-9A205C1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32F57-EB6F-4CDC-8A9B-7E6C3918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63B55-0A00-4C64-8591-96669307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Composition and resolution of forces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30653-2AB3-4857-A7AB-C541C51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6E407-3149-4EFD-ABC3-B8958F37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B9DFC-07BB-4EBD-9713-1838FD55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007E-8546-441E-8415-DFA20C63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52741-E7E8-46FC-A328-4C066BD8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525336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A9D99-5A02-472F-A35D-3A265745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6CBAE-DDDA-4690-B6C1-5FA0FC4F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E1826-2C38-4DA0-8363-CA1C2D1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D6762-ED84-4A78-86E7-2632E52E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4AE67-C602-4CE1-B425-B3A92F5B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Free body diagrams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CDABB-3DF3-4E14-BC12-8EF83917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 body diagrams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56E2B-DA5B-4A54-AC4C-945A12F2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C1359-F9C2-44BC-9A1B-AEAC8D05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08424-95BB-4B23-BB53-578BB2C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8F0E9-27B4-4AF4-96C5-270627B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1675-04BD-46C0-89E2-1C8050ED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62D3F-AEC6-4651-B0C0-06D011F3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A3200-82FA-4148-9070-4B3CB23D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6EC24-0B17-4B1F-A4AC-6E545BF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08582-23C7-4E13-8ECD-8EC49AF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CC88A-C468-4781-BF43-C6DF2CBA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460325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B78A8-CD98-4150-9957-D90BA783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6C1DE-BD78-424B-A20D-568FC2F4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5624-AF51-4119-965E-EA25F2FC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1D51A-9E81-4FF5-AC75-B135ACD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DF7D0-9CD3-424A-AAE4-A167F42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2C72B-93D8-404D-BCD0-94D704C9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FFB61-6557-499C-9A77-DA1EA88A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BDED3-8C96-4BA7-ADA0-0642867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97AC2-8FCA-4067-92E6-25098E94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Free body diagrams.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4BF0B-6B1D-44CC-8638-52A5847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36A9B-846F-42C4-AB6F-278D99F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C17EA-3720-49B3-A3CE-7DD8646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Free body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526D6-1EAE-46CF-AE5F-E140EFEC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286AC-6C55-4FB3-B9AB-CD0A610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C729E-05CE-44C2-9910-D898DC3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Free bod...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4CC9C-92BD-4E16-9F39-FFABC9D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6E3B6-26EE-427B-A970-98A32A4E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05ACC-5A74-4EFB-A064-59D1F91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Free body diagra...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0AD15-81DC-42D9-8110-98AE4A8C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4D683-C913-4009-B540-2AAD40B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DAC72-8064-49D2-882F-24A0EA1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Free body diag...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8A77D-5317-4313-BC12-78630272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5FE75-5CD0-42E0-AEAF-74F6B040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440934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E7B99-ECED-4F53-819F-C36A9DA0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EE525-8388-4C91-A6AA-98CB9A7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150C0-DFCC-41A7-81D5-669629AF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99435-3FE5-484E-998D-AF7A616F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FE264-619B-40E5-93D7-8C0EAF0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69BD3-759F-4A3C-ACCF-C9CB324B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6622D-06C7-4CA6-B446-4688DD6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6D5F5-9453-4238-BE33-190252D4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74F88-CD03-43B1-87FE-B2F57E77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1AE3E-A971-4F29-BA5B-ED5FBC3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8AE3B-35E8-4125-8887-056F647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3C759-B97B-4DF7-9B49-0D2BF6E3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E653C-FED5-4B22-976A-F8A9504A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576B1-BEB3-4F5C-B5F8-504DDD7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509A3-2F84-4616-ACB6-F7BCFDB1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885046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1ACCF-EE08-455A-959E-48F12C84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FE360-D229-4E2E-8074-87F4283A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93481-2E1C-4487-BA1A-4423B8FB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9C0F6-88D0-472A-9EB9-9602074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87A16-1DFE-46F9-B53E-A1A5DED7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6EBEA-F3F0-40BF-A84D-0F358B0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Free body diagrams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43DB3-5FFC-4778-935E-FA94003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EFC26-D1FF-453F-8083-EE376231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48584-0A0C-4E63-8567-2E0E2B7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04F97-A6B6-4775-AC11-72664F1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F93D3-2422-4A05-85B5-E2E77573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390460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C9EA0-55E0-4C5A-81A1-9AE9866D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6766-E97E-4A20-B69A-12E5A999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4334D-AD10-43D6-8D6E-0CE18C64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CDEE0-2A0D-437E-B8A9-A7476A36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AD699-F8DA-450C-B561-45325E05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Resultant of coplanar concurrent and non -concurrent force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73666-4F40-4F71-8599-7FBC788D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Resultant of coplanar concurrent and non...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ECD0B-EB25-4533-8B30-8AF6FE85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10062-BDEC-43CC-889B-2B661128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57B94-91C5-4398-9581-30C099B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2FEC6-A91C-4D44-ABE2-AEDD5D02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9E28B-0ECC-4F2F-8C42-83BA243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46B1A-4847-418B-93A3-1007EBDE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BAFE6-312D-472F-AA37-1366FB96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EB021-5C8D-4542-8351-5F5D12C4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AEBC9-9C6E-41A7-B496-3EB7685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A35A5-CD92-4945-A589-CEEAB882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70380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5373F-DCAD-4C7A-9282-D5CB197D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F8F3A-B952-45FF-82D1-CED10127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F2C52-D99A-46A3-824B-46684FE6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C68EE-034A-435E-9426-D4CB25B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EC1B0-D4A2-4532-BCFA-9F5B2460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5C1F-96DE-4E50-8279-FB050CEB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74FB3-7FA9-4116-9538-4DDE5623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D69EE-D7A5-49AB-9A93-79631541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C7A9A-98CD-428C-90CF-0E090AE8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Resultant of copla...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CF31-3840-4202-9021-DB83D5D1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95982-168B-4130-A8BD-A066E16B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E1070-445A-4133-B820-459E19E1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Resultant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0697F-62F2-4668-BEF7-E906954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3DCAD-F691-49A5-B5B8-1B4E9E2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2C7B9-2F1D-4450-B197-88A7581B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Resultan...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D7361-2743-431F-95A2-BB78A63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DC9D0-F5C2-4FFD-A1D7-8212392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F2C7B-7F7B-4A84-A29C-7B9F9A52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Resultant of cop...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35C02-2F48-4521-9CB7-B07EA7D1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6807E-66EB-4D92-81A3-346511A6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27EBB-A9A6-42AB-B81B-FEF484B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Resultant of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DF50D-C03C-4CA4-9A79-F2DF321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202CD-358F-4CCA-827E-13174BB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270420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5453A-CD04-4A01-BA8E-BEB61D34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8CDC5-4E75-4C0F-82F4-BEDA2D6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5CF64-2D48-44B0-A305-613C4EF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2F6FB-286D-4900-82C7-1C682B5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D9893-7A03-44B1-9078-2372BD27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6A78E-7038-480D-AB48-1E13C7E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03BDF-2A2A-44B8-A279-DA903C42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A6491-824F-4155-A273-3BF94A6C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3F228-5E9D-45CE-BCF8-0FEBDE5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D51D2-9A8A-4230-BA60-818707C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6D4BA-ABCE-4BF2-99CD-0DC02FC8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1CF0E-5D91-4DBA-A4B4-1DF144DE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3C310-DB71-443A-909F-560B991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B1D2E-4EE0-40E3-94AC-143CD5E9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01C91-AF01-4967-9B59-DAEDA88D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21217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2CEEA-D5AC-475D-80C9-60F4A52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B994A-2101-46BD-A4CE-58260BD9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0BA7-71CC-4918-BCC1-C6A8F720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31A9-F029-4612-81DB-142B325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BDD97-54E5-47F7-ABC1-7274E9EF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65E08-BF8D-4DF9-989A-1FC8F2C8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Resultant of coplanar concurrent and non -concurrent forc...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16A6B-DCC6-40BA-A616-E1BF56F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F10E6-4029-47E4-A147-66A430E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45FB2-0DD8-473C-B645-5ADFCC5C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CAF72-CE5B-47E9-92EB-BE68509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D21E5-84FE-49B8-A63B-BF42550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496433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33BFB-5D4B-48E0-9D8D-E71E98E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C9051-BAF0-4B5A-8939-7CCF58F4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0BE68-639E-4C63-8DBC-C10896DE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AA43D-AE69-40F6-854C-F5CA7269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31B44-CD15-4502-BD18-0273096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Couple and Characteristics of couple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A5DB1-9F9D-4AC2-8AFC-814C1CFA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Couple and Characteristics of couple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2D034-DC24-4856-A512-597E2BA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0A9B1-325C-4EAF-8E01-E53358EB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37EBD-07F6-4CB8-9EF8-FD70B890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DE05E-F8F0-40B7-88B8-E2B8DF4E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53D2-5C67-41B4-A7BA-67A0C276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41D6D-3BA5-4A23-861B-ADF19719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56D45-9C58-4B67-9D0B-D44EC355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D18AF-59C6-4FCF-95DB-04EC725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D1A0A-4C14-4B73-B41E-27B4C50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F1053-89E4-4718-801D-1BC3B30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017659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208C4-5C42-48C9-8D0E-7FD478CA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751D2-AFEC-49B9-85AF-AFCCC97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1CB91-B2B8-48F5-8B4F-C5339F1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D69D5-C58E-49FE-9B1E-E14D043C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69154-AA26-4BEF-8404-AA24C709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02C9-3633-4201-A727-3332595B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99B8E-B99E-45BB-B9A6-86E3466B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94BC1-E363-495D-8743-C4F04652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80EBE-B418-45D2-9555-4BB003A4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Couple and Charact...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DD4C3-3DE4-456B-864C-0A7C08C5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9BC54-8CEA-4E84-B304-3171E5E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BA08A-B33E-4650-8FEB-B507CFF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Couple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8C70F-4C7E-4156-BBD2-AA87554B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B792B-7FDE-491F-B519-C3B5D6F8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86B4A-908A-4438-ABB2-537F1383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Couple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1BD06-8CFC-487D-8DDE-35114DD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E5EDB-9F95-4687-A875-96D90ED7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A7192-E13A-4D7C-9BBC-FB76E5E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Couple and Chara...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C8B8D-C33D-4A28-9267-EE13C6DE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2F9CF-EF08-4000-B283-97864E9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868A5-05A2-4A30-BA2E-614DCB2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Couple and Cha...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F7493-173B-46C4-B26A-4A53F47A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D1C18-2D39-4C86-B319-06B57CA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592609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FCE1B-F512-4002-9C54-CF6FA87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E4B4D-5726-4706-9301-04983ED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2194B-FD85-4327-A224-48B79542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40E46-3D2F-4C96-8A7D-C37627CA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36C24-EA97-4334-872B-48CAB2E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508DE-1DC1-4487-8781-BCB5C67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D606F-8916-4188-BDD5-047E2FC2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909C0-5891-4D17-B6DE-84BAC0C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0958F-91D2-49C7-8AFE-FAABC543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391AE-1143-43A0-9EF7-DD056CC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A7D64-A68B-4879-9BE4-47AEE1CA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40875-123F-48B3-B283-78EFA69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9C35F-46CB-4015-A570-676E60CD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0A6D1-8FE1-4533-8ADA-3627DB4F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FD72B-7782-42F1-A127-B323F994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653277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1E13D-EAB9-4CDE-8313-4863570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00DE8-835D-4280-AD1F-CCF1DAC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F5BB3-480C-423F-BB9A-BD8BA270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50646-5938-41AA-9EC2-0445EA8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8AE9-7821-4765-BECF-CF63DEF3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C64BE-39EF-40C7-B603-9519FF0F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Couple and Characteristics of couple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A3497-C052-426A-9B4C-AAC61AB0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9B691-C73B-47A9-B7AB-2F0EEB5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203D4-5FA4-4B3A-98E8-F562D48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229A8-137E-485F-BEB1-29ACD00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7C665-5B57-4DDE-B901-D2B22E6D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642758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B0801-99B2-4C65-81D0-D0E0565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07E19-1AF1-4D3F-B6AA-14C6B60F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C1645-B7FB-40F6-B4B8-8E01A853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9E7B9-B4C3-4513-B50B-65359009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70B34-9519-488B-9F9B-63F67AA0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1398E-C74B-4C60-80AB-6E561AA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628509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B9279-AC1B-4185-BAFB-8BFCD02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2DEFF-5C50-4015-867E-08C587F0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87951-1120-462F-B058-D5795992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05685-8377-4CBD-87F1-73DDDA1B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00D06-0618-4695-9198-1BC22690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Coplanar: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dimensions: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Idealisation: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4FEB8-898A-466E-9700-C778791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198669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B5B28-6B97-4244-89F4-6AB225EB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5FE72-5169-4A5F-AD7B-80BCFE4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49DB-022F-4547-9A42-A7D0498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4E25C-C326-4930-A513-9FFDA186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C0A88-6D6F-44BA-9383-06AC172B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E193B-FEB3-478F-93DE-B28CC7D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574722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645E8-BBB7-4F98-ADE7-4BB4D36C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9966A-27D3-4459-94DA-8C76327D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32131-098B-4817-A20D-C9E21B3D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C8D9-AA72-428F-8B91-B558658F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C930B-C575-455B-9DC5-2D1C769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2F4C7-B61D-4725-BECF-A9F104F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9661774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B2B7E-EDCF-4FDA-8DEE-A2655749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B20CE-E567-4D6A-8753-E390CE0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14C02-0DE6-436C-BCB3-46DEEACB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974F6-B3C9-448D-864B-60D7736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254EA-0E98-4E02-AF14-0436B44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Coplanar force system: Basic dimensions and units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Idealisation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Classification of force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principle of transmissibility of a force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Composition and resolution of forces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EE283-2F44-4186-B34F-1689C584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1772A-5A20-4AA5-9C8D-3668BEF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895B2-62C3-4A1A-A90B-D8F1E89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9547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2026-08-24T16:02:34.4850000Z</dcterms:created>
  <dcterms:modified xsi:type="dcterms:W3CDTF">2026-08-24T16:02:34.4850000Z</dcterms:modified>
</coreProperties>
</file>