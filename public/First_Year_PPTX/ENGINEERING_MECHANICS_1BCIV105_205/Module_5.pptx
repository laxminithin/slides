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9d5509630848aa" /><Relationship Type="http://schemas.openxmlformats.org/officeDocument/2006/relationships/extended-properties" Target="/docProps/app.xml" Id="R4004bae559604741" /><Relationship Type="http://schemas.openxmlformats.org/officeDocument/2006/relationships/officeDocument" Target="/ppt/presentation.xml" Id="Ra27a6bff37d642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ecf3118a7e4dbc"/>
  </p:sldMasterIdLst>
  <p:notesMasterIdLst>
    <p:notesMasterId xmlns:r="http://schemas.openxmlformats.org/officeDocument/2006/relationships" r:id="Rd39725775c084f70"/>
  </p:notesMasterIdLst>
  <p:sldIdLst>
    <p:sldId xmlns:r="http://schemas.openxmlformats.org/officeDocument/2006/relationships" id="256" r:id="Re2e874b5f2394057"/>
    <p:sldId xmlns:r="http://schemas.openxmlformats.org/officeDocument/2006/relationships" id="257" r:id="Rf7f7c9e2500a4390"/>
    <p:sldId xmlns:r="http://schemas.openxmlformats.org/officeDocument/2006/relationships" id="258" r:id="Ra091ebaffe234982"/>
    <p:sldId xmlns:r="http://schemas.openxmlformats.org/officeDocument/2006/relationships" id="259" r:id="Rbc5182eb25bf461a"/>
    <p:sldId xmlns:r="http://schemas.openxmlformats.org/officeDocument/2006/relationships" id="260" r:id="R74a89432aa4548df"/>
    <p:sldId xmlns:r="http://schemas.openxmlformats.org/officeDocument/2006/relationships" id="261" r:id="R486665ac76824743"/>
    <p:sldId xmlns:r="http://schemas.openxmlformats.org/officeDocument/2006/relationships" id="262" r:id="Rd5aba75753a148a9"/>
    <p:sldId xmlns:r="http://schemas.openxmlformats.org/officeDocument/2006/relationships" id="263" r:id="R83cd3cf8054f4799"/>
    <p:sldId xmlns:r="http://schemas.openxmlformats.org/officeDocument/2006/relationships" id="264" r:id="R2aa3b1bdaab34285"/>
    <p:sldId xmlns:r="http://schemas.openxmlformats.org/officeDocument/2006/relationships" id="265" r:id="R7126d556bb8f4e8b"/>
    <p:sldId xmlns:r="http://schemas.openxmlformats.org/officeDocument/2006/relationships" id="266" r:id="R4243417304514088"/>
    <p:sldId xmlns:r="http://schemas.openxmlformats.org/officeDocument/2006/relationships" id="267" r:id="Rc276b55aad8649c8"/>
    <p:sldId xmlns:r="http://schemas.openxmlformats.org/officeDocument/2006/relationships" id="268" r:id="R95ef7328d2034257"/>
    <p:sldId xmlns:r="http://schemas.openxmlformats.org/officeDocument/2006/relationships" id="269" r:id="Rdeff2f6a26d14104"/>
    <p:sldId xmlns:r="http://schemas.openxmlformats.org/officeDocument/2006/relationships" id="270" r:id="R26be78c653994a52"/>
    <p:sldId xmlns:r="http://schemas.openxmlformats.org/officeDocument/2006/relationships" id="271" r:id="R4fcd4fa36f084b1a"/>
    <p:sldId xmlns:r="http://schemas.openxmlformats.org/officeDocument/2006/relationships" id="272" r:id="R8afcf29f1e4141eb"/>
    <p:sldId xmlns:r="http://schemas.openxmlformats.org/officeDocument/2006/relationships" id="273" r:id="R6e72f0cdb25a4124"/>
    <p:sldId xmlns:r="http://schemas.openxmlformats.org/officeDocument/2006/relationships" id="274" r:id="R05668b2ae2b54d54"/>
    <p:sldId xmlns:r="http://schemas.openxmlformats.org/officeDocument/2006/relationships" id="275" r:id="Rfb8c4eee859946f9"/>
    <p:sldId xmlns:r="http://schemas.openxmlformats.org/officeDocument/2006/relationships" id="276" r:id="Rb2751a7a281f45bd"/>
    <p:sldId xmlns:r="http://schemas.openxmlformats.org/officeDocument/2006/relationships" id="277" r:id="R0e07af44e0c844ad"/>
    <p:sldId xmlns:r="http://schemas.openxmlformats.org/officeDocument/2006/relationships" id="278" r:id="Rfb49b93be9a64f36"/>
    <p:sldId xmlns:r="http://schemas.openxmlformats.org/officeDocument/2006/relationships" id="279" r:id="Rcc9a81cdecae4e32"/>
    <p:sldId xmlns:r="http://schemas.openxmlformats.org/officeDocument/2006/relationships" id="280" r:id="R04592eb8069a44ec"/>
    <p:sldId xmlns:r="http://schemas.openxmlformats.org/officeDocument/2006/relationships" id="281" r:id="R9d091af84f524e91"/>
    <p:sldId xmlns:r="http://schemas.openxmlformats.org/officeDocument/2006/relationships" id="282" r:id="Rf197ee8885124d7f"/>
    <p:sldId xmlns:r="http://schemas.openxmlformats.org/officeDocument/2006/relationships" id="283" r:id="Rab47745b21e2482d"/>
    <p:sldId xmlns:r="http://schemas.openxmlformats.org/officeDocument/2006/relationships" id="284" r:id="Rd92892f81a524d6c"/>
    <p:sldId xmlns:r="http://schemas.openxmlformats.org/officeDocument/2006/relationships" id="285" r:id="R1cede13871534a55"/>
    <p:sldId xmlns:r="http://schemas.openxmlformats.org/officeDocument/2006/relationships" id="286" r:id="R4af3e906f89044c5"/>
    <p:sldId xmlns:r="http://schemas.openxmlformats.org/officeDocument/2006/relationships" id="287" r:id="R40eddc3a3f7a49b6"/>
    <p:sldId xmlns:r="http://schemas.openxmlformats.org/officeDocument/2006/relationships" id="288" r:id="R3c50e8eef4bd48d8"/>
    <p:sldId xmlns:r="http://schemas.openxmlformats.org/officeDocument/2006/relationships" id="289" r:id="R82482eb7e07a4b2d"/>
    <p:sldId xmlns:r="http://schemas.openxmlformats.org/officeDocument/2006/relationships" id="290" r:id="R83772e0341b440a7"/>
    <p:sldId xmlns:r="http://schemas.openxmlformats.org/officeDocument/2006/relationships" id="291" r:id="R49543747aebc417f"/>
    <p:sldId xmlns:r="http://schemas.openxmlformats.org/officeDocument/2006/relationships" id="292" r:id="R7f70d4527c154ac9"/>
    <p:sldId xmlns:r="http://schemas.openxmlformats.org/officeDocument/2006/relationships" id="293" r:id="R14c0a48743c14efc"/>
    <p:sldId xmlns:r="http://schemas.openxmlformats.org/officeDocument/2006/relationships" id="294" r:id="R77fd6463efb14b22"/>
    <p:sldId xmlns:r="http://schemas.openxmlformats.org/officeDocument/2006/relationships" id="295" r:id="Ref8042f6bf6c462f"/>
    <p:sldId xmlns:r="http://schemas.openxmlformats.org/officeDocument/2006/relationships" id="296" r:id="R927eb7f2bcf7406d"/>
    <p:sldId xmlns:r="http://schemas.openxmlformats.org/officeDocument/2006/relationships" id="297" r:id="R27949d1ac20a41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0b1cb5a7b5477b" /><Relationship Type="http://schemas.openxmlformats.org/officeDocument/2006/relationships/slideMaster" Target="/ppt/slideMasters/slideMaster1.xml" Id="R55ecf3118a7e4dbc" /><Relationship Type="http://schemas.openxmlformats.org/officeDocument/2006/relationships/notesMaster" Target="/ppt/notesMasters/notesMaster1.xml" Id="Rd39725775c084f70" /><Relationship Type="http://schemas.openxmlformats.org/officeDocument/2006/relationships/presProps" Target="/ppt/presProps.xml" Id="R3d2dcc24e3fa4a16" /><Relationship Type="http://schemas.openxmlformats.org/officeDocument/2006/relationships/tableStyles" Target="/ppt/tableStyles.xml" Id="Rcff2e90d3bc04d0f" /><Relationship Type="http://schemas.openxmlformats.org/officeDocument/2006/relationships/slide" Target="/ppt/slides/slide1.xml" Id="Re2e874b5f2394057" /><Relationship Type="http://schemas.openxmlformats.org/officeDocument/2006/relationships/slide" Target="/ppt/slides/slide2.xml" Id="Rf7f7c9e2500a4390" /><Relationship Type="http://schemas.openxmlformats.org/officeDocument/2006/relationships/slide" Target="/ppt/slides/slide3.xml" Id="Ra091ebaffe234982" /><Relationship Type="http://schemas.openxmlformats.org/officeDocument/2006/relationships/slide" Target="/ppt/slides/slide4.xml" Id="Rbc5182eb25bf461a" /><Relationship Type="http://schemas.openxmlformats.org/officeDocument/2006/relationships/slide" Target="/ppt/slides/slide5.xml" Id="R74a89432aa4548df" /><Relationship Type="http://schemas.openxmlformats.org/officeDocument/2006/relationships/slide" Target="/ppt/slides/slide6.xml" Id="R486665ac76824743" /><Relationship Type="http://schemas.openxmlformats.org/officeDocument/2006/relationships/slide" Target="/ppt/slides/slide7.xml" Id="Rd5aba75753a148a9" /><Relationship Type="http://schemas.openxmlformats.org/officeDocument/2006/relationships/slide" Target="/ppt/slides/slide8.xml" Id="R83cd3cf8054f4799" /><Relationship Type="http://schemas.openxmlformats.org/officeDocument/2006/relationships/slide" Target="/ppt/slides/slide9.xml" Id="R2aa3b1bdaab34285" /><Relationship Type="http://schemas.openxmlformats.org/officeDocument/2006/relationships/slide" Target="/ppt/slides/slide10.xml" Id="R7126d556bb8f4e8b" /><Relationship Type="http://schemas.openxmlformats.org/officeDocument/2006/relationships/slide" Target="/ppt/slides/slide11.xml" Id="R4243417304514088" /><Relationship Type="http://schemas.openxmlformats.org/officeDocument/2006/relationships/slide" Target="/ppt/slides/slide12.xml" Id="Rc276b55aad8649c8" /><Relationship Type="http://schemas.openxmlformats.org/officeDocument/2006/relationships/slide" Target="/ppt/slides/slide13.xml" Id="R95ef7328d2034257" /><Relationship Type="http://schemas.openxmlformats.org/officeDocument/2006/relationships/slide" Target="/ppt/slides/slide14.xml" Id="Rdeff2f6a26d14104" /><Relationship Type="http://schemas.openxmlformats.org/officeDocument/2006/relationships/slide" Target="/ppt/slides/slide15.xml" Id="R26be78c653994a52" /><Relationship Type="http://schemas.openxmlformats.org/officeDocument/2006/relationships/slide" Target="/ppt/slides/slide16.xml" Id="R4fcd4fa36f084b1a" /><Relationship Type="http://schemas.openxmlformats.org/officeDocument/2006/relationships/slide" Target="/ppt/slides/slide17.xml" Id="R8afcf29f1e4141eb" /><Relationship Type="http://schemas.openxmlformats.org/officeDocument/2006/relationships/slide" Target="/ppt/slides/slide18.xml" Id="R6e72f0cdb25a4124" /><Relationship Type="http://schemas.openxmlformats.org/officeDocument/2006/relationships/slide" Target="/ppt/slides/slide19.xml" Id="R05668b2ae2b54d54" /><Relationship Type="http://schemas.openxmlformats.org/officeDocument/2006/relationships/slide" Target="/ppt/slides/slide20.xml" Id="Rfb8c4eee859946f9" /><Relationship Type="http://schemas.openxmlformats.org/officeDocument/2006/relationships/slide" Target="/ppt/slides/slide21.xml" Id="Rb2751a7a281f45bd" /><Relationship Type="http://schemas.openxmlformats.org/officeDocument/2006/relationships/slide" Target="/ppt/slides/slide22.xml" Id="R0e07af44e0c844ad" /><Relationship Type="http://schemas.openxmlformats.org/officeDocument/2006/relationships/slide" Target="/ppt/slides/slide23.xml" Id="Rfb49b93be9a64f36" /><Relationship Type="http://schemas.openxmlformats.org/officeDocument/2006/relationships/slide" Target="/ppt/slides/slide24.xml" Id="Rcc9a81cdecae4e32" /><Relationship Type="http://schemas.openxmlformats.org/officeDocument/2006/relationships/slide" Target="/ppt/slides/slide25.xml" Id="R04592eb8069a44ec" /><Relationship Type="http://schemas.openxmlformats.org/officeDocument/2006/relationships/slide" Target="/ppt/slides/slide26.xml" Id="R9d091af84f524e91" /><Relationship Type="http://schemas.openxmlformats.org/officeDocument/2006/relationships/slide" Target="/ppt/slides/slide27.xml" Id="Rf197ee8885124d7f" /><Relationship Type="http://schemas.openxmlformats.org/officeDocument/2006/relationships/slide" Target="/ppt/slides/slide28.xml" Id="Rab47745b21e2482d" /><Relationship Type="http://schemas.openxmlformats.org/officeDocument/2006/relationships/slide" Target="/ppt/slides/slide29.xml" Id="Rd92892f81a524d6c" /><Relationship Type="http://schemas.openxmlformats.org/officeDocument/2006/relationships/slide" Target="/ppt/slides/slide30.xml" Id="R1cede13871534a55" /><Relationship Type="http://schemas.openxmlformats.org/officeDocument/2006/relationships/slide" Target="/ppt/slides/slide31.xml" Id="R4af3e906f89044c5" /><Relationship Type="http://schemas.openxmlformats.org/officeDocument/2006/relationships/slide" Target="/ppt/slides/slide32.xml" Id="R40eddc3a3f7a49b6" /><Relationship Type="http://schemas.openxmlformats.org/officeDocument/2006/relationships/slide" Target="/ppt/slides/slide33.xml" Id="R3c50e8eef4bd48d8" /><Relationship Type="http://schemas.openxmlformats.org/officeDocument/2006/relationships/slide" Target="/ppt/slides/slide34.xml" Id="R82482eb7e07a4b2d" /><Relationship Type="http://schemas.openxmlformats.org/officeDocument/2006/relationships/slide" Target="/ppt/slides/slide35.xml" Id="R83772e0341b440a7" /><Relationship Type="http://schemas.openxmlformats.org/officeDocument/2006/relationships/slide" Target="/ppt/slides/slide36.xml" Id="R49543747aebc417f" /><Relationship Type="http://schemas.openxmlformats.org/officeDocument/2006/relationships/slide" Target="/ppt/slides/slide37.xml" Id="R7f70d4527c154ac9" /><Relationship Type="http://schemas.openxmlformats.org/officeDocument/2006/relationships/slide" Target="/ppt/slides/slide38.xml" Id="R14c0a48743c14efc" /><Relationship Type="http://schemas.openxmlformats.org/officeDocument/2006/relationships/slide" Target="/ppt/slides/slide39.xml" Id="R77fd6463efb14b22" /><Relationship Type="http://schemas.openxmlformats.org/officeDocument/2006/relationships/slide" Target="/ppt/slides/slide40.xml" Id="Ref8042f6bf6c462f" /><Relationship Type="http://schemas.openxmlformats.org/officeDocument/2006/relationships/slide" Target="/ppt/slides/slide41.xml" Id="R927eb7f2bcf7406d" /><Relationship Type="http://schemas.openxmlformats.org/officeDocument/2006/relationships/slide" Target="/ppt/slides/slide42.xml" Id="R27949d1ac20a41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ef847ad84e4a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270c54770b4caa" /><Relationship Type="http://schemas.openxmlformats.org/officeDocument/2006/relationships/notesMaster" Target="/ppt/notesMasters/notesMaster1.xml" Id="R4bdf3c0a061546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c7d94bc9834156" /><Relationship Type="http://schemas.openxmlformats.org/officeDocument/2006/relationships/notesMaster" Target="/ppt/notesMasters/notesMaster1.xml" Id="R2ad8c6931f9e4a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bf1ad73bb84c23" /><Relationship Type="http://schemas.openxmlformats.org/officeDocument/2006/relationships/notesMaster" Target="/ppt/notesMasters/notesMaster1.xml" Id="Rb6f9b4ea869947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ab4381af2e4e7d" /><Relationship Type="http://schemas.openxmlformats.org/officeDocument/2006/relationships/notesMaster" Target="/ppt/notesMasters/notesMaster1.xml" Id="R5360f72a9ce042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778d6fb33e47c1" /><Relationship Type="http://schemas.openxmlformats.org/officeDocument/2006/relationships/notesMaster" Target="/ppt/notesMasters/notesMaster1.xml" Id="R0227b41222a948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ed7ea76f2c4156" /><Relationship Type="http://schemas.openxmlformats.org/officeDocument/2006/relationships/notesMaster" Target="/ppt/notesMasters/notesMaster1.xml" Id="Ra4a764ac9de645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b92c4466284772" /><Relationship Type="http://schemas.openxmlformats.org/officeDocument/2006/relationships/notesMaster" Target="/ppt/notesMasters/notesMaster1.xml" Id="R340f964c53c543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19e73a688741e6" /><Relationship Type="http://schemas.openxmlformats.org/officeDocument/2006/relationships/notesMaster" Target="/ppt/notesMasters/notesMaster1.xml" Id="R99366de6b33647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11348fa75046c6" /><Relationship Type="http://schemas.openxmlformats.org/officeDocument/2006/relationships/notesMaster" Target="/ppt/notesMasters/notesMaster1.xml" Id="R027c6d24d22849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289d96bbb04a7c" /><Relationship Type="http://schemas.openxmlformats.org/officeDocument/2006/relationships/notesMaster" Target="/ppt/notesMasters/notesMaster1.xml" Id="Re5687fa9b68548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efa330d32c4144" /><Relationship Type="http://schemas.openxmlformats.org/officeDocument/2006/relationships/notesMaster" Target="/ppt/notesMasters/notesMaster1.xml" Id="R021aa65752134a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ee76a936cb41cb" /><Relationship Type="http://schemas.openxmlformats.org/officeDocument/2006/relationships/notesMaster" Target="/ppt/notesMasters/notesMaster1.xml" Id="Rc88c24e509004f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aa11d0fbab47ef" /><Relationship Type="http://schemas.openxmlformats.org/officeDocument/2006/relationships/notesMaster" Target="/ppt/notesMasters/notesMaster1.xml" Id="Ra02506d7d97e43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1dae2be7584505" /><Relationship Type="http://schemas.openxmlformats.org/officeDocument/2006/relationships/notesMaster" Target="/ppt/notesMasters/notesMaster1.xml" Id="Re090ccf4661e4e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09374ee60f4a74" /><Relationship Type="http://schemas.openxmlformats.org/officeDocument/2006/relationships/notesMaster" Target="/ppt/notesMasters/notesMaster1.xml" Id="R94a2e1ec7d4842f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e04294b7164d41" /><Relationship Type="http://schemas.openxmlformats.org/officeDocument/2006/relationships/notesMaster" Target="/ppt/notesMasters/notesMaster1.xml" Id="R14b26748124f44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5e41fc41754616" /><Relationship Type="http://schemas.openxmlformats.org/officeDocument/2006/relationships/notesMaster" Target="/ppt/notesMasters/notesMaster1.xml" Id="Rdc9bdd19446a42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458d45a65f54180" /><Relationship Type="http://schemas.openxmlformats.org/officeDocument/2006/relationships/notesMaster" Target="/ppt/notesMasters/notesMaster1.xml" Id="R5a11affce28543e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27cdb685892494f" /><Relationship Type="http://schemas.openxmlformats.org/officeDocument/2006/relationships/notesMaster" Target="/ppt/notesMasters/notesMaster1.xml" Id="Ra7d2f1c83b624fa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548e38bebb844e7" /><Relationship Type="http://schemas.openxmlformats.org/officeDocument/2006/relationships/notesMaster" Target="/ppt/notesMasters/notesMaster1.xml" Id="R1fc5141e3f8e4e4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65917d331f8472a" /><Relationship Type="http://schemas.openxmlformats.org/officeDocument/2006/relationships/notesMaster" Target="/ppt/notesMasters/notesMaster1.xml" Id="R50376c91d44d459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979add8c304125" /><Relationship Type="http://schemas.openxmlformats.org/officeDocument/2006/relationships/notesMaster" Target="/ppt/notesMasters/notesMaster1.xml" Id="R3ffa4dc9ac3f486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9a00b3d79a04247" /><Relationship Type="http://schemas.openxmlformats.org/officeDocument/2006/relationships/notesMaster" Target="/ppt/notesMasters/notesMaster1.xml" Id="R8a657ca32bc84d9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dbbd6c6dbb54979" /><Relationship Type="http://schemas.openxmlformats.org/officeDocument/2006/relationships/notesMaster" Target="/ppt/notesMasters/notesMaster1.xml" Id="Rdfa2807b238c45a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9d4794bfbf242c3" /><Relationship Type="http://schemas.openxmlformats.org/officeDocument/2006/relationships/notesMaster" Target="/ppt/notesMasters/notesMaster1.xml" Id="Rf9bf0b646b49430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d1628d3fed14df0" /><Relationship Type="http://schemas.openxmlformats.org/officeDocument/2006/relationships/notesMaster" Target="/ppt/notesMasters/notesMaster1.xml" Id="R503b6293203d446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d83444a98114bc2" /><Relationship Type="http://schemas.openxmlformats.org/officeDocument/2006/relationships/notesMaster" Target="/ppt/notesMasters/notesMaster1.xml" Id="Reb07647a482b4d2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9f5dc8ebdb3463e" /><Relationship Type="http://schemas.openxmlformats.org/officeDocument/2006/relationships/notesMaster" Target="/ppt/notesMasters/notesMaster1.xml" Id="R004b4b0c23c640c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2a5b7e260fd4b48" /><Relationship Type="http://schemas.openxmlformats.org/officeDocument/2006/relationships/notesMaster" Target="/ppt/notesMasters/notesMaster1.xml" Id="R4fa7661259794e6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3197969e2974d2d" /><Relationship Type="http://schemas.openxmlformats.org/officeDocument/2006/relationships/notesMaster" Target="/ppt/notesMasters/notesMaster1.xml" Id="R7873e8063440404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261cea685a34d56" /><Relationship Type="http://schemas.openxmlformats.org/officeDocument/2006/relationships/notesMaster" Target="/ppt/notesMasters/notesMaster1.xml" Id="Rf43f83df9c1a447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0c0a96997a4441d" /><Relationship Type="http://schemas.openxmlformats.org/officeDocument/2006/relationships/notesMaster" Target="/ppt/notesMasters/notesMaster1.xml" Id="Re95aabd0c1d94f1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db19544cf704265" /><Relationship Type="http://schemas.openxmlformats.org/officeDocument/2006/relationships/notesMaster" Target="/ppt/notesMasters/notesMaster1.xml" Id="Rbdad211f147540a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81baeb9417042cb" /><Relationship Type="http://schemas.openxmlformats.org/officeDocument/2006/relationships/notesMaster" Target="/ppt/notesMasters/notesMaster1.xml" Id="Reabd71b455da44a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6512e00c5094688" /><Relationship Type="http://schemas.openxmlformats.org/officeDocument/2006/relationships/notesMaster" Target="/ppt/notesMasters/notesMaster1.xml" Id="R280f0fb0034549c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db55a1b65544de4" /><Relationship Type="http://schemas.openxmlformats.org/officeDocument/2006/relationships/notesMaster" Target="/ppt/notesMasters/notesMaster1.xml" Id="R9f5d6d2f4edd4bc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a7c62ad379f4f1f" /><Relationship Type="http://schemas.openxmlformats.org/officeDocument/2006/relationships/notesMaster" Target="/ppt/notesMasters/notesMaster1.xml" Id="Ra97a3eca4955436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444f0b372a64a59" /><Relationship Type="http://schemas.openxmlformats.org/officeDocument/2006/relationships/notesMaster" Target="/ppt/notesMasters/notesMaster1.xml" Id="R6cdb976e5f7c423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be21d6104144a0f" /><Relationship Type="http://schemas.openxmlformats.org/officeDocument/2006/relationships/notesMaster" Target="/ppt/notesMasters/notesMaster1.xml" Id="R75c2becce6c640d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df121a17a4a4a9a" /><Relationship Type="http://schemas.openxmlformats.org/officeDocument/2006/relationships/notesMaster" Target="/ppt/notesMasters/notesMaster1.xml" Id="R2a5e0ebc5d49464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69580885a694249" /><Relationship Type="http://schemas.openxmlformats.org/officeDocument/2006/relationships/notesMaster" Target="/ppt/notesMasters/notesMaster1.xml" Id="Rf7206cbb914e435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430501815fc4618" /><Relationship Type="http://schemas.openxmlformats.org/officeDocument/2006/relationships/notesMaster" Target="/ppt/notesMasters/notesMaster1.xml" Id="Rf1e9a711438f42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eeacfc782346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6fb10e5de748a8" /><Relationship Type="http://schemas.openxmlformats.org/officeDocument/2006/relationships/slideLayout" Target="/ppt/slideLayouts/slideLayout1.xml" Id="Rbb91ea032eef41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91ea032eef41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832a141124e51" /><Relationship Type="http://schemas.openxmlformats.org/officeDocument/2006/relationships/notesSlide" Target="/ppt/notesSlides/notesSlide1.xml" Id="Re692820d876440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edffa55b142fd" /><Relationship Type="http://schemas.openxmlformats.org/officeDocument/2006/relationships/notesSlide" Target="/ppt/notesSlides/notesSlide2.xml" Id="R0a0a624a39e548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07112d4544585" /><Relationship Type="http://schemas.openxmlformats.org/officeDocument/2006/relationships/notesSlide" Target="/ppt/notesSlides/notesSlide3.xml" Id="Rcc92f0bb5d6f40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caad0f7f04c9e" /><Relationship Type="http://schemas.openxmlformats.org/officeDocument/2006/relationships/notesSlide" Target="/ppt/notesSlides/notesSlide4.xml" Id="R7ddf001d573a46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73694c4254bcb" /><Relationship Type="http://schemas.openxmlformats.org/officeDocument/2006/relationships/notesSlide" Target="/ppt/notesSlides/notesSlide5.xml" Id="R730bc9a86d5a4a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6811989504805" /><Relationship Type="http://schemas.openxmlformats.org/officeDocument/2006/relationships/notesSlide" Target="/ppt/notesSlides/notesSlide6.xml" Id="R9f8a6294d3a248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442540035432a" /><Relationship Type="http://schemas.openxmlformats.org/officeDocument/2006/relationships/notesSlide" Target="/ppt/notesSlides/notesSlide7.xml" Id="R24f5636570f544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6f307a78b4e32" /><Relationship Type="http://schemas.openxmlformats.org/officeDocument/2006/relationships/notesSlide" Target="/ppt/notesSlides/notesSlide8.xml" Id="R0e1a20cd343445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4a6c684e14a39" /><Relationship Type="http://schemas.openxmlformats.org/officeDocument/2006/relationships/notesSlide" Target="/ppt/notesSlides/notesSlide9.xml" Id="R184260c7147648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0fde65f0949b2" /><Relationship Type="http://schemas.openxmlformats.org/officeDocument/2006/relationships/notesSlide" Target="/ppt/notesSlides/notesSlide10.xml" Id="Rf5672a99036444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6caeec81e49e7" /><Relationship Type="http://schemas.openxmlformats.org/officeDocument/2006/relationships/notesSlide" Target="/ppt/notesSlides/notesSlide11.xml" Id="R840b9f1f83454e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31223577143f9" /><Relationship Type="http://schemas.openxmlformats.org/officeDocument/2006/relationships/notesSlide" Target="/ppt/notesSlides/notesSlide12.xml" Id="Rfc5fdea579194a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15ea66a4a433e" /><Relationship Type="http://schemas.openxmlformats.org/officeDocument/2006/relationships/notesSlide" Target="/ppt/notesSlides/notesSlide13.xml" Id="Rcdc247954c7347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271db61ef4863" /><Relationship Type="http://schemas.openxmlformats.org/officeDocument/2006/relationships/notesSlide" Target="/ppt/notesSlides/notesSlide14.xml" Id="R9cdddb3d7a0545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43fedc83a4861" /><Relationship Type="http://schemas.openxmlformats.org/officeDocument/2006/relationships/notesSlide" Target="/ppt/notesSlides/notesSlide15.xml" Id="R84c861f4998d46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f99fadf12448a" /><Relationship Type="http://schemas.openxmlformats.org/officeDocument/2006/relationships/notesSlide" Target="/ppt/notesSlides/notesSlide16.xml" Id="R27647ce469f34c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45238011d45f8" /><Relationship Type="http://schemas.openxmlformats.org/officeDocument/2006/relationships/notesSlide" Target="/ppt/notesSlides/notesSlide17.xml" Id="Rdd340e51d7d14a8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ba329e8cd4a54" /><Relationship Type="http://schemas.openxmlformats.org/officeDocument/2006/relationships/notesSlide" Target="/ppt/notesSlides/notesSlide18.xml" Id="Rccb6aca22dd549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ce7ed14af4aeb" /><Relationship Type="http://schemas.openxmlformats.org/officeDocument/2006/relationships/notesSlide" Target="/ppt/notesSlides/notesSlide19.xml" Id="R7d204f9f4f87440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d210149fa4d21" /><Relationship Type="http://schemas.openxmlformats.org/officeDocument/2006/relationships/notesSlide" Target="/ppt/notesSlides/notesSlide20.xml" Id="Ra880ba7691af4de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ef8022c68466b" /><Relationship Type="http://schemas.openxmlformats.org/officeDocument/2006/relationships/notesSlide" Target="/ppt/notesSlides/notesSlide21.xml" Id="Rf65f9bf14417467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9d64566884002" /><Relationship Type="http://schemas.openxmlformats.org/officeDocument/2006/relationships/notesSlide" Target="/ppt/notesSlides/notesSlide22.xml" Id="R057523d37fcb4bf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b96eb90904fa0" /><Relationship Type="http://schemas.openxmlformats.org/officeDocument/2006/relationships/notesSlide" Target="/ppt/notesSlides/notesSlide23.xml" Id="Rce938bc4fd1647b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6f88d19054905" /><Relationship Type="http://schemas.openxmlformats.org/officeDocument/2006/relationships/notesSlide" Target="/ppt/notesSlides/notesSlide24.xml" Id="R14e40fbaf9ba43f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28179565f466c" /><Relationship Type="http://schemas.openxmlformats.org/officeDocument/2006/relationships/notesSlide" Target="/ppt/notesSlides/notesSlide25.xml" Id="R6456cb0c00e547c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86ef06a794bbd" /><Relationship Type="http://schemas.openxmlformats.org/officeDocument/2006/relationships/notesSlide" Target="/ppt/notesSlides/notesSlide26.xml" Id="R214615e4216d453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99f6c4a1c4cb4" /><Relationship Type="http://schemas.openxmlformats.org/officeDocument/2006/relationships/notesSlide" Target="/ppt/notesSlides/notesSlide27.xml" Id="Ra9ef131d32b0432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31cfe582d4a3c" /><Relationship Type="http://schemas.openxmlformats.org/officeDocument/2006/relationships/notesSlide" Target="/ppt/notesSlides/notesSlide28.xml" Id="R4f9c4c59017449c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2112aded94dfe" /><Relationship Type="http://schemas.openxmlformats.org/officeDocument/2006/relationships/notesSlide" Target="/ppt/notesSlides/notesSlide29.xml" Id="Rb921f632842f4e6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381fec3a04a83" /><Relationship Type="http://schemas.openxmlformats.org/officeDocument/2006/relationships/notesSlide" Target="/ppt/notesSlides/notesSlide30.xml" Id="R758028a62d914d3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042705dd945e8" /><Relationship Type="http://schemas.openxmlformats.org/officeDocument/2006/relationships/notesSlide" Target="/ppt/notesSlides/notesSlide31.xml" Id="R9f051b86b34140e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6ac831b504e8b" /><Relationship Type="http://schemas.openxmlformats.org/officeDocument/2006/relationships/notesSlide" Target="/ppt/notesSlides/notesSlide32.xml" Id="R6b6df6dc328b4ec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a972a45844f28" /><Relationship Type="http://schemas.openxmlformats.org/officeDocument/2006/relationships/notesSlide" Target="/ppt/notesSlides/notesSlide33.xml" Id="R68b9b277776c471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52d21ae0b4cb4" /><Relationship Type="http://schemas.openxmlformats.org/officeDocument/2006/relationships/notesSlide" Target="/ppt/notesSlides/notesSlide34.xml" Id="R2f333797b2ff4ec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db889b3ed4f4f" /><Relationship Type="http://schemas.openxmlformats.org/officeDocument/2006/relationships/notesSlide" Target="/ppt/notesSlides/notesSlide35.xml" Id="R343baa6c9830403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6a6d045144c20" /><Relationship Type="http://schemas.openxmlformats.org/officeDocument/2006/relationships/notesSlide" Target="/ppt/notesSlides/notesSlide36.xml" Id="Rff265e10ccd34e0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e49c80a574488" /><Relationship Type="http://schemas.openxmlformats.org/officeDocument/2006/relationships/notesSlide" Target="/ppt/notesSlides/notesSlide37.xml" Id="Rc0c7aa3da3ad4f3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37eb25ed64e4c" /><Relationship Type="http://schemas.openxmlformats.org/officeDocument/2006/relationships/notesSlide" Target="/ppt/notesSlides/notesSlide38.xml" Id="R82f1105185fa4f9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c529494024ab0" /><Relationship Type="http://schemas.openxmlformats.org/officeDocument/2006/relationships/notesSlide" Target="/ppt/notesSlides/notesSlide39.xml" Id="R69616be4f93e4aa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da9e59b0342f9" /><Relationship Type="http://schemas.openxmlformats.org/officeDocument/2006/relationships/notesSlide" Target="/ppt/notesSlides/notesSlide40.xml" Id="Rd2cb0fb2a51c468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8939499e44e19" /><Relationship Type="http://schemas.openxmlformats.org/officeDocument/2006/relationships/notesSlide" Target="/ppt/notesSlides/notesSlide41.xml" Id="R99553d5eac6a4b7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1f71e7b354245" /><Relationship Type="http://schemas.openxmlformats.org/officeDocument/2006/relationships/notesSlide" Target="/ppt/notesSlides/notesSlide42.xml" Id="R958eb3eeec2340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84E7F-BEBA-411C-AD39-07F03249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30B0E-5509-426E-9750-B04558ED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Moment of Inertia of plane Areas: Introduction, Moment of inertia about an axis , Parallel axes theorem, Perpendicular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A4A8D-834F-49DE-AD17-F75C16AC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ENGINEERING MECHANICS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1BCIV105/205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75984-5066-46AF-BC3E-79A2EEE0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74EF2-AE5C-4B56-ABEF-FB276DAB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5C01F-CDCE-49A3-9442-2936C23C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5CFDB-14E1-499F-A1C3-1C79BF41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0E978-FBE6-4E60-9B8B-D0ED6E5E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2898F-B310-4245-8C6D-63604E81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C9001-331B-4193-A20A-850D1C6E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A9546-EFE5-404D-8699-9D2A96AD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A6949-5199-47CE-9630-DE62F3B6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7A201-9AA7-4FF2-9ECF-0919D4F6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0189142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715EE-79C1-4511-952F-41252DFA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C04A4-D86F-4251-A2C0-7E4A728D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1AC2E-6D57-4AA6-9C07-C42BF7B7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F0B03-4943-4AEC-8724-D5A1794B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24D48-AA8D-45AD-B039-D275BC08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ADB2C-64D6-47FA-A288-C5082B5F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3E88B-F5AB-4380-99BA-9F080CB2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8422B-8DCB-422A-AC35-F8E974CF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CE836-1A0D-4BE7-AB92-BC7F3746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0D912-ADF5-453E-93EC-1654B076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162E8-6E6F-4CA1-91AC-10FCB254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E30C9-9F56-443E-A271-9123A925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A9DFA-E045-402E-B551-064CAB66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4EA8E-6E7E-4A97-8998-3FEDB9F6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1B2FE-D198-4C6F-9FF6-5B81B702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203405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63CDA4-74E7-4B63-BB09-D872DBBB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EAAB0-16F8-43B7-8633-16083A3F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85CD7-6209-487F-9268-F4B9BCB1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02F56-F602-4CDD-BCC7-D6E8A86F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37F2C-5D58-4759-ACB8-31F192DD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9D753-B2E1-4930-B162-9858AA70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DF69A-C941-4122-916D-38C5BA25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23C15-CD0F-4A58-9710-912B1AB0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486DD-F9A7-4379-BB85-2969CC9D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Moment of Inertia of plane Areas: 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9CC3B-14E6-4FB2-91A0-4B864E1B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7A5AB-CA97-43FC-9C2A-5F07148D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18394-31C6-4982-B8D6-D5DD5651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Moment of inertia about an axis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C48B9-2592-4032-B7AC-03AB4876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EE681-B84C-4188-9361-6455ED32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7386B-39EC-47D2-8D4C-A5491D7C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Parallel axes theorem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87619-E11C-472D-BD87-335F6DBA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F72A69-4738-4910-BAEB-EBEB0BDC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E531F-ED82-4BC2-B05F-F7E82187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Perpendicular axes theorem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E3A07-B486-4A23-A047-50E057CA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27EE6-9739-4BF8-AF8F-5BE923CA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A3627-3228-486A-BD65-7A13006F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Polar moment of inertia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7E007-5D09-4232-A1A6-AD3C0971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49D59-D5FF-452B-8114-48CCA20D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D6A72F-CBFF-4DBF-83AA-1683C5D3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Radius of gyration. 2 Moment of inertia of square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EB23BC-4067-48F2-A6DD-A152FF12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E9EF63-0023-48E7-AC08-0D2272A9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DEB6D-A0C1-4A6D-B865-573D1FFB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rectangular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BB743C-7A27-434C-BBCD-8B19DB6D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0895E6-0770-4ABC-963F-342E288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6098C5-F784-4FA6-95FD-FCCA96B0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triangular and circular areas from the method of Integrat...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A0868F-997B-43F1-9C1D-AD884F4A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61A33E-BA2D-42A1-A881-899F1E21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02988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70B887-FA9F-42D4-989F-5FC8BC43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F9768-0F52-492B-855A-81930A97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4E055-2061-42FD-91DD-CEA24F11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580EB-82AC-4468-BE4E-8F77EC60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D6739-9712-44E0-B0D9-AC2C9066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20EAE-99F4-4288-89CF-45920F59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487C7-6D75-449B-9588-73CAA3DD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88965-EF30-47B1-9666-CD33BD1C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Moment of Inertia of plane Areas: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F9FE3-D456-42B0-9B88-1D54EE94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85A2A-7060-4FE2-AA09-55A4AC86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59E99-C761-489D-9851-C80808EF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Moment of inertia about an axis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1BE5D-D21D-481D-9792-E5EA35EC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2C5AB-6061-4C16-B3C6-EC9C3AA4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648B5-C18A-40E5-9DE4-5FF87565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Parallel axes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2661F-721A-4E71-9B9E-EA77367F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18240-7C8B-4D89-99F5-C459001F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9DF9D-3CB9-4FF3-B5A0-B9F74ED6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Perpendicular axes theorem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E3159-681B-48AB-B00D-02FA9D19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68394-5183-48A9-A762-6737C9E9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CF950-67B7-4AB4-AFBF-ADE7AAC5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Polar moment of inertia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ACC81-8A1C-4C6C-928C-E4383693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F389A-FAC0-4B87-98C2-8C880965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3A3B5-22AF-4C8E-A742-38ACF610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Radius of gyration. 2 Moment of inertia of square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04552-D533-4DEB-BC8B-0C542D8F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CC093D-E024-4BB5-A1EC-DDF6B9D8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EBFDFB-BE27-471B-A70A-5D9BC2BB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rectangular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3CAD20-BDCA-4813-9D49-A15A09F4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B3E986-C964-4112-8314-A04A58AC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C6C451-D9ED-4BE5-B614-A8B45A22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56807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1FA94-7F7C-4924-862A-87245308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7CD49-0FF9-4058-8768-9CFD9206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C4CD1-DB00-472D-A5DD-0139F1D6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86574-8921-48EC-AB0C-2359C45E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155AB-497D-43DE-894C-489C7D21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1AD4D-507B-4CA1-945D-B7B6F6B1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Inertia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1CCBC-1E52-4700-8E28-8D52120D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0676F-9CA1-4EE8-A091-5C69C312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Areas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377EA-C203-41B9-8A4C-8E81C033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axis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7D3BD-21E9-4D79-81BD-2BAE5123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Parallel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30E69-CE46-4224-9548-AFEFBEA5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axes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EFE46-DBE6-46FA-9E86-A8B41D77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theorem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8ACD7-8315-49A6-B967-CD6D0CF2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Perpendicular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55672-294C-4E3A-B009-F98E1822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Polar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A925D-5E23-49C6-960F-16277726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92D92-8199-4A2A-911C-C2BF8111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3300754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71A87-14C3-481F-9A1C-19B9DE93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54B6E-0A88-4F75-BB3A-0B82ADFB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B626C-EC01-4B07-88CD-345F83D8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AF095-34E5-4508-B552-85FB1753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95BDE-5781-43A6-8037-FD041BEE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Moment of Inertia of plane Areas: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21719-09D5-424D-8187-7E8F868C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Moment of Inertia of plane Areas: Introdu...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FD77E-B768-4BF4-97BA-8EACBBEE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1F8DE-19EA-4A97-9E87-74EFF5DA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15510-FA3E-44F1-903E-6CD0BDFF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4E579-7102-4E94-B95F-88282DAD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1AC09-217C-4F38-98F8-D3215D9C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88726-9658-46B5-9433-1E84999C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D44E9-990E-4A01-91E0-51E0331C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8D38A-6D3F-4744-A19C-A9EEC535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579D7-E5EA-447B-B14E-B857ACBF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86CE1-197C-44A7-880F-0FE55536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41228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FD6352-1280-43F7-9172-83B0E252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959EE-5762-4BFB-9E25-DDCBDCE7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AA1E9-BC10-4FBD-9A20-E625AF3D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BE61F-9E6B-41E4-8BA5-828C1EE5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44EE8-AD6B-45D7-A4F3-4489E5D7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8C1EE-F95B-4364-BBB5-78028100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753A6-18FC-4810-AFD0-B352A59D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3446E-C2AD-42AB-A5E2-D4583418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4F050-C5DF-41C2-8CC9-1F3A196D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Moment of Inertia...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77AE0-9FC9-4825-B22E-5FCBE1B8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EE195-684E-40DE-8F09-BBF7939B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512B9-5CA2-476B-A090-B8372DD6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Moment of 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BAE0B-64F2-420F-A567-985E6A90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D6F50-7A6D-47E7-82CE-34F5B8E2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3BBAE-B236-4803-BC10-DA623D5D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Moment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4D52A-FC38-462B-89EA-68259AA3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153CC-201E-4587-AFFA-9A1EAFDD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30317-49AE-412D-AE86-010709AF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Moment of Inerti...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BC56D-2D9D-4CA3-9D2A-4EF6C6A3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806B5-3A16-45B6-82EB-6518EBE1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C8191-0E44-4C7B-AFE6-F4D1FFCE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Moment of Iner...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7A70B-1A4A-46B1-A6C4-78B791A3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3726B-25D2-4DAB-95F9-41C36456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1536017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C86FD-90D4-4DD9-97FB-9AB2D122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4FD5B-F210-4B4A-84F8-E6179056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30045-662A-4C0E-88E2-46854B7A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9A472-2049-4C72-A73C-A02701A5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34DA3-3EBE-4F92-8E78-493CA69B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9D268-2192-486E-85D6-15F51CD4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16AA0-A57B-4AD8-8B14-8F64744F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561BD-242C-495A-812B-0A3755D8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B9609-4746-470E-8C4A-B527D012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82BB8-5922-4903-809A-A87FEF3E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E9245-CD09-4107-B4B5-24F64D29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EBD53-9020-4562-8E0C-6F1F6CEF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3561D-7655-4696-AEAC-5FC11939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C05DF-A5E1-483A-AA6F-8873B376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FC0B6-A187-4EA3-A857-C6556FFE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8738764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4F279-7143-4E83-BDE5-3771F754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51FB8-682F-4FA1-BC4E-B8F708C4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FAE33-90AF-4988-A6A7-30978E46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55AB2-CEED-4294-96D7-4C87F023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9086A-38FD-41F9-8D3A-02917C19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D220C-C8B1-4146-A034-BF2EB5CC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Moment of Inertia of plane Areas: Introduction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C8B35-DA51-48C3-B6D2-27FB47A9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2E14B-0D19-4041-9965-60ABE07C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3C91B-33CD-40C1-B1D1-30AB56B7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5E913-EDDD-4B4C-90C5-CD17D83C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8259B-63C0-4BB2-B2F0-DCCC61B1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7398449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BDDBE-039E-4593-85F5-5021792E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6F7A3-4D0A-4AB8-8430-08AA9175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2067B-99C3-43D3-91FB-914DFDAD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03358-1937-46E9-898A-A3F69D8D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2FF01-21BD-4E0C-889F-754CBBD2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Moment of inertia about an axis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0C091-F411-405B-9FD7-40DEEC06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Moment of inertia about an axis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0742F-F6C9-4F0F-A235-93292A48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F1D1D-F440-4BB8-9BE6-84265927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1481C-96DB-470A-8233-E316FF9F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913B5-178C-4EF3-A6D5-37C52A63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A60A5-0232-46E1-828E-E214638A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5B063-7177-4D0B-8DA3-F64D0204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8D5BB-9449-4F75-ADDA-967221C2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8F1F8-D35C-4EED-93E0-03386831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F6556-EF26-4E01-BEEF-1F7AEE06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C735E-F10B-4B50-B3C8-B5709C32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150478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C7C902-E57D-431F-A0A8-B2AC875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FB60C-A98A-409E-BB5A-0C11396A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0FF16-DA56-4951-9833-ED1ABE34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1C9E2-A936-4FFC-8A5E-22FB8C5A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E44A4-5247-456D-8AEA-68C3E963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64E42-688F-40FD-A7DC-1F19A934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10FDF-F93B-40CC-BE90-77C34E75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63AF1-E23D-422C-8020-AA03A88D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E0CBD-4A13-42D8-ADB5-B9429216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Moment of inertia...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E74A7-FFD3-4E71-A3B7-4711F4F0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A1D19-EBC3-4DEE-98E5-85E0FD50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8A70E-05B6-4986-BE66-2390F6D7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Moment of 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DE08D-3D08-4DA6-90A4-6B818021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C07DD-0A90-4A48-9AE9-27E5A7FA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653ED-0A4D-4C95-BA05-D992F347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Moment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BDA09-ACD4-47FF-AEAC-76E17243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BE365-E82D-4537-9D0B-16AE47B2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0C496C-D139-4289-9473-8FB52600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Moment of inerti...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EA265-0232-49C4-8E26-FF4C920C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BC5964-17F9-4659-ADD6-AD956FEE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3A4E7E-A602-4914-B41C-F73D5D29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Moment of iner...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397A7C-80EF-49CF-8CFD-B7CA6A28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1BCDE6-049F-484D-94D4-9606EDD0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1722832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34317-2938-4C65-A646-BF47984C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5AFA1-65DE-40F4-BBA0-1B9629ED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489A6-7891-4DAA-A434-E70B7C49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505A8-623C-4A68-8BD7-F029A5A6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AE80F-E947-41E7-928F-6E7AA35D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C21F6-FC6B-4393-AF6E-D1A100FF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83D90-9814-4C44-A5A4-2D6AD557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3AF00-35DC-47FA-946F-FEE7EA98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0D2B1-AB9D-4B0B-869B-C0C48176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96152-A645-45EC-A653-FC181A34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932D4-8A78-4A53-8DE4-97390617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88B45-8334-45AE-B2FE-36AF0F11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F0D4B-D21C-44D7-B37E-9B92C84F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63BF9-8206-4D81-B233-6E80A08F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1149A-3E23-4B98-9135-546DA159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0808748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753B3-F1FF-4C32-B7DA-4AE96DB5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D6FCB-7EF9-42DA-AF96-0DC61396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1202E-87DD-4B9B-B423-CD39791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C151B-DBCC-4703-8235-0123FB52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3D9E4-5D0D-4D08-9EE2-E6D77114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5A212-3F1B-4044-B1AF-A29A153A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Moment of inertia about an axis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CC1BA-48A6-44FC-9CE6-F40C5802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45116-BCEA-44BF-8591-09FC5ED3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8891A-1840-4B2C-A8C4-DC65D544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5BC82-0D77-4500-BB3F-CE64AE65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08568-8B65-40CB-8320-BA29591E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0152633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9EA5EE-16EF-40A8-A39B-95D36B98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D01FF-F219-42FC-804F-C99550AF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24A1E-CB79-42BC-9E5F-9E6F377B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1312C-75DA-4346-AC69-4D08C39D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4E996-93A4-430C-BC50-933A515F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Parallel axes theorem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EB3CD-A101-4E0E-AF9C-F46D535B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Parallel axes theorem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56B4D-835F-459E-A0E4-4051E171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69124-74FB-4D1A-AC3F-76EEC329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E1677-40C7-42D1-911C-E21FED13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1B236-6093-4647-89C9-0CC7A601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E05BE-0CE0-432F-875C-596E2034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15778-115E-4290-89D3-445ECE9C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1C05F-6EA2-41EF-B6CF-E75D5382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4D1EA-60F0-4E75-827C-776565C0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63DAE-6AE8-4243-A90D-0F00F0E6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031E1-BFCC-4856-8EBE-CF458599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3194202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717D67-82B6-421F-8389-1A5D1C63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B178C-CA60-4164-ACEE-8B9733D1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E8D1E-F7D7-4A6D-B8E4-C94207D2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5D70E-ECD3-4897-A3B8-EA155750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5D1CF-1A43-4A97-8941-C0517721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3C3C6-A6E2-4625-9572-CEF782BC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0DB6C-097A-41D3-BEFD-A523E485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06AC5-2BD2-4326-9EC0-2E28F7DE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0ED6D-723B-4FE5-AF5E-182E75A6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Parallel axes theo...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748A7-1726-438E-8F20-82D0CC10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32307-C8F0-48EB-81ED-5AD69617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BF9A8-A1A8-4903-80AA-8CE8E29F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Parallel ax...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E3A36-5796-45EC-9AAF-51C4C2A5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6FFFB-57FD-4155-9E44-A351ACD5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E5C2C-E17C-4687-A403-25DF045C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Parallel...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FF6329-473C-4B67-80E1-E794C5E6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C0984-F105-4549-8525-2A48575C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084D0-5A68-4C12-8D43-6E250824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Parallel axes th...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7CB9C-70CA-4867-AA76-CA351AD7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1A2A8-B6BF-4584-B91A-4A81B801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630F6-5880-499B-9161-CA2C51D2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Parallel axes...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C188A-F5A1-4A00-9006-955B174E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146A4-CD08-4655-9274-3F9574CB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4974328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4DDA9-E094-4299-8A37-604AC72C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3E730-6C26-46EE-A5AB-65974DD3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A3D47-5DC4-40F8-BAB9-B32481CF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02E27-33A5-4C6A-9F77-34366476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8F088-EB27-470B-9020-49603D94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53E8A-6A1E-454E-8F0F-AAC1F8C6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BAA09-9B71-4F65-AA98-62C37613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79985-2CA1-4476-89A7-E68455E9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F82BD-C876-4DB2-A965-9D0C9278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DA9DB-B57A-41AC-A453-9F63BA57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65D02-EB74-4238-9D1D-0478BC62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08DBC-9566-4542-9B4E-77A86195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F38B4-D726-4282-9838-2B4FEF59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A6C8F-8028-482C-BEAD-D8154727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5CD6A-D06C-41DA-8BFA-6F9D612C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9231169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7E90B-FFB0-471E-BFFE-BF181BB8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2AF19-3A0F-4FF6-BD99-3B7EB7E5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A60A5-792F-4C8D-8112-7431AEEE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B7056-0B24-4632-8EE7-843D66AB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25A07-C3F5-4F3F-840B-F41619FC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AECE3-D4CB-4A45-9AC1-84B675ED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Parallel axes theorem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A7309-8B40-4205-9AF3-A2C68B1E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D4FEC-4FE6-4337-B92E-89BC28BC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6645B-2411-43A3-A1AC-9C20CDD2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77453-C097-465F-A5B4-1605CE62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AFA9E-B604-4B56-9178-47D5055A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2991861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7AC5B-43AE-4673-8CAF-B8FF8BA3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F431B-098D-40D6-B00B-BE774214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9D0C2-0AF8-45DE-8E62-5FBFA513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55079-C9F9-41F3-BF80-8189D168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143BD-C5D4-4A7D-9FC4-EDAA649A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Perpendicular axes theorem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7E2A8-686C-41FC-B2F5-0CB2D496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Perpendicular axes theorem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65F95-5B6B-40E5-9DDE-C95E2336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EC3D3-B728-4E4A-9B0A-AF522F1A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E8632-BE6F-40A3-B4C1-8DDB3436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31A66-61CA-4A45-AD75-2C193221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F7D4B-974F-4EF6-80C4-8FB99726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E19EF-8700-4D3B-8C2E-57390EC5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B5542-FA97-4F41-85B1-813FEE23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EDA75-4481-46BC-B650-79CEB6FD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474C4-D1F7-405C-88C7-9FDAFEAB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CE380-B2AE-4979-9D43-33E3577A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9939881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3E97C1-4FC6-4CCB-B35A-A1BBF173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C5FE0-782A-4E9D-9415-4469FBBE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5F011-DC98-4903-B105-4AE74004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07F90-A75F-49E3-9834-648F3A00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489B0-53C9-4EC4-8358-7A3CCE67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B2342-81D9-4712-819F-74C3E5BC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2CF92-9C69-4FF5-95AC-6F1C6897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E62C6-8AE4-4683-A7BF-04C170EB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82F6E-FE4D-4C38-89C7-4989E096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Perpendicular axes...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200B8-44B8-4272-AD6B-11CF49BC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44DFA-8E86-4A55-9841-C7339305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3710F-AD62-472B-A5D0-B77A67E7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Perpendicul...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0F1EC-E89A-4BB3-B99D-8BFD7AEF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D9605-D7CC-4E7F-9816-AC6C8707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4A49C-7B93-4813-8441-9FD5E733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Perpendi...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12BB5-A808-471B-9A58-1904F8F0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144D6-7E27-4352-BD57-1590DFF8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EBDB2-1755-4B8F-91D9-A5B7F37B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Perpendicular ax...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7503B-E92D-4603-8887-A88DDBC2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DE471A-3F3E-4C51-95E2-67CC918C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66C23-7440-4A10-8008-721CF90A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Perpendicular...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5670B-E8B5-4A02-9591-5766AFFB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B61B2-70D6-44E8-AD0F-BAF18E53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44278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44150-5360-4190-B90B-815518DA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CDD63-D599-402D-959B-6BCA0A13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4BE25-F58A-42BE-92C4-33CC8D3F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3E998-2106-4E9F-94CD-7700F7FF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2FD44-3E10-4E61-93D6-3F89AA34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99FFC-802C-42FE-B744-A04517DF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8A48A-BEC7-466F-BF80-194569BF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A994B-05D2-49DC-A562-02B0FB12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F9CE8-BDA5-43BA-B1B4-E9C0B158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2E147-95FA-4197-9BFA-388DFF92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29D82-65E2-40FE-AB91-6C94791D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4773F-66A0-4416-A31D-E6B1383A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C0B42-08A3-4017-96BE-54CD1710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8E14D-340C-4616-993C-D6C68706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467F9-AF44-4330-8942-F3ACBBA5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7236121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DB116-F540-4B1F-8592-AA4CD214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7B007-7B94-41CD-A26F-82B7F7A4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8360C-F400-45E4-AA72-FDC4DA9D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F601F-3C8B-4037-A389-67A4F29B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0A10D-683B-442D-BB91-60C642FA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B9E47-EF55-42CB-BDAD-F192CDA6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Perpendicular axes theorem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E88D9-502A-48F2-9378-391D618B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DB87F-2B7F-481C-A712-492E80BC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4D904-F0A3-40B5-916E-8D56FE81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18F52-F9D4-4621-9AB7-F99BFE10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28C18-B0D9-4E80-850A-CB7BAA2B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9201540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E318C-EE74-4867-A1CF-6996CEFB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F75CE-DC22-4586-84DB-8F9B4DC9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E4E2E-E476-483C-B2C7-202C57DE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DEC4D-85E9-4F93-9B92-43760F13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C78FC-E9A7-462B-816D-24199B21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Polar moment of inertia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632AA-66D3-4895-8A51-F085A766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Polar moment of inertia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66538-FB9C-4B66-A026-15F30791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834F8-A7F0-41FD-99A5-2E35F590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0735B-1BFD-4006-ADE9-DF4E6DEB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E35DB-6122-499A-8A52-8C572747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4E91D-AB89-408D-AA3B-1D4AE18D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30E58-A504-4A1A-947E-F6BC74AE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B898C-05FE-4EBC-85DB-63216917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4DD61-3A17-4E61-857E-4359A577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F9C99-579A-4020-903A-6C4DF18E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34EF3-6DD7-4FE5-BA49-B72A97A7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3021281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F19581-27C2-4128-9D11-1A19908F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8639B-84EA-4FB0-B507-17814E14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55427-3546-4380-BD55-CAD468E7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677BC-FD63-49BB-A8A4-1CA9CF95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187C7-91F9-4D1D-9570-1096F45B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E5502-C570-470C-9336-DFF64AA6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CD323-D397-4A47-B9A8-DC98D946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9DB6F-B3E9-4355-A479-B6DAB548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B3A22-84E5-458C-95C7-0C045CC8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Polar moment of 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05E61-9F95-4C62-B002-F2C2682C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3FC68-D921-4780-A071-2D1969CB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F5E30-DF56-41AD-9641-1AE5B8D4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Polar momen...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D5B6D-C118-471C-91DF-44206575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C7A19-A456-4A7D-9B5B-DEAE933D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ABC99-53B2-41F7-9C6E-4F01BC00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Polar mo...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A9BA2-1FF8-4BD6-A3AB-93D4D5E4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797A5-2FEE-496F-8088-77197507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D7E5D7-108C-4FCD-88CB-F0A35965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Polar moment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10A91-A8D9-45F2-954B-6DD2EBF7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36DF7-4B9C-4F8E-81CC-A20F3CFC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E6D2D-0309-45A5-994C-57E2D456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Polar moment 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8DAD5-0871-4548-BB45-0983F557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B8E91F-7A8D-434C-8EF9-67053C7F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46197282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60050-9B34-48AA-9678-D2AD5657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2FAE6-204B-4748-AEBD-45A48607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6140B-1954-42EA-9043-11915754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8EE9A-FCA3-41F8-A7D1-AE09D11E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62B98-AEB5-41AC-8E80-BE5EEE73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DEA75-43A7-478D-9B96-4F51BF8D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42909-9EF0-4A6A-BE47-AD77D7EB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70600-5055-4AEB-B08E-CF17D65D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6F300-AA8D-42BB-8484-0B5D1CE6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5794D-D61B-443E-B48A-DCE9255E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3BB3F-FE2B-48BD-8A90-09C6D761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7327A-5C9F-453A-85AB-CF7709D7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B4556-12BC-4737-A741-17159B18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24F10-67CE-4648-AD0A-3F789A1B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499CD-B2B2-41CB-BA01-0BDB9E0A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7759107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2C9D5-2032-419D-98FF-B2022A81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735E9-F35E-4E0B-B93B-6903DDF2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4D0FF-47C6-441E-A4CD-DD67CF5E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64A78-5F79-4197-BAEE-62608758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188E0-2FC2-4874-B8D7-5C6EB273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9DC8A-BCC2-414C-A580-3A152291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Polar moment of inertia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13FD3-2B67-485F-850A-EB2FF092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CD587-F965-4CAE-9624-F3CACC91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02CE6-4E58-44DA-ABCA-BA4DCC8B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05112-0C69-41DF-97C3-5EA3C1AF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C8932-328C-48AB-AD52-A7113797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85832631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D1070-9CF4-4A6A-9C15-13DD7355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F01F2-0E59-4CA8-B701-8096B056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1AE8D-2E68-41D0-857E-C14E95A2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8B140-6239-49A9-B077-BFAA8A71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5387A-0131-46F6-B701-9B05CE71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Radius of gyration. 2 Moment of inertia of square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11A61-258A-4A6E-B98A-09B6F4A5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Radius of gyration. 2 Moment of inertia 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C5412-8673-4E8F-97C9-EB466FA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35444-770E-4B16-A453-EAC8C79F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88398-F5AE-4CCC-A689-6376A775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F5D05-5F84-4337-ABD0-9284C4BC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B0871-CF63-4BAE-AEF3-4AD294C3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6BA6A-7C29-42B3-B31B-17B30075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3F76E-A9AB-4CF0-80D2-E0CA2940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C7815-F04F-49ED-915C-BE97AB95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3E723-E911-4744-AAF1-CD1E47B3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944C8-DEA6-4505-ACCC-34C08B5B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6406931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A9ABDE-714E-4936-9C57-0397220C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5C135-F4C0-4489-8A5A-748C5BF2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64F37-BE56-4525-86C6-0D3E1384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93B4A-09D2-439F-9840-87F927E9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F5361-D11B-4D16-838B-24C46B42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06D62-79EF-492F-9003-A26C62D4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BBA9A-DF22-41E6-8F0D-79B380AA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3BCDC-6A14-4C23-8B4D-5C4EB259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4F2FF-6EEE-447E-A58B-B7C034B0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Radius of gyration...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FCA4F-01FB-446F-B441-F8F80D8C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971E5-FCB3-4667-B13C-BB91BE27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6FE87-3D5E-474F-97B8-79077DB8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Radius of 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BD440-263B-4242-8745-A86F1907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4C8AB-28B7-40C3-90B3-16B37B00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B5719-968E-4CFD-A4AD-ABE82AFB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Radius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60D220-CA1D-4C79-9D69-3DA5C12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38FC1-4D15-41F4-AD4E-2D113804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63FF7-9049-493D-9B9A-8EAF2652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Radius of gyrati...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C9452-435E-4670-863F-924E810D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CD800-F8C1-4E39-8869-136736BD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A1B57-C0FA-4997-BABC-81486D15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Radius of gyra...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6C3FB-2148-4BED-AE15-41A8C238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C6A6B2-1E81-4A47-8550-0DDD314F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3302727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9A9D0-A526-44ED-B297-6F3EB633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1F40E-F8E0-4F2F-9BB8-04D96593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FCD45-8B3B-484E-A169-37909439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45440-92AF-4850-B1FD-6070DDDC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273AE-9E08-46C3-A8D5-27F4F0D6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3F090-554A-400C-AC95-9C736EDF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39F97-029C-4939-A29C-8BA15965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E3BD5-9DBB-458D-B761-84673614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92B11-771D-46DA-8271-35CB840B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0ADCE-88FF-43B9-B375-3F039739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B8A83-D039-4FA6-AE83-F11639D3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B97DD-9335-431B-8DEA-71092035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6C9DA-C866-4135-A79F-AEA1B06A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0992B-7F1F-4E89-BEAF-316649C0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E6E3E-AB4D-4C0F-B190-90C8766E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15341065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33F31-5F74-484B-9A77-E821033A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EC2D8-CEF4-44C4-A60B-95B880D3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F69E8-3F46-4DEC-B9F6-B0DCB7D9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5D30A-202E-4FAE-8365-5C7F893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07466-A868-49BD-AAEF-1B1F2B73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8EB4D-FFDA-4B0A-8DCC-B3A91EE3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Radius of gyration. 2 Moment of inertia of square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36DD4-BCB2-447A-BD9B-F7A49053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07ED5-F44F-4BD5-9599-55CD68E0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6A3B3-A61D-4F57-8AE7-11754304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E7AD7-8B02-4F62-973B-12681DC5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34F77-4686-47C6-BCEE-192D7202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3281589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16CA2-AAA0-4975-A0DA-E0FEC82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E3C5E-9557-406F-8771-5BADFF85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004C6-848B-4305-BC38-EE6FF8B1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FFD44-E539-473B-A6D5-D31F85C3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1E6C4-0DE1-440E-A076-A3E64FEF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rectangular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FF52A-46DB-4926-859B-8A9D002C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rectangular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3895A-086D-4D69-A3C6-3EE4917F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13383-6108-4D4B-86DA-07AB1266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EED88-C39D-4FD8-8153-4FD7E98B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C6E1A-39E2-4B6D-AF5D-A97DD5F6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CDE3B-8B61-41D1-945C-C4060539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5EA9C-577B-496C-966B-DA06A4F1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82C72-D47E-4949-9884-A2C4952A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D7486-A600-4CD5-95EA-582FADDC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DEDBE-A741-438A-8B36-A9521C9A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3032B-92F0-4A4B-B77E-EF12CCA3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347124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4824D-243E-4788-8F5F-AD1DCDE6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416E7-09D2-4774-9D8D-6CB09349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DDF3C-5A1B-4BCF-9598-428FA720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66695-98DB-4161-9EF9-1DFB1004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8FEDB-FAE4-4D73-82FF-D55C9120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681B8-8597-4AB6-BB11-E16A36B0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4562F-2ABB-4938-8E6A-880DCF59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FA867-7ADA-46F5-9FC2-196EDA2D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FCB4B-EDBA-453B-B4D7-22DF421C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rectangular.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CB4B0-5AD1-4DAF-A6AD-B57B4D96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F7DBF-497A-44F7-A12F-E300FA3C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7EBDA-EF52-4A95-B40F-A90963F8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rectangular.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C78CE-B594-42AC-88F3-C925288C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D2373-7E18-4B6E-B2BD-3271EA11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98E9D-6B43-4128-8937-042DE46F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rectangu...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2AD22-1298-4C76-BE0A-34BDE9AF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5703D-E703-4E41-A840-318B62B2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784B2-70A0-4BF1-867D-51E0B37D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rectangular.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3ACAE-3360-4A9B-9577-C74A976B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914CC2-8570-4510-AC03-29309A7E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79A5E3-5090-4E32-9E9B-E8EC6D7C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rectangular.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C1DD24-A4B4-45B4-A14C-9F6D389E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2B3C7-78DC-4A37-80C8-560EC188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14370943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4A37C-1B31-4142-AD54-C3EDDE25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222D9-E1C8-4B90-8BEA-81F19638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AE026-AEF0-4CE8-AE73-C24C117F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0B96B-7299-4255-B1CE-41E214E4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FC474-3216-472A-9279-0D869E8E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68422-8D27-4CDD-B30C-0CBC0C3D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27B40-A7F5-405C-AED2-73F239C9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5B9FD-938E-4C32-96B7-8518A968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BAE0A-34E3-44E9-AAF9-BFBD142C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BEFA5-D620-4CFE-9D4C-ECB4B4A0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F2975-32F1-48DD-861C-5F10499C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2ED12-35C7-45D3-8AE3-BF9885B0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039CB-9FF0-495D-9E62-C9116C05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46722-1FF5-4E5E-A453-DD891009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04CA0-2496-483F-A6BB-7F44236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38039496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BB988-4876-4130-B252-3F470222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21BCE-EF77-440C-8AAB-F87951FB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03221-3BBA-4B5D-AFA7-AA98880E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DFEC8-56AA-45FA-8595-D718F111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04D01-E591-4DC6-957A-1404E1DF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460E1-103C-41B7-B2F1-0719C5BF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rectangular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ACC1B-5A42-4F05-A2A2-A72A764A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1DCAE-BCDE-4744-81DF-93C38EF0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5E4CC-FA44-47AC-B581-EB9A6288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4BAC7-8ECD-4B50-B06F-79F50611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8413A-42ED-4EB5-8B65-C65C88F9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51401789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6A6B9-D71E-4CC2-9AB5-858B4EF8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8FEA3-6F37-44E6-92D3-E049F520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732FF-E9BE-4840-9AE0-39FC1068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0A5C6-32D8-474A-9BAF-A29A9013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D7748-04F2-429B-B04F-DF16CD37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triangular and circular areas from the method of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D3334-B766-453C-8310-6BEE574B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triangular and circular areas from the me...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1FDF0-3577-4C51-A5D2-6CB35919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3DD10-BDA2-46F4-A1B3-45AE1A35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AA4EC-25AD-40A6-85C9-ED7CF15A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CBD35-109D-4A09-8618-3FB8A229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F8E8F-D3FA-4F69-9B02-22804284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7C245-DF57-45F1-88CB-EE47C466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16DD0-E15E-4179-9A05-79E4D341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87572-118B-43F4-9D20-02969A9B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A9FC9-EA73-4FE7-8604-7CF02A76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E5DF7-73D9-4FE3-A685-3BD4612F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47144786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45BC69-A2BD-400C-915A-C76661FD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BABD7-8962-46FD-87A3-53C34740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63CF9-1C25-4547-BCB0-6D403D99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F8EDC-61BD-4419-9FCB-C8B36D64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22DFD-F03D-4C50-94B3-0ECFF0E1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B9163-0F49-4C3D-856D-0CE9A81C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4F204-55D4-46A4-ABFE-0D022CCF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48D9C-C051-4BC5-9AD2-5330B938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0418C-C85E-498F-8057-D81B8DC1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triangular and cir...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50AE5-9083-4A64-9A86-DAAE9F09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8A125-E43F-49F0-BA5C-877B4C9C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058BC-5494-4686-971E-A2E4F3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triangular...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DF59E-7B4D-4350-AF38-B5DAF9B3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C2C44-BE24-4100-A7F7-4007A019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12295-396D-41CF-8E90-B9D2C659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triangul...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4CF83-C879-4C27-9EEF-F1179F22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2A753B-0ED1-4D55-9F01-AFDC7E84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48370-75E3-46B4-B3EF-1F5FED36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triangular and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93CEE-57D9-4EAE-BE3B-334CD698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4EDBA6-C930-4603-B674-9662A105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BCF60-536E-410B-8992-BECABB70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triangular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C1589-085D-4162-B4D6-3208B445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F6F742-C357-4968-B7B5-318AB753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71549307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98668-15A3-4F8C-9A50-26300B22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F82AE-6176-4839-ACBD-D7D9C337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DA05E-E995-449C-BB6B-240C94E6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A58A6-C775-45D6-BB6E-4878FDE3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E14E7-6D76-424F-8D04-8A319931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AAAE1-B97C-4C36-BBA4-CFF02E5D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7D59B-35E2-492C-A36F-0B5DAACF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63C4F-0ACA-48B3-AF90-10B052CB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EAC6A-CB5B-4AC5-B855-832833B8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636C6-FA41-4164-9D99-83D019CB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9C67D-1883-447C-A6A8-A99B6991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4F1DF-9B5A-4B49-BA5A-462F9C40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7E2C0-848A-46DB-BB82-9B34723B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08550-F499-4A67-9B04-7D8F949A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A69C4-84FD-416F-AA1B-B4750C14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9726445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FC957-81F7-4CEC-92DD-1EECC5A2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636DC-5D50-4C2F-8A80-F58A4CE6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D49CB-5559-4749-9AB6-6A853D5F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D529F-326D-4B8D-811E-AA5A10B1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11B3D-95A3-46AA-A46B-DE766285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5C8E6-7656-4E72-A700-14909BCC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triangular and circular areas from the method of Integrat...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CE873-6778-41BC-A172-659A6D93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1386E-1A41-448E-A134-8B8B7F93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82517-1D7C-4633-9081-C2F1F1CE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14D6D-9156-4EA7-8CB8-31EA01E9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7B1BB-5CC8-4457-8269-A7FFE3E5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09184558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3C6BE-CFC3-4964-8C22-1EF5C91B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E367D-62A4-41AD-8E92-70BF66F8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BAC72-B0DF-4813-9C3E-5FDC2452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AEAE1-0F99-4278-AA7D-76947570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7E697-2FD8-470A-B117-2288F706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1B7A1-D809-4F33-98A2-E1D58BC5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1264406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CEBED-2968-4A6D-B35F-DC491D28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FEF57-87A3-46EC-9ABD-39542F47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EF31E-5EAA-4F0A-8033-277B6FC5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197D4-1217-4314-ABA0-88512519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017C9-3E44-4FF0-AB25-61CF2B21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Moment: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Inertia: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plane: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Areas: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axis: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B111A-A05F-48B4-838D-26336C67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4977815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B7CCB-5F9C-4721-A78F-C543CC1F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AE20D-787C-4FFC-B35C-F4DFF161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75C5D-3310-45EF-8E50-6AF58972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5493B-554D-48CB-8203-E8FCB28E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BF4C5-4155-454C-88DE-EA7B77B8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3E021-73BA-40D2-BCA0-DAF706C0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4038862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B44A6-A74C-4839-8A4A-87FC018A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EC261-12DE-4779-A0F5-A950314B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58656-8BED-46B6-837F-B59A5D0C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D4711-CBCB-4BC3-9976-78E617C8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FFEC1-51C2-451B-9074-EFEEEFD9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3F1D7-851A-482B-9111-B117D0DA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83285208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79FBA-A2B7-4C2B-B200-CC155E99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158D5-1BA2-46B4-BD09-8548BCEC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B5A23-7DA7-4E80-ABF7-80007D99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D8A00-5D1D-4F38-A8D9-BCF671BC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9DCEC-0291-4831-A985-65F2566F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Moment of Inertia of plane Areas: Introduction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Moment of inertia about an axis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Parallel axes theorem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Perpendicular axes theorem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Polar moment of inertia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48C73-B33E-4210-AFDD-C34300AC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85636-B978-48D8-8A66-57975C82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99EC3-01FF-43F1-B616-3F18B29D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85366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2026-08-24T16:02:35.4260000Z</dcterms:created>
  <dcterms:modified xsi:type="dcterms:W3CDTF">2026-08-24T16:02:35.4260000Z</dcterms:modified>
</coreProperties>
</file>