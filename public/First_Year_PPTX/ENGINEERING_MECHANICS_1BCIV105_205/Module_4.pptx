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ce6416a14a4097" /><Relationship Type="http://schemas.openxmlformats.org/officeDocument/2006/relationships/extended-properties" Target="/docProps/app.xml" Id="R26983a6866714e95" /><Relationship Type="http://schemas.openxmlformats.org/officeDocument/2006/relationships/officeDocument" Target="/ppt/presentation.xml" Id="Rb5695fc893de44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e643626dfc4903"/>
  </p:sldMasterIdLst>
  <p:notesMasterIdLst>
    <p:notesMasterId xmlns:r="http://schemas.openxmlformats.org/officeDocument/2006/relationships" r:id="R8823b421df954c1d"/>
  </p:notesMasterIdLst>
  <p:sldIdLst>
    <p:sldId xmlns:r="http://schemas.openxmlformats.org/officeDocument/2006/relationships" id="256" r:id="R1f4b49bab8734dd4"/>
    <p:sldId xmlns:r="http://schemas.openxmlformats.org/officeDocument/2006/relationships" id="257" r:id="Rc2f43cbac8134c6d"/>
    <p:sldId xmlns:r="http://schemas.openxmlformats.org/officeDocument/2006/relationships" id="258" r:id="R748959ec7f9840ea"/>
    <p:sldId xmlns:r="http://schemas.openxmlformats.org/officeDocument/2006/relationships" id="259" r:id="Re658bc17d7514cd4"/>
    <p:sldId xmlns:r="http://schemas.openxmlformats.org/officeDocument/2006/relationships" id="260" r:id="R0751b7dad45d499e"/>
    <p:sldId xmlns:r="http://schemas.openxmlformats.org/officeDocument/2006/relationships" id="261" r:id="R2adae39212054558"/>
    <p:sldId xmlns:r="http://schemas.openxmlformats.org/officeDocument/2006/relationships" id="262" r:id="R451584c834ef4e69"/>
    <p:sldId xmlns:r="http://schemas.openxmlformats.org/officeDocument/2006/relationships" id="263" r:id="R8ff9730f93334454"/>
    <p:sldId xmlns:r="http://schemas.openxmlformats.org/officeDocument/2006/relationships" id="264" r:id="R2451a59349764184"/>
    <p:sldId xmlns:r="http://schemas.openxmlformats.org/officeDocument/2006/relationships" id="265" r:id="R4a6288357a6f4da5"/>
    <p:sldId xmlns:r="http://schemas.openxmlformats.org/officeDocument/2006/relationships" id="266" r:id="Rc43aedd0e00c4878"/>
    <p:sldId xmlns:r="http://schemas.openxmlformats.org/officeDocument/2006/relationships" id="267" r:id="Radef8c591a374210"/>
    <p:sldId xmlns:r="http://schemas.openxmlformats.org/officeDocument/2006/relationships" id="268" r:id="R35a93fa0914b4101"/>
    <p:sldId xmlns:r="http://schemas.openxmlformats.org/officeDocument/2006/relationships" id="269" r:id="Rfac54b8e3a4e4cc1"/>
    <p:sldId xmlns:r="http://schemas.openxmlformats.org/officeDocument/2006/relationships" id="270" r:id="R95f6508a421b412f"/>
    <p:sldId xmlns:r="http://schemas.openxmlformats.org/officeDocument/2006/relationships" id="271" r:id="Rd5f29a8548294af6"/>
    <p:sldId xmlns:r="http://schemas.openxmlformats.org/officeDocument/2006/relationships" id="272" r:id="R5652c9bc11804d6b"/>
    <p:sldId xmlns:r="http://schemas.openxmlformats.org/officeDocument/2006/relationships" id="273" r:id="Rdbbfd3fb0c574991"/>
    <p:sldId xmlns:r="http://schemas.openxmlformats.org/officeDocument/2006/relationships" id="274" r:id="Ra4c358602d3a47d5"/>
    <p:sldId xmlns:r="http://schemas.openxmlformats.org/officeDocument/2006/relationships" id="275" r:id="Rfdf1469143db4d56"/>
    <p:sldId xmlns:r="http://schemas.openxmlformats.org/officeDocument/2006/relationships" id="276" r:id="Refee78bfb2ec45a0"/>
    <p:sldId xmlns:r="http://schemas.openxmlformats.org/officeDocument/2006/relationships" id="277" r:id="Rd3891eaf5a444e54"/>
    <p:sldId xmlns:r="http://schemas.openxmlformats.org/officeDocument/2006/relationships" id="278" r:id="R631dc04dcc8e4f92"/>
    <p:sldId xmlns:r="http://schemas.openxmlformats.org/officeDocument/2006/relationships" id="279" r:id="Rc758b29d58a84555"/>
    <p:sldId xmlns:r="http://schemas.openxmlformats.org/officeDocument/2006/relationships" id="280" r:id="Re3c0e195062548b7"/>
    <p:sldId xmlns:r="http://schemas.openxmlformats.org/officeDocument/2006/relationships" id="281" r:id="R3cf297ae1ef442fb"/>
    <p:sldId xmlns:r="http://schemas.openxmlformats.org/officeDocument/2006/relationships" id="282" r:id="Re996178910b2409c"/>
    <p:sldId xmlns:r="http://schemas.openxmlformats.org/officeDocument/2006/relationships" id="283" r:id="Rce7334841f374842"/>
    <p:sldId xmlns:r="http://schemas.openxmlformats.org/officeDocument/2006/relationships" id="284" r:id="Rf60e8d7c1a044e41"/>
    <p:sldId xmlns:r="http://schemas.openxmlformats.org/officeDocument/2006/relationships" id="285" r:id="Ra4e3876020124bdf"/>
    <p:sldId xmlns:r="http://schemas.openxmlformats.org/officeDocument/2006/relationships" id="286" r:id="Rda825f1f2fcf4bcf"/>
    <p:sldId xmlns:r="http://schemas.openxmlformats.org/officeDocument/2006/relationships" id="287" r:id="R56e546c6af8047fa"/>
    <p:sldId xmlns:r="http://schemas.openxmlformats.org/officeDocument/2006/relationships" id="288" r:id="Rfa9046d75f1644ec"/>
    <p:sldId xmlns:r="http://schemas.openxmlformats.org/officeDocument/2006/relationships" id="289" r:id="Rf295874cd0744529"/>
    <p:sldId xmlns:r="http://schemas.openxmlformats.org/officeDocument/2006/relationships" id="290" r:id="R3fcea59e31884b72"/>
    <p:sldId xmlns:r="http://schemas.openxmlformats.org/officeDocument/2006/relationships" id="291" r:id="R3a29bdfb2c3d4beb"/>
    <p:sldId xmlns:r="http://schemas.openxmlformats.org/officeDocument/2006/relationships" id="292" r:id="R26b60dbdafa2435c"/>
    <p:sldId xmlns:r="http://schemas.openxmlformats.org/officeDocument/2006/relationships" id="293" r:id="R4bba1d1ecffe43fc"/>
    <p:sldId xmlns:r="http://schemas.openxmlformats.org/officeDocument/2006/relationships" id="294" r:id="R3cab97152135419e"/>
    <p:sldId xmlns:r="http://schemas.openxmlformats.org/officeDocument/2006/relationships" id="295" r:id="Ra5b97b05fabd43c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da2170389a4871" /><Relationship Type="http://schemas.openxmlformats.org/officeDocument/2006/relationships/slideMaster" Target="/ppt/slideMasters/slideMaster1.xml" Id="Rc6e643626dfc4903" /><Relationship Type="http://schemas.openxmlformats.org/officeDocument/2006/relationships/notesMaster" Target="/ppt/notesMasters/notesMaster1.xml" Id="R8823b421df954c1d" /><Relationship Type="http://schemas.openxmlformats.org/officeDocument/2006/relationships/presProps" Target="/ppt/presProps.xml" Id="R209a77ac906b46c9" /><Relationship Type="http://schemas.openxmlformats.org/officeDocument/2006/relationships/tableStyles" Target="/ppt/tableStyles.xml" Id="Rb30b99dd7e2249c9" /><Relationship Type="http://schemas.openxmlformats.org/officeDocument/2006/relationships/slide" Target="/ppt/slides/slide1.xml" Id="R1f4b49bab8734dd4" /><Relationship Type="http://schemas.openxmlformats.org/officeDocument/2006/relationships/slide" Target="/ppt/slides/slide2.xml" Id="Rc2f43cbac8134c6d" /><Relationship Type="http://schemas.openxmlformats.org/officeDocument/2006/relationships/slide" Target="/ppt/slides/slide3.xml" Id="R748959ec7f9840ea" /><Relationship Type="http://schemas.openxmlformats.org/officeDocument/2006/relationships/slide" Target="/ppt/slides/slide4.xml" Id="Re658bc17d7514cd4" /><Relationship Type="http://schemas.openxmlformats.org/officeDocument/2006/relationships/slide" Target="/ppt/slides/slide5.xml" Id="R0751b7dad45d499e" /><Relationship Type="http://schemas.openxmlformats.org/officeDocument/2006/relationships/slide" Target="/ppt/slides/slide6.xml" Id="R2adae39212054558" /><Relationship Type="http://schemas.openxmlformats.org/officeDocument/2006/relationships/slide" Target="/ppt/slides/slide7.xml" Id="R451584c834ef4e69" /><Relationship Type="http://schemas.openxmlformats.org/officeDocument/2006/relationships/slide" Target="/ppt/slides/slide8.xml" Id="R8ff9730f93334454" /><Relationship Type="http://schemas.openxmlformats.org/officeDocument/2006/relationships/slide" Target="/ppt/slides/slide9.xml" Id="R2451a59349764184" /><Relationship Type="http://schemas.openxmlformats.org/officeDocument/2006/relationships/slide" Target="/ppt/slides/slide10.xml" Id="R4a6288357a6f4da5" /><Relationship Type="http://schemas.openxmlformats.org/officeDocument/2006/relationships/slide" Target="/ppt/slides/slide11.xml" Id="Rc43aedd0e00c4878" /><Relationship Type="http://schemas.openxmlformats.org/officeDocument/2006/relationships/slide" Target="/ppt/slides/slide12.xml" Id="Radef8c591a374210" /><Relationship Type="http://schemas.openxmlformats.org/officeDocument/2006/relationships/slide" Target="/ppt/slides/slide13.xml" Id="R35a93fa0914b4101" /><Relationship Type="http://schemas.openxmlformats.org/officeDocument/2006/relationships/slide" Target="/ppt/slides/slide14.xml" Id="Rfac54b8e3a4e4cc1" /><Relationship Type="http://schemas.openxmlformats.org/officeDocument/2006/relationships/slide" Target="/ppt/slides/slide15.xml" Id="R95f6508a421b412f" /><Relationship Type="http://schemas.openxmlformats.org/officeDocument/2006/relationships/slide" Target="/ppt/slides/slide16.xml" Id="Rd5f29a8548294af6" /><Relationship Type="http://schemas.openxmlformats.org/officeDocument/2006/relationships/slide" Target="/ppt/slides/slide17.xml" Id="R5652c9bc11804d6b" /><Relationship Type="http://schemas.openxmlformats.org/officeDocument/2006/relationships/slide" Target="/ppt/slides/slide18.xml" Id="Rdbbfd3fb0c574991" /><Relationship Type="http://schemas.openxmlformats.org/officeDocument/2006/relationships/slide" Target="/ppt/slides/slide19.xml" Id="Ra4c358602d3a47d5" /><Relationship Type="http://schemas.openxmlformats.org/officeDocument/2006/relationships/slide" Target="/ppt/slides/slide20.xml" Id="Rfdf1469143db4d56" /><Relationship Type="http://schemas.openxmlformats.org/officeDocument/2006/relationships/slide" Target="/ppt/slides/slide21.xml" Id="Refee78bfb2ec45a0" /><Relationship Type="http://schemas.openxmlformats.org/officeDocument/2006/relationships/slide" Target="/ppt/slides/slide22.xml" Id="Rd3891eaf5a444e54" /><Relationship Type="http://schemas.openxmlformats.org/officeDocument/2006/relationships/slide" Target="/ppt/slides/slide23.xml" Id="R631dc04dcc8e4f92" /><Relationship Type="http://schemas.openxmlformats.org/officeDocument/2006/relationships/slide" Target="/ppt/slides/slide24.xml" Id="Rc758b29d58a84555" /><Relationship Type="http://schemas.openxmlformats.org/officeDocument/2006/relationships/slide" Target="/ppt/slides/slide25.xml" Id="Re3c0e195062548b7" /><Relationship Type="http://schemas.openxmlformats.org/officeDocument/2006/relationships/slide" Target="/ppt/slides/slide26.xml" Id="R3cf297ae1ef442fb" /><Relationship Type="http://schemas.openxmlformats.org/officeDocument/2006/relationships/slide" Target="/ppt/slides/slide27.xml" Id="Re996178910b2409c" /><Relationship Type="http://schemas.openxmlformats.org/officeDocument/2006/relationships/slide" Target="/ppt/slides/slide28.xml" Id="Rce7334841f374842" /><Relationship Type="http://schemas.openxmlformats.org/officeDocument/2006/relationships/slide" Target="/ppt/slides/slide29.xml" Id="Rf60e8d7c1a044e41" /><Relationship Type="http://schemas.openxmlformats.org/officeDocument/2006/relationships/slide" Target="/ppt/slides/slide30.xml" Id="Ra4e3876020124bdf" /><Relationship Type="http://schemas.openxmlformats.org/officeDocument/2006/relationships/slide" Target="/ppt/slides/slide31.xml" Id="Rda825f1f2fcf4bcf" /><Relationship Type="http://schemas.openxmlformats.org/officeDocument/2006/relationships/slide" Target="/ppt/slides/slide32.xml" Id="R56e546c6af8047fa" /><Relationship Type="http://schemas.openxmlformats.org/officeDocument/2006/relationships/slide" Target="/ppt/slides/slide33.xml" Id="Rfa9046d75f1644ec" /><Relationship Type="http://schemas.openxmlformats.org/officeDocument/2006/relationships/slide" Target="/ppt/slides/slide34.xml" Id="Rf295874cd0744529" /><Relationship Type="http://schemas.openxmlformats.org/officeDocument/2006/relationships/slide" Target="/ppt/slides/slide35.xml" Id="R3fcea59e31884b72" /><Relationship Type="http://schemas.openxmlformats.org/officeDocument/2006/relationships/slide" Target="/ppt/slides/slide36.xml" Id="R3a29bdfb2c3d4beb" /><Relationship Type="http://schemas.openxmlformats.org/officeDocument/2006/relationships/slide" Target="/ppt/slides/slide37.xml" Id="R26b60dbdafa2435c" /><Relationship Type="http://schemas.openxmlformats.org/officeDocument/2006/relationships/slide" Target="/ppt/slides/slide38.xml" Id="R4bba1d1ecffe43fc" /><Relationship Type="http://schemas.openxmlformats.org/officeDocument/2006/relationships/slide" Target="/ppt/slides/slide39.xml" Id="R3cab97152135419e" /><Relationship Type="http://schemas.openxmlformats.org/officeDocument/2006/relationships/slide" Target="/ppt/slides/slide40.xml" Id="Ra5b97b05fabd43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1e603974bd44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59e36089cc4f01" /><Relationship Type="http://schemas.openxmlformats.org/officeDocument/2006/relationships/notesMaster" Target="/ppt/notesMasters/notesMaster1.xml" Id="Rddec871664a641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3f56d1d2cb474f" /><Relationship Type="http://schemas.openxmlformats.org/officeDocument/2006/relationships/notesMaster" Target="/ppt/notesMasters/notesMaster1.xml" Id="R17e3c98926fe4b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28174491e74f0c" /><Relationship Type="http://schemas.openxmlformats.org/officeDocument/2006/relationships/notesMaster" Target="/ppt/notesMasters/notesMaster1.xml" Id="Rcf41be044cd447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e4e4a27a7e490b" /><Relationship Type="http://schemas.openxmlformats.org/officeDocument/2006/relationships/notesMaster" Target="/ppt/notesMasters/notesMaster1.xml" Id="R3af11075c5f840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c5732fdd744948" /><Relationship Type="http://schemas.openxmlformats.org/officeDocument/2006/relationships/notesMaster" Target="/ppt/notesMasters/notesMaster1.xml" Id="R691a1ac58bb142e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517d4d63cc480f" /><Relationship Type="http://schemas.openxmlformats.org/officeDocument/2006/relationships/notesMaster" Target="/ppt/notesMasters/notesMaster1.xml" Id="R5571166336344e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d3ae42d211464c" /><Relationship Type="http://schemas.openxmlformats.org/officeDocument/2006/relationships/notesMaster" Target="/ppt/notesMasters/notesMaster1.xml" Id="R34f343d90ebc4c0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e02de116fad4c41" /><Relationship Type="http://schemas.openxmlformats.org/officeDocument/2006/relationships/notesMaster" Target="/ppt/notesMasters/notesMaster1.xml" Id="R12220c05ba51454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9ceea8e92434df5" /><Relationship Type="http://schemas.openxmlformats.org/officeDocument/2006/relationships/notesMaster" Target="/ppt/notesMasters/notesMaster1.xml" Id="R7c04288fe84d4c2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4993a9566de4c27" /><Relationship Type="http://schemas.openxmlformats.org/officeDocument/2006/relationships/notesMaster" Target="/ppt/notesMasters/notesMaster1.xml" Id="R48f3c4aa3a36491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d89eb014ffa4eb1" /><Relationship Type="http://schemas.openxmlformats.org/officeDocument/2006/relationships/notesMaster" Target="/ppt/notesMasters/notesMaster1.xml" Id="R17492229268d4c2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421dd61274040c5" /><Relationship Type="http://schemas.openxmlformats.org/officeDocument/2006/relationships/notesMaster" Target="/ppt/notesMasters/notesMaster1.xml" Id="R9a639cbfa88c4d3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31cb87752ab4d12" /><Relationship Type="http://schemas.openxmlformats.org/officeDocument/2006/relationships/notesMaster" Target="/ppt/notesMasters/notesMaster1.xml" Id="Ra38340b7bb97426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97026cc08244530" /><Relationship Type="http://schemas.openxmlformats.org/officeDocument/2006/relationships/notesMaster" Target="/ppt/notesMasters/notesMaster1.xml" Id="R58663324e7af483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7f8a90166464f13" /><Relationship Type="http://schemas.openxmlformats.org/officeDocument/2006/relationships/notesMaster" Target="/ppt/notesMasters/notesMaster1.xml" Id="R48f7e7afbf1d4c6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e7d4eba298b4c64" /><Relationship Type="http://schemas.openxmlformats.org/officeDocument/2006/relationships/notesMaster" Target="/ppt/notesMasters/notesMaster1.xml" Id="R3d4b936d2f36438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b861636251e4877" /><Relationship Type="http://schemas.openxmlformats.org/officeDocument/2006/relationships/notesMaster" Target="/ppt/notesMasters/notesMaster1.xml" Id="Rc2b87e15839e420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828c074e5cf44ca" /><Relationship Type="http://schemas.openxmlformats.org/officeDocument/2006/relationships/notesMaster" Target="/ppt/notesMasters/notesMaster1.xml" Id="R77a23577e2f946a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40a5cefeff847ab" /><Relationship Type="http://schemas.openxmlformats.org/officeDocument/2006/relationships/notesMaster" Target="/ppt/notesMasters/notesMaster1.xml" Id="R0a55ef97c99b4c6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88853b62e1f4965" /><Relationship Type="http://schemas.openxmlformats.org/officeDocument/2006/relationships/notesMaster" Target="/ppt/notesMasters/notesMaster1.xml" Id="R975cd2ec819941f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f7e5430d8004a40" /><Relationship Type="http://schemas.openxmlformats.org/officeDocument/2006/relationships/notesMaster" Target="/ppt/notesMasters/notesMaster1.xml" Id="R4f405cea730f41e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4875ce225604e3d" /><Relationship Type="http://schemas.openxmlformats.org/officeDocument/2006/relationships/notesMaster" Target="/ppt/notesMasters/notesMaster1.xml" Id="Rc97582481fdf411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7e47230a0da4a7f" /><Relationship Type="http://schemas.openxmlformats.org/officeDocument/2006/relationships/notesMaster" Target="/ppt/notesMasters/notesMaster1.xml" Id="R78faf8aa6aa3485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a61489007544800" /><Relationship Type="http://schemas.openxmlformats.org/officeDocument/2006/relationships/notesMaster" Target="/ppt/notesMasters/notesMaster1.xml" Id="R0353215cbd3a407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3e9426df4f34356" /><Relationship Type="http://schemas.openxmlformats.org/officeDocument/2006/relationships/notesMaster" Target="/ppt/notesMasters/notesMaster1.xml" Id="R3356f6e9eeda4c3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fe7b8adc9664e1b" /><Relationship Type="http://schemas.openxmlformats.org/officeDocument/2006/relationships/notesMaster" Target="/ppt/notesMasters/notesMaster1.xml" Id="R9009c1d9096541b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606af1092bb457c" /><Relationship Type="http://schemas.openxmlformats.org/officeDocument/2006/relationships/notesMaster" Target="/ppt/notesMasters/notesMaster1.xml" Id="R4ee920acfb28495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d94af008a664298" /><Relationship Type="http://schemas.openxmlformats.org/officeDocument/2006/relationships/notesMaster" Target="/ppt/notesMasters/notesMaster1.xml" Id="R890bd6dbe132473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b9c319c8609418f" /><Relationship Type="http://schemas.openxmlformats.org/officeDocument/2006/relationships/notesMaster" Target="/ppt/notesMasters/notesMaster1.xml" Id="R9397d130f3a3450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d098af755874f65" /><Relationship Type="http://schemas.openxmlformats.org/officeDocument/2006/relationships/notesMaster" Target="/ppt/notesMasters/notesMaster1.xml" Id="Rc66d35409157434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fddaac1e8c34a70" /><Relationship Type="http://schemas.openxmlformats.org/officeDocument/2006/relationships/notesMaster" Target="/ppt/notesMasters/notesMaster1.xml" Id="R21c40083fd214ca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bf779c1f1f74e6c" /><Relationship Type="http://schemas.openxmlformats.org/officeDocument/2006/relationships/notesMaster" Target="/ppt/notesMasters/notesMaster1.xml" Id="R21c024da5da1426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1a1ecfbd8204e0c" /><Relationship Type="http://schemas.openxmlformats.org/officeDocument/2006/relationships/notesMaster" Target="/ppt/notesMasters/notesMaster1.xml" Id="R45f02818b81c4d5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da79bc3e18ec4ded" /><Relationship Type="http://schemas.openxmlformats.org/officeDocument/2006/relationships/notesMaster" Target="/ppt/notesMasters/notesMaster1.xml" Id="R3d281e452ac8460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1496cdfeafce4e8f" /><Relationship Type="http://schemas.openxmlformats.org/officeDocument/2006/relationships/notesMaster" Target="/ppt/notesMasters/notesMaster1.xml" Id="R3280206a8d28499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cf29b567b1764358" /><Relationship Type="http://schemas.openxmlformats.org/officeDocument/2006/relationships/notesMaster" Target="/ppt/notesMasters/notesMaster1.xml" Id="Rfc2af82334874fca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b0ed03a467c64cb6" /><Relationship Type="http://schemas.openxmlformats.org/officeDocument/2006/relationships/notesMaster" Target="/ppt/notesMasters/notesMaster1.xml" Id="Rd6ff538f882547a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b952e9fca79433c" /><Relationship Type="http://schemas.openxmlformats.org/officeDocument/2006/relationships/notesMaster" Target="/ppt/notesMasters/notesMaster1.xml" Id="R865029bc2be24f39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79d625cf023c4d2d" /><Relationship Type="http://schemas.openxmlformats.org/officeDocument/2006/relationships/notesMaster" Target="/ppt/notesMasters/notesMaster1.xml" Id="R3e45772420954a9e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e4004e576a7745f1" /><Relationship Type="http://schemas.openxmlformats.org/officeDocument/2006/relationships/notesMaster" Target="/ppt/notesMasters/notesMaster1.xml" Id="R858e2f83141347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5ded97059d46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1f17c7c81c4538" /><Relationship Type="http://schemas.openxmlformats.org/officeDocument/2006/relationships/slideLayout" Target="/ppt/slideLayouts/slideLayout1.xml" Id="R875ccfeda59d40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5ccfeda59d40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27eb5d5e7e4c10" /><Relationship Type="http://schemas.openxmlformats.org/officeDocument/2006/relationships/notesSlide" Target="/ppt/notesSlides/notesSlide1.xml" Id="Rffaafcdca78449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7dc8942935433f" /><Relationship Type="http://schemas.openxmlformats.org/officeDocument/2006/relationships/notesSlide" Target="/ppt/notesSlides/notesSlide2.xml" Id="Rdd8b2cc6c22d453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299ddb6bf843e7" /><Relationship Type="http://schemas.openxmlformats.org/officeDocument/2006/relationships/notesSlide" Target="/ppt/notesSlides/notesSlide3.xml" Id="R8746408155a14a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eb696d42d14257" /><Relationship Type="http://schemas.openxmlformats.org/officeDocument/2006/relationships/notesSlide" Target="/ppt/notesSlides/notesSlide4.xml" Id="R0bc5d496088647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1c48424c3649ba" /><Relationship Type="http://schemas.openxmlformats.org/officeDocument/2006/relationships/notesSlide" Target="/ppt/notesSlides/notesSlide5.xml" Id="R5157fce6eb1b4ec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5f18f0d06e4513" /><Relationship Type="http://schemas.openxmlformats.org/officeDocument/2006/relationships/notesSlide" Target="/ppt/notesSlides/notesSlide6.xml" Id="R1d07d521a1a649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cc7f0e5dd34b19" /><Relationship Type="http://schemas.openxmlformats.org/officeDocument/2006/relationships/notesSlide" Target="/ppt/notesSlides/notesSlide7.xml" Id="Rea012f7cc551475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156e75ed074c62" /><Relationship Type="http://schemas.openxmlformats.org/officeDocument/2006/relationships/notesSlide" Target="/ppt/notesSlides/notesSlide8.xml" Id="Rae0326deac59433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58d09170214cd0" /><Relationship Type="http://schemas.openxmlformats.org/officeDocument/2006/relationships/notesSlide" Target="/ppt/notesSlides/notesSlide9.xml" Id="R82da25ae12f7420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94f99a86744740" /><Relationship Type="http://schemas.openxmlformats.org/officeDocument/2006/relationships/notesSlide" Target="/ppt/notesSlides/notesSlide10.xml" Id="Rd7f541a746054c6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4f4c7e02e4190" /><Relationship Type="http://schemas.openxmlformats.org/officeDocument/2006/relationships/notesSlide" Target="/ppt/notesSlides/notesSlide11.xml" Id="R9f48612c966d4f4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a96472931645c3" /><Relationship Type="http://schemas.openxmlformats.org/officeDocument/2006/relationships/notesSlide" Target="/ppt/notesSlides/notesSlide12.xml" Id="R6f4aaafcd27f442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cdbf1c29414f2f" /><Relationship Type="http://schemas.openxmlformats.org/officeDocument/2006/relationships/notesSlide" Target="/ppt/notesSlides/notesSlide13.xml" Id="R9f2914f85e05466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d554a62b4341eb" /><Relationship Type="http://schemas.openxmlformats.org/officeDocument/2006/relationships/notesSlide" Target="/ppt/notesSlides/notesSlide14.xml" Id="R1acfb7d44041459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98583b584940a1" /><Relationship Type="http://schemas.openxmlformats.org/officeDocument/2006/relationships/notesSlide" Target="/ppt/notesSlides/notesSlide15.xml" Id="R4661c1fd55be466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50b36355fc42dd" /><Relationship Type="http://schemas.openxmlformats.org/officeDocument/2006/relationships/notesSlide" Target="/ppt/notesSlides/notesSlide16.xml" Id="Read1df1221714d7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be9fe7160c46dd" /><Relationship Type="http://schemas.openxmlformats.org/officeDocument/2006/relationships/notesSlide" Target="/ppt/notesSlides/notesSlide17.xml" Id="Rd89442a11de44a8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0d8ae8598a429f" /><Relationship Type="http://schemas.openxmlformats.org/officeDocument/2006/relationships/notesSlide" Target="/ppt/notesSlides/notesSlide18.xml" Id="R9440782612af480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5a489cc5054cf3" /><Relationship Type="http://schemas.openxmlformats.org/officeDocument/2006/relationships/notesSlide" Target="/ppt/notesSlides/notesSlide19.xml" Id="R9ae86f9a317b4f5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f41dd869c5432c" /><Relationship Type="http://schemas.openxmlformats.org/officeDocument/2006/relationships/notesSlide" Target="/ppt/notesSlides/notesSlide20.xml" Id="Rba14cb028180419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85ec4dccff405c" /><Relationship Type="http://schemas.openxmlformats.org/officeDocument/2006/relationships/notesSlide" Target="/ppt/notesSlides/notesSlide21.xml" Id="Rd9453a736844448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cc4bd08ac54bd1" /><Relationship Type="http://schemas.openxmlformats.org/officeDocument/2006/relationships/notesSlide" Target="/ppt/notesSlides/notesSlide22.xml" Id="Rbc78fbbb9a70486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3088da81da4511" /><Relationship Type="http://schemas.openxmlformats.org/officeDocument/2006/relationships/notesSlide" Target="/ppt/notesSlides/notesSlide23.xml" Id="Reeaa7700823b4c8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c07c0a14954bdf" /><Relationship Type="http://schemas.openxmlformats.org/officeDocument/2006/relationships/notesSlide" Target="/ppt/notesSlides/notesSlide24.xml" Id="R876a65580a7d422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137b44594a4721" /><Relationship Type="http://schemas.openxmlformats.org/officeDocument/2006/relationships/notesSlide" Target="/ppt/notesSlides/notesSlide25.xml" Id="Rf62badda674b4d0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4d30ae40064a48" /><Relationship Type="http://schemas.openxmlformats.org/officeDocument/2006/relationships/notesSlide" Target="/ppt/notesSlides/notesSlide26.xml" Id="Re426dc7e05b0492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703c4203b748d8" /><Relationship Type="http://schemas.openxmlformats.org/officeDocument/2006/relationships/notesSlide" Target="/ppt/notesSlides/notesSlide27.xml" Id="R920c154850bd4d4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533a8474474a3f" /><Relationship Type="http://schemas.openxmlformats.org/officeDocument/2006/relationships/notesSlide" Target="/ppt/notesSlides/notesSlide28.xml" Id="R64890f398e3e46f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d3f7d69115434d" /><Relationship Type="http://schemas.openxmlformats.org/officeDocument/2006/relationships/notesSlide" Target="/ppt/notesSlides/notesSlide29.xml" Id="R34e967dc9e634cf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d05acb7b1f4f2a" /><Relationship Type="http://schemas.openxmlformats.org/officeDocument/2006/relationships/notesSlide" Target="/ppt/notesSlides/notesSlide30.xml" Id="Rf29c214fadbb45f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2b76c222094672" /><Relationship Type="http://schemas.openxmlformats.org/officeDocument/2006/relationships/notesSlide" Target="/ppt/notesSlides/notesSlide31.xml" Id="Rf2f7ee1d2d2e454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2eeaf969504f70" /><Relationship Type="http://schemas.openxmlformats.org/officeDocument/2006/relationships/notesSlide" Target="/ppt/notesSlides/notesSlide32.xml" Id="R94c65aeccbbf47c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64be7f01514f70" /><Relationship Type="http://schemas.openxmlformats.org/officeDocument/2006/relationships/notesSlide" Target="/ppt/notesSlides/notesSlide33.xml" Id="R0b7ba6fe90f54c9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11efdf9e2e4912" /><Relationship Type="http://schemas.openxmlformats.org/officeDocument/2006/relationships/notesSlide" Target="/ppt/notesSlides/notesSlide34.xml" Id="Rb86d598533474b05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84f00515474612" /><Relationship Type="http://schemas.openxmlformats.org/officeDocument/2006/relationships/notesSlide" Target="/ppt/notesSlides/notesSlide35.xml" Id="R601023e1e24a47d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cb1092867c4fe8" /><Relationship Type="http://schemas.openxmlformats.org/officeDocument/2006/relationships/notesSlide" Target="/ppt/notesSlides/notesSlide36.xml" Id="R594aa5b33acb432a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5c6a4447a948cb" /><Relationship Type="http://schemas.openxmlformats.org/officeDocument/2006/relationships/notesSlide" Target="/ppt/notesSlides/notesSlide37.xml" Id="R118ac74c5c9c43e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99302a184b4168" /><Relationship Type="http://schemas.openxmlformats.org/officeDocument/2006/relationships/notesSlide" Target="/ppt/notesSlides/notesSlide38.xml" Id="R98bd443cdd0547b4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d3eef5a4a94494" /><Relationship Type="http://schemas.openxmlformats.org/officeDocument/2006/relationships/notesSlide" Target="/ppt/notesSlides/notesSlide39.xml" Id="Ra9ee5074ef3a4e30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5b90af34794586" /><Relationship Type="http://schemas.openxmlformats.org/officeDocument/2006/relationships/notesSlide" Target="/ppt/notesSlides/notesSlide40.xml" Id="Rc705dd39108047c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2DEAF7-F663-4E03-99E5-AA1D2CA5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E80F71-E7E8-48E2-B5A4-0AF61BB0E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Centroid: Introduction, definitions of centroid and centre of gravity. Axes of symmetry, Locating the centroid of square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31930A-FBBE-4D27-AFC5-5FB7ACC1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ENGINEERING MECHANICS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1BCIV105/205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EA7FCE-9AD6-4C05-93D8-269B8895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879AA3-F832-436E-8155-890C3F03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8A6CBD-D556-45B0-A616-82A234A1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D70AC4-40FC-41F6-BF69-87EDC9BF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81C53D-FA41-4D88-9D28-92F1711F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D21C73-5E35-43E5-BAC7-1F1E248B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A0474E-6098-4BBA-9C35-21A92FA4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AFE258-668F-418C-8E87-1FC31790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2054EB-C0A1-4D5C-9807-B8D90D3D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D02E93-52A2-413D-BBEE-4B259A5B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8645053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0DC3D0-64DC-489A-A0E5-FA33D721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54AC86-55B8-4CCE-9C6E-48429597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93D820-6CA6-4F16-8EFF-B7501C32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864B01-62C8-452E-A428-46A3CA52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1E24C4-C27A-4BC2-B86A-F18EF1B8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666064-5C22-4F88-8E88-F3627CF5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19945B-BEF5-4031-8706-BD148B95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4D250F-5F09-4A44-BDFD-232D4862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1ABCE5-82A2-4440-B1C3-6E2A96E4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7ECA4D-5166-45F3-8572-54FBD7A4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1AC4D4-E97C-4D04-B7C0-D03309D9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77BB90-C241-428F-9CB3-F5132B03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064BEB-A9D2-4200-A4B1-ACE5233C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549A53-7ECF-4DEC-BA31-E950A59C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227E17-99DD-45B4-9F22-929CEBCE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4221215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0CB44F-FB28-4A29-870F-73912B84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E41E53-74A0-4A08-8936-D6060234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2DBE02-15C7-4270-83CA-95AA551D9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9A706C-042C-405C-9E24-21F1DD5C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53C06D-DB29-4F5A-A91C-C5014995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F36EBD-8BAE-4466-A343-CDFCF852B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133E4F-C010-4006-AEF1-03E7015D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9810CF-5859-4998-9F83-F1A0479A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2613F3-B441-42B2-B3B8-899C23C9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Centroid: Introduction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4C100D-8048-47EB-953F-BEB0E0CF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7E74DC-D650-4CCC-BA21-A81D8F00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9AF1EA-05BF-4BA3-B871-D3D65675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definitions of centroid and centre of gravity. Axes of sy...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52C8DE-22AD-4190-9AD6-9212B50C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73556F-DD24-41A3-A7D1-93F93C82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E23909-F801-43D6-801D-8442A009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Locating the centroid of square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D4570A-B851-49B5-B50C-FEF6186A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5EC7AF-F758-4C2A-8F41-13D98BC2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64E20B-5ACE-41A4-8BDF-362F90D9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rectangle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D474C1-D1AE-45DF-9B4F-BC13AD56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06ADE8-C52F-4586-961E-526AB50A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79355B-7B2C-4A92-AB80-3EEF7CC1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semicircle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B17083-AF94-4853-8629-5CFAE7DF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AC7B86-1FA7-402D-BFFD-016AA7FC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368500-53FD-4F9C-8577-D8409B62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quadrant and sector of a circle using method of integrati...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BE513A-0FC4-4F63-B47B-A911BF88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6C430B-1B1A-4158-A4D4-1A70E566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182D4E-551D-46C0-9508-245D491C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Centroid of composite areas and simple built- up sections...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6E526A-1001-426F-88D4-B4F68ADB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464D7F-8ABF-438E-A3F1-5F9095FD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501415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647E7D-443A-4DAC-89C5-AB41AD01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CA9AE0-02E5-4D1F-BFEA-4C67B510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BE86A7-FF42-4968-A933-66FD7F34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690408-3CCE-437D-9F74-67680925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3C1BE2-E020-4B8B-BB41-D3C3D64B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D166E1-0009-4D01-A7C2-9EA368FF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CE148C-702D-4AA3-B71E-7A1438CC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C4D762-B911-459D-8251-46D1BEE1B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Centroid: 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769BE5-A350-4D39-B822-9FBD767B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C8B9B3-FF0C-4AE3-BE3C-A2F9347C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376AC9-2EBE-4D89-8E0B-3DA6F4F1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definitions of centroid and centre of gravity. Axes of sy...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C9A8D2-CDFF-4826-8605-B2841B9C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D8BA90-5F93-4E58-A8B8-9CEDF212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A81B12-F99C-4392-91FC-5B4884B4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Locating the centroid of square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4FFD11-14F1-42A2-9330-BEE7396C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7968FF-98AB-4BB6-878E-9301A72C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4F4413-29D0-4DEB-98A8-BC63FD4C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rectangle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B04644-2A3D-4648-8CA8-456B43B6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3C9358-F7CE-491B-9B29-819B3E43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AE3D39-C639-4C12-93B1-C11FC744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semicircle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04E711-6E9C-4241-BD76-E5E5E7EC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8507AF-F54B-4352-B9B8-57B916CA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D6912D-A7A3-46D9-8BF0-64246BA7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quadrant and sector of a circle using method of integrati...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41A57B-CC8B-4632-8DFB-B8635845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ADD62B-6D15-4E25-9F85-218B256B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E6F427-40C8-490A-B949-AD9ED163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Centroid of composite areas and simple built- up sections...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7D48EC-F8BD-4436-AF7C-A743FE5A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464019-3515-4142-803B-545F8CA2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4C28FB-7A72-4D23-8176-619B35B6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9895729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F16DCF-A56F-4D6F-A0E8-342CC115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90B47E-C853-4FB4-B61B-396F59A7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13CB08-5960-4314-AE8F-7B5BECE2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935C41-078A-4B43-9F48-CBC279AF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6E54B0-380E-493B-8617-6E122A3D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Centroid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92AA97-810E-482C-8F60-7CC187E7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definitions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A250E6-0751-42F3-9FC3-67BAAFFB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centre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5B19D9-AD65-4D3F-9E2A-A742D551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gravity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CB7065-1A58-4613-AE07-90F0C063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Axes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3B8D97-D288-4E1A-946A-77527C38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symmetry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5AD2CF-132B-43C8-9161-57308E51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Locating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52933A-F818-4ED2-9955-078498E26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square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7D4E2C-5D27-4B11-86D2-7684C6CB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rectangle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134E74-FC5B-41F3-9BFC-E88F5173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triangle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CFADAF-EAEE-4CC1-A403-C57CF854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D03435-7652-4DBE-88C3-2969BC3F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7434081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A6C54E-BBDB-465C-A5D9-595EC71F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AA4CC5-577A-48AF-9E4A-3A451E0B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ADACA1-E823-42BA-8430-0F711A3D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779ABD-E3DA-4CFD-9150-EF371857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B2A0A2-32E6-4E68-9C84-CDC0981B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Centroid: Introduction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5379D6-F6E0-44F8-857B-F63C30EE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Centroid: Introduction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094303-D5DE-43D1-9141-7147F199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C4A022-8AC1-4BBD-A1D0-5A4CF376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E0FC5A-2090-4C44-A200-AAABAC73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157A09-FE6B-4802-AC2D-C437E077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2DD3C0-46E5-472D-82CE-43FF08BB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76852B-5E20-4CAB-8BAB-1E2A8DD0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AA5E1B-D8C3-4469-A667-762229A2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9DFA64-7968-4F31-9E5A-2143970A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57960A-D78D-4F3A-94F5-22F0F9F9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30A251-1CB7-44ED-924A-5FCAE093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5351001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3A471B-2379-46AC-8DE1-5EB51469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902F1D-379F-4F6A-AEAE-1CE5CD2C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B4A932-1339-4A32-A6DA-3BFFF081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ACB188-1EDE-4DA0-914A-FD010249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72E019-8D67-457B-94E4-4241CAFA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5E7056-6608-496B-B649-AFCBD3AD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562D63-4902-4D84-8B24-76BC6250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9657DE-8A77-4E89-AB10-B4104D8F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FABAF0-87DD-460A-93DD-09DFAE12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Centroid: Introduc...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3C1881-F097-4D02-B159-73C66A1F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124D88-5D9C-46E6-AB7B-09D7330C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6121FA-237D-48F1-B95E-E6649601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Centroid: 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D3BA24-555F-4883-9412-FF46776E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4359B0-BB5F-4963-8B10-4587E2940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C96AFF-D390-4FA6-A516-D173A810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Centroid...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C48707-E201-4C09-B852-8FF8095E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6E910F-DB0B-419F-A1D7-55D85264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43EE3E-133C-479B-8637-6680BBA64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Centroid: Introd...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D7EEC6-87B5-41BB-AD5C-9D647182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E991B7-BA8B-4EB9-93C5-118ECD61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D8B3AE-42A7-4D1F-9A9F-FFCA52E6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Centroid: Intr...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F5B378-F6C7-470C-BEDB-797F4E46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5B5E4A-7776-4675-AAE5-83C7875A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9900786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2164EA-0A16-464B-818F-AF9EB835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E7C414-724B-4981-AC29-741EE2DA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376DBD-2417-4BE9-82F5-E7F34423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0EEB76-40AF-43CC-BECF-48474BD3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7B4DEE-4BBE-40E1-B363-83DC512F9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2962A7-DB2E-427E-9C65-05EA773E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50D00F-150D-45F9-88C3-49B0B3EA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ED7F0F-51F4-4178-B365-56F838DF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44F880-7D71-4CF4-9BE1-234DB2C2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D2671A-A7BA-4F53-862D-CB3AB546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0C811A-159E-4C89-9F48-64B93A30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0EFDE3-75B5-41B8-B6E6-4F4B7C11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1109E6-9EB2-4E3A-9937-017BB367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79BA55-7A1F-400E-9847-8CA46A9D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423D6B-7D6A-4490-BEFD-0BF75F98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5106525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8F5214-A2C0-4BC2-9BB2-88BD0AA7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55DC3A-4AC1-406F-806F-F59DA7F7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43E205-72AE-4371-8CFD-5D3C62F7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129190-63F5-4DDA-BB43-EC7ED43C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6D9E8B-E2DA-48A4-9F01-C3D01019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F249D6-472E-4FFF-8F65-27EF9A294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Centroid: Introduction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84B537-6F43-448B-A686-1F1F5973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18876E-B387-418D-8ADC-05053107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DA44F0-BE02-4D5D-A744-DB7BE5400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A1717A-BE72-4564-AA47-D44586CE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A3DE25-0DAB-4C71-9260-55871E60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1484331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5266A5-C856-46B1-A132-BD389BD0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14C7F6-8078-46B4-9A79-1FE4B9F2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729A4B-50F5-4754-B1AC-B18F4E235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EC67DE-F95B-4E2E-8FEE-6AC9322F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354BE3-CAD5-4EBB-97DB-6C75D12B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definitions of centroid and centre of gravity. Axes of symmetry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C6DE1F-F9F4-4265-A7D8-88A8542B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definitions of centroid and centre of gra...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31C515-D8A7-43F9-BE67-5496A470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7A42DC-CB88-4E9E-A6BB-9FF75082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F2242D-C757-4B36-A064-6B3C6390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9128B5-B7D9-4585-B5BB-B6C549EC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322D3E-F308-44C8-BA56-110BCD81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588E76-C753-440B-A6FF-A9D1C6B0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C6058B-22DA-4E6F-A585-77378E68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F83BA7-F00E-41D8-A4E2-E5869814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A63741-2A61-4347-A318-628A140D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903350-9B02-4C6C-81AB-46EC6EF4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9352305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890E24-CCA0-4831-BD4D-B4040716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34FCE1-41DF-49AE-92D9-8811C1AA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F9DC20-DE7E-4FD4-AD41-6B701C58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66284B-2243-46A4-8AFB-EE1D7320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678D6A-6687-4F65-A782-A30C55C4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73274F-C0CE-44A8-9E0A-B17889F2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9096D3-7BDA-4635-AEF3-242AECBC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8347C3-2218-4556-9701-D529D246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3A6DF7-031F-457F-899E-865AA462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definitions of cen...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B08830-F721-4ECA-BE2C-DB9A16D6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2F383E-22CE-4777-9F2E-62F2A630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FF4730-1C43-4980-9512-436E2794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definitions...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29CA86-DFDC-4F72-9F06-331C32D3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51BC24-E8F3-408B-A694-2645B896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688468-C5EA-4C92-B957-2396D706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definiti...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B2B722-937F-4941-B39F-1227E716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625F04-4728-48BD-BB63-1ED26CE0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7BF165-2330-4DDC-9A34-522897C3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definitions of 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EDABE9-2360-463A-B352-BD173861F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AE3656-2FDB-4F2A-B8F3-E553A913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7915A8-F008-42CA-B820-DCAD895F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definitions of...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410530-89CE-4B70-863B-89A33059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95C802-2B4B-46E1-9BCB-75914636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20901127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779ECB-2A28-49D2-BDC5-B2A551BA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25C645-AFA7-4BB8-8F41-FFD3190C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B572CB-0864-40C1-BC64-E5289886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D1D81E-6DB5-4917-A85C-0BC3BB16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3EBB1D-C3E8-474E-8E3E-027A3D28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1744B3-E53A-489A-ABD5-67CB02FC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7E2E12-3C1E-438E-9403-A6967399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097ADD-6482-4ABC-9453-10A508147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C107E3-3126-4040-853B-3D0A45BA4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8CDAD0-19F6-4536-9660-07E26014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F795FC-BE1C-4059-94C6-0866A655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C7F318-03B2-4CB4-9578-700729D4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318B72-8E7F-4227-9A36-83D2F238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3EAD6F-9C38-4CA1-BCAA-32D71E17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09522E-E432-4D92-B4E8-0B294079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60028488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773013-0415-45AF-87AF-DE78E101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201645-86FC-4806-A734-0AD8C33F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77B091-3A16-4A8B-8B5D-D778D86C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C76BF2-41FA-4750-9A66-EB0ED83A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656606-24ED-4DB3-B56E-0255D585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477FB5-5444-4C42-A4CD-9A6B92C3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definitions of centroid and centre of gravity. Axes of sy...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16F2AD-3C91-4171-9B4C-97472805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08D6CE-693F-44DD-A8D9-42D9A917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F51FE0-8D3C-49A5-AF3D-FFC65FD9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6AF738-6A6C-402A-8F29-8D497B23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9D7BA4-2C0A-409E-8CB9-B529C944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38215106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249A8E-0CC0-47AF-84D4-F3B00BF4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873A2A-C19F-4B13-9612-FD5D5ADE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3A7F7C-66C9-45DC-935D-DD2FABBC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CAAF49-8985-4F26-BDB8-83FBFF42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A56220-C018-4EC4-9BD4-4EB43F9D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Locating the centroid of square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6DADA8-D82F-4AFD-BF55-C068C523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Locating the centroid of square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D9C5BD-63C8-4200-8375-B3009461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AC567F-77A2-45AB-A64C-113D0DF0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BEEE42-8B82-44F2-B447-7119D041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0FFF42-1192-4C47-A2F9-51521FA5B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BFC469-5299-4C6D-A8A5-1278B19D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2CE99C-A049-4931-A14B-FF5FBA90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96461B-85F9-4498-8C07-27EC4CD9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05F47B-78CE-43FE-894D-DBCB9E8A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45BD7E-725C-438C-A3AB-6F124EFD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731C1D-B824-4719-AF47-F33B0B60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19514447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96FC7C-EF85-4545-AB16-650BAD49D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72F53F-8DC0-4C21-8018-D03F06E7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67BB07-CB2D-45B0-9031-FCF2A0A4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B0420B-7947-4876-954D-F80062D9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91B7BD-2DEC-47EC-B15E-7246ADB8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62BF78-D7A1-4C3E-AB57-9A4CEEA3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AA351F-AF2C-4B43-B0B4-4DD40B687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608C8B-CCDE-4CAA-83BB-04C4E068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CAA00D-8B33-4C5C-821F-7B04F90D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Locating the centr...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7179A3-C1B8-4D63-81CE-A830BB33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47A75A-ADDA-4458-942C-2D6ABCB96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6F6A04-FA15-43E0-A03B-FE1E5AC7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Locating th...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310C69-27EB-453B-B756-6753C7B5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F0610A-C87B-433D-8292-5DB408E0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A7307D-6B51-433B-BAB0-EBCFFE93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Locating...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C24C41-5003-443B-A471-299566B3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CAF68E-7A85-422A-8C8C-2FA42A72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71BE40-8F38-4795-833C-96220BD9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Locating the cen...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8ADF18-1346-4FAE-9E61-0F24D54F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0674C4-3E7C-4422-8795-3194AF79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EDCB65-1601-4DD1-87B7-57C9E88CB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Locating the 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EA47E0-0771-4E45-A03B-B74572DD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0F637C-02F6-4598-8AC7-D754AFC1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23545937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3F0AB5-8C97-451F-83CF-5355B240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D58801-4D25-4E87-A690-E310CE42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FF74F1-7C07-4A23-A383-9D89036C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B278A7-3CA7-4BDC-931C-7D32ECE7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EE64BF-CCEB-4AD5-A9CF-D3080DBA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FF37F7-7AF7-44D0-8C9E-65F18338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8A2973-B017-413A-A6C4-F095959E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529F18-4D99-4FA6-A154-6E9059BC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92615F-05A0-4824-ACCA-BD302C90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AD0763-3F1F-4BD6-BEFB-C92894C8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E119C1-4C71-48CC-98F1-53735310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79CD24-8229-48F9-9F0C-4E4C7CBC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7D889C-BFE8-4DEA-9493-52E2C089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801B58-FA73-4756-A0EF-02501516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2A04DA-BF30-485A-B378-5F6CFE21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9115034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333132-A198-4FE3-BBBA-427A8911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17DFD7-0FF7-487F-91A2-9219F23A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83D237-1C96-48EA-B913-EADB177F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25F427-4669-4E40-AB44-F52D4C2C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43A0EC-E266-4160-9E34-9BCCF697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7BA6D5-EE4C-4154-87BF-972001EB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Locating the centroid of square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832493-1A3B-4095-A2CE-B495829D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7C913B-57D3-4A16-8AA5-7846D6B6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F76F67-5258-4F94-9B86-BF8FCFC7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20C73C-13D5-4503-99B4-9D51AB87B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17B729-449F-46C8-A790-C1EC1CB7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76761391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8774AD-24AB-4884-BF1E-0D89A5AB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62CBC9-6899-4441-872D-3180E4C8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E0FBB8-0967-4078-9BC4-1A97EBEE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6F8258-8DDD-4E4F-996D-E48EBC77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E371B7-6FC9-4D1E-9FE7-2C4FA587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rectangle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B6E5BB-01BC-4A3B-8917-A28FEA97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rectangle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03B430-3A3B-4B19-8CD1-E84C34F1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1436D4-9A99-4E62-A37A-AEAB271D8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A323F3-E7BA-4322-80DD-2548483D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5E8039-B17B-4673-9678-952A304C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FD5972-E1FE-4D3B-9646-CB3B629CC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A05C6A-3E0F-43D9-9E55-BC3C94A3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B3B3E4-8C70-40A7-993F-714EC6AD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4DFA7D-474E-4DA8-836B-3BC447FC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BE5BB7-7521-4D9B-A29D-0F886E5E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28FDCC-8FDF-4390-A007-9937EBD2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88689078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41CEA9-7688-497A-8D09-E96D3515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A38ED4-438A-416F-9BC7-A166EC08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298424-AA82-4A09-93AC-5A1FF789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9BD827-DF1F-407A-A5F0-78537DC62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85BBE9-4423-4917-B75A-7D3CF611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BEDB1D-97EA-49A9-9D66-3BBA70C7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94152C-CB89-4063-B73D-147CF6BE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3FCE23-B56F-40A1-BC79-5EBFB90A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4E84CB-2AF8-4752-8272-A9FB0647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rectangle.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D188D6-819E-4D5C-91D9-5BDFFB55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055CF5-3A81-4660-B33F-3CF2F9F7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F97CB8-FDC7-4DA4-9D31-2D6F393A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rectangle.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330356-5F9B-441C-AF1C-7109AEB9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9624A4-63CD-4A60-8EAD-4D75C27F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4938B5-7EAE-461D-83A9-5176914F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rectangl...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E0DEBF-8032-42EC-ADAB-D8FE9FE55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4BF5CA-8DA7-475D-8093-2D7A835C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C87E78-BAC4-4A35-BF8B-8707313D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rectangle.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D0264C-FD8D-4657-A9B8-F56B3126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561A7F-1E51-470D-B4BD-183403C7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A3C4F1-3771-4192-9271-B2DAF0C02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rectangle.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4F0BDA-A9E0-4890-8583-32D97465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C9CEFE-B19A-4309-AC6D-A1F1EBBE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46561536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C689CA-5132-4D30-8D36-FDB66F66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22C743-1D2C-4A60-9E38-4DFE2807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17EF9C-EDA6-4F70-9F06-4211681B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B1299A-1253-4A1A-A523-60D1BE3C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C6C54A-02E1-4F2C-9952-59CDEB3D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013442-7E1E-4E6C-B097-912CE527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B5BD9C-C1CF-4ACF-90C2-C84F848BF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483E0C-5917-44C6-86B6-B51ACFAD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C9E7D6-E69E-42F3-AC69-56758818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29D7B6-BEE1-4FCF-B029-91BE98AB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D88847-03B2-4FBA-A069-95EC94BC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89E837-7D1C-4F74-A4C1-0A25A884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4D8E56-BA40-4515-9AE1-313E9B58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49DCB4-B18D-4A73-BE97-EE4C5389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901FC4-22DB-4E2D-89B2-19E46E53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3913660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7E7AF6-6A6D-4B0B-8BBE-A45B12E8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49FE37-4E43-40D6-989C-52D0B7E1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A76676-7416-4376-9856-5246A9B7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7B42A5-69B9-4618-9CD2-AAFB7F9E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2CF1F9-350C-42C6-983A-01290EA3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1A04ED-3892-4BE6-856D-1F8F3FC2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rectangle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C2E99E-F1CD-4A60-869C-975DBC5E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4408C4-0D9E-410C-A31C-C00F0F16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E2EEF2-FBF5-407B-B8C7-7A0760A1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3929F5-1FCD-4091-ACB1-5F1DD84D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E801A0-E26D-4EAF-88BC-0A248CB9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86842084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5DA0A2-DADF-43DC-93EE-02491F56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D1CC49-8932-4743-B7AF-A4D82BB7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AB0E61-D3EC-455B-836A-F145A405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90D7AC-24C7-4246-80A2-F78CCB4A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1E2687-0E66-4B2D-BAA5-A9D734F0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semicircle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067047-B8D3-47D7-80DD-06BB38C9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semicircle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848793-239C-454A-AD2E-0692F6AF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108E08-B853-41B0-B0B8-2C3B28E4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6DEB90-C1D7-420F-89B0-D01856AF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14AB71-0E56-43FB-9242-7BCD2E46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2EFB47-C2F2-4FB1-AA54-F4D0FBB2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06DA63-6081-412F-823C-59BD795C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5EB2CF-86FF-44BB-9971-9DDC8C7B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4D414F-87CE-4F98-954D-FC5150B7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51F12B-0627-4B28-81E9-97DFF1C3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7B7B3F-1580-484D-AAC9-C499F551D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14142036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BED077-5332-4F4F-BD70-7F3E23FE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E9A737-8074-4E9A-9F46-1591CD66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1ADBF0-A992-4816-B0F2-F72D78B3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D09F56-C859-4683-B6E7-377A2E3B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9842B7-B13F-4865-A515-E865DA4F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91BC30-0371-4605-AC8F-0A91367E5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743599-4143-42EB-893C-91740BE0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435290-43CF-483C-B85C-1065FEF9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ECF1FB-D42B-4542-AB69-39AD89C0F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semicircle.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21B49C-CE96-4EF1-970D-294A5413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C696D9-2AD5-4397-87AF-72D58C10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A299D4-FDE3-4E74-89F8-5107D6D2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semicircle.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394DEB-6B12-4A0B-BBC6-1E67CE17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A4466F-AB7F-43C8-8687-9A32C588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9AF59F-C264-44E0-890E-6B313955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semicirc...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30F72D-9DF2-489F-8068-63BD83C3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D0D6E7-C087-4C8D-8C3E-59D86203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D078FD-4D74-4EB6-9E12-1129A40D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semicircle.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BD39B7-4457-47A9-8A30-8AE5DB4E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18FA3D-9840-4B3A-BD83-ADF6B000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88F424-5F5A-4573-BF69-F59A1CEA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semicircle.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4B9C05-2190-49B3-A1FF-50EA4761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7AC1AC-6903-43B9-AA34-58444872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94169194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2DC295-410A-4385-96A6-C9B924E6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75FBA4-AA28-4C49-8A19-077A8189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DE2FDE-1B86-49D4-B4D7-E29F0168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223F8B-1817-4FC4-B048-5BFF761F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509B0F-2D23-4D8D-A3D8-22C127A1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B6AF5E-BC24-4888-A94D-FDC2E064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61B95C-DC83-4770-AC7F-0736DF4E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366A77-3EAB-4B99-8E26-F1D06A73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342AF3-B91C-4AC6-923A-3EAF8148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175325-359B-4E6F-99B1-86C88DC4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DE949B-69CB-48FE-8EB3-9A3A1FA7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CCABDC-5438-4E46-B312-F64F31C9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033A4A-18BE-4F75-A7BC-78C72E42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4A00C5-9819-4A44-A1F4-6090700A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89C89B-FA4B-4BF2-BB87-62839B49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62433234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46CE0F-7880-4644-8A9C-F2E5A54F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39F2D6-A556-4E27-B093-AB46C2C4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6DC6B7-C075-42A4-868D-8328ABD5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F4B59D-B4D5-4724-9EC5-977FD7F0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16D52D-FE94-4A76-9027-BDE6A41F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33B7A7-EBC7-4554-BC98-D83226EF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semicircle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2F6A8F-014C-4E9A-8AC2-6E07FE7A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18E87C-F59C-41D5-9CD2-DCD8AD49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856D15-35FA-4E96-B4CA-EB0F0DB6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4E5349-E0FE-40BD-BDD4-51DB93DA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0433CD-152F-4BC9-838C-0BCE7C79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03667757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460F2D-1682-488E-B5CB-4110F3C8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74CF76-2E06-4295-BE2B-2254F861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2DFA8B-6827-4921-A405-E4A4DD29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ACCEA6-C68C-412F-9639-2BDA696ED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90A92A-4845-4487-9223-F3DA550A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quadrant and sector of a circle using method of integration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C4A0D9-A655-410B-BF90-48AB9BF0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quadrant and sector of a circle using met...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2CC264-A155-4018-89CF-0B03955D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ADE9BD-9AB3-4D79-9D31-819B71EA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A74DCA-0ACD-436E-810E-C1B5BD70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5DEC25-9798-4034-9A11-33F2CC7C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5ACB80-7BEB-4970-9238-E06A816A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D7D405-6412-4CFC-B336-3062EE9E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3FBC91-CE56-4FAD-AFDB-E02C7C43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437722-0768-4247-8B71-87157EE7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C6460E-C10D-4404-9C6F-D40B0E4D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16A1DE-4CF5-40A3-AA80-600F56DD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65093835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E42FC8-B8FD-4F4D-9432-551C4844B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4944AA-5FFC-4A25-BC0D-BBE05228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E76B00-4758-4D0D-9F89-1C389ED8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F67A0D-E925-415D-ABF3-B42CF140D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B4E803-FB2E-4114-9FDA-8155C8DA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452D57-038D-46A1-BAEE-7EBFCFF9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FF28D4-7964-4CDD-9D4B-2D38475F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719465-AB12-49A7-A477-064B0E4F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97DB81-CE1E-46B4-A407-BD564FAF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quadrant and secto...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D4B6F2-F14B-4788-BDE6-2A91D4FE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CB8370-D362-4BBE-93AF-196E4C13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22E2D3-3FD9-4C9A-98A2-77BE4C56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quadrant an...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7C70F9-0BAC-4DE7-8DEA-9B1945CA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0AB00A-D1E2-45EE-939A-D8B135BA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367B02-C86F-42F5-BCB5-6621604F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quadrant...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2F24B9-4632-42E0-BDB8-DB1D95FEB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A9765E-4F56-4744-9CFF-0511A98B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081F1E-D269-4716-94DB-B9C49B69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quadrant and sec...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12A65D-4D46-4A12-87C1-A9DAD49D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B26B49-587B-4482-88E7-8B10A761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197C32-24A1-4570-BF30-3B5442C5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quadrant and 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ABF083-0370-4AB3-9B73-714F7021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6011F3-D2D5-4DAC-8534-F82FD81E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15059705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CA398D-C8DD-4DA9-A4E3-7425DF95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857308-6D73-4E3B-9BCA-6C1F8297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826EC0-C8BB-4992-92F6-5EDBA269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575431-7499-4118-B319-B6715BE2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0B1DAD-8A85-462C-A8BE-08549CF9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9801FB-2834-431E-AB1F-35AFF303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8590A2-88AD-4173-89EC-A6F847E2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AEC678-3797-49C1-84E4-2A3844E4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50DD07-C76E-43CE-97A6-25D65527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1814E7-00B5-4F21-A450-B7224F93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9E5126-AB61-4167-8DD0-D22641C1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2B9522-2379-4E66-97B4-AEEE0EA3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E28124-E62C-4794-A3D1-A21A5462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56597D-7D34-4EB7-BA52-11620D03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B53685-54FA-4F31-8462-3BCF1964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37218621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13170F-62CE-43C9-BD59-EB11E948D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A19428-828B-48BD-B54E-A2EBD7594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918CAD-881B-4720-9AAC-B1C6ECCE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2C2800-1AD7-4340-832A-643B2980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77C65C-2D5B-42BF-8BDF-0A867323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46C104-25DE-46EE-9C36-702DD210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quadrant and sector of a circle using method of integrati...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7A9FE0-AA51-482E-81BF-C2205BCE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BE98C4-6903-4E81-9598-5812C606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CB12AA-1FAF-403E-AEAD-083A1DF4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1464E2-1DA4-440F-A678-859BB6389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E3C635-38EA-4BDE-B2C9-2A127A7B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33650790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CC2C07-FEFF-45A2-9F61-CC2EF3C0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2FC3A5-32A3-4C3F-8EA0-A217C480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0710EC-749A-4A6B-A05F-25AD43217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EC6FCB-64F3-4DDD-976D-01705CF9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FCFE8C-0EDD-4598-B138-B4860822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Centroid of composite areas and simple built- up sections: Numerical examples.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61634F-ECE5-4150-B17E-98E8F82F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Centroid of composite areas and simple bu...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022CE3-8019-408C-85B6-8CB9BA8E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E3BD79-799D-4DA7-99E1-272C2753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207862-AA71-439A-B86C-F097E3C0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76F707-A73E-470B-9ECF-8DE0D7B8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8FEDA7-82B1-4BCE-BFC5-DAAA72B8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873B67-5BA0-4F64-99A7-D206B903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E58C92-355D-4362-A68F-8084938A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F6E131-4547-4A92-8979-B385CDA4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1D183B-D0FE-4789-9468-B6AB0B2D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E818CA-CFCB-4F00-BEF1-8D4FC5E1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45221036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BB87F1-0E3C-40C7-82E7-35AF0E20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21A70F-7CCA-495F-8071-D2E19715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D042C5-FF53-45AE-9914-32A30C51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1EEB61-3F3B-4592-A43B-0C1E740E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F0CD0E-57B4-4DA4-BEF6-C9ACEA89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85F69C-85C2-4B26-89D8-7315B3FE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EFC251-F8FD-42F1-93DD-8A2C71386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40C078-FC64-41F4-A736-4C9E63E9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FE324C-1151-4315-8722-1FE7FBED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Centroid of compos...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498561-3F03-4E97-9440-A6362EC4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B9AC5A-EF87-48B9-ABEE-29CE50EA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E838FA-F199-4467-B292-263C91EB5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Centroid of...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D3EEDD-7B33-4336-B38D-8F7CB965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9D146F-EC14-47D3-AFE6-AD85146DB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57CD8A-7AA0-4834-8B82-24244D65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Centroid...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CF90F9-4BEC-4796-BC83-D040BB61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077B45-6224-430F-8D4E-08043B0C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4CC1E8-CECF-4430-9D29-0E3E129D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Centroid of comp...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861718-9A5E-412D-831B-92F76D02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686387-EB33-4964-B443-83BEC690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953D8F-2D90-4710-B17A-A595AA87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Centroid of co...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F796AA-17DB-4EDB-8520-A31D9754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D6B398-5115-4DDC-AAF8-5B0B8F39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31333952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E093A6-DC5F-4B98-89E6-8FC317AB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2699CB-62FE-4BC7-AAD6-0FD52A70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A5CC15-13EA-46FF-AC2F-A44EDB15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FF95E6-38E7-4F88-8BED-1422DB8DD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99FB02-E26E-4197-90E5-35C14176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F1C7FC-5DD1-4764-85FE-C2CCF6E44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BC5652-13C4-4ACB-9D16-CB1F065F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A45F46-7F20-43DF-96A0-A3D1FFC4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090FA0-E905-49C8-B904-ECD2DE08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76BF51-C6FE-4713-AE70-05586B98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EA12DF-2A12-461C-8B75-C3DF2B59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B02354-8C18-491D-8663-A98A8747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A459AB-B97E-44C0-A239-1EF18BDD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CE5391-CE1B-45F1-9B7C-982A8765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FC1276-F8B2-463A-BB1A-1827D0A8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97782867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C3C1EB-B659-4556-B3B4-D489A929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9D4A4D-632B-4AC4-B659-73BC14465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2C13B9-F256-4233-AFFE-0BCF80C1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F73713-9347-4B82-95C8-B3773868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6D57C3-00B5-4CBF-B55C-E90BFCEB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3A8D92-C3BA-4E33-8A9E-442D0C267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Centroid of composite areas and simple built- up sections...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6C4BBC-F12F-413E-B1F5-508F5E8AE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7EDBA4-60A0-42CA-93DA-B9F0CAAC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0DCABE-EEE2-4804-8FC2-668F0424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F51DA9-A820-475D-BB3D-5D4FC68F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D6B14C-9B36-41E1-BDE0-48D23342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33114877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1CE5AE-3C23-4622-8939-FC0A77DA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976855-8D08-41E4-842C-34839CA2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D364BD-2425-4383-AD75-41911CA1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28FD86-0933-4761-8039-B66CA277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F9078F-A246-41BF-B524-23680984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8E0943-806C-4103-BDC7-052C4010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968690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A5FEFE-03F2-44A9-838F-84478CD7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623F62-325E-4B2B-9C5D-52A4A79B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7FB0A0-AC85-41FD-B0C4-DE92A902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ED4B65-AEED-43D1-B611-EC7D7391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B43293-0A80-47D1-89B7-C8757FA6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Centroid: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definitions: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centre: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gravity: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Axes: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ABE220-33D6-4081-AB18-9E729AFC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25686938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91360C-9A8D-4B33-9FD0-D503C394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31F6E8-89AA-4D88-B34F-D7CEDE04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25D433-1FD5-47C9-9041-739F536A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8A3FA8-FD8A-4EF8-AAC7-B8479674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DDA21A-99FA-424A-A018-A8A4CFA7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Model/geometry: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Working principle: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Procedure: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4FF08B-9322-4888-AAE1-301620C0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208142551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ADE405-7776-4412-AF02-D2C49A81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30E966-BFF4-436A-A825-2EFA90A5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76DBE1-61B3-4897-91B8-8736CC87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ABFD65-CB2B-43D1-8C9B-48B5461E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2EE31D-E996-494B-964C-94576C65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Leaving the diagram, assumptions, units, or construction sequence unlabeled.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BC46C0-B5E3-45E2-AC46-B45B2215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4099287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0E8333-CDF0-492A-B1BB-3617AF6E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8E171A-4A2B-4672-B2B0-128CD8F2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12DFB8-9EB5-4C20-8547-F41999E6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81A8AA-3EC9-4213-8E1D-ECF77ADF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28E6BF-F5CC-48CA-8108-A1D78ECF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Centroid: Introduction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definitions of centroid and centre of gravity. Axes of symmetry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Locating the centroid of square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rectangle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semicircle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179E54-635E-4251-98EB-127AD038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BC32C8-E6A6-401B-8A28-E50D00A0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2DA5AD-DDDE-446C-8390-47CB39C3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206148276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78EC4C-74A6-4082-BBB1-328D314E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016B60-CB4A-4794-A047-4CBA51C7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quadrant and sector of a circle using metho...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1C6244-BD25-4E06-9167-48B2CB95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6DBE58-60CD-4F94-80A5-7AA0A4EB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565345-0095-4067-8489-0B85F56E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36C48E-6AC5-40DE-AC32-4365FB4F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E38540-0C44-4DBA-A588-D3DE6229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60A708-32BA-4AC0-B017-8C773F199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5748FD-75A9-481D-A415-BF066CB0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A8C00B-0520-4B54-BB47-68DD1CBC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9FF21B-5808-4104-B45A-04491D87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6F67F2-17DA-4D99-B470-AEADAC4F1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08F165-F250-4488-801F-CBDFBF05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32D976-5FCE-4E78-8CAA-925DB75C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693ACF-9CA0-4D85-B0FD-D319206F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C4BCD0-5480-4C58-B5CC-F0E808F3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711F61-3F61-4678-86DB-5BC64891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027DBA-F16C-4927-A881-E8E926F7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E54518-77CB-4E63-8151-D144F716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4E66C2-3EBB-4B0C-9D1E-0F73F645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8B1888-30CB-4BA3-92BD-8CEACB54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669759-D0D0-490A-A8FF-DFA56256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FFFC9F-D890-4A39-B89B-9B09A6AF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82430B-2F59-4C4B-9A71-4D60A8D7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8E1673-63BD-4A5C-AD94-C10B5D81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26CC5B-5793-4026-B750-39D15EBF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7E585D-0BB6-40CE-A8A9-61B1842AB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CDA80C-CDEB-4845-A586-3588A827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C43B6C-4436-4784-A964-8DCB4E4A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79BC13-FA36-4C1D-87BC-590F7E8A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C5FBA2-AD0C-45CE-BBB2-DCC7E791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EB0F95-FAB8-4AA9-B105-36B575E0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33454526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FCB7A9-D039-4CD7-BD93-245A7071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D27E70-1F11-4001-A0A9-FC35B915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Centroid of composite areas and simple buil...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F17688-7B8B-4AE9-BF88-685C8CB5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ED1313-41F2-4BDD-BA32-885DBF78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7AA61A-A9C5-440C-8F29-20658A26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ABD49F-B1BD-4FB2-8E13-130001D8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1E59D7-CABD-42BC-85EA-6FE0A107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2B5DE1-C351-471A-96BB-4D493964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288B2B-2984-40CA-BD86-FFB49BE1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41D577-FC7B-4CB2-8EEB-27C39DB5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C375CF-9A55-49E6-8A8A-49AD8396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ADAB1C-3BD9-4AC5-9217-4AEDAE6B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C2C4AE-670B-4003-B83F-6B7245C2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D85697-AC41-4124-9DF5-E6D4F467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B4C31C-98E0-4BB8-9191-F1A63F12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07C094-08C8-4525-989B-BB024C63D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4AFFE4-BEB4-4F40-9562-E3F90610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8664D9-9B51-45A8-9493-F0CD5FFB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D16065-CE61-4B7F-A27E-1AC8189B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02ED18-394B-4E0F-8E91-FC47D824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5F8C98-7B83-42FF-8907-755AD123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A899A6-BC75-4169-B711-6CC1C352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CD72D6-6244-4CA1-8AAB-2C02E7C8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13862B-1D16-4BAB-B7FF-B50D2E15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9258BC-9743-4F5E-A072-20BE6352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999792-125D-4BF1-A8E7-D67927D6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4EE69D-CB12-4023-8B36-6FF33B07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F3CBA6-DA97-4629-B602-7D45F7AF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B6F25A-5CAD-4EBA-9EB6-4E100F2A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10A1DD-FE6F-4F16-8B53-D434EF8A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2B1D3D-7240-429F-B48B-3891E7505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7CBB59-920E-4BA1-8567-875B8090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586330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2026-08-24T16:02:35.1900000Z</dcterms:created>
  <dcterms:modified xsi:type="dcterms:W3CDTF">2026-08-24T16:02:35.1900000Z</dcterms:modified>
</coreProperties>
</file>