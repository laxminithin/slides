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2818feff549fd" /><Relationship Type="http://schemas.openxmlformats.org/officeDocument/2006/relationships/extended-properties" Target="/docProps/app.xml" Id="R459808f43d574970" /><Relationship Type="http://schemas.openxmlformats.org/officeDocument/2006/relationships/officeDocument" Target="/ppt/presentation.xml" Id="R9eed5fbcf40d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0d4a97c7e64cda"/>
  </p:sldMasterIdLst>
  <p:notesMasterIdLst>
    <p:notesMasterId xmlns:r="http://schemas.openxmlformats.org/officeDocument/2006/relationships" r:id="Re92b6eb2b209481c"/>
  </p:notesMasterIdLst>
  <p:sldIdLst>
    <p:sldId xmlns:r="http://schemas.openxmlformats.org/officeDocument/2006/relationships" id="256" r:id="Rc7cb84eca3f8480d"/>
    <p:sldId xmlns:r="http://schemas.openxmlformats.org/officeDocument/2006/relationships" id="257" r:id="Rf9aeee364cd94005"/>
    <p:sldId xmlns:r="http://schemas.openxmlformats.org/officeDocument/2006/relationships" id="258" r:id="Rb2a13ffd710f4726"/>
    <p:sldId xmlns:r="http://schemas.openxmlformats.org/officeDocument/2006/relationships" id="259" r:id="R8452620159984ead"/>
    <p:sldId xmlns:r="http://schemas.openxmlformats.org/officeDocument/2006/relationships" id="260" r:id="R832afb6dc9324944"/>
    <p:sldId xmlns:r="http://schemas.openxmlformats.org/officeDocument/2006/relationships" id="261" r:id="R294ce5bf72d94483"/>
    <p:sldId xmlns:r="http://schemas.openxmlformats.org/officeDocument/2006/relationships" id="262" r:id="Rcb6be80a1c8747b7"/>
    <p:sldId xmlns:r="http://schemas.openxmlformats.org/officeDocument/2006/relationships" id="263" r:id="R7e9252b78cd743fa"/>
    <p:sldId xmlns:r="http://schemas.openxmlformats.org/officeDocument/2006/relationships" id="264" r:id="Rce43766930424ae7"/>
    <p:sldId xmlns:r="http://schemas.openxmlformats.org/officeDocument/2006/relationships" id="265" r:id="R6ec5796bae314802"/>
    <p:sldId xmlns:r="http://schemas.openxmlformats.org/officeDocument/2006/relationships" id="266" r:id="R9485a99be15d4563"/>
    <p:sldId xmlns:r="http://schemas.openxmlformats.org/officeDocument/2006/relationships" id="267" r:id="Rab8f1c96f85d4a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b5a6ac9bc4a3b" /><Relationship Type="http://schemas.openxmlformats.org/officeDocument/2006/relationships/slideMaster" Target="/ppt/slideMasters/slideMaster1.xml" Id="Rc80d4a97c7e64cda" /><Relationship Type="http://schemas.openxmlformats.org/officeDocument/2006/relationships/notesMaster" Target="/ppt/notesMasters/notesMaster1.xml" Id="Re92b6eb2b209481c" /><Relationship Type="http://schemas.openxmlformats.org/officeDocument/2006/relationships/presProps" Target="/ppt/presProps.xml" Id="R4ecc8ad46b534752" /><Relationship Type="http://schemas.openxmlformats.org/officeDocument/2006/relationships/tableStyles" Target="/ppt/tableStyles.xml" Id="Rfc246dd13ed34ff0" /><Relationship Type="http://schemas.openxmlformats.org/officeDocument/2006/relationships/slide" Target="/ppt/slides/slide1.xml" Id="Rc7cb84eca3f8480d" /><Relationship Type="http://schemas.openxmlformats.org/officeDocument/2006/relationships/slide" Target="/ppt/slides/slide2.xml" Id="Rf9aeee364cd94005" /><Relationship Type="http://schemas.openxmlformats.org/officeDocument/2006/relationships/slide" Target="/ppt/slides/slide3.xml" Id="Rb2a13ffd710f4726" /><Relationship Type="http://schemas.openxmlformats.org/officeDocument/2006/relationships/slide" Target="/ppt/slides/slide4.xml" Id="R8452620159984ead" /><Relationship Type="http://schemas.openxmlformats.org/officeDocument/2006/relationships/slide" Target="/ppt/slides/slide5.xml" Id="R832afb6dc9324944" /><Relationship Type="http://schemas.openxmlformats.org/officeDocument/2006/relationships/slide" Target="/ppt/slides/slide6.xml" Id="R294ce5bf72d94483" /><Relationship Type="http://schemas.openxmlformats.org/officeDocument/2006/relationships/slide" Target="/ppt/slides/slide7.xml" Id="Rcb6be80a1c8747b7" /><Relationship Type="http://schemas.openxmlformats.org/officeDocument/2006/relationships/slide" Target="/ppt/slides/slide8.xml" Id="R7e9252b78cd743fa" /><Relationship Type="http://schemas.openxmlformats.org/officeDocument/2006/relationships/slide" Target="/ppt/slides/slide9.xml" Id="Rce43766930424ae7" /><Relationship Type="http://schemas.openxmlformats.org/officeDocument/2006/relationships/slide" Target="/ppt/slides/slide10.xml" Id="R6ec5796bae314802" /><Relationship Type="http://schemas.openxmlformats.org/officeDocument/2006/relationships/slide" Target="/ppt/slides/slide11.xml" Id="R9485a99be15d4563" /><Relationship Type="http://schemas.openxmlformats.org/officeDocument/2006/relationships/slide" Target="/ppt/slides/slide12.xml" Id="Rab8f1c96f85d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c5a689a8a4f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9ad2e72934562" /><Relationship Type="http://schemas.openxmlformats.org/officeDocument/2006/relationships/notesMaster" Target="/ppt/notesMasters/notesMaster1.xml" Id="Re5ee1ae7cbfd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e147a4d56943bb" /><Relationship Type="http://schemas.openxmlformats.org/officeDocument/2006/relationships/notesMaster" Target="/ppt/notesMasters/notesMaster1.xml" Id="R2b1f28fd8f0b43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dd3d5c83e74e53" /><Relationship Type="http://schemas.openxmlformats.org/officeDocument/2006/relationships/notesMaster" Target="/ppt/notesMasters/notesMaster1.xml" Id="Re5c3f0e11d924d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c99147cac48ec" /><Relationship Type="http://schemas.openxmlformats.org/officeDocument/2006/relationships/notesMaster" Target="/ppt/notesMasters/notesMaster1.xml" Id="Rdee6ef3df7ad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578cfd9e9243d2" /><Relationship Type="http://schemas.openxmlformats.org/officeDocument/2006/relationships/notesMaster" Target="/ppt/notesMasters/notesMaster1.xml" Id="R9d3b96974e024a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c9cec4ecb64318" /><Relationship Type="http://schemas.openxmlformats.org/officeDocument/2006/relationships/notesMaster" Target="/ppt/notesMasters/notesMaster1.xml" Id="R4790f18ddf6d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f3fa1fbd1b4a07" /><Relationship Type="http://schemas.openxmlformats.org/officeDocument/2006/relationships/notesMaster" Target="/ppt/notesMasters/notesMaster1.xml" Id="R9af81c1d6e8d43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ed0cced16403d" /><Relationship Type="http://schemas.openxmlformats.org/officeDocument/2006/relationships/notesMaster" Target="/ppt/notesMasters/notesMaster1.xml" Id="Rd169741c0c9f46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25d54e7e0d4ba1" /><Relationship Type="http://schemas.openxmlformats.org/officeDocument/2006/relationships/notesMaster" Target="/ppt/notesMasters/notesMaster1.xml" Id="R301541c79fd349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5f12ee965a4473" /><Relationship Type="http://schemas.openxmlformats.org/officeDocument/2006/relationships/notesMaster" Target="/ppt/notesMasters/notesMaster1.xml" Id="R0ae1ab58c9bc4d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3c72909d764432" /><Relationship Type="http://schemas.openxmlformats.org/officeDocument/2006/relationships/notesMaster" Target="/ppt/notesMasters/notesMaster1.xml" Id="R28b16d6437e744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bfa2dba82e4cc7" /><Relationship Type="http://schemas.openxmlformats.org/officeDocument/2006/relationships/notesMaster" Target="/ppt/notesMasters/notesMaster1.xml" Id="Rf13a87114eb64e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6ed2d19894b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e59976d10d4431" /><Relationship Type="http://schemas.openxmlformats.org/officeDocument/2006/relationships/slideLayout" Target="/ppt/slideLayouts/slideLayout1.xml" Id="Rc794c28e278f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94c28e278f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41557b59f484d" /><Relationship Type="http://schemas.openxmlformats.org/officeDocument/2006/relationships/notesSlide" Target="/ppt/notesSlides/notesSlide1.xml" Id="Rf07a395a34e4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1d2a3e236465a" /><Relationship Type="http://schemas.openxmlformats.org/officeDocument/2006/relationships/notesSlide" Target="/ppt/notesSlides/notesSlide2.xml" Id="R5572bde041e9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95cfecf9b4bbc" /><Relationship Type="http://schemas.openxmlformats.org/officeDocument/2006/relationships/notesSlide" Target="/ppt/notesSlides/notesSlide3.xml" Id="R5f32dbe675aa45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cf8b14984458c" /><Relationship Type="http://schemas.openxmlformats.org/officeDocument/2006/relationships/notesSlide" Target="/ppt/notesSlides/notesSlide4.xml" Id="Rf809a33203044c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6c671c036447f" /><Relationship Type="http://schemas.openxmlformats.org/officeDocument/2006/relationships/notesSlide" Target="/ppt/notesSlides/notesSlide5.xml" Id="R2ce5edfb897641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f604b53d04146" /><Relationship Type="http://schemas.openxmlformats.org/officeDocument/2006/relationships/notesSlide" Target="/ppt/notesSlides/notesSlide6.xml" Id="R17c622a6af6147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de93b044f413e" /><Relationship Type="http://schemas.openxmlformats.org/officeDocument/2006/relationships/notesSlide" Target="/ppt/notesSlides/notesSlide7.xml" Id="R667528faf47445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73c7ee6c94faf" /><Relationship Type="http://schemas.openxmlformats.org/officeDocument/2006/relationships/notesSlide" Target="/ppt/notesSlides/notesSlide8.xml" Id="R8a35ca14f6bc4a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179c52a8d4052" /><Relationship Type="http://schemas.openxmlformats.org/officeDocument/2006/relationships/notesSlide" Target="/ppt/notesSlides/notesSlide9.xml" Id="R7b69f4a4ea3a43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66c3b54ce419c" /><Relationship Type="http://schemas.openxmlformats.org/officeDocument/2006/relationships/notesSlide" Target="/ppt/notesSlides/notesSlide10.xml" Id="Rc59b6cfa306140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44f1ce7084010" /><Relationship Type="http://schemas.openxmlformats.org/officeDocument/2006/relationships/notesSlide" Target="/ppt/notesSlides/notesSlide11.xml" Id="R50bca8e5eaf34e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46b67dad848ec" /><Relationship Type="http://schemas.openxmlformats.org/officeDocument/2006/relationships/notesSlide" Target="/ppt/notesSlides/notesSlide12.xml" Id="R45905ea68c3543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8107A-C994-48F6-9049-A7C67D6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73BEF-6673-42A5-A529-8F5AE15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Fabrication of a sheet metal part with simple geometry and soldering.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400DD-606A-48C4-AD0A-39E1078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E231D-D21B-41BA-86CE-3A7C1B5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52F2F-8BC2-4EF3-90D1-6ACCAF3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41CA-C45B-4F8F-9B88-1BD15EE0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4712F-B503-4456-AD07-2254B77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89447-A2D4-4839-913D-0ABCCBF2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3941A-FECB-4499-A994-EB164D81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72972-12FD-45D9-97AE-6992FA7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D364D-B67F-4717-92F3-47CEB94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544AA-1556-4612-BB78-5F8CD855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6A29A-D39B-465D-B862-BDCDC691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5635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8D598-FE99-4566-8573-A032385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8187F-0043-43C0-97DD-5EC2E49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0D2DA-F7FC-4A07-B2C5-62C8120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9EA9D-C345-4966-A2F0-FF71546E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880E2-BCC5-4B2F-B45C-5FE1178D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Fabrication of a sheet metal part with simple geometry and soldering.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AAD00-9FC3-4A9E-BEC1-B887D38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44828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F38E9-C88B-40D5-8757-A34FF4D3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23FF9-DCE7-4D7E-8A31-B2809C0A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4F307-7173-4378-90E9-F5B1ECD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66421-585C-4323-A183-4BBFFA96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0D2C3-FFF4-4C4D-993D-0023C55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Fabrication of a sheet metal part with simple geometry and soldering..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FFA8-FEF2-4D4F-A435-EBEC027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Fabrication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A69E2-EE89-41F5-8D16-C5D676CA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B8D3F-69C8-41E5-9026-2A38C0A8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F0A38-CDFD-4828-A2BB-8DD3FED1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1010F-517D-4B70-BF08-27461AF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E9270-7DCD-4B35-8E2A-70386D59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CE217-646D-4C12-9434-3ED5312F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5EB99-AAE4-4FB6-858F-5015C242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F04AE-6CF2-4D42-8D42-84FFCB01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geometry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619D8-BB91-4DDD-9D75-D85BB4B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28472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900DA-9BEC-471B-93BD-9EEF292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F7D69-3B5E-40FD-A03F-C20A619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7131D-EBBC-4BDF-B202-DB4D1645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9F208-6366-422B-ADDE-DC82601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013DF-26A1-47E4-9D0A-4ECD0A60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97BE2-7B1A-49B3-B3F0-F3F8527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77275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0F670-8E52-4D17-A524-E1A708D1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3E736-F332-491F-9643-1EA742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42541-3985-42D8-B880-691AAE7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F6F63-5322-4585-86E8-5DCFF32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F90FA-547A-431B-9AFA-390453C9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5F66C-B9DF-4DC9-BF60-D4E82B4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63754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55743-626B-4F14-998B-31A2DA80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A1E45-0271-49A0-A860-DB2F9280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FD4E0-86BB-4609-93CC-E018FE74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8FE3F-03BC-4181-A938-B341027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28279-B177-4D74-BEA9-6701AC1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101E4-55B3-4115-83CC-E6F55F4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A36C8-32D5-46D0-81DF-377F5107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D419E-E3D1-49CD-9C19-F3940F9E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37313-AC62-4320-8AE4-82DF668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5B2FF-3B14-4501-8F11-773CF1D0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8D6D4-6676-4983-80A4-30169B14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ABC0C-B54B-4D4F-AEBD-CEBAE2B9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C148B-F30A-47F9-84AD-4AC4A30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BEC2B-7F27-4EE3-9620-84E99175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A6D7A-6FC3-4F59-9ACD-7B20CC65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51731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A7454-B44A-4D85-8598-D9F83BA7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F713C-9977-4973-AF88-F1FCDC47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8B35F-2258-4C87-9665-295B1F08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1DDAA-0AD1-426E-ACE1-6D4FE57D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4579D-2330-40A1-9079-48D5F287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DC95D-E5D8-41E4-A067-825FCF59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924AA-27C2-449F-AF36-F7410F08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FA96E-044E-4037-A02D-D5D516A6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5A055-1D22-4123-9891-D0176D5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45A4B-5EDC-4E07-B8D1-BDA0BAF8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65CF6-AFC0-4D33-93CC-43C0CEE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C613E-D3AF-40DB-98F0-A71011CC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ACF1A-BD07-4493-87C9-E81D5E6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1D3BB-0B58-490C-BBF6-084735D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24176-5498-418B-81D4-135E2D6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85249-7BD7-4E55-8956-170BC458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D4A02-ED8D-4BB4-9444-4786187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FB6F5-365B-45C2-B32C-57E61CB9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058A2-CB4E-45C1-8939-6148F85D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5A810-184E-4458-84E7-DB5999DC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6B7C8-499C-4F12-8DA2-6FBA9B3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40B04-B77F-41A8-9F9C-9C2DF67F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8FA6C-182C-4EC4-8F9F-48CD8DE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52322-C86A-4B3D-A085-A678750B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20A9E-527F-4305-AE31-C6D950D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06590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0F9CE-614F-4B61-A12B-D13E8BA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C7E62-930B-4FC3-8707-A3095CB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006D5-0EFA-415C-9B5D-5CE74A12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5DA25-8F92-4802-BA79-A95F5863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548E3-B856-4902-B661-C2982CA9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ED88B-60EF-4026-AB58-729FEF0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66206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E84FE-28D0-4B54-8F2A-78B93EEB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68E54-D874-4545-9186-ED1DA7B0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E1C2B-1626-4C90-96A2-AC28BC7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085B5-9C9C-4464-B0C9-C6C711E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38698-4FC3-431E-8D73-66AC6D8F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92D01-D0EB-4D80-8E35-0F5096C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5356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B0436-67C9-43B1-ABE5-DDF02261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FDB38-56FB-4071-A062-00ACB317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D505D-5F8C-434A-8FF6-DC1BF277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93713-348E-421E-A926-E79A8BB6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98653-D9A3-46A4-85DA-363525D2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Fabrication of a sheet metal part with simple g...?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8A863-3164-4CDA-9341-C920A129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857062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AA38A-6583-4536-909F-CFC8711D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E36D2-AA54-405F-BAE3-79DD7F83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9500-ADFC-4A35-BBE4-A3A3CB6E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1B481-A947-4CFC-BF95-24F590DC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F29E4-BD6B-4F3F-8B72-B0441F70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D90BA-54D6-48CA-AA73-7F222838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64637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98FC4-AFBC-4BD3-A9B1-5C446F9C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58E4-7317-4B56-BD80-727B298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59D2A-DA1A-47A7-A96D-B9E553EA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C7D03-B1BE-404C-9AAC-C179D7DB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1D58C-79B4-4D38-85D0-25040353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9F77-0DA1-4C76-848F-AC59D5F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7EE6A-37F2-4BA7-B449-957498E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4C46E-9DB8-4BED-8F23-B8C05E2C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4324E-5197-4497-ADEA-15E18E4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AE37-3DD1-4344-96AC-F56D6FB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BAB30-42C8-40B9-895D-1385F589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F542F-27B9-4A6B-B4D3-7D9528D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97316-3823-47F3-9DDF-70CE7857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B51DD-1494-4D54-941F-94E5A79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00E52-E599-4644-B8D4-2425590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9327B-B806-474E-8AE9-7222D3E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195B-DCDE-4F85-96B9-3C069922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8EFCE-0E7F-4E3B-9E81-F26DB7D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E3192-C0A0-44B4-A4C7-5D5C64B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E93D1-31C2-44F7-A702-2ADB5420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FD0A2-A6D4-449B-8385-3A76A174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33EE9-7A6F-4D7D-94C2-54D687F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4C4D2-4BAA-4C19-A991-E99C0BE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88796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2026-08-24T16:02:44.4070000Z</dcterms:created>
  <dcterms:modified xsi:type="dcterms:W3CDTF">2026-08-24T16:02:44.4070000Z</dcterms:modified>
</coreProperties>
</file>