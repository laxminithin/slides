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3f9743d5429450e" /><Relationship Type="http://schemas.openxmlformats.org/officeDocument/2006/relationships/extended-properties" Target="/docProps/app.xml" Id="R71357e0a5f164166" /><Relationship Type="http://schemas.openxmlformats.org/officeDocument/2006/relationships/officeDocument" Target="/ppt/presentation.xml" Id="R1a2d1805dec84d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b9b239e46654269"/>
  </p:sldMasterIdLst>
  <p:notesMasterIdLst>
    <p:notesMasterId xmlns:r="http://schemas.openxmlformats.org/officeDocument/2006/relationships" r:id="R09ac99f758c84f8f"/>
  </p:notesMasterIdLst>
  <p:sldIdLst>
    <p:sldId xmlns:r="http://schemas.openxmlformats.org/officeDocument/2006/relationships" id="256" r:id="Rfb8878117d4d4557"/>
    <p:sldId xmlns:r="http://schemas.openxmlformats.org/officeDocument/2006/relationships" id="257" r:id="R2dab86add5cd4845"/>
    <p:sldId xmlns:r="http://schemas.openxmlformats.org/officeDocument/2006/relationships" id="258" r:id="R83c5464b20c44123"/>
    <p:sldId xmlns:r="http://schemas.openxmlformats.org/officeDocument/2006/relationships" id="259" r:id="Rcfd8896f70aa476b"/>
    <p:sldId xmlns:r="http://schemas.openxmlformats.org/officeDocument/2006/relationships" id="260" r:id="R535bb346ba6d4d45"/>
    <p:sldId xmlns:r="http://schemas.openxmlformats.org/officeDocument/2006/relationships" id="261" r:id="R52c14e6a61b64a1d"/>
    <p:sldId xmlns:r="http://schemas.openxmlformats.org/officeDocument/2006/relationships" id="262" r:id="Rfbbc0296227044e6"/>
    <p:sldId xmlns:r="http://schemas.openxmlformats.org/officeDocument/2006/relationships" id="263" r:id="Rf9a2a397227a4946"/>
    <p:sldId xmlns:r="http://schemas.openxmlformats.org/officeDocument/2006/relationships" id="264" r:id="Ra1495088db7b41f9"/>
    <p:sldId xmlns:r="http://schemas.openxmlformats.org/officeDocument/2006/relationships" id="265" r:id="Ree6ecfb880504218"/>
    <p:sldId xmlns:r="http://schemas.openxmlformats.org/officeDocument/2006/relationships" id="266" r:id="Rbef9be6bd7e8409f"/>
    <p:sldId xmlns:r="http://schemas.openxmlformats.org/officeDocument/2006/relationships" id="267" r:id="Rba5e9c86e285481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cb218b4824446e6" /><Relationship Type="http://schemas.openxmlformats.org/officeDocument/2006/relationships/slideMaster" Target="/ppt/slideMasters/slideMaster1.xml" Id="Rdb9b239e46654269" /><Relationship Type="http://schemas.openxmlformats.org/officeDocument/2006/relationships/notesMaster" Target="/ppt/notesMasters/notesMaster1.xml" Id="R09ac99f758c84f8f" /><Relationship Type="http://schemas.openxmlformats.org/officeDocument/2006/relationships/presProps" Target="/ppt/presProps.xml" Id="R79516cfd240e4b89" /><Relationship Type="http://schemas.openxmlformats.org/officeDocument/2006/relationships/tableStyles" Target="/ppt/tableStyles.xml" Id="Rb1e6115d3b474fec" /><Relationship Type="http://schemas.openxmlformats.org/officeDocument/2006/relationships/slide" Target="/ppt/slides/slide1.xml" Id="Rfb8878117d4d4557" /><Relationship Type="http://schemas.openxmlformats.org/officeDocument/2006/relationships/slide" Target="/ppt/slides/slide2.xml" Id="R2dab86add5cd4845" /><Relationship Type="http://schemas.openxmlformats.org/officeDocument/2006/relationships/slide" Target="/ppt/slides/slide3.xml" Id="R83c5464b20c44123" /><Relationship Type="http://schemas.openxmlformats.org/officeDocument/2006/relationships/slide" Target="/ppt/slides/slide4.xml" Id="Rcfd8896f70aa476b" /><Relationship Type="http://schemas.openxmlformats.org/officeDocument/2006/relationships/slide" Target="/ppt/slides/slide5.xml" Id="R535bb346ba6d4d45" /><Relationship Type="http://schemas.openxmlformats.org/officeDocument/2006/relationships/slide" Target="/ppt/slides/slide6.xml" Id="R52c14e6a61b64a1d" /><Relationship Type="http://schemas.openxmlformats.org/officeDocument/2006/relationships/slide" Target="/ppt/slides/slide7.xml" Id="Rfbbc0296227044e6" /><Relationship Type="http://schemas.openxmlformats.org/officeDocument/2006/relationships/slide" Target="/ppt/slides/slide8.xml" Id="Rf9a2a397227a4946" /><Relationship Type="http://schemas.openxmlformats.org/officeDocument/2006/relationships/slide" Target="/ppt/slides/slide9.xml" Id="Ra1495088db7b41f9" /><Relationship Type="http://schemas.openxmlformats.org/officeDocument/2006/relationships/slide" Target="/ppt/slides/slide10.xml" Id="Ree6ecfb880504218" /><Relationship Type="http://schemas.openxmlformats.org/officeDocument/2006/relationships/slide" Target="/ppt/slides/slide11.xml" Id="Rbef9be6bd7e8409f" /><Relationship Type="http://schemas.openxmlformats.org/officeDocument/2006/relationships/slide" Target="/ppt/slides/slide12.xml" Id="Rba5e9c86e28548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aa5d43db2544a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f36c0433a554f99" /><Relationship Type="http://schemas.openxmlformats.org/officeDocument/2006/relationships/notesMaster" Target="/ppt/notesMasters/notesMaster1.xml" Id="R185a1f7b617846e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03166058597404e" /><Relationship Type="http://schemas.openxmlformats.org/officeDocument/2006/relationships/notesMaster" Target="/ppt/notesMasters/notesMaster1.xml" Id="R15b67d2780e3400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ea0ac66d2f4bab" /><Relationship Type="http://schemas.openxmlformats.org/officeDocument/2006/relationships/notesMaster" Target="/ppt/notesMasters/notesMaster1.xml" Id="Rb61aff5819b24bf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e966b8fc2864fee" /><Relationship Type="http://schemas.openxmlformats.org/officeDocument/2006/relationships/notesMaster" Target="/ppt/notesMasters/notesMaster1.xml" Id="R0b3694ce3cc64f4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b245fd9061641eb" /><Relationship Type="http://schemas.openxmlformats.org/officeDocument/2006/relationships/notesMaster" Target="/ppt/notesMasters/notesMaster1.xml" Id="R896781b800b94fb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2a88da873b54e90" /><Relationship Type="http://schemas.openxmlformats.org/officeDocument/2006/relationships/notesMaster" Target="/ppt/notesMasters/notesMaster1.xml" Id="R1d6e06a1a5b648e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a367f6673044f5d" /><Relationship Type="http://schemas.openxmlformats.org/officeDocument/2006/relationships/notesMaster" Target="/ppt/notesMasters/notesMaster1.xml" Id="R0ee91c28afbb4e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d5fe2f837df43e8" /><Relationship Type="http://schemas.openxmlformats.org/officeDocument/2006/relationships/notesMaster" Target="/ppt/notesMasters/notesMaster1.xml" Id="Rd1d33f31eda042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bc0f5cdb474ed6" /><Relationship Type="http://schemas.openxmlformats.org/officeDocument/2006/relationships/notesMaster" Target="/ppt/notesMasters/notesMaster1.xml" Id="Rec82eaf491434d0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650d1620e9749fc" /><Relationship Type="http://schemas.openxmlformats.org/officeDocument/2006/relationships/notesMaster" Target="/ppt/notesMasters/notesMaster1.xml" Id="R6ab5c8b474cb4f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17e8d5bf5e64025" /><Relationship Type="http://schemas.openxmlformats.org/officeDocument/2006/relationships/notesMaster" Target="/ppt/notesMasters/notesMaster1.xml" Id="R564c5b1ec4154bd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64d88055e9c4c01" /><Relationship Type="http://schemas.openxmlformats.org/officeDocument/2006/relationships/notesMaster" Target="/ppt/notesMasters/notesMaster1.xml" Id="R5e0b48df0e17401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5c678f296054e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af11f2ae1a8490e" /><Relationship Type="http://schemas.openxmlformats.org/officeDocument/2006/relationships/slideLayout" Target="/ppt/slideLayouts/slideLayout1.xml" Id="Rd1ebcb2b2bd74e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ebcb2b2bd74e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02c84a98fe4be2" /><Relationship Type="http://schemas.openxmlformats.org/officeDocument/2006/relationships/notesSlide" Target="/ppt/notesSlides/notesSlide1.xml" Id="R4021305865fe45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6367b97fd541e0" /><Relationship Type="http://schemas.openxmlformats.org/officeDocument/2006/relationships/notesSlide" Target="/ppt/notesSlides/notesSlide2.xml" Id="Rbd0a802f319e44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57fa47c3584bec" /><Relationship Type="http://schemas.openxmlformats.org/officeDocument/2006/relationships/notesSlide" Target="/ppt/notesSlides/notesSlide3.xml" Id="R6e742d5119b84e7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d608a53a4e4b45" /><Relationship Type="http://schemas.openxmlformats.org/officeDocument/2006/relationships/notesSlide" Target="/ppt/notesSlides/notesSlide4.xml" Id="Rab5c0a0f051c46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3d3e5364d9471f" /><Relationship Type="http://schemas.openxmlformats.org/officeDocument/2006/relationships/notesSlide" Target="/ppt/notesSlides/notesSlide5.xml" Id="Rf0ea0a0408b4407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dc39d5bfe549be" /><Relationship Type="http://schemas.openxmlformats.org/officeDocument/2006/relationships/notesSlide" Target="/ppt/notesSlides/notesSlide6.xml" Id="Rba21e8fbf0fe43a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ba6e80b294755" /><Relationship Type="http://schemas.openxmlformats.org/officeDocument/2006/relationships/notesSlide" Target="/ppt/notesSlides/notesSlide7.xml" Id="R12ffce3de365494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c8d4e3a15d4aea" /><Relationship Type="http://schemas.openxmlformats.org/officeDocument/2006/relationships/notesSlide" Target="/ppt/notesSlides/notesSlide8.xml" Id="R8fdd674621754c8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80caebb6ab45e8" /><Relationship Type="http://schemas.openxmlformats.org/officeDocument/2006/relationships/notesSlide" Target="/ppt/notesSlides/notesSlide9.xml" Id="Ra02290a6494b46c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576d22a17440a" /><Relationship Type="http://schemas.openxmlformats.org/officeDocument/2006/relationships/notesSlide" Target="/ppt/notesSlides/notesSlide10.xml" Id="R05cc07bd3fd445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c01c1d9cd46b3" /><Relationship Type="http://schemas.openxmlformats.org/officeDocument/2006/relationships/notesSlide" Target="/ppt/notesSlides/notesSlide11.xml" Id="R90753136507042d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1a6d5024a4a8e" /><Relationship Type="http://schemas.openxmlformats.org/officeDocument/2006/relationships/notesSlide" Target="/ppt/notesSlides/notesSlide12.xml" Id="Rd9285374ff22456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27E4102-A483-49F9-A64F-F6C43AF3E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A3D44A-D50F-4B43-A6DA-F5398E5F3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Determination of the angle of a specimen using a sine bar.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4753CE-4746-40A1-9932-11571D69C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Elements of Mechanical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1BEMEL105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5CF470-8343-4BC8-BD47-46B9CB6F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CFD23D-76C4-4476-814B-CDB6CEE61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EF8F95-1347-4A21-B05E-3BDE75E70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6C93E8-D852-4E5B-9FEB-6A879BA4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6C4427-1E91-4B3F-BAA7-9CBCCDD9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82A2E-4398-4600-A2B2-7BD2B3ADF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74818A-8030-4B89-BDDB-239E98E21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F996BC-ECB4-4325-B5DE-B5CEF7C2E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F1236-3CCD-4A6C-9CB1-F5E500822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C166C84-3CC9-4330-83B9-925E0C2FC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029993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A41EBE-F122-4833-850C-0E621C660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25F8AA-0F3C-42D7-954B-E9A2131A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D6BC93-C6B0-469C-9A2E-595F1B76B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E1421A-9690-4DAA-B43C-3D462689B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1CE06D-23E9-4C56-8348-60C53EABD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Determination of the angle of a specimen using a sine bar.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DCF56-3CBE-478C-BAF6-B17A26488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332081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8B6E745-0184-4CF4-B01C-E82896A47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4DCBC0-39D3-4CDB-80D8-F9EA7244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2CD5F3-AC0E-4754-B2F7-AFD3F3249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6A0C1F-EF21-499E-9673-C25A01CE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085A0-EEE3-43E1-93DE-F13BEA49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Determination of the angle of a specimen using a sine bar..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6A0E29-AA1D-4EEA-AB9E-52E66F261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Determination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3C9FB2-6826-4FAF-890B-B629E4B2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ED4F1-CDED-411D-8C62-BD5334A5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angle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052A3E-4586-4A3F-BA84-E310A24F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861D84-C0C1-44C4-8808-5C90B7024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specimen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C4C35-7C28-4D25-A55A-2DCB07661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727F96-D776-4E4D-9908-129FA8FA5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31457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sine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6897C-D915-4A21-8492-D87A8709B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790585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AA57EF-4B45-4E8A-B47C-2220DA6A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4EEA4F-A01A-46F7-B878-7DBFF357B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4504953-300F-4145-B28A-3B8F4BFE6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C77F6-03C1-4F21-B4C6-0D8B35BA2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31F5D2-A773-41A9-84B3-69A400027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52C386-3109-449A-B340-4C2E40FA8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54233735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0E1DF3-7187-40B3-B924-991510A43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D4D14B-724E-4C05-999D-AC1972EE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8EE27-CC36-4C02-947B-E6C848CC2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EDE62-D1EE-4D32-82B9-2DA11F32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7F89E-8EEC-4637-9322-6B49957AE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7B0ED0-0F13-4863-B202-0A2C5955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702249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5F0B06-B5DD-45C7-B447-1E5D0B56E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A6F5F5-8488-42F2-B105-9999EDD0E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36695-D4FA-4DEF-80C3-5F66C56D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58AA49-959E-45D1-B4F6-2774011D8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070CBB-BD2E-4179-9118-91940FEC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692F4-46C7-4B0D-81D0-69D3F1F7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7EC66F-CCDC-4F0B-B627-471426DD4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964852-F81D-4D1A-A1E0-1BAD504CB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5333CF-852E-4EF5-A139-CFDA57BA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03FCE-CBB4-4A56-B28C-69B015C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E06EE5-A0A0-46FC-AC42-13CFA57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FF52A9-2266-4704-81E7-67C6635C9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4F5AC9-8272-461B-BF29-047A6161D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6CE08F-BC23-44DC-AC52-B9FCEB66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396764-AC5F-4A1D-9D6A-4060B7645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21008056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EB23F-D4CA-4C54-9642-424C9BD3D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07BC60-D98F-4370-B4EC-74BF50C4B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240391-381D-4F16-AE83-BCBA5EAAD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02931D-DF34-40A2-9EA8-00B90C2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DA5EC-D47F-4EC2-9EED-59445FF1C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65A653-D432-4624-9BAD-F3C238B75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84F355-75A7-4416-AE44-167CC3B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7FC814-DA03-4CA1-A820-E730B436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2CD4AF-E972-46DC-9808-C5495E13C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7102FE-046D-48D5-B507-3948A149B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D442BD-DA06-4F52-99C1-137B29E14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65F7F9-D667-40B5-8FD5-CBAB0E76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1F453-F16A-4F37-A869-B6E74794F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6A4F0-14F3-43B5-B77E-20389B13C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A67B1B-78BC-4DAA-BD05-C9853392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DA63A0-A851-4534-846D-0B63D86E1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963895-71E6-4393-B515-D0322E1F7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2081854-2276-480B-B98B-3213F7B0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A5764-EF80-4C8D-97A1-2274A96B5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62E224E-B286-4510-8D85-5CE12DABF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823358-D9D1-47F9-9B81-7C3C15314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4F2EE6-0EDC-4175-B5DA-6E4AE14AF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5CC503-767A-4551-A735-1182518E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F628CA-CB00-410C-9D30-F9D276C3C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068458-6218-4177-A56C-1AD72305E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88753937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82827E-7981-4989-A5F5-ACBDCD7BE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95B554-C890-4B9C-9E85-7F919877B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44C12E-35A4-49CB-99F3-2B62CD1B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DE83D7-0D0F-4E5F-AB86-5EB7A5EAC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396856-7F37-4A98-8327-22974BCBB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DB37B6-AE3C-4DBA-BF69-ED451605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909067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44F413-6A44-4BEA-81B7-411DA7C1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0A2599-9780-4CAF-8541-A945C5AF6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1AF3B9-0475-438E-AF0B-0DE8E091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9A87D-0DBC-4371-A458-EE13AB842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3A1C36-365C-4247-9A9A-7EC28F6D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DF1E57-0BB9-4CF3-8834-B57BDAFB0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09838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5F0D4E-3300-45E2-B127-8C279BDB7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AEFBA1-410C-40EB-A248-B4CC33BF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99A952-2644-46D7-B2CB-FB9FD41A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A686AA-8430-43CB-AF8B-0E5CCEA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58BE47-2F36-4446-B4EA-BF645922F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Determination of the angle of a specimen using...?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C2401D-CBF5-4A79-830F-1796A2541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81477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5D9398-C4C0-43AD-AD76-5C58C689B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8C4F2B-3189-464F-BA39-ABCB48897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D1A933-D052-4BEA-BDEA-7F57754B8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DD6528-2524-47FF-8623-0882DC7A5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86D4BA-34C9-46FF-ABAA-CFD51226D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F0849F-FDA6-4302-85CB-EA53FABFC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51492078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C7008F-AAC1-4CFC-AE6E-F418CA035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1BEMEL105 | Experiment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AB40CE-6225-44AE-BDF7-251F662CA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E9E6A0-BFDE-4778-8062-F19DA46B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BCFAD5-776F-4E07-AD8D-AAA561431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FEE33B-0BE9-4C07-AEEC-D1A8071EB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CD8599-5E1D-4FDE-9527-CEA3F6B49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0B7F42-2804-4022-98AE-3B9C6EA37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784AA2-7694-4EB0-9571-FE1587DD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D312C-CB95-4144-8C6E-844175D16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7C003C-EE24-4EDE-9675-4952C2661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E30D6-0727-4EFD-8F8B-70C79C09A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93E80D-4B6A-48FA-8A22-EEED81F03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34CCBD-310C-4C91-B592-297999F3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88379-50AC-488A-92E4-4141366C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16B19D-6FDE-4F18-BB9B-2738E091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B64E3-D5AD-43F9-A311-E749C3421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CC06D-5F38-43E4-999A-6073F61B1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80D14-F9A2-4DF7-ABC1-1FA171CB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FCF370F-4FD5-4C55-BCF8-E170DFA8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290C16-25C3-4D7D-907D-4C1087A6D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25BE65-C115-4B2B-9412-4BB80B62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BA7819-00BF-448D-913B-5A2DC6F4A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388FDEE-F8DD-44FD-BF27-0D903CBE1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Elements of Mechanical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6584485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2026-08-24T16:02:44.0090000Z</dcterms:created>
  <dcterms:modified xsi:type="dcterms:W3CDTF">2026-08-24T16:02:44.0090000Z</dcterms:modified>
</coreProperties>
</file>