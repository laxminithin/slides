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241debf4334fb6" /><Relationship Type="http://schemas.openxmlformats.org/officeDocument/2006/relationships/extended-properties" Target="/docProps/app.xml" Id="Rb8887eed26884e51" /><Relationship Type="http://schemas.openxmlformats.org/officeDocument/2006/relationships/officeDocument" Target="/ppt/presentation.xml" Id="R8e5751b0bd534e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4fc3656e0d4c4f"/>
  </p:sldMasterIdLst>
  <p:notesMasterIdLst>
    <p:notesMasterId xmlns:r="http://schemas.openxmlformats.org/officeDocument/2006/relationships" r:id="Rddf30a0872754546"/>
  </p:notesMasterIdLst>
  <p:sldIdLst>
    <p:sldId xmlns:r="http://schemas.openxmlformats.org/officeDocument/2006/relationships" id="256" r:id="R994a307daa9c47c4"/>
    <p:sldId xmlns:r="http://schemas.openxmlformats.org/officeDocument/2006/relationships" id="257" r:id="R9571b8cd83d24593"/>
    <p:sldId xmlns:r="http://schemas.openxmlformats.org/officeDocument/2006/relationships" id="258" r:id="Rc87a7ea7fa9d457b"/>
    <p:sldId xmlns:r="http://schemas.openxmlformats.org/officeDocument/2006/relationships" id="259" r:id="R69e1375571ab42aa"/>
    <p:sldId xmlns:r="http://schemas.openxmlformats.org/officeDocument/2006/relationships" id="260" r:id="Racfb1c60212547f7"/>
    <p:sldId xmlns:r="http://schemas.openxmlformats.org/officeDocument/2006/relationships" id="261" r:id="Rabfa5ae2822942a3"/>
    <p:sldId xmlns:r="http://schemas.openxmlformats.org/officeDocument/2006/relationships" id="262" r:id="R17c293c6311347aa"/>
    <p:sldId xmlns:r="http://schemas.openxmlformats.org/officeDocument/2006/relationships" id="263" r:id="Rc1c5c01dfd7042ce"/>
    <p:sldId xmlns:r="http://schemas.openxmlformats.org/officeDocument/2006/relationships" id="264" r:id="Ra5d30a82e3e44e52"/>
    <p:sldId xmlns:r="http://schemas.openxmlformats.org/officeDocument/2006/relationships" id="265" r:id="R49fc13e845f84af1"/>
    <p:sldId xmlns:r="http://schemas.openxmlformats.org/officeDocument/2006/relationships" id="266" r:id="Rb6f1e740dcae43a7"/>
    <p:sldId xmlns:r="http://schemas.openxmlformats.org/officeDocument/2006/relationships" id="267" r:id="R00825dd703cd47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486dccbb9149f5" /><Relationship Type="http://schemas.openxmlformats.org/officeDocument/2006/relationships/slideMaster" Target="/ppt/slideMasters/slideMaster1.xml" Id="R694fc3656e0d4c4f" /><Relationship Type="http://schemas.openxmlformats.org/officeDocument/2006/relationships/notesMaster" Target="/ppt/notesMasters/notesMaster1.xml" Id="Rddf30a0872754546" /><Relationship Type="http://schemas.openxmlformats.org/officeDocument/2006/relationships/presProps" Target="/ppt/presProps.xml" Id="Re3a9251ce52344d3" /><Relationship Type="http://schemas.openxmlformats.org/officeDocument/2006/relationships/tableStyles" Target="/ppt/tableStyles.xml" Id="Rd0c22793f6a04dd7" /><Relationship Type="http://schemas.openxmlformats.org/officeDocument/2006/relationships/slide" Target="/ppt/slides/slide1.xml" Id="R994a307daa9c47c4" /><Relationship Type="http://schemas.openxmlformats.org/officeDocument/2006/relationships/slide" Target="/ppt/slides/slide2.xml" Id="R9571b8cd83d24593" /><Relationship Type="http://schemas.openxmlformats.org/officeDocument/2006/relationships/slide" Target="/ppt/slides/slide3.xml" Id="Rc87a7ea7fa9d457b" /><Relationship Type="http://schemas.openxmlformats.org/officeDocument/2006/relationships/slide" Target="/ppt/slides/slide4.xml" Id="R69e1375571ab42aa" /><Relationship Type="http://schemas.openxmlformats.org/officeDocument/2006/relationships/slide" Target="/ppt/slides/slide5.xml" Id="Racfb1c60212547f7" /><Relationship Type="http://schemas.openxmlformats.org/officeDocument/2006/relationships/slide" Target="/ppt/slides/slide6.xml" Id="Rabfa5ae2822942a3" /><Relationship Type="http://schemas.openxmlformats.org/officeDocument/2006/relationships/slide" Target="/ppt/slides/slide7.xml" Id="R17c293c6311347aa" /><Relationship Type="http://schemas.openxmlformats.org/officeDocument/2006/relationships/slide" Target="/ppt/slides/slide8.xml" Id="Rc1c5c01dfd7042ce" /><Relationship Type="http://schemas.openxmlformats.org/officeDocument/2006/relationships/slide" Target="/ppt/slides/slide9.xml" Id="Ra5d30a82e3e44e52" /><Relationship Type="http://schemas.openxmlformats.org/officeDocument/2006/relationships/slide" Target="/ppt/slides/slide10.xml" Id="R49fc13e845f84af1" /><Relationship Type="http://schemas.openxmlformats.org/officeDocument/2006/relationships/slide" Target="/ppt/slides/slide11.xml" Id="Rb6f1e740dcae43a7" /><Relationship Type="http://schemas.openxmlformats.org/officeDocument/2006/relationships/slide" Target="/ppt/slides/slide12.xml" Id="R00825dd703cd47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636cd7364947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da6c6056d64643" /><Relationship Type="http://schemas.openxmlformats.org/officeDocument/2006/relationships/notesMaster" Target="/ppt/notesMasters/notesMaster1.xml" Id="R16b2dbf2fd2546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4b9a695ffa4c4b" /><Relationship Type="http://schemas.openxmlformats.org/officeDocument/2006/relationships/notesMaster" Target="/ppt/notesMasters/notesMaster1.xml" Id="Re99e248208ea4e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a1d440e0074ac8" /><Relationship Type="http://schemas.openxmlformats.org/officeDocument/2006/relationships/notesMaster" Target="/ppt/notesMasters/notesMaster1.xml" Id="R91384247a01347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60b7b97a5946bb" /><Relationship Type="http://schemas.openxmlformats.org/officeDocument/2006/relationships/notesMaster" Target="/ppt/notesMasters/notesMaster1.xml" Id="Rcf5514afefbd41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517202ed40424a" /><Relationship Type="http://schemas.openxmlformats.org/officeDocument/2006/relationships/notesMaster" Target="/ppt/notesMasters/notesMaster1.xml" Id="Re7fc17feb82742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163364000f4e24" /><Relationship Type="http://schemas.openxmlformats.org/officeDocument/2006/relationships/notesMaster" Target="/ppt/notesMasters/notesMaster1.xml" Id="R1fb2bcf66ee94f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f0827ea886411b" /><Relationship Type="http://schemas.openxmlformats.org/officeDocument/2006/relationships/notesMaster" Target="/ppt/notesMasters/notesMaster1.xml" Id="Rd0e2ffd81b2d48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47670fa2604064" /><Relationship Type="http://schemas.openxmlformats.org/officeDocument/2006/relationships/notesMaster" Target="/ppt/notesMasters/notesMaster1.xml" Id="R7663f63dff1742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aa297d230149a9" /><Relationship Type="http://schemas.openxmlformats.org/officeDocument/2006/relationships/notesMaster" Target="/ppt/notesMasters/notesMaster1.xml" Id="R93992ee5471447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8ca39ee3a34922" /><Relationship Type="http://schemas.openxmlformats.org/officeDocument/2006/relationships/notesMaster" Target="/ppt/notesMasters/notesMaster1.xml" Id="Reebdb89b8fb948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ba90fdaef84f26" /><Relationship Type="http://schemas.openxmlformats.org/officeDocument/2006/relationships/notesMaster" Target="/ppt/notesMasters/notesMaster1.xml" Id="R3f430c54348142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d77fd730f540fd" /><Relationship Type="http://schemas.openxmlformats.org/officeDocument/2006/relationships/notesMaster" Target="/ppt/notesMasters/notesMaster1.xml" Id="R55a9a37997e942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519f99ff34f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f87da70cb14dc1" /><Relationship Type="http://schemas.openxmlformats.org/officeDocument/2006/relationships/slideLayout" Target="/ppt/slideLayouts/slideLayout1.xml" Id="R342af7df99c245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2af7df99c245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8f7ba23e74c21" /><Relationship Type="http://schemas.openxmlformats.org/officeDocument/2006/relationships/notesSlide" Target="/ppt/notesSlides/notesSlide1.xml" Id="Ra7f095c22c1644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4ce6cfdee41c9" /><Relationship Type="http://schemas.openxmlformats.org/officeDocument/2006/relationships/notesSlide" Target="/ppt/notesSlides/notesSlide2.xml" Id="R9d4bf2e02a7e4b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f519353fc4ac3" /><Relationship Type="http://schemas.openxmlformats.org/officeDocument/2006/relationships/notesSlide" Target="/ppt/notesSlides/notesSlide3.xml" Id="Rd29667206e3540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aa53af7ca40d5" /><Relationship Type="http://schemas.openxmlformats.org/officeDocument/2006/relationships/notesSlide" Target="/ppt/notesSlides/notesSlide4.xml" Id="R3aa8332d099b44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33c633ec5414a" /><Relationship Type="http://schemas.openxmlformats.org/officeDocument/2006/relationships/notesSlide" Target="/ppt/notesSlides/notesSlide5.xml" Id="Rda4abddc06184f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d7194b9904f59" /><Relationship Type="http://schemas.openxmlformats.org/officeDocument/2006/relationships/notesSlide" Target="/ppt/notesSlides/notesSlide6.xml" Id="Ra2b2d6cee49947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9d31bf4744567" /><Relationship Type="http://schemas.openxmlformats.org/officeDocument/2006/relationships/notesSlide" Target="/ppt/notesSlides/notesSlide7.xml" Id="R33b522e76b8942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b3728892342de" /><Relationship Type="http://schemas.openxmlformats.org/officeDocument/2006/relationships/notesSlide" Target="/ppt/notesSlides/notesSlide8.xml" Id="R05a6d6f1281941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9cb2d89674a9c" /><Relationship Type="http://schemas.openxmlformats.org/officeDocument/2006/relationships/notesSlide" Target="/ppt/notesSlides/notesSlide9.xml" Id="Rc0b6ceabec6049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2226f11974e40" /><Relationship Type="http://schemas.openxmlformats.org/officeDocument/2006/relationships/notesSlide" Target="/ppt/notesSlides/notesSlide10.xml" Id="Rb78628d153b142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78e1b4b494369" /><Relationship Type="http://schemas.openxmlformats.org/officeDocument/2006/relationships/notesSlide" Target="/ppt/notesSlides/notesSlide11.xml" Id="R44a8388bc87149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cbbd04caa4b78" /><Relationship Type="http://schemas.openxmlformats.org/officeDocument/2006/relationships/notesSlide" Target="/ppt/notesSlides/notesSlide12.xml" Id="R57f1f7fc544c4e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57347-2F35-42FD-8533-2F2CCD98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AB9B6-1E5D-4A8C-B625-E7CD3AD5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Comparative study on viscosity of different base fuels.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BD098-CBA3-4CA6-AF56-31139D2B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3AD74-2C68-4AB5-BA67-29332AE1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58EBF-EA44-4AEF-9AD1-9035FAF5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430C4-AB4A-4341-AAFB-E182C3E3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1C8C4-78F3-4ED1-AEDA-B2ABE34D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36A76-286F-4642-9CED-2CA1D010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3B589-11A4-46C6-BB70-4C9BAB07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E5CA7-FEBB-4EBC-8FC0-69A9EC9F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EBE33-4704-433A-82F1-8441032C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30B00-02A8-42C3-8218-62843B96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46E3E-2197-44A6-9D0C-7FC6B9B0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769656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96C54-F8AB-4657-B2CE-03DE2A3E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F6E14-B862-4917-81D2-66CCE028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5CE88-9D0D-424F-9D4E-FD169F33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F8BA0-85AB-4292-A947-D111399D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97477-40C0-40C5-B680-9354BF9A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Comparative study on viscosity of different base fuels.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5C189-068D-4265-8991-911E15EA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49997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1EFAB-FAF7-4DF4-8A59-3471953D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DB917-3488-4811-8169-6EB2E0A2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755FF-76B6-4280-AA13-C6558230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27613-A589-403F-AF38-ACA95903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20AE2-49F8-45E7-9260-C1DA932F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Comparative study on viscosity of different base fuels..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D6E7C-3F7F-4304-B469-7B027096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8C60C-3CD0-4AC8-974E-2B801DB6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AA8EB-8B37-401F-BA03-51400837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study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21D72-8101-4036-BA44-DBFAAC0E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60FDE-BAFD-4010-93E8-1A927D7D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viscosity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9B6DB-0F1D-40AE-A02A-E2166B63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26462-D769-4DC0-B792-AAD2A953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D68AB-A5FE-44E2-944C-CB4AE9A7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B16F9-F727-404F-A58D-77008759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fuels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37E29-6CD8-438E-A593-C06E7D69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141606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DF3E4-4DBD-41E9-B3C7-50C5DADC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CCF40-9D98-4D62-BB84-90601C5A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C4AB1-26ED-4E16-BE19-1031D2E9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025A0-6EE8-487E-8B84-4C57B919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91817-7F70-4EEF-A5E9-CA5AC32F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13AE7-D247-4958-A6EC-99DAA133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538682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46931-AEDB-407B-A74E-B90673E7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3F86A-7701-4615-B77C-208AB948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F845E-C54A-486E-ABC8-0650EC8A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DB614-02C6-43A6-82AC-0B30EB9F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DB6F1-AA8F-4830-8D94-FE2E0BDE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DD23D-97BD-4E20-89F8-4BAE7967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822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887AF-689A-41B4-9ADE-5D0A28C8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C1D0C-97F1-410F-845C-DC3ED08E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C1194-43B0-4196-83ED-DFA05EDC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7C828-47F1-4005-88F4-4F6D336D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43065-A0B2-40DB-946C-4D1FE8EF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20A2D-3FCB-48E9-AF72-D96B3F2F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5D8CB-B289-4E42-B0CC-42B069D1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B3632-4D25-4FCD-81A2-34FBC3F3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07827-615B-48F6-8308-97CCA5D7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1C22E-502E-4869-B5F5-70DA4C11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707CD-834B-4264-BDD9-7BD8A99A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CC63D-09E5-49FC-BF44-43B5C29F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80517-8126-49ED-B0AD-62E12C47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8E911-2F22-4FE9-9C76-A360F480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6828B-F696-4A93-B7DB-DA94C901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80955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C61CA-3540-4A3B-87F3-24E6136C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14591-CAEE-4649-B35E-A118BAC4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70B24-D3CE-43B4-B46C-C815C540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FAC0B-40FD-4EE3-9719-C780A113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A2188-EA8F-4C40-B31C-D3FF2BF5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79ECD-7774-45B8-A548-BCA67FA0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9064E-3F93-4D67-A9DA-55105C68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7D57B-BA38-4941-970C-AC29C34D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5BFA0-7950-43E0-A841-574683C1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740A6-995D-4734-A3C5-D4017ECC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D1EA9-6EB4-4FBA-91FE-5A6A0202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854E9-59CF-46B1-9123-406D1A01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64A67-20EF-4725-9A44-068CC382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CC926-AEFD-49A1-8A82-5A00F891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583A8-96B7-4C93-A846-8D28D665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9C4B9-67C1-42EA-BD44-0791E936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269F5-1601-469F-A587-2052BCD7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35FEE-B5E7-49E7-ABD7-0B873A44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D075F-F6E0-4819-B503-9D615A55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74296-E449-48C5-89C3-0F21386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5437C-EF1A-49D9-A99A-B58CC01B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3A8D6-F6B0-4CAD-8CA6-CCBFDB88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20249-88AB-45D7-8B62-4B92DE20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BC7749-2A66-4000-9DF9-B3D1EE9F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F0C13F-117E-4576-AE8B-80D13487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8391211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6BF3D-B8F5-4314-824B-69280B7A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ED211-DFDC-4BF3-B15F-A9399BE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8AA64-32BF-43BE-B2B9-5AF17303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AC3FC-DACA-482A-A092-EC14E4D0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58311-ECDB-4F0A-A73A-BE9B1C61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88EA7-FF13-429D-96C5-EF3E0E0E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668471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BCBCB-CAD6-4269-B8D4-7A73B0E3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EBA88-2D4F-4EEF-BD69-533F0CE4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28660-707F-4D35-AF41-64377EEA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E2071-8AC8-4479-B7E5-70806386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0DD42-9A67-4186-8DA0-88CB4A9C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9BC13-9B9B-4C9A-8BA3-D1289C9C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375518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AB9DC-0C20-4DA0-A5BE-0FC30C16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3D2C2-3796-4A39-878F-3CDCDE6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4E44E-0F84-4D6A-AB66-2493BBCB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EB395-9C37-4DB3-AC20-9E301C91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CFE85-B335-48AA-B076-95D3B922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Comparative study on viscosity of different bas...?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C463B-F8D9-4DC4-BD8E-64150996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1221223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11887-2D20-4D29-BA1D-68D1BFF5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36173-2C3A-4DD1-B1AF-CBDA4479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53EF3-7B84-487B-9C1F-58177A15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8B9D1-4B6E-4C44-B7B7-5A2D3690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54AC9-AF9F-4014-A282-71AB9B34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2E902-8B2A-44A3-9165-D063585E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602642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47C76D-B9BD-44ED-BB55-AA5E6E0D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DECB3-8E55-477F-8EF4-A77C959E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265CD-FA62-42D9-87AD-32EDC2D1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B0554-7295-4B3A-8645-7AB2D00A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56118-36AB-44A9-8A9D-525909EA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A806D-DF87-47C1-8C00-C0AA441A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DD96E-8791-4068-BD96-9B3CB5FD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00750-CE2A-40E1-80F4-6ED713AD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B4C49-55ED-4835-9F85-E0CEB3BB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8E640-6887-4465-8BDD-9D7E88CF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C3039-8CC5-424F-B55E-E7791971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CB333-5E1A-483A-9AEF-035DCA67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E9809-6017-4ACB-8588-1F71850D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3573C-A6FA-4546-B0A2-D5C8BED4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F862C-F323-44E6-9427-6137CAD1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BCD2A-DA2B-4066-A872-CD95A437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C699F-7CC3-4978-9D7B-A5C02203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0BE46-16B2-4BBB-A6BF-D3186DB8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9C570-4213-4B48-9AB0-8688AD74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0B0C5-710C-4C50-B40B-7EAFCC78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9A719E-BB10-43F1-AFD8-C85D4794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0E911-030E-470D-A002-A6E27C50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EACCF-76E9-4F23-B772-D22349D9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85018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2026-08-24T16:02:44.2340000Z</dcterms:created>
  <dcterms:modified xsi:type="dcterms:W3CDTF">2026-08-24T16:02:44.2340000Z</dcterms:modified>
</coreProperties>
</file>