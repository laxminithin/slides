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15c3590364e5e" /><Relationship Type="http://schemas.openxmlformats.org/officeDocument/2006/relationships/extended-properties" Target="/docProps/app.xml" Id="R84e5713b64214191" /><Relationship Type="http://schemas.openxmlformats.org/officeDocument/2006/relationships/officeDocument" Target="/ppt/presentation.xml" Id="R14786afa447a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53c024a854fc6"/>
  </p:sldMasterIdLst>
  <p:notesMasterIdLst>
    <p:notesMasterId xmlns:r="http://schemas.openxmlformats.org/officeDocument/2006/relationships" r:id="Rf2084c14d89b4852"/>
  </p:notesMasterIdLst>
  <p:sldIdLst>
    <p:sldId xmlns:r="http://schemas.openxmlformats.org/officeDocument/2006/relationships" id="256" r:id="Rf3b43b0d6e044489"/>
    <p:sldId xmlns:r="http://schemas.openxmlformats.org/officeDocument/2006/relationships" id="257" r:id="R271b2d62ceb844cd"/>
    <p:sldId xmlns:r="http://schemas.openxmlformats.org/officeDocument/2006/relationships" id="258" r:id="R29456ab5baf0489c"/>
    <p:sldId xmlns:r="http://schemas.openxmlformats.org/officeDocument/2006/relationships" id="259" r:id="R4f3a8c04902443d3"/>
    <p:sldId xmlns:r="http://schemas.openxmlformats.org/officeDocument/2006/relationships" id="260" r:id="R2afb5d9b805f4d18"/>
    <p:sldId xmlns:r="http://schemas.openxmlformats.org/officeDocument/2006/relationships" id="261" r:id="R5dbaadb852c346db"/>
    <p:sldId xmlns:r="http://schemas.openxmlformats.org/officeDocument/2006/relationships" id="262" r:id="R46738bb08695434b"/>
    <p:sldId xmlns:r="http://schemas.openxmlformats.org/officeDocument/2006/relationships" id="263" r:id="R08b9569fbe52461c"/>
    <p:sldId xmlns:r="http://schemas.openxmlformats.org/officeDocument/2006/relationships" id="264" r:id="Re44711d7b56b479e"/>
    <p:sldId xmlns:r="http://schemas.openxmlformats.org/officeDocument/2006/relationships" id="265" r:id="R507c9bf92a8f4c9b"/>
    <p:sldId xmlns:r="http://schemas.openxmlformats.org/officeDocument/2006/relationships" id="266" r:id="Rd6e63b5c214440e7"/>
    <p:sldId xmlns:r="http://schemas.openxmlformats.org/officeDocument/2006/relationships" id="267" r:id="R4a5bba598f8141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e1a134a1f47ad" /><Relationship Type="http://schemas.openxmlformats.org/officeDocument/2006/relationships/slideMaster" Target="/ppt/slideMasters/slideMaster1.xml" Id="Re4253c024a854fc6" /><Relationship Type="http://schemas.openxmlformats.org/officeDocument/2006/relationships/notesMaster" Target="/ppt/notesMasters/notesMaster1.xml" Id="Rf2084c14d89b4852" /><Relationship Type="http://schemas.openxmlformats.org/officeDocument/2006/relationships/presProps" Target="/ppt/presProps.xml" Id="Rb88d30422fe843fa" /><Relationship Type="http://schemas.openxmlformats.org/officeDocument/2006/relationships/tableStyles" Target="/ppt/tableStyles.xml" Id="Rad80292b300148ae" /><Relationship Type="http://schemas.openxmlformats.org/officeDocument/2006/relationships/slide" Target="/ppt/slides/slide1.xml" Id="Rf3b43b0d6e044489" /><Relationship Type="http://schemas.openxmlformats.org/officeDocument/2006/relationships/slide" Target="/ppt/slides/slide2.xml" Id="R271b2d62ceb844cd" /><Relationship Type="http://schemas.openxmlformats.org/officeDocument/2006/relationships/slide" Target="/ppt/slides/slide3.xml" Id="R29456ab5baf0489c" /><Relationship Type="http://schemas.openxmlformats.org/officeDocument/2006/relationships/slide" Target="/ppt/slides/slide4.xml" Id="R4f3a8c04902443d3" /><Relationship Type="http://schemas.openxmlformats.org/officeDocument/2006/relationships/slide" Target="/ppt/slides/slide5.xml" Id="R2afb5d9b805f4d18" /><Relationship Type="http://schemas.openxmlformats.org/officeDocument/2006/relationships/slide" Target="/ppt/slides/slide6.xml" Id="R5dbaadb852c346db" /><Relationship Type="http://schemas.openxmlformats.org/officeDocument/2006/relationships/slide" Target="/ppt/slides/slide7.xml" Id="R46738bb08695434b" /><Relationship Type="http://schemas.openxmlformats.org/officeDocument/2006/relationships/slide" Target="/ppt/slides/slide8.xml" Id="R08b9569fbe52461c" /><Relationship Type="http://schemas.openxmlformats.org/officeDocument/2006/relationships/slide" Target="/ppt/slides/slide9.xml" Id="Re44711d7b56b479e" /><Relationship Type="http://schemas.openxmlformats.org/officeDocument/2006/relationships/slide" Target="/ppt/slides/slide10.xml" Id="R507c9bf92a8f4c9b" /><Relationship Type="http://schemas.openxmlformats.org/officeDocument/2006/relationships/slide" Target="/ppt/slides/slide11.xml" Id="Rd6e63b5c214440e7" /><Relationship Type="http://schemas.openxmlformats.org/officeDocument/2006/relationships/slide" Target="/ppt/slides/slide12.xml" Id="R4a5bba598f81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8fb6a85534c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6e5a020574c9e" /><Relationship Type="http://schemas.openxmlformats.org/officeDocument/2006/relationships/notesMaster" Target="/ppt/notesMasters/notesMaster1.xml" Id="R8d0a739a545e41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31a3340eb4557" /><Relationship Type="http://schemas.openxmlformats.org/officeDocument/2006/relationships/notesMaster" Target="/ppt/notesMasters/notesMaster1.xml" Id="Rf0141b296843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daf567f014360" /><Relationship Type="http://schemas.openxmlformats.org/officeDocument/2006/relationships/notesMaster" Target="/ppt/notesMasters/notesMaster1.xml" Id="Rbe4a010b46e0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5eb5d0ed574501" /><Relationship Type="http://schemas.openxmlformats.org/officeDocument/2006/relationships/notesMaster" Target="/ppt/notesMasters/notesMaster1.xml" Id="R2c0f17f8ed88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7169c72ac41d8" /><Relationship Type="http://schemas.openxmlformats.org/officeDocument/2006/relationships/notesMaster" Target="/ppt/notesMasters/notesMaster1.xml" Id="Re62bc18649cd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26523cfda449e" /><Relationship Type="http://schemas.openxmlformats.org/officeDocument/2006/relationships/notesMaster" Target="/ppt/notesMasters/notesMaster1.xml" Id="Rf5ae672ad804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9d7079c584664" /><Relationship Type="http://schemas.openxmlformats.org/officeDocument/2006/relationships/notesMaster" Target="/ppt/notesMasters/notesMaster1.xml" Id="R41e15af415334b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e6d0c891c0400c" /><Relationship Type="http://schemas.openxmlformats.org/officeDocument/2006/relationships/notesMaster" Target="/ppt/notesMasters/notesMaster1.xml" Id="Ra68a43aeb72a4f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92fa050dde46c4" /><Relationship Type="http://schemas.openxmlformats.org/officeDocument/2006/relationships/notesMaster" Target="/ppt/notesMasters/notesMaster1.xml" Id="R3d76c2e929504a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5974494b0b4241" /><Relationship Type="http://schemas.openxmlformats.org/officeDocument/2006/relationships/notesMaster" Target="/ppt/notesMasters/notesMaster1.xml" Id="Reeb31593286f43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1f2568e5754e61" /><Relationship Type="http://schemas.openxmlformats.org/officeDocument/2006/relationships/notesMaster" Target="/ppt/notesMasters/notesMaster1.xml" Id="R90d05aa641ea49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3b3f76c684041" /><Relationship Type="http://schemas.openxmlformats.org/officeDocument/2006/relationships/notesMaster" Target="/ppt/notesMasters/notesMaster1.xml" Id="R06184a6e2cfe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dcf06972e41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67decaa858411a" /><Relationship Type="http://schemas.openxmlformats.org/officeDocument/2006/relationships/slideLayout" Target="/ppt/slideLayouts/slideLayout1.xml" Id="Rf4e451eb9832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451eb9832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b425f801b4afd" /><Relationship Type="http://schemas.openxmlformats.org/officeDocument/2006/relationships/notesSlide" Target="/ppt/notesSlides/notesSlide1.xml" Id="R23ec20cf52bf49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f82a1b1894fb3" /><Relationship Type="http://schemas.openxmlformats.org/officeDocument/2006/relationships/notesSlide" Target="/ppt/notesSlides/notesSlide2.xml" Id="Ra552218f7443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d7db016004011" /><Relationship Type="http://schemas.openxmlformats.org/officeDocument/2006/relationships/notesSlide" Target="/ppt/notesSlides/notesSlide3.xml" Id="R13be51e180f4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af30589a84690" /><Relationship Type="http://schemas.openxmlformats.org/officeDocument/2006/relationships/notesSlide" Target="/ppt/notesSlides/notesSlide4.xml" Id="R42d5e663e0d8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6f32fcb6b4b5c" /><Relationship Type="http://schemas.openxmlformats.org/officeDocument/2006/relationships/notesSlide" Target="/ppt/notesSlides/notesSlide5.xml" Id="R1779a9a95a2c4e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3f047c2bc4519" /><Relationship Type="http://schemas.openxmlformats.org/officeDocument/2006/relationships/notesSlide" Target="/ppt/notesSlides/notesSlide6.xml" Id="R4a059e63cd4841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946d671f04438" /><Relationship Type="http://schemas.openxmlformats.org/officeDocument/2006/relationships/notesSlide" Target="/ppt/notesSlides/notesSlide7.xml" Id="R334497bcd16048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fe44f785f4996" /><Relationship Type="http://schemas.openxmlformats.org/officeDocument/2006/relationships/notesSlide" Target="/ppt/notesSlides/notesSlide8.xml" Id="Raaa511a2c865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02d59111b44e5" /><Relationship Type="http://schemas.openxmlformats.org/officeDocument/2006/relationships/notesSlide" Target="/ppt/notesSlides/notesSlide9.xml" Id="R61a84c4b81d244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b5cf95a5747cb" /><Relationship Type="http://schemas.openxmlformats.org/officeDocument/2006/relationships/notesSlide" Target="/ppt/notesSlides/notesSlide10.xml" Id="Rf3d5c3585d0e45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11cebcba24f41" /><Relationship Type="http://schemas.openxmlformats.org/officeDocument/2006/relationships/notesSlide" Target="/ppt/notesSlides/notesSlide11.xml" Id="Rb25a0e92ac8e4c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72be8b2164627" /><Relationship Type="http://schemas.openxmlformats.org/officeDocument/2006/relationships/notesSlide" Target="/ppt/notesSlides/notesSlide12.xml" Id="R609ed5de948340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613CC-35D0-4B75-8F09-208BFE73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D71D4-EBA0-47DD-980B-F23EC551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Performing facing, plain turning and step turning operations by using a lathe.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BC726-C3A1-4F63-9B45-472D3063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E2A76-DFB0-440A-BA38-519CFC4D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E8E80-0332-4156-8F30-CF84428B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3CB13-EF99-4FFA-8F36-181CD9A6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73181-2254-4252-A0AF-5FD5E89D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CD3E8-5E68-48E2-A2C6-4F4F693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6E2AF-5E68-427D-B5AB-7C079621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ECB09-BA1F-4AED-8E0F-AC4956B1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587AF-1D0B-4FDD-AE2F-E961C04C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FDBD2-9C23-4EF7-9067-19BE1CF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4D37E-801B-417F-AB00-89D4AB38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74813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42CD4-8D31-4B9F-8F5B-1BCC367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0E4C4-0C6F-4B40-88D3-42394AF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3AFF-3B5F-4951-AC2C-A818AF0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E0B71-24F9-47A9-A56B-AACE87A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7A44A-693A-4D72-B2F6-506FD518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Performing facing, plain turning and step turning operations by using a lathe.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D38E4-6CB3-4D7F-85F0-318CA37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68813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BF65A-6AE8-47E2-AFBB-FD3824D8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54295-8940-4115-8EAD-6356DF2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ACAC2-C7AD-4214-AFDE-2912A1F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92604-EF38-4D33-BFCD-57EFFD5A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79407-CBB7-4BC1-878C-205A296C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Performing facing, plain turning and step turning operations by using a lathe..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194C0-ACDB-44DE-ACDB-688CEC1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Performing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3D8E-5989-4B08-AC14-B41414C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86169-5997-4CD7-8491-87F3E9FD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facing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8D997-B796-4DF9-99D5-D45D99C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57F16-D15A-434A-8675-BDB67AAE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86CFF-E3E5-45F4-9B37-4D3B864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0D039-AA6B-470D-9452-E98B4B90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turning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82A81-81D9-4773-8931-D55B222B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39A44-9A96-445A-B3F2-DCEE6507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A0E51-6095-46E4-B770-4FA8AB9D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26294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E8CD8-D604-47C3-A1B2-E8154FDB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180B-14FF-4AC6-8B5C-EBE2ADC5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2D1CD-F1F6-4CF5-B21B-B0C1595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52A98-24E0-4A8D-95AB-5D3BBC28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D119-B110-4D2F-9295-3B3CB05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89F75-AE7C-4547-AEEB-65BAD84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62629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FE0C-8ED2-457A-9D48-95AA834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FDD4F-2179-4152-842A-6BC05FB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5BAF3-9A8C-47B8-8945-87D52623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F2AD8-DEA9-497C-B3C2-22AC225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8FFE-B0DC-4107-AC73-F026F91A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42AC9-7536-4316-9057-87D3E11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54557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7DFBD-B48E-4678-AE82-1FDA87C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2A4D3-B823-467C-9DD4-53E4EBA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0185C-84D0-497F-A26E-5D00745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EF7FF-2198-44A9-83FA-07653FF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06A45-0906-45CB-AB9F-B7A7332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79ADC-C154-4C1E-8882-2FF5BF6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220A7-9FC7-4010-94FE-B79F687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0F946-E77E-4710-BB62-F23B81D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780AE-4A3D-4E27-8107-27B68474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8777E-30BB-49E0-8500-DDCCFFE6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D46A9-342E-4176-A1E6-7740F256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03969-9DF6-479D-A6A8-ECE55B0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2DC2-83E5-40D7-94CC-909C968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EC303-47D0-43EE-9FC2-48ECFA2C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3BCDD-4C7D-4EB9-B40C-E22A4D7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60124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EFD2D-CAA6-4BA2-BFFC-EF93CF3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8278C-512A-40ED-917D-52A6AD8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0FE55-30BF-4C80-8FF6-4D8F383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F915D-6122-495C-9025-49331A6B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F1DA-9BD4-494E-90A5-D3CEDEF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EC26A-145A-4E86-911C-B0CB924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74E0D-064F-4A54-B18D-CAE6F744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3F87F-2054-40DD-A152-0A46E362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7998-5A61-4427-88AC-65901AA3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18B3-E4D4-45F0-91A0-7B4D83D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EC64E-ABED-4FAF-88FB-8C29FE92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FC7E-3BDB-4D44-8B3D-586CCDD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30957-D271-4410-8EC0-201F964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3AB05-2B26-4F72-B93E-5EA45555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3B03E-D0C2-4537-9622-F2D17943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CE450-146F-4844-ADCA-52C2BF0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107CF-1EE6-4186-92AD-8F2498A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7E129-343A-458C-8800-18F2EB4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3B76A-8935-46DD-8F4F-132015AB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B3C0C-DD45-4057-80B1-11A7F625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D5E14-69D6-43D0-99DA-0129975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D3B8C-D516-476D-9E62-D21061EE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E61E5-F040-40F9-B859-17C804E5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90823-E2D4-4135-A285-6F98899A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63DA0-49F3-4FC1-82B2-65329F01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57581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CE97C-5936-483C-B4C6-B41CFC2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AC2EC-F847-4655-AF74-E80E6158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863C5-186C-4BCB-AE29-494F4E0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D8FD3-B9CE-403D-A776-955C076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CD42C-8F66-4D25-BE88-EDF83657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2CCA6-448B-4E98-9514-9E6B40D7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92308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9DA0E-1665-4007-92AE-EE0658A6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358EC-B6C4-400C-8D42-3473A2C3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94A31-169C-48E1-A90F-885CF64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7727F-D9EC-44D0-A20C-9D65FC3E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93B8E-86DB-47E1-9395-5049B8B9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30DC1-2E5B-4FD3-A201-46FC3F4F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35684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68A0E-1E61-4444-89A6-DAE1C59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FE47B-57A5-40B8-A2D2-98E6038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E561-7BF0-44D2-A7FD-1DE37C3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69EC5-C15F-44C0-848D-A5711FAB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797D3-734E-4A39-92B7-4F8F219A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Performing facing, plain turning and step turni...?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CA3EF-51CD-4F01-B57B-7C191DD9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575776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4A480-E7C3-4E35-BBC1-9C49431C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658F2-95E2-480A-9DD0-9F2B88E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B4061-16D0-47E5-9854-6E97633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58BEE-5C9E-43F9-8FD8-71B1F6C8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FEDCA-665A-4105-96AA-C6530459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6D96B-01A3-4855-ABA7-60E4D0ED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89691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9F986D-28E7-422E-BAF2-57A24D9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A31D5-5C51-4BFF-A2BA-02DCACB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E230D-288D-48D2-B68A-F67EF3A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38D56-20C2-4CC0-9497-8E83898C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088EA-62F0-4890-A57F-6B41BC9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B179-0DA8-4493-B0EF-96CDC55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D632D-DBA7-41EA-A266-1FA2A6F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38C92-EE20-4134-A5F0-5DDD2BC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D3BDA-FBD3-48AB-ABD6-97BB0980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E0AB-771A-4782-B46F-FC8BB8F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EF843-7415-4BD4-95E8-73AAC26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2FECA-81B7-4F2D-8DAA-65255C9E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6AED2-20EA-4B94-BA45-0FC1AFF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920FA-42D7-4103-9AAA-91C621F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55E1D-035D-4243-B410-3602D23B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D9C4B-9F58-43BD-90E5-BEA68C17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B2D91-4569-4EAD-9056-309696F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6C387-CC3F-44D2-A29E-976EF93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C9FBA-DF4C-4EC6-8263-091CDA70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68F50-68CC-4C95-8D85-50CC274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84180-35EA-4C74-A53F-6C0256C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EBF36-8740-41EF-8B84-796F105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EE0CF-9C97-4765-AF3A-0829D51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85360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2026-08-24T16:02:43.7740000Z</dcterms:created>
  <dcterms:modified xsi:type="dcterms:W3CDTF">2026-08-24T16:02:43.7740000Z</dcterms:modified>
</coreProperties>
</file>