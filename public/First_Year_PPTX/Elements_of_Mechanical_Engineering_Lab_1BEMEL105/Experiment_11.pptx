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01cfd705de452d" /><Relationship Type="http://schemas.openxmlformats.org/officeDocument/2006/relationships/extended-properties" Target="/docProps/app.xml" Id="R3a7a383c93134e46" /><Relationship Type="http://schemas.openxmlformats.org/officeDocument/2006/relationships/officeDocument" Target="/ppt/presentation.xml" Id="Ree4b7d01782446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b88e9e5f4c4d27"/>
  </p:sldMasterIdLst>
  <p:notesMasterIdLst>
    <p:notesMasterId xmlns:r="http://schemas.openxmlformats.org/officeDocument/2006/relationships" r:id="R32f376704646430e"/>
  </p:notesMasterIdLst>
  <p:sldIdLst>
    <p:sldId xmlns:r="http://schemas.openxmlformats.org/officeDocument/2006/relationships" id="256" r:id="Rc91d3b4f24a94ef3"/>
    <p:sldId xmlns:r="http://schemas.openxmlformats.org/officeDocument/2006/relationships" id="257" r:id="R0c0f155f6447401d"/>
    <p:sldId xmlns:r="http://schemas.openxmlformats.org/officeDocument/2006/relationships" id="258" r:id="R58ff6afb0f0f4179"/>
    <p:sldId xmlns:r="http://schemas.openxmlformats.org/officeDocument/2006/relationships" id="259" r:id="R824aa8ffed2b403d"/>
    <p:sldId xmlns:r="http://schemas.openxmlformats.org/officeDocument/2006/relationships" id="260" r:id="R80025d9018174b9b"/>
    <p:sldId xmlns:r="http://schemas.openxmlformats.org/officeDocument/2006/relationships" id="261" r:id="Rff611c0db23d41da"/>
    <p:sldId xmlns:r="http://schemas.openxmlformats.org/officeDocument/2006/relationships" id="262" r:id="Rb6c884f821574416"/>
    <p:sldId xmlns:r="http://schemas.openxmlformats.org/officeDocument/2006/relationships" id="263" r:id="Rcfafdecf9eeb41a0"/>
    <p:sldId xmlns:r="http://schemas.openxmlformats.org/officeDocument/2006/relationships" id="264" r:id="R6bdc3eced6094473"/>
    <p:sldId xmlns:r="http://schemas.openxmlformats.org/officeDocument/2006/relationships" id="265" r:id="R5d9d07bedda74fda"/>
    <p:sldId xmlns:r="http://schemas.openxmlformats.org/officeDocument/2006/relationships" id="266" r:id="R87a57f2fe17d4071"/>
    <p:sldId xmlns:r="http://schemas.openxmlformats.org/officeDocument/2006/relationships" id="267" r:id="R7bbab71b52bd45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0daa78ee684cd6" /><Relationship Type="http://schemas.openxmlformats.org/officeDocument/2006/relationships/slideMaster" Target="/ppt/slideMasters/slideMaster1.xml" Id="R0ab88e9e5f4c4d27" /><Relationship Type="http://schemas.openxmlformats.org/officeDocument/2006/relationships/notesMaster" Target="/ppt/notesMasters/notesMaster1.xml" Id="R32f376704646430e" /><Relationship Type="http://schemas.openxmlformats.org/officeDocument/2006/relationships/presProps" Target="/ppt/presProps.xml" Id="R48cba7a862d34dcb" /><Relationship Type="http://schemas.openxmlformats.org/officeDocument/2006/relationships/tableStyles" Target="/ppt/tableStyles.xml" Id="R535d428b00fb46e9" /><Relationship Type="http://schemas.openxmlformats.org/officeDocument/2006/relationships/slide" Target="/ppt/slides/slide1.xml" Id="Rc91d3b4f24a94ef3" /><Relationship Type="http://schemas.openxmlformats.org/officeDocument/2006/relationships/slide" Target="/ppt/slides/slide2.xml" Id="R0c0f155f6447401d" /><Relationship Type="http://schemas.openxmlformats.org/officeDocument/2006/relationships/slide" Target="/ppt/slides/slide3.xml" Id="R58ff6afb0f0f4179" /><Relationship Type="http://schemas.openxmlformats.org/officeDocument/2006/relationships/slide" Target="/ppt/slides/slide4.xml" Id="R824aa8ffed2b403d" /><Relationship Type="http://schemas.openxmlformats.org/officeDocument/2006/relationships/slide" Target="/ppt/slides/slide5.xml" Id="R80025d9018174b9b" /><Relationship Type="http://schemas.openxmlformats.org/officeDocument/2006/relationships/slide" Target="/ppt/slides/slide6.xml" Id="Rff611c0db23d41da" /><Relationship Type="http://schemas.openxmlformats.org/officeDocument/2006/relationships/slide" Target="/ppt/slides/slide7.xml" Id="Rb6c884f821574416" /><Relationship Type="http://schemas.openxmlformats.org/officeDocument/2006/relationships/slide" Target="/ppt/slides/slide8.xml" Id="Rcfafdecf9eeb41a0" /><Relationship Type="http://schemas.openxmlformats.org/officeDocument/2006/relationships/slide" Target="/ppt/slides/slide9.xml" Id="R6bdc3eced6094473" /><Relationship Type="http://schemas.openxmlformats.org/officeDocument/2006/relationships/slide" Target="/ppt/slides/slide10.xml" Id="R5d9d07bedda74fda" /><Relationship Type="http://schemas.openxmlformats.org/officeDocument/2006/relationships/slide" Target="/ppt/slides/slide11.xml" Id="R87a57f2fe17d4071" /><Relationship Type="http://schemas.openxmlformats.org/officeDocument/2006/relationships/slide" Target="/ppt/slides/slide12.xml" Id="R7bbab71b52bd45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b7d35a3ab946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26e12507e14ff9" /><Relationship Type="http://schemas.openxmlformats.org/officeDocument/2006/relationships/notesMaster" Target="/ppt/notesMasters/notesMaster1.xml" Id="R9608c19094414e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cd4a6219e34eb3" /><Relationship Type="http://schemas.openxmlformats.org/officeDocument/2006/relationships/notesMaster" Target="/ppt/notesMasters/notesMaster1.xml" Id="R3afcf38a1d7641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382b7bfa62408d" /><Relationship Type="http://schemas.openxmlformats.org/officeDocument/2006/relationships/notesMaster" Target="/ppt/notesMasters/notesMaster1.xml" Id="R8523fee8dd6f4d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df01fb3cd34a67" /><Relationship Type="http://schemas.openxmlformats.org/officeDocument/2006/relationships/notesMaster" Target="/ppt/notesMasters/notesMaster1.xml" Id="R3c6df3ab3d7f46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5b15986ce746e1" /><Relationship Type="http://schemas.openxmlformats.org/officeDocument/2006/relationships/notesMaster" Target="/ppt/notesMasters/notesMaster1.xml" Id="R83d34b00e8454c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d9e753edda4b4a" /><Relationship Type="http://schemas.openxmlformats.org/officeDocument/2006/relationships/notesMaster" Target="/ppt/notesMasters/notesMaster1.xml" Id="Rb67f4eebb0e04e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4fa6eed4ed4447" /><Relationship Type="http://schemas.openxmlformats.org/officeDocument/2006/relationships/notesMaster" Target="/ppt/notesMasters/notesMaster1.xml" Id="R3086a0d4960f47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aa582ba5064cdb" /><Relationship Type="http://schemas.openxmlformats.org/officeDocument/2006/relationships/notesMaster" Target="/ppt/notesMasters/notesMaster1.xml" Id="Rada95892316047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59ebf4d1b94f88" /><Relationship Type="http://schemas.openxmlformats.org/officeDocument/2006/relationships/notesMaster" Target="/ppt/notesMasters/notesMaster1.xml" Id="R83033c09684a4d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6a7159200d4a14" /><Relationship Type="http://schemas.openxmlformats.org/officeDocument/2006/relationships/notesMaster" Target="/ppt/notesMasters/notesMaster1.xml" Id="R9fbdfa78f4734a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da656c51aa4f73" /><Relationship Type="http://schemas.openxmlformats.org/officeDocument/2006/relationships/notesMaster" Target="/ppt/notesMasters/notesMaster1.xml" Id="R08ce65bac19944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5736d9d1e44553" /><Relationship Type="http://schemas.openxmlformats.org/officeDocument/2006/relationships/notesMaster" Target="/ppt/notesMasters/notesMaster1.xml" Id="R067efbb97b5d4d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20a715afc4d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2307022fe64d04" /><Relationship Type="http://schemas.openxmlformats.org/officeDocument/2006/relationships/slideLayout" Target="/ppt/slideLayouts/slideLayout1.xml" Id="R2b7bb0059a1741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7bb0059a1741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95c3af8c14448" /><Relationship Type="http://schemas.openxmlformats.org/officeDocument/2006/relationships/notesSlide" Target="/ppt/notesSlides/notesSlide1.xml" Id="R3d8b589e4e0141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aaad520784979" /><Relationship Type="http://schemas.openxmlformats.org/officeDocument/2006/relationships/notesSlide" Target="/ppt/notesSlides/notesSlide2.xml" Id="Rfe493aecf3c44f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768db119e48e4" /><Relationship Type="http://schemas.openxmlformats.org/officeDocument/2006/relationships/notesSlide" Target="/ppt/notesSlides/notesSlide3.xml" Id="Rb7541744c4b142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2499d909348e8" /><Relationship Type="http://schemas.openxmlformats.org/officeDocument/2006/relationships/notesSlide" Target="/ppt/notesSlides/notesSlide4.xml" Id="R935fdd1bc25048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cc26758ef4906" /><Relationship Type="http://schemas.openxmlformats.org/officeDocument/2006/relationships/notesSlide" Target="/ppt/notesSlides/notesSlide5.xml" Id="Refa546063fb346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49126df8847d9" /><Relationship Type="http://schemas.openxmlformats.org/officeDocument/2006/relationships/notesSlide" Target="/ppt/notesSlides/notesSlide6.xml" Id="R2c25f18e0a374b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38721b37b42fc" /><Relationship Type="http://schemas.openxmlformats.org/officeDocument/2006/relationships/notesSlide" Target="/ppt/notesSlides/notesSlide7.xml" Id="R68cb1776dfe542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2670dd6d642eb" /><Relationship Type="http://schemas.openxmlformats.org/officeDocument/2006/relationships/notesSlide" Target="/ppt/notesSlides/notesSlide8.xml" Id="R7dc80888f45647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7348368f04ea7" /><Relationship Type="http://schemas.openxmlformats.org/officeDocument/2006/relationships/notesSlide" Target="/ppt/notesSlides/notesSlide9.xml" Id="R5e739191c27541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8510a7d04405c" /><Relationship Type="http://schemas.openxmlformats.org/officeDocument/2006/relationships/notesSlide" Target="/ppt/notesSlides/notesSlide10.xml" Id="R66dcf9f9269c41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d36f6cfcc426e" /><Relationship Type="http://schemas.openxmlformats.org/officeDocument/2006/relationships/notesSlide" Target="/ppt/notesSlides/notesSlide11.xml" Id="R7009f22bab3e4f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980df2f9d41c7" /><Relationship Type="http://schemas.openxmlformats.org/officeDocument/2006/relationships/notesSlide" Target="/ppt/notesSlides/notesSlide12.xml" Id="R1353021aac074f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936B1-7BA6-4142-B7F2-1166B83A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884B2-3DF6-40A6-941A-54426F48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Selection and justification of appropriate joining techniques for given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20872-E7B3-45E1-A74D-6242BF11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2E89D-AADB-4E2E-B834-F91CD160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0FE45-1471-4F19-98AF-D56DA525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9E9E7-E3BD-4177-8DD2-01D65400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F5FA0-A81D-4F65-AAD2-73807601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F6C9E-67B7-4692-8618-5CAB6E1C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4FD8D-FD67-4CB6-9562-E0F085A9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C8FC9-5248-4705-9D51-F286AFDF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A3155-0190-48DD-820F-82BBAC6E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A427C-7B8F-4794-99AF-B9AC0815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01E09-6725-4605-9D9E-7267B087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95748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080A0-6ACD-41BF-8440-85C9130D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91E78-5A58-462A-ACEB-22C0F5E5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28A5C-FE1B-484E-8DE8-4858E7C1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2E341-BBE2-44E5-B192-828A690E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2C415-1952-470D-A61D-60D41EE1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Selection and justification of appropriate joining techniques for given applications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50787-BE8D-4EA2-9391-2CC5AEAE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9837248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0511A-348D-462C-9F18-48DF0BCC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A1527-0042-41E3-8597-4AB6B31B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BFD37-9DF7-4AA6-B3BC-DF06CB36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1DC75-E2CA-4FE1-98FC-C9FC74C7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69DF5-0C05-40A7-9DBD-8E3255AF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Selection and justification of appropriate joining techniques for given applica....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9F2CA-802F-491D-8C02-4128CBB0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D84A3-BBAB-4E22-85A8-9DFA65FF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6BA3F-8E62-4D7C-8BA4-7BA9DD11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justification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F32D9-1685-477C-8658-4F92A405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B6E59-6404-44BA-8FD7-32734A4D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appropriate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69231-AE5D-493D-B1F5-C3468306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F46CC-AA3F-40CF-9123-709167BD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joining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CBB76-D586-48AE-B568-B163379F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C6352-3E24-4683-A742-424B8703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techniques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AAFFFA-04CD-4545-B416-F548360A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996590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7400E-4946-483C-B589-82D3E1EF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C92BA-3FBB-4434-AF41-F753814B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91B43-C2C7-4C9C-8813-6BDC2122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F02E3-FA63-404E-849E-6942F8DA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06FED-8CBE-4C14-8A5E-6E25B8E5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B570D-1BCB-43D3-9DAD-7CE52C66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10866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8837D-84CF-4611-BA34-D9323F33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67166-8021-4599-BE3C-DE800625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76C57-803D-474F-BE0E-2D412487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287A3-835C-49D0-8472-45EBEFA7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62B13-33EC-478D-8676-8D3E0235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60162-0AE3-4FA3-9DDD-2CF90D14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648487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98474-E854-45D9-A3AC-7C3195E9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4BBF4-39C4-4D74-8678-7898AF00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FF73E-231E-4048-B959-033FA226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020D8-94D0-441F-985F-2D2E8DC6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AC8DE-DF94-402A-86ED-8B95686A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82CFD-4778-48CF-9613-87E975BC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F0054-E5E2-444D-AE47-4DDA2E34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4BAB4-3F1D-40F5-A82A-BDE343A7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86FB9-259C-48DC-973B-0EB7D94B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80DF7-EA6C-4DDA-A2DA-9A86E819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2D8DD-C33D-42FF-ADA3-AE8F335E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65A49-78AC-47E3-9DB3-174FD6AD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4B56A-16AB-45E4-84E2-C8F2B2D3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5F42D-6439-4561-AE9E-1FD43E9F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5837F8-0747-4758-BA26-F50663DD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671891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29CEE7-9F41-401F-B821-09A541C6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5164E-C552-40E8-8A87-F6B97ABE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D96ED-0217-4FD2-AAC8-C78693DC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0D32D-A3B4-4C44-B855-65406271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A9995-3BD2-4504-BDE0-26091879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F2934-DCB8-46D3-9F81-B4AA1535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A5324-16EE-4810-8052-C5D4648D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EBFB2-7C21-4B10-A2A7-609826BB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D1575-4AE4-4B24-8B03-48A80242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50AF0-B248-4121-B76B-2F72E250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D7D60-CE79-478A-ADDE-8C54001C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12745-8BC9-49B2-BDBD-F8353573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A15CC-3B6C-49A4-9136-2E0B609D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8D292-87F5-4A50-AF50-50E56432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3EDD0-2AC0-4653-B76E-D15E1DE3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E601C9-FD78-4DFC-BC0B-E229CFE6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2E19E2-7CB8-47DE-8F56-C9F9434B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136F56-6BBB-4DAF-AE96-5941F5B0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C8560-FA94-48F5-A71E-73BE4EE7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BA23C-0FD1-444E-B433-FE65E8DC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24B202-8540-4BED-93F8-8AFF2287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6C1D14-3762-4CAF-BDA6-01E3C7D4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BBA568-73E9-483A-BB86-1C366902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47EF4C-4AB9-473C-9238-B1085781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327C0F-9B7F-44A8-9555-9D5FA594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325651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86C24-921D-442A-A3F4-37CC7371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3E62C-F37A-4D48-87AB-3ECDBC7B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017B8-E2EF-497A-93B4-A43CB3DB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6A446-C1DA-4CEC-B094-5178CFDE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B50A3-8D8E-491D-A896-C0FE407D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4A243-47A1-4D23-AC7A-49B27716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4425957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65322-CA75-40E6-8BCF-DD1D2329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D1C8C-4455-4664-BCF6-23A8FC56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C40AA-15AE-452F-8AEA-AA0A0CF7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6DB1C-38DB-4D65-BB72-AA333B2B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140F1-D145-4B12-9AF5-13E67709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704F3-A6CD-4701-8FFC-9D456CE9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0312172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CA52B-FE80-4F78-8774-C04D380D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23B5E-DF27-4BBB-B500-C4AA79C7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DDDB4-F0C0-498B-BA70-309CD683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12B5D-02FE-46BC-AAC4-3A5F9DBC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70CAE-0E43-4A64-BFDB-45814E52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Selection and justification of appropriate join...?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0E115-9CA1-4EFC-931A-0F6818CB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7432263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EEABD-15BD-4099-B37C-1864D078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44125-2DEA-4ED7-9784-8FB71239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9A18A-2C7F-43C9-908F-FC491848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5B99A-985C-433B-9271-10E36860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15456-B393-4703-ABDF-F65519E8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40ED7-DDEA-4C52-9E6C-C8748883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1559612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CB2F8B-0119-4269-9179-212A4D26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C5D8B-C86C-4E31-A84B-E7FAC55F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6BD08-730C-4AC7-BEC0-FF4CF113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B23AD-EFBA-4FDB-9895-71BF3BDB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5C32F-824E-4F03-B4B4-C63056D6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2FFB6-3923-41C3-A29B-97EC4D1B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478C0-5A96-4F37-9610-FA3D4B60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1D9E6-0641-4418-A3A4-5EE41D6E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6D683-B9B6-444E-A9A2-E83DEFA9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86A47-EAA1-4AA2-9796-BF029193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BA119-17C0-4C7D-9F33-49A3B3D8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B365D-6E26-4E95-AEC7-5CBBBF92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70BAE-77C3-4F8A-8862-D7005FB6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9764B-09E1-42EF-8563-5FA1ADB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4FF2F5-75D8-4D87-8032-8828D36E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D5C79-D970-4954-8D33-CF65CB2C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C309C-3C79-4161-BBD5-C81D4BC2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EA134-F18A-4038-ADC2-C278FA64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FD75E-AFC1-4FC8-A00A-B215F5B6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F4A69-C205-4B78-8C09-79BF4618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F3DC0-5FC3-4BE9-BC4C-72720DAF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819EE5-93DC-444D-836D-78861C27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D1F076-CFDE-4747-BAF4-783B87BD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16662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2026-08-24T16:02:44.3500000Z</dcterms:created>
  <dcterms:modified xsi:type="dcterms:W3CDTF">2026-08-24T16:02:44.3500000Z</dcterms:modified>
</coreProperties>
</file>