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d6a13aa65a444e" /><Relationship Type="http://schemas.openxmlformats.org/officeDocument/2006/relationships/extended-properties" Target="/docProps/app.xml" Id="R52d74ffb6dca4990" /><Relationship Type="http://schemas.openxmlformats.org/officeDocument/2006/relationships/officeDocument" Target="/ppt/presentation.xml" Id="Ra3852de0758342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9b5d20a5f54378"/>
  </p:sldMasterIdLst>
  <p:notesMasterIdLst>
    <p:notesMasterId xmlns:r="http://schemas.openxmlformats.org/officeDocument/2006/relationships" r:id="R5403d19c55df4760"/>
  </p:notesMasterIdLst>
  <p:sldIdLst>
    <p:sldId xmlns:r="http://schemas.openxmlformats.org/officeDocument/2006/relationships" id="256" r:id="Ref7d61e49c594bef"/>
    <p:sldId xmlns:r="http://schemas.openxmlformats.org/officeDocument/2006/relationships" id="257" r:id="Rae399f5970764cac"/>
    <p:sldId xmlns:r="http://schemas.openxmlformats.org/officeDocument/2006/relationships" id="258" r:id="R3cd64ec9d653467e"/>
    <p:sldId xmlns:r="http://schemas.openxmlformats.org/officeDocument/2006/relationships" id="259" r:id="R0a7ed1c717f44e88"/>
    <p:sldId xmlns:r="http://schemas.openxmlformats.org/officeDocument/2006/relationships" id="260" r:id="Rca0d8a5ce1964ac2"/>
    <p:sldId xmlns:r="http://schemas.openxmlformats.org/officeDocument/2006/relationships" id="261" r:id="Rc954c022485346f1"/>
    <p:sldId xmlns:r="http://schemas.openxmlformats.org/officeDocument/2006/relationships" id="262" r:id="R9bdf824561954370"/>
    <p:sldId xmlns:r="http://schemas.openxmlformats.org/officeDocument/2006/relationships" id="263" r:id="Rdddb06208dda48db"/>
    <p:sldId xmlns:r="http://schemas.openxmlformats.org/officeDocument/2006/relationships" id="264" r:id="R0d7caac271004e9c"/>
    <p:sldId xmlns:r="http://schemas.openxmlformats.org/officeDocument/2006/relationships" id="265" r:id="Rb7806483bdae4419"/>
    <p:sldId xmlns:r="http://schemas.openxmlformats.org/officeDocument/2006/relationships" id="266" r:id="R828440e03b45460c"/>
    <p:sldId xmlns:r="http://schemas.openxmlformats.org/officeDocument/2006/relationships" id="267" r:id="Rd6af3f5f5e6143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94026e508043f0" /><Relationship Type="http://schemas.openxmlformats.org/officeDocument/2006/relationships/slideMaster" Target="/ppt/slideMasters/slideMaster1.xml" Id="Rfc9b5d20a5f54378" /><Relationship Type="http://schemas.openxmlformats.org/officeDocument/2006/relationships/notesMaster" Target="/ppt/notesMasters/notesMaster1.xml" Id="R5403d19c55df4760" /><Relationship Type="http://schemas.openxmlformats.org/officeDocument/2006/relationships/presProps" Target="/ppt/presProps.xml" Id="Rde35f6f98833456c" /><Relationship Type="http://schemas.openxmlformats.org/officeDocument/2006/relationships/tableStyles" Target="/ppt/tableStyles.xml" Id="R92e0dd311e864352" /><Relationship Type="http://schemas.openxmlformats.org/officeDocument/2006/relationships/slide" Target="/ppt/slides/slide1.xml" Id="Ref7d61e49c594bef" /><Relationship Type="http://schemas.openxmlformats.org/officeDocument/2006/relationships/slide" Target="/ppt/slides/slide2.xml" Id="Rae399f5970764cac" /><Relationship Type="http://schemas.openxmlformats.org/officeDocument/2006/relationships/slide" Target="/ppt/slides/slide3.xml" Id="R3cd64ec9d653467e" /><Relationship Type="http://schemas.openxmlformats.org/officeDocument/2006/relationships/slide" Target="/ppt/slides/slide4.xml" Id="R0a7ed1c717f44e88" /><Relationship Type="http://schemas.openxmlformats.org/officeDocument/2006/relationships/slide" Target="/ppt/slides/slide5.xml" Id="Rca0d8a5ce1964ac2" /><Relationship Type="http://schemas.openxmlformats.org/officeDocument/2006/relationships/slide" Target="/ppt/slides/slide6.xml" Id="Rc954c022485346f1" /><Relationship Type="http://schemas.openxmlformats.org/officeDocument/2006/relationships/slide" Target="/ppt/slides/slide7.xml" Id="R9bdf824561954370" /><Relationship Type="http://schemas.openxmlformats.org/officeDocument/2006/relationships/slide" Target="/ppt/slides/slide8.xml" Id="Rdddb06208dda48db" /><Relationship Type="http://schemas.openxmlformats.org/officeDocument/2006/relationships/slide" Target="/ppt/slides/slide9.xml" Id="R0d7caac271004e9c" /><Relationship Type="http://schemas.openxmlformats.org/officeDocument/2006/relationships/slide" Target="/ppt/slides/slide10.xml" Id="Rb7806483bdae4419" /><Relationship Type="http://schemas.openxmlformats.org/officeDocument/2006/relationships/slide" Target="/ppt/slides/slide11.xml" Id="R828440e03b45460c" /><Relationship Type="http://schemas.openxmlformats.org/officeDocument/2006/relationships/slide" Target="/ppt/slides/slide12.xml" Id="Rd6af3f5f5e6143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fdf15296a84c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bca7a0476b457f" /><Relationship Type="http://schemas.openxmlformats.org/officeDocument/2006/relationships/notesMaster" Target="/ppt/notesMasters/notesMaster1.xml" Id="R04daa59c9c8c4d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d2641c6d3341d5" /><Relationship Type="http://schemas.openxmlformats.org/officeDocument/2006/relationships/notesMaster" Target="/ppt/notesMasters/notesMaster1.xml" Id="R2ca06081a1034d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71718d890b43ce" /><Relationship Type="http://schemas.openxmlformats.org/officeDocument/2006/relationships/notesMaster" Target="/ppt/notesMasters/notesMaster1.xml" Id="R74b7f17842ff41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1ee9ea9a374799" /><Relationship Type="http://schemas.openxmlformats.org/officeDocument/2006/relationships/notesMaster" Target="/ppt/notesMasters/notesMaster1.xml" Id="R2feec01d266745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3311fdb6be41b4" /><Relationship Type="http://schemas.openxmlformats.org/officeDocument/2006/relationships/notesMaster" Target="/ppt/notesMasters/notesMaster1.xml" Id="Ra9dd88a8a99449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0bb928a59f4442" /><Relationship Type="http://schemas.openxmlformats.org/officeDocument/2006/relationships/notesMaster" Target="/ppt/notesMasters/notesMaster1.xml" Id="R26b01faead224b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1a0ea619b740f1" /><Relationship Type="http://schemas.openxmlformats.org/officeDocument/2006/relationships/notesMaster" Target="/ppt/notesMasters/notesMaster1.xml" Id="Rb68c77cdb4f54b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6dd26fbda541b5" /><Relationship Type="http://schemas.openxmlformats.org/officeDocument/2006/relationships/notesMaster" Target="/ppt/notesMasters/notesMaster1.xml" Id="R75ecd249240b4d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b6468dbf364144" /><Relationship Type="http://schemas.openxmlformats.org/officeDocument/2006/relationships/notesMaster" Target="/ppt/notesMasters/notesMaster1.xml" Id="R9add10e7589f4e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d9b9455abd4bc7" /><Relationship Type="http://schemas.openxmlformats.org/officeDocument/2006/relationships/notesMaster" Target="/ppt/notesMasters/notesMaster1.xml" Id="R599567da8b0344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4d41adaeb34937" /><Relationship Type="http://schemas.openxmlformats.org/officeDocument/2006/relationships/notesMaster" Target="/ppt/notesMasters/notesMaster1.xml" Id="Rb21c088e9c314e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68dd836e2c4d2c" /><Relationship Type="http://schemas.openxmlformats.org/officeDocument/2006/relationships/notesMaster" Target="/ppt/notesMasters/notesMaster1.xml" Id="R9df86d157ca146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281a3aa594b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0e9b3b92e84b3c" /><Relationship Type="http://schemas.openxmlformats.org/officeDocument/2006/relationships/slideLayout" Target="/ppt/slideLayouts/slideLayout1.xml" Id="R310121c311464b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0121c311464b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446becbf84ea1" /><Relationship Type="http://schemas.openxmlformats.org/officeDocument/2006/relationships/notesSlide" Target="/ppt/notesSlides/notesSlide1.xml" Id="Rb45196822c3f47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8cb20852e4a37" /><Relationship Type="http://schemas.openxmlformats.org/officeDocument/2006/relationships/notesSlide" Target="/ppt/notesSlides/notesSlide2.xml" Id="Rafbc9a67fab349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f34c4ccc84b63" /><Relationship Type="http://schemas.openxmlformats.org/officeDocument/2006/relationships/notesSlide" Target="/ppt/notesSlides/notesSlide3.xml" Id="Rb7c745eb08004c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c4cc320f34518" /><Relationship Type="http://schemas.openxmlformats.org/officeDocument/2006/relationships/notesSlide" Target="/ppt/notesSlides/notesSlide4.xml" Id="R9b3bdd7ab5984f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fda2c802140d9" /><Relationship Type="http://schemas.openxmlformats.org/officeDocument/2006/relationships/notesSlide" Target="/ppt/notesSlides/notesSlide5.xml" Id="Ra01082e0d49140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b3b1dbc4242af" /><Relationship Type="http://schemas.openxmlformats.org/officeDocument/2006/relationships/notesSlide" Target="/ppt/notesSlides/notesSlide6.xml" Id="Rad26fd3569e149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85ba5f26449b4" /><Relationship Type="http://schemas.openxmlformats.org/officeDocument/2006/relationships/notesSlide" Target="/ppt/notesSlides/notesSlide7.xml" Id="Ra2f34170310a4d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e3aa469094177" /><Relationship Type="http://schemas.openxmlformats.org/officeDocument/2006/relationships/notesSlide" Target="/ppt/notesSlides/notesSlide8.xml" Id="R3bf344e062764c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2ff9dc89c43a3" /><Relationship Type="http://schemas.openxmlformats.org/officeDocument/2006/relationships/notesSlide" Target="/ppt/notesSlides/notesSlide9.xml" Id="Rc4b73eec8a8f4b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7c182fcc449d2" /><Relationship Type="http://schemas.openxmlformats.org/officeDocument/2006/relationships/notesSlide" Target="/ppt/notesSlides/notesSlide10.xml" Id="R772b32489e5a4a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364c82cb3489f" /><Relationship Type="http://schemas.openxmlformats.org/officeDocument/2006/relationships/notesSlide" Target="/ppt/notesSlides/notesSlide11.xml" Id="Rfa2ebfba41ee4b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a2f0e5d9945ed" /><Relationship Type="http://schemas.openxmlformats.org/officeDocument/2006/relationships/notesSlide" Target="/ppt/notesSlides/notesSlide12.xml" Id="R9e4ad5ac4c2f41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28725-E652-4311-848D-C7FCEFA2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F3222-DF41-492B-8CEA-3EE6241B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Preparation of welded joints using the arc welding process.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FF5EC-E89F-4908-8EDC-EBBFC8DE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A7F2B-BF2C-4948-B62D-B74EF790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647C1-96CB-4A82-A31D-4050DB9E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4AE2F-0E26-458F-A480-E7F0FE50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A01AF-AFB7-4974-B849-DB3F3C94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64E5E-7B96-4C7A-99B3-18E688CB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726F9-740B-46DA-8C93-9AA4E84A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ABDF4-EF00-45F5-A294-8945E33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A3035-F3A8-4BE4-97EE-7B424664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1F11F-357E-455E-8C09-AF0D84B2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16C16-3DA6-46AE-A357-CD73FE5B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59777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A447D-DD80-4CCB-9DC2-0A7449A4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8B8DD-89F3-4C08-B1BD-95430B2C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3FAF2-E556-4DEC-9F0C-CA719921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38C79-0FB4-466A-BBF3-F76C9757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4735D-85CD-4A78-AF6D-CC676E81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Preparation of welded joints using the arc welding process.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0323E-B842-4193-AC38-F7C320A7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2281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749C6-A697-47A8-9B47-47E86CB8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EBC9C-6720-4DBF-A553-1017E98C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48328-EB14-4250-9596-E24CF594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27EF3-A2B9-4D54-A874-5224E2EB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3CE5B-F59A-461C-8F03-8AEDF33A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Preparation of welded joints using the arc welding process..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CB0C2-BA57-4088-A0BC-49AA0A9B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Preparation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A9426-5089-40B5-AC4D-3DCD2A2B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A9012-56AA-4A2B-9120-E95FC3DA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welded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94364-DD83-47D3-AA87-45236B2D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787C8-7541-4655-B279-AC04A866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joints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E7863-D018-458B-BF54-0AD69F88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5ECBB-4509-4329-8BD6-5D376BBD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welding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C35C5-64F3-4EB9-BDEA-7E1F74E4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515213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0F271-6C5A-4533-A42C-B7CCA9BF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276B5-1F7C-4536-9290-08D5D73B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2BE04-609F-4B45-9369-7C8CD5BB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68DB8-EF85-44E7-A4F6-4C047651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70CAB-5F46-4A8B-BF6F-8D9DF068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D0C74-80F0-49F7-A68E-7E2DE0FE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4224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1EDE3-BA9A-40C2-8091-B7591DDA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9F5C2-E03A-4120-86CC-8CE2CDB5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E7187-7C99-44BB-AA4B-BF47FC32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42239-3DCF-4693-AB88-923407D1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A486D-925E-4087-A563-AEFBDFAD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423BD-3679-4813-9EDF-1D6E5A43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70420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4A90F-ED3C-4690-8058-B638C46E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2E350-1F61-4534-892D-89F3CC2E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368C5-3A80-4B67-BF29-62CF610F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CDF7D-D823-4BD7-A2FD-E43E1E5B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09C0C-E82C-4ACF-87F9-1B3E0990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811A2-A3AF-48F4-913D-681DBB81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9BA2C-3565-4E27-92D3-50ED6131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D1767-709F-4903-A88D-E8D45568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209A0-482A-474F-BC1E-0812A21E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687A7-4D4C-4E87-A392-3B092EC8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C6F56-D518-4534-9E09-5487C26A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102CF-8FD4-4794-9E3C-CF00713E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D0379-93CC-47BC-94BC-0C303E0E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C87EA-5ABE-48D2-9596-BF821109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7FE64-943C-4FFB-9E48-2DD05525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17699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BD2C62-DFBD-4E5C-870F-1DAE821C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5138B-EBDF-4614-B708-B20C37A7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5BE39-5218-499F-A6D9-730E427F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CB37A-E54E-4D8C-8EFA-1EF28FDD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C05C1-2B33-41C8-AA0C-78BF7A9D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53014-D173-4179-9118-7BA91F19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C7177-105E-4312-94B4-119DC49C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2DF1A-88CE-4F31-A7D5-BB2F7A27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4286A-BCF7-4DD6-8C6D-72E64E44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019A7-74A4-44F8-98B1-7C95FD53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3CDD1-8ACF-4EBC-9E96-61C123CC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60BD1-3A5E-48D8-9600-B173D879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10CBE-7B94-4095-A3C8-1C264C26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16538-F14E-4B57-A978-5B1408D1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A32D6-707C-48E3-9900-62D20916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1568E-ED41-48F4-8CA0-8F367423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4AD14-AA03-42E8-A832-A5BA6CCF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C79AA-52BF-4E19-B331-590B7E4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3927B-EC90-4981-9AE7-AAF702EB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81E26-EC4E-49A0-8940-21C6C77E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608FB-E128-4299-9085-75D9D8C1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54D9C-7DB8-4B1F-80B8-EEBE6391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05377-5FDE-4BB0-AF5F-09B4CF6F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1DB77-52E2-4298-8C8A-8B0D1281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AE5C1A-AB62-4598-9D3C-3F5A034F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12087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BA13C-0893-4AE0-AA52-A3DD4039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08D98-55EA-4536-B319-0AF12381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ACA7F-C938-4B28-9576-859761FB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457F2-DD17-4F39-9FE4-B098C274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8D40F-1918-4B5C-AF77-B8EEDAC3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06AD8-F083-4C9B-8C00-A74C675C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141959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7B3FF-FA90-4AAD-A670-71CAB8C1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36296-440F-437D-A9AA-71D6B5C7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957B9-8F10-4FBF-A60C-74C97C73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48C1A-8984-4FC8-A930-5C1533BB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81699-B5E8-4672-8AF8-82533757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FB54C-07C9-4550-902F-552AB618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6709996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A862B-CBAE-483F-9898-4F5315A9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0FDEA-A096-404E-AA87-D94CEAFA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7A49D-0952-4CFB-9583-FA9CDE0A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B8A76-5D74-43C0-A5EB-744ECBC5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EEB50-280B-4E92-89F4-472AA4E1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Preparation of welded joints using the arc weld...?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FAC9E-A0F8-40AF-8F14-E9C62020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78134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E9AFF-A6B5-4586-8AA5-494068BA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9994E-CD62-4909-AEEE-2116E209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2B686-4B3C-4A95-86EF-E43088E0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CE7BE-2E77-4AE1-9158-5BC9A1A3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3F03D-D547-4C2A-9B65-5D5E3B61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02B8C-34A7-4406-AE18-7C4454DD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1334835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F7108-E8A6-4DAC-994E-2B2B51F5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F3021-2F8F-421E-AF26-3D630135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71AE0-A4C6-4251-AA74-027210C3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4BD86-BFFF-494A-A803-0DB77E4E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E604F-DC44-4EE1-8FA2-9824CCEB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62CEA-AC77-47E9-8182-B5027FD6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BCFF4-F239-4D0A-9BA1-165AA79F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EBE30-623E-4E0A-BEFF-30A9C60A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AE3B8-225A-41F1-B450-D85B2F2E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05DD6-5B3A-4180-ACA2-ECE2E67A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AE762-B526-414D-B4A8-90BC38DE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14AD9-A4CB-40A9-9CBE-1BA67330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46896-3EB5-4860-86A6-82FB547B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5EF74-CFC4-4DF0-977D-01F8B39E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E097C-D482-49F5-B237-2D597E50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F37FE-B4B8-4AC2-A188-3BA08949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23A9A-FBCE-4889-8663-1FC6F592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CA074-288D-44A4-AF79-1FC3BCC0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9B618-B433-4A6A-8268-14010C8A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EDEEC-3D5C-4EB6-A239-E6D1C32C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EA7276-7E94-4ED6-8FFC-D5562893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39855-577C-4D6B-898F-11FB934B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13BF7-8BF2-4FB5-8AE4-8D980B7A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00418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2026-08-24T16:02:43.8930000Z</dcterms:created>
  <dcterms:modified xsi:type="dcterms:W3CDTF">2026-08-24T16:02:43.8930000Z</dcterms:modified>
</coreProperties>
</file>