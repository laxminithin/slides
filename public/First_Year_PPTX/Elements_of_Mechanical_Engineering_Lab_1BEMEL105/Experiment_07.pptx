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a5ca2e14041dc" /><Relationship Type="http://schemas.openxmlformats.org/officeDocument/2006/relationships/extended-properties" Target="/docProps/app.xml" Id="Rd10b566bba0142d1" /><Relationship Type="http://schemas.openxmlformats.org/officeDocument/2006/relationships/officeDocument" Target="/ppt/presentation.xml" Id="Rf51a5b974cd24a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2b0f97cdbe40f5"/>
  </p:sldMasterIdLst>
  <p:notesMasterIdLst>
    <p:notesMasterId xmlns:r="http://schemas.openxmlformats.org/officeDocument/2006/relationships" r:id="Ra5d5bac37eb3415e"/>
  </p:notesMasterIdLst>
  <p:sldIdLst>
    <p:sldId xmlns:r="http://schemas.openxmlformats.org/officeDocument/2006/relationships" id="256" r:id="R01dc6a295ea4422e"/>
    <p:sldId xmlns:r="http://schemas.openxmlformats.org/officeDocument/2006/relationships" id="257" r:id="R6362c2cb1c20420b"/>
    <p:sldId xmlns:r="http://schemas.openxmlformats.org/officeDocument/2006/relationships" id="258" r:id="R35d6d4b57d464b44"/>
    <p:sldId xmlns:r="http://schemas.openxmlformats.org/officeDocument/2006/relationships" id="259" r:id="R38373c142d26425f"/>
    <p:sldId xmlns:r="http://schemas.openxmlformats.org/officeDocument/2006/relationships" id="260" r:id="Rb04daf44704448f7"/>
    <p:sldId xmlns:r="http://schemas.openxmlformats.org/officeDocument/2006/relationships" id="261" r:id="R2ab5c476ec9c4d25"/>
    <p:sldId xmlns:r="http://schemas.openxmlformats.org/officeDocument/2006/relationships" id="262" r:id="R0005d6b6e137406f"/>
    <p:sldId xmlns:r="http://schemas.openxmlformats.org/officeDocument/2006/relationships" id="263" r:id="R5526fa3b7454415c"/>
    <p:sldId xmlns:r="http://schemas.openxmlformats.org/officeDocument/2006/relationships" id="264" r:id="Rac54d21f2ca64861"/>
    <p:sldId xmlns:r="http://schemas.openxmlformats.org/officeDocument/2006/relationships" id="265" r:id="R9a46d105ff0e4d51"/>
    <p:sldId xmlns:r="http://schemas.openxmlformats.org/officeDocument/2006/relationships" id="266" r:id="R0a0db995b5c448b8"/>
    <p:sldId xmlns:r="http://schemas.openxmlformats.org/officeDocument/2006/relationships" id="267" r:id="Rc6e9f1d278aa41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60d6c5cae547bc" /><Relationship Type="http://schemas.openxmlformats.org/officeDocument/2006/relationships/slideMaster" Target="/ppt/slideMasters/slideMaster1.xml" Id="R7c2b0f97cdbe40f5" /><Relationship Type="http://schemas.openxmlformats.org/officeDocument/2006/relationships/notesMaster" Target="/ppt/notesMasters/notesMaster1.xml" Id="Ra5d5bac37eb3415e" /><Relationship Type="http://schemas.openxmlformats.org/officeDocument/2006/relationships/presProps" Target="/ppt/presProps.xml" Id="R8f04f101f5a743b0" /><Relationship Type="http://schemas.openxmlformats.org/officeDocument/2006/relationships/tableStyles" Target="/ppt/tableStyles.xml" Id="Re13202da0a884a2a" /><Relationship Type="http://schemas.openxmlformats.org/officeDocument/2006/relationships/slide" Target="/ppt/slides/slide1.xml" Id="R01dc6a295ea4422e" /><Relationship Type="http://schemas.openxmlformats.org/officeDocument/2006/relationships/slide" Target="/ppt/slides/slide2.xml" Id="R6362c2cb1c20420b" /><Relationship Type="http://schemas.openxmlformats.org/officeDocument/2006/relationships/slide" Target="/ppt/slides/slide3.xml" Id="R35d6d4b57d464b44" /><Relationship Type="http://schemas.openxmlformats.org/officeDocument/2006/relationships/slide" Target="/ppt/slides/slide4.xml" Id="R38373c142d26425f" /><Relationship Type="http://schemas.openxmlformats.org/officeDocument/2006/relationships/slide" Target="/ppt/slides/slide5.xml" Id="Rb04daf44704448f7" /><Relationship Type="http://schemas.openxmlformats.org/officeDocument/2006/relationships/slide" Target="/ppt/slides/slide6.xml" Id="R2ab5c476ec9c4d25" /><Relationship Type="http://schemas.openxmlformats.org/officeDocument/2006/relationships/slide" Target="/ppt/slides/slide7.xml" Id="R0005d6b6e137406f" /><Relationship Type="http://schemas.openxmlformats.org/officeDocument/2006/relationships/slide" Target="/ppt/slides/slide8.xml" Id="R5526fa3b7454415c" /><Relationship Type="http://schemas.openxmlformats.org/officeDocument/2006/relationships/slide" Target="/ppt/slides/slide9.xml" Id="Rac54d21f2ca64861" /><Relationship Type="http://schemas.openxmlformats.org/officeDocument/2006/relationships/slide" Target="/ppt/slides/slide10.xml" Id="R9a46d105ff0e4d51" /><Relationship Type="http://schemas.openxmlformats.org/officeDocument/2006/relationships/slide" Target="/ppt/slides/slide11.xml" Id="R0a0db995b5c448b8" /><Relationship Type="http://schemas.openxmlformats.org/officeDocument/2006/relationships/slide" Target="/ppt/slides/slide12.xml" Id="Rc6e9f1d278aa41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c155de275c45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140231ec4a4cee" /><Relationship Type="http://schemas.openxmlformats.org/officeDocument/2006/relationships/notesMaster" Target="/ppt/notesMasters/notesMaster1.xml" Id="Ra07e2d85efc443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1ebf275f744c60" /><Relationship Type="http://schemas.openxmlformats.org/officeDocument/2006/relationships/notesMaster" Target="/ppt/notesMasters/notesMaster1.xml" Id="Ra53b7d51548242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d7d53e4dd43e6" /><Relationship Type="http://schemas.openxmlformats.org/officeDocument/2006/relationships/notesMaster" Target="/ppt/notesMasters/notesMaster1.xml" Id="Rb62442f9d20641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f5fb5e38cc4121" /><Relationship Type="http://schemas.openxmlformats.org/officeDocument/2006/relationships/notesMaster" Target="/ppt/notesMasters/notesMaster1.xml" Id="R5b0109655e5743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b47d13867c455a" /><Relationship Type="http://schemas.openxmlformats.org/officeDocument/2006/relationships/notesMaster" Target="/ppt/notesMasters/notesMaster1.xml" Id="Ra74af9b56b2947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35f5703056405f" /><Relationship Type="http://schemas.openxmlformats.org/officeDocument/2006/relationships/notesMaster" Target="/ppt/notesMasters/notesMaster1.xml" Id="Rc44cc4e4f7cc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36d13dd2ce4dfb" /><Relationship Type="http://schemas.openxmlformats.org/officeDocument/2006/relationships/notesMaster" Target="/ppt/notesMasters/notesMaster1.xml" Id="R46c32bbb1d874c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b07ca0b0de4da0" /><Relationship Type="http://schemas.openxmlformats.org/officeDocument/2006/relationships/notesMaster" Target="/ppt/notesMasters/notesMaster1.xml" Id="Rbfdfbb09721e49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4805128b11402f" /><Relationship Type="http://schemas.openxmlformats.org/officeDocument/2006/relationships/notesMaster" Target="/ppt/notesMasters/notesMaster1.xml" Id="Rc7bf586fe6fb41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e3129b0edb4511" /><Relationship Type="http://schemas.openxmlformats.org/officeDocument/2006/relationships/notesMaster" Target="/ppt/notesMasters/notesMaster1.xml" Id="Re3ac89648ed147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c56ec389b94ef6" /><Relationship Type="http://schemas.openxmlformats.org/officeDocument/2006/relationships/notesMaster" Target="/ppt/notesMasters/notesMaster1.xml" Id="R741140240b5a4f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aca49400634fd7" /><Relationship Type="http://schemas.openxmlformats.org/officeDocument/2006/relationships/notesMaster" Target="/ppt/notesMasters/notesMaster1.xml" Id="R4d7710e422c2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3b299f1fd43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554709e4ac4f2d" /><Relationship Type="http://schemas.openxmlformats.org/officeDocument/2006/relationships/slideLayout" Target="/ppt/slideLayouts/slideLayout1.xml" Id="R74093234f90c46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093234f90c46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94c221b0f45ba" /><Relationship Type="http://schemas.openxmlformats.org/officeDocument/2006/relationships/notesSlide" Target="/ppt/notesSlides/notesSlide1.xml" Id="Rbd621f8da7544a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94a0e08d1465e" /><Relationship Type="http://schemas.openxmlformats.org/officeDocument/2006/relationships/notesSlide" Target="/ppt/notesSlides/notesSlide2.xml" Id="Raa06ba9c21cb42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dec22a9704fc5" /><Relationship Type="http://schemas.openxmlformats.org/officeDocument/2006/relationships/notesSlide" Target="/ppt/notesSlides/notesSlide3.xml" Id="R187d82a228d34a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520b0dc1542d2" /><Relationship Type="http://schemas.openxmlformats.org/officeDocument/2006/relationships/notesSlide" Target="/ppt/notesSlides/notesSlide4.xml" Id="R0e62317fe8194e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c89ddeac44672" /><Relationship Type="http://schemas.openxmlformats.org/officeDocument/2006/relationships/notesSlide" Target="/ppt/notesSlides/notesSlide5.xml" Id="Rec13e139162449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f2d094bc64aa0" /><Relationship Type="http://schemas.openxmlformats.org/officeDocument/2006/relationships/notesSlide" Target="/ppt/notesSlides/notesSlide6.xml" Id="R3f65cec87e8b4c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1b9bc1dee40dc" /><Relationship Type="http://schemas.openxmlformats.org/officeDocument/2006/relationships/notesSlide" Target="/ppt/notesSlides/notesSlide7.xml" Id="Re93d287ac63044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a16a999f242a9" /><Relationship Type="http://schemas.openxmlformats.org/officeDocument/2006/relationships/notesSlide" Target="/ppt/notesSlides/notesSlide8.xml" Id="R9afb2f5b452446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30e512098404f" /><Relationship Type="http://schemas.openxmlformats.org/officeDocument/2006/relationships/notesSlide" Target="/ppt/notesSlides/notesSlide9.xml" Id="Rd70a506687c444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786a0c4924aaf" /><Relationship Type="http://schemas.openxmlformats.org/officeDocument/2006/relationships/notesSlide" Target="/ppt/notesSlides/notesSlide10.xml" Id="R1a8f9cbc903846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b75d6ed484e03" /><Relationship Type="http://schemas.openxmlformats.org/officeDocument/2006/relationships/notesSlide" Target="/ppt/notesSlides/notesSlide11.xml" Id="R3c1a21457b4a41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afae3a3a44655" /><Relationship Type="http://schemas.openxmlformats.org/officeDocument/2006/relationships/notesSlide" Target="/ppt/notesSlides/notesSlide12.xml" Id="R039a779f61d143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13FDC-2A4A-4FD0-86DD-D9FCE677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0C284-69BF-459F-8291-3A2333A4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Comparative study of flash point and fire point of various fuels / oils using the open cup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C6A1D-9FE7-4BC3-A8BD-8B78E0A8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CDB3E-8A95-4262-85D5-210B899B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0AA51-DB62-4FF8-BD5D-76951739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8DF00-CA1F-41BD-BAB3-DE6C411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EA2EF-F37B-43CE-AF89-70714159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237E6-B457-4E13-BEC7-75CBD52C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7F48E-432F-4502-8E45-0C862858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2C53B-F27F-4AA7-ADEB-A41269BA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1E61D-EC22-4623-8455-EA030217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29AE4-5A84-46B5-BE42-1797D723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78096-145C-46FF-9CF0-6CBD695B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00305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3D5A1-8711-4A9D-9B4B-68F280C5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D9BDA-2368-4CAC-83BB-1D92BCC6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DBB7D-9C87-4D5D-825D-03C967F2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61419-B151-42BC-8B7C-5D6239E6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57462-C92F-4269-B71E-385EE474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Comparative study of flash point and fire point of various fuels / oils using the open cup method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B298-4405-45B1-8A57-5D5D2840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475385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DACAF-3DB1-46FF-BC49-106AEA7E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7BC0E-2A0F-4084-B00C-71FEDE76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DDC0A-0DE5-4858-B2C7-DBD48D2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717C8-8A7D-42CE-863A-B8A124B0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B88AA-635A-48B1-8061-9452176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Comparative study of flash point and fire point of various fuels / oils using t....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735D8-5740-41AF-A24C-C0759288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07843-824D-43A9-BD91-09EFEF94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9217A-6657-4895-8ADC-A8D58CD2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BE0D-1475-406A-9FE8-EB068B47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571D5-9CEE-4A0B-A409-CD48C7CB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flash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B7A38-85D9-4DA6-A1B1-4F988EA9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09D2B-F5EE-4A07-B4D8-37F757CE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59608-7ADF-4533-BD16-16E901C2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2BCC9-EBA8-4E57-8B51-57C5FBAB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0CEB2-57CB-40E9-8DF4-1F1ABB4E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64972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CBA8C-7474-40A7-B3A4-DB5EF1B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CAD2D-38AE-4CC0-B6EE-E048EFD2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2EC8A-98D1-4700-A13E-825D8EFD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3FEDF-1874-46B4-AD45-CD5C2C14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88CD4-2021-49AF-AFBB-A60B4E2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08D4C-7CA6-4503-9156-071AAE6F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40101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72D44-00CB-47C2-9BCC-E4B1028B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E996D-8942-4BB8-A535-0343C637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591D2-3D3A-43DC-AAC9-C84259B4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19C0A-00F2-4D20-8324-281A49F7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5DF90-2254-4424-AB7E-87E1910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A4780-96F0-4C15-A026-1DD5DD1E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84712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166E4-6E9B-4271-9E74-E2E7D80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3B33D-2516-47BF-9401-5E38C54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4162F-D997-4942-90F1-48A217E6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B1BE6-6696-449D-9C71-1B90EBB6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E1B6B-05E5-4EE0-9C80-24234A50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62485-FD55-4C0F-93FD-0088E35C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D2160-CEE2-40D5-BBC1-8CD16D7F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82BAE-9BFB-463F-B8A3-3B85A61A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892F9-63EC-4952-A7B7-7C5DE02C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79980-9B85-4AE9-832A-1F351787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E9521-1F04-4B75-BAEF-79A40945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DDA59-B071-4432-A88A-2CBBC626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C286E-13C1-42B9-8FCA-41C6497A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35A96-9A59-43A4-B6FC-74F7C03A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0644B-0556-4434-B8CD-B13F8AC4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18750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AC537A-08B5-4435-A1DE-EC522BA7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3EA7F-E956-489E-A73E-F8B962DB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174AB-0F0D-4251-931E-E4574FF0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5452F-F1D7-4663-AF53-09823A5E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AE263-8004-420E-850B-59A5C619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458EB-E8FA-4C9C-B0F8-F104BF7D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9984E-9F98-459F-A857-5B6F560E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0A33F-1F64-4AAD-A0DB-B2703D6B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7CFF5-6A02-418A-B91D-1F10D563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F9D91-0557-49E9-ACDB-9EB11F04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9B226-60D7-4706-A71D-73C9E447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31E9F-B282-499B-B828-D74CC74F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397F6-BD6C-4F79-AFD4-C61BB530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E99C0-1ABB-4676-AFE4-32505120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1BB7A-320C-4A46-B22C-7CC62DD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70561-7A7D-44FF-A2F2-94D6CC0C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E6ADA-6100-4C31-B458-8137C567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6DD81-C6F3-4CB9-A863-FB01B53A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2C242-91B4-439F-9589-134218F3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C2266-DA86-45A6-AE2A-CA73F6F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0EEBE-48C3-4421-B664-57E6C708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2BD18-EC41-46E6-A2D1-92E0C1CB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390F0-1F97-467F-9B04-8A866098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CC8DB-FC7C-49F5-9938-6B44A2FC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BD9A2B-5752-4390-9143-53456A9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63737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4C346-1432-4167-B12E-F8F46613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340DC-C587-4897-95EA-D926E52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6AEA8-7E53-4911-B72E-F669D600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CFD24-4E83-448C-A498-D4C027A2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95F5E-8DF3-4188-B790-1629B656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9E067-5422-4247-AC2B-6F3E7454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173338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41DC9-2B00-4FC9-A6A3-A70FD8DB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DEC9D-84C2-431C-BA47-CEC06517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5F626-0491-4506-AFA6-2FB6207F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ED5A2-E2D4-473F-B36F-A065C846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B9165-4171-49B8-BC40-65B2D106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8FD74-666C-4613-B585-DD9605B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99559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2877D-380C-432E-A170-9C4E7A3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C4962-9BEB-4006-906A-FA7E75A2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BB01F-30F6-4F91-AE9E-71655572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B44EF-15A8-49D3-99C4-7E60571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6701F-F17E-4289-9398-5CB411B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Comparative study of flash point and fire point...?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BD4C5-8FFA-49EB-8D0E-410156EF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08903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BD67A-F174-4374-9E12-A5E12F00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68AAB-9696-43FB-A229-E25A432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9394B-AF30-4068-AC45-AD88AAE5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47ABC-ADBC-4446-97EB-F4FE6158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F0D23-BB04-4482-B8BF-3F144605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EAA68-D499-4CF5-9A99-F5D015C6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37091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5BE4D-5AB6-4391-8F1E-08742969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9497A-4A0A-444A-862C-B7FD49BC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E9E28-FC9A-4791-A437-E3C3CC63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22FAE-A4D5-4F09-A3E9-F10C8643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27B0E-184F-4448-A300-5FC81EEC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C85AC-BBDD-4AA7-A8CB-3EE1E22E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58A30-10D7-49C6-BEEF-BBBF9154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13A00-1BCA-4FD9-A033-669B5B75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B9FC8-4BF9-4268-83AA-6B772347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49D0C-0604-4500-8BB5-F0DA6299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1A293-F4BA-480E-B9EF-A14E9A8F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4B411-5855-4EC0-AB74-9CE0F07A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30F2D-723B-421D-89EA-CBA9B0F6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04028-15A6-4340-B3B5-E6A7F943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4458C-22D7-441E-9833-55D39915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AC998-97A9-4264-B624-CC6E368C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8E8EB-FFC1-4D16-9C64-FC9A6B55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0ABA0-3CB6-4E32-BC55-3CF8C1FE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D72D8-873E-46D0-A2BB-30F844CF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6EEF9-80D4-41CA-B1D0-4955B8C3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94DDD-5729-41B7-99B4-4AEDA302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CA3EE-E946-48EC-9ACF-71BC14DA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80FBE-1F46-4B13-ADC4-7BBE133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38400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2026-08-24T16:02:44.1200000Z</dcterms:created>
  <dcterms:modified xsi:type="dcterms:W3CDTF">2026-08-24T16:02:44.1200000Z</dcterms:modified>
</coreProperties>
</file>