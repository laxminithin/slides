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c1fcfe3ac8457a" /><Relationship Type="http://schemas.openxmlformats.org/officeDocument/2006/relationships/extended-properties" Target="/docProps/app.xml" Id="Ra57c7ba256f54944" /><Relationship Type="http://schemas.openxmlformats.org/officeDocument/2006/relationships/officeDocument" Target="/ppt/presentation.xml" Id="Ra9d501e7271745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c50a7243d4481f"/>
  </p:sldMasterIdLst>
  <p:notesMasterIdLst>
    <p:notesMasterId xmlns:r="http://schemas.openxmlformats.org/officeDocument/2006/relationships" r:id="R3e93b148f3124d84"/>
  </p:notesMasterIdLst>
  <p:sldIdLst>
    <p:sldId xmlns:r="http://schemas.openxmlformats.org/officeDocument/2006/relationships" id="256" r:id="R50aff8b2cdf8429e"/>
    <p:sldId xmlns:r="http://schemas.openxmlformats.org/officeDocument/2006/relationships" id="257" r:id="Rdc2bb8be54ef4b5d"/>
    <p:sldId xmlns:r="http://schemas.openxmlformats.org/officeDocument/2006/relationships" id="258" r:id="Rfe33a8a4922d4b30"/>
    <p:sldId xmlns:r="http://schemas.openxmlformats.org/officeDocument/2006/relationships" id="259" r:id="Rd2dbbb2ab7c2493c"/>
    <p:sldId xmlns:r="http://schemas.openxmlformats.org/officeDocument/2006/relationships" id="260" r:id="Raa3402a54afe4820"/>
    <p:sldId xmlns:r="http://schemas.openxmlformats.org/officeDocument/2006/relationships" id="261" r:id="R70f814e0b51243dc"/>
    <p:sldId xmlns:r="http://schemas.openxmlformats.org/officeDocument/2006/relationships" id="262" r:id="R167495400791497f"/>
    <p:sldId xmlns:r="http://schemas.openxmlformats.org/officeDocument/2006/relationships" id="263" r:id="Rbcf5435ecbc64dc4"/>
    <p:sldId xmlns:r="http://schemas.openxmlformats.org/officeDocument/2006/relationships" id="264" r:id="R262279ca9e634327"/>
    <p:sldId xmlns:r="http://schemas.openxmlformats.org/officeDocument/2006/relationships" id="265" r:id="Rf71f7527d9eb47b2"/>
    <p:sldId xmlns:r="http://schemas.openxmlformats.org/officeDocument/2006/relationships" id="266" r:id="Rb81fa59d16bb4c90"/>
    <p:sldId xmlns:r="http://schemas.openxmlformats.org/officeDocument/2006/relationships" id="267" r:id="R99ba59df9ebe41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d4b905916942ec" /><Relationship Type="http://schemas.openxmlformats.org/officeDocument/2006/relationships/slideMaster" Target="/ppt/slideMasters/slideMaster1.xml" Id="R57c50a7243d4481f" /><Relationship Type="http://schemas.openxmlformats.org/officeDocument/2006/relationships/notesMaster" Target="/ppt/notesMasters/notesMaster1.xml" Id="R3e93b148f3124d84" /><Relationship Type="http://schemas.openxmlformats.org/officeDocument/2006/relationships/presProps" Target="/ppt/presProps.xml" Id="R6623667bd08c4c06" /><Relationship Type="http://schemas.openxmlformats.org/officeDocument/2006/relationships/tableStyles" Target="/ppt/tableStyles.xml" Id="Rcc1d6f8f4b06429f" /><Relationship Type="http://schemas.openxmlformats.org/officeDocument/2006/relationships/slide" Target="/ppt/slides/slide1.xml" Id="R50aff8b2cdf8429e" /><Relationship Type="http://schemas.openxmlformats.org/officeDocument/2006/relationships/slide" Target="/ppt/slides/slide2.xml" Id="Rdc2bb8be54ef4b5d" /><Relationship Type="http://schemas.openxmlformats.org/officeDocument/2006/relationships/slide" Target="/ppt/slides/slide3.xml" Id="Rfe33a8a4922d4b30" /><Relationship Type="http://schemas.openxmlformats.org/officeDocument/2006/relationships/slide" Target="/ppt/slides/slide4.xml" Id="Rd2dbbb2ab7c2493c" /><Relationship Type="http://schemas.openxmlformats.org/officeDocument/2006/relationships/slide" Target="/ppt/slides/slide5.xml" Id="Raa3402a54afe4820" /><Relationship Type="http://schemas.openxmlformats.org/officeDocument/2006/relationships/slide" Target="/ppt/slides/slide6.xml" Id="R70f814e0b51243dc" /><Relationship Type="http://schemas.openxmlformats.org/officeDocument/2006/relationships/slide" Target="/ppt/slides/slide7.xml" Id="R167495400791497f" /><Relationship Type="http://schemas.openxmlformats.org/officeDocument/2006/relationships/slide" Target="/ppt/slides/slide8.xml" Id="Rbcf5435ecbc64dc4" /><Relationship Type="http://schemas.openxmlformats.org/officeDocument/2006/relationships/slide" Target="/ppt/slides/slide9.xml" Id="R262279ca9e634327" /><Relationship Type="http://schemas.openxmlformats.org/officeDocument/2006/relationships/slide" Target="/ppt/slides/slide10.xml" Id="Rf71f7527d9eb47b2" /><Relationship Type="http://schemas.openxmlformats.org/officeDocument/2006/relationships/slide" Target="/ppt/slides/slide11.xml" Id="Rb81fa59d16bb4c90" /><Relationship Type="http://schemas.openxmlformats.org/officeDocument/2006/relationships/slide" Target="/ppt/slides/slide12.xml" Id="R99ba59df9ebe41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ee74760f3344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d7f505ed2f4494" /><Relationship Type="http://schemas.openxmlformats.org/officeDocument/2006/relationships/notesMaster" Target="/ppt/notesMasters/notesMaster1.xml" Id="Ra581070d2f8d4e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ef0f30bab54f85" /><Relationship Type="http://schemas.openxmlformats.org/officeDocument/2006/relationships/notesMaster" Target="/ppt/notesMasters/notesMaster1.xml" Id="R59acf3aaa49349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361a3d3ad04cc8" /><Relationship Type="http://schemas.openxmlformats.org/officeDocument/2006/relationships/notesMaster" Target="/ppt/notesMasters/notesMaster1.xml" Id="R7c0ae759dbb64f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4aa6eb20114d36" /><Relationship Type="http://schemas.openxmlformats.org/officeDocument/2006/relationships/notesMaster" Target="/ppt/notesMasters/notesMaster1.xml" Id="Raafa32476d8648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7b1ed4c2974664" /><Relationship Type="http://schemas.openxmlformats.org/officeDocument/2006/relationships/notesMaster" Target="/ppt/notesMasters/notesMaster1.xml" Id="R1b1d70f114c94f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eb2f4323ae41d3" /><Relationship Type="http://schemas.openxmlformats.org/officeDocument/2006/relationships/notesMaster" Target="/ppt/notesMasters/notesMaster1.xml" Id="R1fc46d9a65134a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0f6484639b4d9d" /><Relationship Type="http://schemas.openxmlformats.org/officeDocument/2006/relationships/notesMaster" Target="/ppt/notesMasters/notesMaster1.xml" Id="R05846fbdbdff41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4fe1ad2452454d" /><Relationship Type="http://schemas.openxmlformats.org/officeDocument/2006/relationships/notesMaster" Target="/ppt/notesMasters/notesMaster1.xml" Id="R23bd6b4d774f4e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e8d1f8921144c5" /><Relationship Type="http://schemas.openxmlformats.org/officeDocument/2006/relationships/notesMaster" Target="/ppt/notesMasters/notesMaster1.xml" Id="Re01dd21cf99c4a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4aa8e034bb4b5f" /><Relationship Type="http://schemas.openxmlformats.org/officeDocument/2006/relationships/notesMaster" Target="/ppt/notesMasters/notesMaster1.xml" Id="Rf250fd8525284e7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7f160325c24f8e" /><Relationship Type="http://schemas.openxmlformats.org/officeDocument/2006/relationships/notesMaster" Target="/ppt/notesMasters/notesMaster1.xml" Id="R0b4e11e7c5794f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c8d5a8f14043c4" /><Relationship Type="http://schemas.openxmlformats.org/officeDocument/2006/relationships/notesMaster" Target="/ppt/notesMasters/notesMaster1.xml" Id="Rdcdb27e3b332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4990bbee346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9663911de4e68" /><Relationship Type="http://schemas.openxmlformats.org/officeDocument/2006/relationships/slideLayout" Target="/ppt/slideLayouts/slideLayout1.xml" Id="Rffa656eb03744f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a656eb03744f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7f40b9d0a4f75" /><Relationship Type="http://schemas.openxmlformats.org/officeDocument/2006/relationships/notesSlide" Target="/ppt/notesSlides/notesSlide1.xml" Id="R91db66c0b51e4c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613eae2534b83" /><Relationship Type="http://schemas.openxmlformats.org/officeDocument/2006/relationships/notesSlide" Target="/ppt/notesSlides/notesSlide2.xml" Id="Rea8bcfc3f11d4b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3d9d8020f4821" /><Relationship Type="http://schemas.openxmlformats.org/officeDocument/2006/relationships/notesSlide" Target="/ppt/notesSlides/notesSlide3.xml" Id="R49799252003b48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12d31d7514223" /><Relationship Type="http://schemas.openxmlformats.org/officeDocument/2006/relationships/notesSlide" Target="/ppt/notesSlides/notesSlide4.xml" Id="Rfb8b5bbfd31c4d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9b260bb7a4112" /><Relationship Type="http://schemas.openxmlformats.org/officeDocument/2006/relationships/notesSlide" Target="/ppt/notesSlides/notesSlide5.xml" Id="R2a593123809b49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1cf08244747d1" /><Relationship Type="http://schemas.openxmlformats.org/officeDocument/2006/relationships/notesSlide" Target="/ppt/notesSlides/notesSlide6.xml" Id="R525e96f9ce144a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9c357cb774cd3" /><Relationship Type="http://schemas.openxmlformats.org/officeDocument/2006/relationships/notesSlide" Target="/ppt/notesSlides/notesSlide7.xml" Id="R9202581c3c2f4a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68cc0464045d5" /><Relationship Type="http://schemas.openxmlformats.org/officeDocument/2006/relationships/notesSlide" Target="/ppt/notesSlides/notesSlide8.xml" Id="R40c90686cb454b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70dfb18ee48cf" /><Relationship Type="http://schemas.openxmlformats.org/officeDocument/2006/relationships/notesSlide" Target="/ppt/notesSlides/notesSlide9.xml" Id="R8461eb9a2cfe40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1bcbce83a4df2" /><Relationship Type="http://schemas.openxmlformats.org/officeDocument/2006/relationships/notesSlide" Target="/ppt/notesSlides/notesSlide10.xml" Id="R0f344891ea5944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3e43a7d874d14" /><Relationship Type="http://schemas.openxmlformats.org/officeDocument/2006/relationships/notesSlide" Target="/ppt/notesSlides/notesSlide11.xml" Id="R9f80cdd1fb5540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9f81fbd8f44fe" /><Relationship Type="http://schemas.openxmlformats.org/officeDocument/2006/relationships/notesSlide" Target="/ppt/notesSlides/notesSlide12.xml" Id="Re0fda6b314384e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3BB8F-C09B-4224-9D26-C8A2DA06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48977-5EF8-4C30-9365-1A4C2610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Comparative study of flash point and fire point of various fuels / oils using the closed cup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43912-7D0F-4E73-ABBD-2E0FAD2A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A82E7-EAEB-41AF-A2A6-69564BC2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2C3E4-D7BB-48B7-A728-0AC806B4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F4964-1260-45FE-82E9-EE6272D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F0787-05B8-48D1-8C82-6EEBB3B2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F0ACF-28AB-41AB-A3AD-57F8265A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02C01-D4BD-41DC-85E6-4D8D9B0B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385F9-7846-41E3-BE6D-1A75D9F1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0E32B-1483-45B5-A62B-8B5F92B3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52E6B-048B-4191-84AB-838EECEB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0EC06-EB88-4073-A50C-FC871A8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352323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5E86B-B3A2-4302-B302-CFB54984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33B03-761E-49D1-A308-FC769D4E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EF37A-EF5B-4034-BBE4-5BD3059C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3866B-1AA2-4552-A76E-4C4D4079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54D2A-4143-48C7-90CC-35999928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Comparative study of flash point and fire point of various fuels / oils using the closed cup method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F548D-8233-4799-A2FB-1EDBAF17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479301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945FC-4825-4D40-B59C-4500CAF7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1FF42-7419-41D7-A45B-56BAFADA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41524-DCDE-4B0C-AF49-2E058E4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96314-07D1-4C91-8DED-5C41F89D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2FAC1-82DA-4177-B62F-1D05DAD3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Comparative study of flash point and fire point of various fuels / oils using t....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E771C-22AC-4562-B51A-66E65754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Comparative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A3C09-1858-4DEA-9150-E7A5050F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2AEBB-20FF-4D5B-AA6C-B537C8D34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B1669-EFF5-42A6-8C88-676E9286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6C36A-B528-4049-8A60-9E5FB200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flash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D2B1E-47FA-4FB4-B9F4-F5AEACBD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7B8A45-C284-4302-939B-87006F2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AA253-EA5F-4806-A0FD-7BA59D9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C6FF4-4D91-4BCB-BD92-CA66DDD5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fire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95ABF-9E1F-4E64-B6EC-D3C1029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212078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34C47-CF48-4AEF-A10C-0E86C049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A2930-75D2-49DA-A7E1-4217C4AF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DAD4B-3B7C-4AF7-883C-11392826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46B3E-1103-4AAC-80B0-08C6D808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669CD-C618-4A03-9CD8-3FC41BEC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ED763-A2EC-4CB2-B69F-B31ED39F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365549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C2B20-9F78-4A1F-AA25-BB1667FF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4434E-744B-4377-9BAA-67C0E45B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63362-A776-4FA7-8E98-818A9B59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367E4-7D88-4E94-BBEA-13AADF66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08A84-05FF-4CF4-A471-E4D861E3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D32EF-3D78-44E2-9FB8-0612DF94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53687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D8C14-97F6-4D56-B6F6-815B77E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0A31F-5399-405C-A409-E561027E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E654F-1A3F-4ADB-AD43-9FE47203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27E67-11D0-4682-80D3-17FD08D6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08EC6-287F-4D75-8537-04465163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EB190B-396B-4B46-B629-8F8948BE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EF63B-89A9-4CEC-93BE-A7C93F41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0B47D-7CDF-4C86-8B0C-A97E4779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CC7CC-42EC-43FF-8DA7-F6FFB613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4E623-9840-4681-AEF6-0311FC87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2286EC-5AD7-4E9C-A3B9-77E7AD1E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BC1E7-5E14-4955-B294-0ECB6F7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56457-EDC0-4FCC-B8B4-D727C172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71988-E517-4211-A5E9-6F8E670E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85705-745D-442F-87E7-BF62FCC7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48578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D9C90A-A2E5-41D7-BE0C-CB0A37B5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3118C-4A6D-435C-A51C-735DBE18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61E8E-96E9-4D79-9B58-CB3508BD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7B804-EC9D-425D-8080-49BC7AE2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E5E1D-E8E5-495A-80E9-7A526E7D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8A269-65AC-4498-A706-A287F507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C0C79-924F-4B74-B505-C1442D5D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B9428-C878-4C07-8C6F-25A20EB9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8C207-97B8-46F0-AA22-291BA214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5BD06-59EE-4CE3-B6FF-859E608A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C14B52-CADB-479F-BBC4-339BA70F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E4AF4-EA04-4215-B834-9C79F79D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68F1D-D4C4-4FFB-AD5F-66E40B7B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BAD2C8-2D16-4750-A1F2-4C18FE3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79166-A0E2-4555-B4A0-656E9579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8E03DB-4AA8-4FD5-9639-4533C680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317D8-04AA-45D1-AB7E-DE7B03FB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1F8DE-F957-47F7-A6F6-8986551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805AE8-7E4A-46E9-8204-099844BC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F964E-FFB2-4851-A0F4-61EC5A13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6643B-58D6-4160-A51F-36E27D08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C9BBE-3861-427F-A96F-F24A570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BE399-9D99-4454-A411-F4B2DA7A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837CB-C0C0-4285-B6C2-EA68A49E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354872-96B0-47C3-ABEE-EF258E63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00874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648DE-EB8E-4D19-B9EF-E0AED42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A6BD0-9A2D-4F21-9F2E-ABFAE246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6C934-3EA2-4548-85F1-0131FBCA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446C8-CB6C-4F13-8FCB-509F351A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EBDAF-15BA-4FA0-BAB8-B9BAF09A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67B01-4586-4BED-8A04-42869D0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04401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533F0-8AFE-4AB6-8A32-7FBC9524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C130B-2761-44E5-B337-D51794B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A42E6-DC3E-4DB9-8AF0-BDF3B04B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DD737-D455-4BF6-B357-7BCACAF9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C0B9B-10A1-4FFC-90D9-4661B482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093EE-96CB-4074-A2B5-E957BE96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201727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8FF9D-62CD-4696-95DE-FAAA5A48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ECDB59-A2CD-439F-BBC9-6A467254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FB617-7D43-45CD-8C4C-BDA4DFF8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EE5FB-A454-49A3-914F-1B7262E9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422F3-10C8-486D-A7AB-E0E35D26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Comparative study of flash point and fire point...?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9F841-46D9-4E02-BCE9-3D6B85E1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64655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685BA-18D3-47B9-AE85-4208E263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ABCEE-26DA-4960-B9B1-7FB0942A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E4EBD-F672-408A-A701-DF86F97E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BC2DE-BE69-40EA-B823-A3169C8A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CAE97-D895-465F-ABAC-9524E61E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A51CB-B0F3-49B0-8B9E-84715997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90276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C9CB8-00E8-4067-8EC4-77AB4830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9341-1662-429F-A29E-3E9D7C78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C1D70-5443-4B43-B6D3-B752EBB3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9633B-FAEA-4845-AFA1-2DFE735B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9D6FB-210E-41EC-9797-C33A507F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629B2-7A07-469F-A3BA-81CCAAF4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A62CA-660A-4706-9198-5D1FFCD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99A1BE-9C53-4E1D-9774-C26801E9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28B81-E95F-4755-939A-8E4DA359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0A83F-356D-43B8-BC99-08396633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C8FAA-459C-472A-AC44-5A1E563A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6DEE59-68DA-4001-BAAE-98CEA038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FBB5D-EBA2-408B-A44B-B254890D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D70D5-7252-4E33-9B19-54E869F3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AFFDD-55BD-4C1B-B1E7-9CBEC5B5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E3B61-9BAC-4C6B-8697-48BC899F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E3831-7F3A-46EA-B5E8-A1702582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4BA63-8AC5-4084-BA5B-C7D88E11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1EA2D-4269-4103-BCDA-124783D5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6C4CA-5411-4307-8604-C941CD05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B142F-AF25-4EBD-A1D5-6E57A65A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F2E7E-6EF8-4B46-89A0-04D3A70F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C469B-B5B5-419D-B1F9-F1F9C4D7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542470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2026-08-24T16:02:44.1770000Z</dcterms:created>
  <dcterms:modified xsi:type="dcterms:W3CDTF">2026-08-24T16:02:44.1770000Z</dcterms:modified>
</coreProperties>
</file>