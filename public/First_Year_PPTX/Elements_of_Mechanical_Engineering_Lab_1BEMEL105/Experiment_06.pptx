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0844d838794d74" /><Relationship Type="http://schemas.openxmlformats.org/officeDocument/2006/relationships/extended-properties" Target="/docProps/app.xml" Id="Re2146270055f446f" /><Relationship Type="http://schemas.openxmlformats.org/officeDocument/2006/relationships/officeDocument" Target="/ppt/presentation.xml" Id="R8192d709026a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3abbc6f724082"/>
  </p:sldMasterIdLst>
  <p:notesMasterIdLst>
    <p:notesMasterId xmlns:r="http://schemas.openxmlformats.org/officeDocument/2006/relationships" r:id="R9d3d121b55284b03"/>
  </p:notesMasterIdLst>
  <p:sldIdLst>
    <p:sldId xmlns:r="http://schemas.openxmlformats.org/officeDocument/2006/relationships" id="256" r:id="R35f30050a9c140d3"/>
    <p:sldId xmlns:r="http://schemas.openxmlformats.org/officeDocument/2006/relationships" id="257" r:id="R09fec4d5d04648f0"/>
    <p:sldId xmlns:r="http://schemas.openxmlformats.org/officeDocument/2006/relationships" id="258" r:id="R83ec3b3460284050"/>
    <p:sldId xmlns:r="http://schemas.openxmlformats.org/officeDocument/2006/relationships" id="259" r:id="Rb093af90b00e4fbd"/>
    <p:sldId xmlns:r="http://schemas.openxmlformats.org/officeDocument/2006/relationships" id="260" r:id="R5a5c2dc16b8a4c1b"/>
    <p:sldId xmlns:r="http://schemas.openxmlformats.org/officeDocument/2006/relationships" id="261" r:id="R81d92436063d4b22"/>
    <p:sldId xmlns:r="http://schemas.openxmlformats.org/officeDocument/2006/relationships" id="262" r:id="Rf7658ae8d585474f"/>
    <p:sldId xmlns:r="http://schemas.openxmlformats.org/officeDocument/2006/relationships" id="263" r:id="Ra36cdccd3521430d"/>
    <p:sldId xmlns:r="http://schemas.openxmlformats.org/officeDocument/2006/relationships" id="264" r:id="R1835fdd68a53462f"/>
    <p:sldId xmlns:r="http://schemas.openxmlformats.org/officeDocument/2006/relationships" id="265" r:id="Rd314fed57e334d0a"/>
    <p:sldId xmlns:r="http://schemas.openxmlformats.org/officeDocument/2006/relationships" id="266" r:id="Rd6fa7cdf8ad94006"/>
    <p:sldId xmlns:r="http://schemas.openxmlformats.org/officeDocument/2006/relationships" id="267" r:id="Rbbcd54ac96194a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57a3aa23854338" /><Relationship Type="http://schemas.openxmlformats.org/officeDocument/2006/relationships/slideMaster" Target="/ppt/slideMasters/slideMaster1.xml" Id="R5e33abbc6f724082" /><Relationship Type="http://schemas.openxmlformats.org/officeDocument/2006/relationships/notesMaster" Target="/ppt/notesMasters/notesMaster1.xml" Id="R9d3d121b55284b03" /><Relationship Type="http://schemas.openxmlformats.org/officeDocument/2006/relationships/presProps" Target="/ppt/presProps.xml" Id="R91930108cdd549cb" /><Relationship Type="http://schemas.openxmlformats.org/officeDocument/2006/relationships/tableStyles" Target="/ppt/tableStyles.xml" Id="R6c5bd0e137e045c9" /><Relationship Type="http://schemas.openxmlformats.org/officeDocument/2006/relationships/slide" Target="/ppt/slides/slide1.xml" Id="R35f30050a9c140d3" /><Relationship Type="http://schemas.openxmlformats.org/officeDocument/2006/relationships/slide" Target="/ppt/slides/slide2.xml" Id="R09fec4d5d04648f0" /><Relationship Type="http://schemas.openxmlformats.org/officeDocument/2006/relationships/slide" Target="/ppt/slides/slide3.xml" Id="R83ec3b3460284050" /><Relationship Type="http://schemas.openxmlformats.org/officeDocument/2006/relationships/slide" Target="/ppt/slides/slide4.xml" Id="Rb093af90b00e4fbd" /><Relationship Type="http://schemas.openxmlformats.org/officeDocument/2006/relationships/slide" Target="/ppt/slides/slide5.xml" Id="R5a5c2dc16b8a4c1b" /><Relationship Type="http://schemas.openxmlformats.org/officeDocument/2006/relationships/slide" Target="/ppt/slides/slide6.xml" Id="R81d92436063d4b22" /><Relationship Type="http://schemas.openxmlformats.org/officeDocument/2006/relationships/slide" Target="/ppt/slides/slide7.xml" Id="Rf7658ae8d585474f" /><Relationship Type="http://schemas.openxmlformats.org/officeDocument/2006/relationships/slide" Target="/ppt/slides/slide8.xml" Id="Ra36cdccd3521430d" /><Relationship Type="http://schemas.openxmlformats.org/officeDocument/2006/relationships/slide" Target="/ppt/slides/slide9.xml" Id="R1835fdd68a53462f" /><Relationship Type="http://schemas.openxmlformats.org/officeDocument/2006/relationships/slide" Target="/ppt/slides/slide10.xml" Id="Rd314fed57e334d0a" /><Relationship Type="http://schemas.openxmlformats.org/officeDocument/2006/relationships/slide" Target="/ppt/slides/slide11.xml" Id="Rd6fa7cdf8ad94006" /><Relationship Type="http://schemas.openxmlformats.org/officeDocument/2006/relationships/slide" Target="/ppt/slides/slide12.xml" Id="Rbbcd54ac96194a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d9a6d71ad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201392b9bd40bb" /><Relationship Type="http://schemas.openxmlformats.org/officeDocument/2006/relationships/notesMaster" Target="/ppt/notesMasters/notesMaster1.xml" Id="Rd51231f4739f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758a7c7d3b4592" /><Relationship Type="http://schemas.openxmlformats.org/officeDocument/2006/relationships/notesMaster" Target="/ppt/notesMasters/notesMaster1.xml" Id="Re765fc8acf874a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4d3bbd93d94754" /><Relationship Type="http://schemas.openxmlformats.org/officeDocument/2006/relationships/notesMaster" Target="/ppt/notesMasters/notesMaster1.xml" Id="Rd4b9fb4d8eaa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1992ccac64769" /><Relationship Type="http://schemas.openxmlformats.org/officeDocument/2006/relationships/notesMaster" Target="/ppt/notesMasters/notesMaster1.xml" Id="R5a7c0c9ec1c24f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d7c4edd3b413b" /><Relationship Type="http://schemas.openxmlformats.org/officeDocument/2006/relationships/notesMaster" Target="/ppt/notesMasters/notesMaster1.xml" Id="Rd31517f098d1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15939370904204" /><Relationship Type="http://schemas.openxmlformats.org/officeDocument/2006/relationships/notesMaster" Target="/ppt/notesMasters/notesMaster1.xml" Id="R979bfe82f5e446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bcec30a73485f" /><Relationship Type="http://schemas.openxmlformats.org/officeDocument/2006/relationships/notesMaster" Target="/ppt/notesMasters/notesMaster1.xml" Id="R13698dbb0a8e42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3ddfef2aea457f" /><Relationship Type="http://schemas.openxmlformats.org/officeDocument/2006/relationships/notesMaster" Target="/ppt/notesMasters/notesMaster1.xml" Id="R5bd590748b3741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7b4ed4d3d4262" /><Relationship Type="http://schemas.openxmlformats.org/officeDocument/2006/relationships/notesMaster" Target="/ppt/notesMasters/notesMaster1.xml" Id="Rf736b226688a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08c58d8b8340ae" /><Relationship Type="http://schemas.openxmlformats.org/officeDocument/2006/relationships/notesMaster" Target="/ppt/notesMasters/notesMaster1.xml" Id="R336430e708fe41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e54ff4a6a549f7" /><Relationship Type="http://schemas.openxmlformats.org/officeDocument/2006/relationships/notesMaster" Target="/ppt/notesMasters/notesMaster1.xml" Id="R52a9a859a6ec4c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f6958c19bc491e" /><Relationship Type="http://schemas.openxmlformats.org/officeDocument/2006/relationships/notesMaster" Target="/ppt/notesMasters/notesMaster1.xml" Id="R86f313d8128e43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dec3573974a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30194af0d4945" /><Relationship Type="http://schemas.openxmlformats.org/officeDocument/2006/relationships/slideLayout" Target="/ppt/slideLayouts/slideLayout1.xml" Id="Rce0dfcffe7a547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dfcffe7a547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25547a4d24a0d" /><Relationship Type="http://schemas.openxmlformats.org/officeDocument/2006/relationships/notesSlide" Target="/ppt/notesSlides/notesSlide1.xml" Id="R1ab15aa48254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2756b914a407c" /><Relationship Type="http://schemas.openxmlformats.org/officeDocument/2006/relationships/notesSlide" Target="/ppt/notesSlides/notesSlide2.xml" Id="Ra9494cd6ba9141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e0adef5014fac" /><Relationship Type="http://schemas.openxmlformats.org/officeDocument/2006/relationships/notesSlide" Target="/ppt/notesSlides/notesSlide3.xml" Id="R83a1f66cc881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aa34785484bbb" /><Relationship Type="http://schemas.openxmlformats.org/officeDocument/2006/relationships/notesSlide" Target="/ppt/notesSlides/notesSlide4.xml" Id="Rc6c8d592a5ae4c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3062bf0c441b5" /><Relationship Type="http://schemas.openxmlformats.org/officeDocument/2006/relationships/notesSlide" Target="/ppt/notesSlides/notesSlide5.xml" Id="R702eb1204d8942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e31fbea464340" /><Relationship Type="http://schemas.openxmlformats.org/officeDocument/2006/relationships/notesSlide" Target="/ppt/notesSlides/notesSlide6.xml" Id="R3c12bcd63f9748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58feb951c4076" /><Relationship Type="http://schemas.openxmlformats.org/officeDocument/2006/relationships/notesSlide" Target="/ppt/notesSlides/notesSlide7.xml" Id="Rf203fa377ea648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3514279c14400" /><Relationship Type="http://schemas.openxmlformats.org/officeDocument/2006/relationships/notesSlide" Target="/ppt/notesSlides/notesSlide8.xml" Id="R8ab6c2014a4444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4395c61134773" /><Relationship Type="http://schemas.openxmlformats.org/officeDocument/2006/relationships/notesSlide" Target="/ppt/notesSlides/notesSlide9.xml" Id="Rd60290061a534c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167ca4cc846c6" /><Relationship Type="http://schemas.openxmlformats.org/officeDocument/2006/relationships/notesSlide" Target="/ppt/notesSlides/notesSlide10.xml" Id="Redca5ff57a4a4b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b447a4c04464a" /><Relationship Type="http://schemas.openxmlformats.org/officeDocument/2006/relationships/notesSlide" Target="/ppt/notesSlides/notesSlide11.xml" Id="R78bb3b3d7e1c4b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bafd4cffd4386" /><Relationship Type="http://schemas.openxmlformats.org/officeDocument/2006/relationships/notesSlide" Target="/ppt/notesSlides/notesSlide12.xml" Id="R1e52a92b77ed4e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D6DDE-12D5-4B6E-9C9B-926549DC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649F9-12A7-4F90-9587-90F094E4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Determination of the hardness of materials using hardness testing machine.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A2BDC-F3CA-4094-983B-3379E9D0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93AF6-13D6-43AF-AB65-FF4B7F35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81094-91BD-426A-966F-E66A828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64343-D64E-437F-BCA4-71CB76E3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F9A77-E6A2-4C17-AF7A-CCECDC7E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23FE3-81FA-44D2-A334-BA59CCEA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52008-E584-42B2-B5EB-C158762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68DC3-47E0-4168-9C1C-D6BAE59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F6487-0467-4840-90F4-8479CD73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02051-1195-4633-A489-D24C0D5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CE23A-444D-425D-BBB5-BA3A1D8C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6130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FCD9E-829C-47C4-82AE-B8C01A8E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DCC56-3FFA-42B7-98CC-9EC9E81F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EC647-053F-4B19-90B4-A3106809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BF017-2857-428A-A369-2A6AB0E1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F7045-FD6B-4632-B5DE-4E53DA10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Determination of the hardness of materials using hardness testing machine.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F1A4A-4131-4D4D-9E65-E1EE71B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82916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A196D-F925-4226-BEF3-4455E141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95257-8375-4EC9-BA0D-E31CC252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0C6F-05AA-4AC0-9E28-31931D7B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0A365-F6C7-4A77-B1AE-C23E5E5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BFB29-9A34-4852-90E2-A0158B45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Determination of the hardness of materials using hardness testing machine..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36523-B7A6-411B-AF90-5A41B0C6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Determination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192EB-CF77-405C-9ECC-AF3A1314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79620-0808-4A25-BC8F-F1519C3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hardness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A0163-C623-48E5-BBE1-475F3CD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C5CEB-B50D-49FA-A01D-2EBC1D42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32969-BFDE-4AF5-8E72-3AE350DC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958F7-1EE4-43E9-B6D8-6B6418C4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F2EF9-95CA-4E45-968A-76314AF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444EC-5F18-4226-8270-69F4881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machine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0924A-7E02-463E-A8B8-C187C2C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98831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82911-73E0-45FA-8F67-832FEFDB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8FCF3-30CA-447F-9064-6A954B4E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015FC-32E9-4302-85B9-16AE96E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C7A5B-6EB1-4979-BDDE-691E82D1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ED1E3-A121-4C54-9D08-5959E41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12381-CF90-4CCD-B9BC-7E1728E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1111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84046-AEE0-431D-849F-BE0EA919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FFEA6-4B8B-4A3F-9CE7-EE47EDA2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9E157-C11B-4392-9F29-4A0872DF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7D3FE-D775-4DB7-8276-A0BFF11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28F63-7D56-4196-87AC-5EEB77E3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DDCAE-22A7-4220-87FB-42552EA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00845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3C430-64F0-463B-9E19-52747E3A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7C7C3-3712-4423-8281-DACD2D2C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CD176-F51B-4B8C-8FB4-1CB6A925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758C9-6351-47F1-B250-D2015B5A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CA114-D5BD-43FF-96D4-D0EE3110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4B60A-92BC-44E6-99E7-70E23448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9A48F-D427-4D0A-9729-38871DEA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616DB-8D10-48DA-9261-F67A08BF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D542C-B6E8-43BD-83D5-B9482178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F5AB8-D0F3-4BDD-BF4D-7E9202A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5DDC6-76E4-45D2-901E-7F01B477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43EAC-07B3-4286-9E7C-05D75C3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B11B4-5C8C-42D4-BE7B-D015F1E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F8D20-46C2-47DA-9A64-404481E7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0DD43-55E0-4B26-A150-8240EB1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90864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EF9CF-2F70-4239-B677-7906C0F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076C8-3B94-4498-B539-8F326A67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C57D6-2F33-417D-A9C3-069B02F6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F4E12-209B-4356-B5DA-A0597CD3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7D624-46F7-4BB0-9DB5-BBE2CB5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492EF-BA9C-4956-80E0-EA71DF32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7A119-0C8F-4163-91F0-C9D68C9D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FD86-B7E9-4242-BA2E-28CF1D1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31CFA-03EB-4C30-BA5A-34938048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E22C3-62C2-45B7-BB3E-09B8DA13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D298C-FAC3-4DAC-8D89-461D26B1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9B03C-2E9C-4565-933E-2BF1F2C9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351EA-7D53-479B-B339-8E62C46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7EC8E-1ADB-42F5-BF48-36F1342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C2410-4A78-457A-AE02-C2429111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6D48C-78B2-4FA9-B8BC-4EDB8C62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4BECC-1ACA-478E-8ACB-01474A6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319B8-490B-4228-BB1E-90A4BF06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0C541-64BA-4744-AFAA-6920162C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A21E1-8471-49C4-9E86-0EB2A84F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0D910-9211-4A3A-8939-F75BD28F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5DD25-22C4-43CE-95CB-EA6278D2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514B0-2C7B-484E-9B1B-C4C3112F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A310A-CD5B-4DAA-9859-1E02A6E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7CC8A-ADB2-4E27-A601-F60E564A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38298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08BB0-A669-4ADA-ABC8-9884046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DE4E0-77C5-48B3-93DF-52DC7BD0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B2991-86AB-4FC7-A196-2892CEE8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FDB46-93DC-4A1B-8E66-E28239FC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AD9B-832E-46CB-9957-1ADE8547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EC754-54EA-495F-92ED-1E33F2A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71995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DAB2B-3693-4EA3-AA11-3C71B01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81B45-B0D8-45C8-AE61-1164F38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5181-FD04-4537-901F-A624E2DF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20DCD-D809-43EC-8C77-47EC6D9D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0496F-340B-45CC-B446-C2F97B40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0D9F8-2835-4760-B1C3-47841EFE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83705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C6707-55B2-4E8F-8B31-B0894113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8CFB6-7657-425F-BF71-EBA3912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7B82F-5D04-4A22-AF94-F1702A1F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1CCC2-F1F7-4E4D-9A18-0A997F16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303FD-A365-4B66-8F90-E78B501C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Determination of the hardness of materials usin...?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54A11-4632-4416-B044-A3FC3D6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92606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4815C-7053-4759-BC9F-80F58D08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7353D-A95C-46C5-8D2D-D4A0340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A6633-3C89-4AFA-833C-DC30F74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5C3EE-5D9A-4F95-8DC9-AF2852C6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DCCA6-448E-4602-BAEA-4311DCC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36959-9065-464E-98AD-46634529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3115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1C244-0255-4EB4-B9CB-40FB5C07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4B378-AB0E-441D-9AC9-693F8DEC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A604F-5523-464F-960F-55271EB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55D2A-33D4-4916-8C01-4F077B33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31553-A77D-4A24-B440-8A033038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E173D-2AD3-42D7-BC4D-14065FF2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0F113-541F-412B-A6E9-5E489654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C5712-8B7C-4061-B790-1FC67628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DB25E-EA01-45CA-8457-8E22D78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A9824-8AF4-49BF-A354-CB8BADD2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8ADE3-1638-4859-A8A5-42D8CDE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10B4D-EBB3-4A4F-B8C8-17DB574E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4461F-FF28-4B32-9BD9-5713B4D9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9A320-282E-4009-9110-EE044E2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F3DA0-4EDC-4443-86A7-A3FE7F0A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0A318-346B-46C4-AD35-107C933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C83E6-9E9C-4B8F-9CE3-DF7C142E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DE345-951E-41F7-BEA5-48C9FECB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36FF7-7478-4DF6-925E-81737163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27CED-7F05-40DB-A65B-B986D5E6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28661-1CEA-46E7-97E6-BAFA9C35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07A36-A634-4423-AAE4-E5A32DF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E2A9A-BC55-457C-ABC2-F4E9A79E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04353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2026-08-24T16:02:44.0650000Z</dcterms:created>
  <dcterms:modified xsi:type="dcterms:W3CDTF">2026-08-24T16:02:44.0650000Z</dcterms:modified>
</coreProperties>
</file>