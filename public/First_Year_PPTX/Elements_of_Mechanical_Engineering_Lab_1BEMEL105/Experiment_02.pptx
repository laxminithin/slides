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937a030073491d" /><Relationship Type="http://schemas.openxmlformats.org/officeDocument/2006/relationships/extended-properties" Target="/docProps/app.xml" Id="R1e6c369ffcd749a6" /><Relationship Type="http://schemas.openxmlformats.org/officeDocument/2006/relationships/officeDocument" Target="/ppt/presentation.xml" Id="R09a3348ffc0f46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94c75cc2db44f5"/>
  </p:sldMasterIdLst>
  <p:notesMasterIdLst>
    <p:notesMasterId xmlns:r="http://schemas.openxmlformats.org/officeDocument/2006/relationships" r:id="Rbaf46224977b4ac6"/>
  </p:notesMasterIdLst>
  <p:sldIdLst>
    <p:sldId xmlns:r="http://schemas.openxmlformats.org/officeDocument/2006/relationships" id="256" r:id="Rce92f96ebb764f4a"/>
    <p:sldId xmlns:r="http://schemas.openxmlformats.org/officeDocument/2006/relationships" id="257" r:id="R1ae69579a3c248c3"/>
    <p:sldId xmlns:r="http://schemas.openxmlformats.org/officeDocument/2006/relationships" id="258" r:id="Rffa61f46b55e4b12"/>
    <p:sldId xmlns:r="http://schemas.openxmlformats.org/officeDocument/2006/relationships" id="259" r:id="R83cdaa97bf194d39"/>
    <p:sldId xmlns:r="http://schemas.openxmlformats.org/officeDocument/2006/relationships" id="260" r:id="Raa932d87fd454c0c"/>
    <p:sldId xmlns:r="http://schemas.openxmlformats.org/officeDocument/2006/relationships" id="261" r:id="Rd46cc8c4da964428"/>
    <p:sldId xmlns:r="http://schemas.openxmlformats.org/officeDocument/2006/relationships" id="262" r:id="R9c0ecd7a1e5b4895"/>
    <p:sldId xmlns:r="http://schemas.openxmlformats.org/officeDocument/2006/relationships" id="263" r:id="R242bafa70b5841bb"/>
    <p:sldId xmlns:r="http://schemas.openxmlformats.org/officeDocument/2006/relationships" id="264" r:id="R45b62639cef24ab4"/>
    <p:sldId xmlns:r="http://schemas.openxmlformats.org/officeDocument/2006/relationships" id="265" r:id="R38fc7918e96341d4"/>
    <p:sldId xmlns:r="http://schemas.openxmlformats.org/officeDocument/2006/relationships" id="266" r:id="R13f65fdb39344fa6"/>
    <p:sldId xmlns:r="http://schemas.openxmlformats.org/officeDocument/2006/relationships" id="267" r:id="Rdefb4cf8f0fc41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ba7e95c843462e" /><Relationship Type="http://schemas.openxmlformats.org/officeDocument/2006/relationships/slideMaster" Target="/ppt/slideMasters/slideMaster1.xml" Id="R4694c75cc2db44f5" /><Relationship Type="http://schemas.openxmlformats.org/officeDocument/2006/relationships/notesMaster" Target="/ppt/notesMasters/notesMaster1.xml" Id="Rbaf46224977b4ac6" /><Relationship Type="http://schemas.openxmlformats.org/officeDocument/2006/relationships/presProps" Target="/ppt/presProps.xml" Id="Rb3249f6feed244fe" /><Relationship Type="http://schemas.openxmlformats.org/officeDocument/2006/relationships/tableStyles" Target="/ppt/tableStyles.xml" Id="R668fb62e0bcd42ea" /><Relationship Type="http://schemas.openxmlformats.org/officeDocument/2006/relationships/slide" Target="/ppt/slides/slide1.xml" Id="Rce92f96ebb764f4a" /><Relationship Type="http://schemas.openxmlformats.org/officeDocument/2006/relationships/slide" Target="/ppt/slides/slide2.xml" Id="R1ae69579a3c248c3" /><Relationship Type="http://schemas.openxmlformats.org/officeDocument/2006/relationships/slide" Target="/ppt/slides/slide3.xml" Id="Rffa61f46b55e4b12" /><Relationship Type="http://schemas.openxmlformats.org/officeDocument/2006/relationships/slide" Target="/ppt/slides/slide4.xml" Id="R83cdaa97bf194d39" /><Relationship Type="http://schemas.openxmlformats.org/officeDocument/2006/relationships/slide" Target="/ppt/slides/slide5.xml" Id="Raa932d87fd454c0c" /><Relationship Type="http://schemas.openxmlformats.org/officeDocument/2006/relationships/slide" Target="/ppt/slides/slide6.xml" Id="Rd46cc8c4da964428" /><Relationship Type="http://schemas.openxmlformats.org/officeDocument/2006/relationships/slide" Target="/ppt/slides/slide7.xml" Id="R9c0ecd7a1e5b4895" /><Relationship Type="http://schemas.openxmlformats.org/officeDocument/2006/relationships/slide" Target="/ppt/slides/slide8.xml" Id="R242bafa70b5841bb" /><Relationship Type="http://schemas.openxmlformats.org/officeDocument/2006/relationships/slide" Target="/ppt/slides/slide9.xml" Id="R45b62639cef24ab4" /><Relationship Type="http://schemas.openxmlformats.org/officeDocument/2006/relationships/slide" Target="/ppt/slides/slide10.xml" Id="R38fc7918e96341d4" /><Relationship Type="http://schemas.openxmlformats.org/officeDocument/2006/relationships/slide" Target="/ppt/slides/slide11.xml" Id="R13f65fdb39344fa6" /><Relationship Type="http://schemas.openxmlformats.org/officeDocument/2006/relationships/slide" Target="/ppt/slides/slide12.xml" Id="Rdefb4cf8f0fc41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f817a533904b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a3ec0815bb476d" /><Relationship Type="http://schemas.openxmlformats.org/officeDocument/2006/relationships/notesMaster" Target="/ppt/notesMasters/notesMaster1.xml" Id="Re69fc7292e5943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7d5765714147d6" /><Relationship Type="http://schemas.openxmlformats.org/officeDocument/2006/relationships/notesMaster" Target="/ppt/notesMasters/notesMaster1.xml" Id="R9573bc7685d947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53f3f45deb4094" /><Relationship Type="http://schemas.openxmlformats.org/officeDocument/2006/relationships/notesMaster" Target="/ppt/notesMasters/notesMaster1.xml" Id="R637abe15f0a84f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e5935cb4c84f5f" /><Relationship Type="http://schemas.openxmlformats.org/officeDocument/2006/relationships/notesMaster" Target="/ppt/notesMasters/notesMaster1.xml" Id="Ra3f0ba37db354f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6e573cfb5245ca" /><Relationship Type="http://schemas.openxmlformats.org/officeDocument/2006/relationships/notesMaster" Target="/ppt/notesMasters/notesMaster1.xml" Id="Re4637461248f43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99d5f445b64c9f" /><Relationship Type="http://schemas.openxmlformats.org/officeDocument/2006/relationships/notesMaster" Target="/ppt/notesMasters/notesMaster1.xml" Id="R6ab867721bbf4b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59a556ce7545f6" /><Relationship Type="http://schemas.openxmlformats.org/officeDocument/2006/relationships/notesMaster" Target="/ppt/notesMasters/notesMaster1.xml" Id="Rf45deb05a6a548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84d748de264dbf" /><Relationship Type="http://schemas.openxmlformats.org/officeDocument/2006/relationships/notesMaster" Target="/ppt/notesMasters/notesMaster1.xml" Id="R9187f7861ca948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ad72440b524c1f" /><Relationship Type="http://schemas.openxmlformats.org/officeDocument/2006/relationships/notesMaster" Target="/ppt/notesMasters/notesMaster1.xml" Id="R3358eb435c484e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2b1307524a443f" /><Relationship Type="http://schemas.openxmlformats.org/officeDocument/2006/relationships/notesMaster" Target="/ppt/notesMasters/notesMaster1.xml" Id="Rd4bfab99554945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9fabd365a94645" /><Relationship Type="http://schemas.openxmlformats.org/officeDocument/2006/relationships/notesMaster" Target="/ppt/notesMasters/notesMaster1.xml" Id="Rbe8e734c79664f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db8940a75c43cc" /><Relationship Type="http://schemas.openxmlformats.org/officeDocument/2006/relationships/notesMaster" Target="/ppt/notesMasters/notesMaster1.xml" Id="Rfedf6d5446bd48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a2a67c56943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fc2fe4fc2447b7" /><Relationship Type="http://schemas.openxmlformats.org/officeDocument/2006/relationships/slideLayout" Target="/ppt/slideLayouts/slideLayout1.xml" Id="R4e0af956edda49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0af956edda49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91c48193d412a" /><Relationship Type="http://schemas.openxmlformats.org/officeDocument/2006/relationships/notesSlide" Target="/ppt/notesSlides/notesSlide1.xml" Id="R1017551a8d5d46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068242d1f4433" /><Relationship Type="http://schemas.openxmlformats.org/officeDocument/2006/relationships/notesSlide" Target="/ppt/notesSlides/notesSlide2.xml" Id="Rb048409538d946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d0551375f415d" /><Relationship Type="http://schemas.openxmlformats.org/officeDocument/2006/relationships/notesSlide" Target="/ppt/notesSlides/notesSlide3.xml" Id="R650a8a20a76d4c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f37c3e07d407d" /><Relationship Type="http://schemas.openxmlformats.org/officeDocument/2006/relationships/notesSlide" Target="/ppt/notesSlides/notesSlide4.xml" Id="R2fb02c72408b4e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af2d711894b42" /><Relationship Type="http://schemas.openxmlformats.org/officeDocument/2006/relationships/notesSlide" Target="/ppt/notesSlides/notesSlide5.xml" Id="R8002a6d6ffed4e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236b2623c4151" /><Relationship Type="http://schemas.openxmlformats.org/officeDocument/2006/relationships/notesSlide" Target="/ppt/notesSlides/notesSlide6.xml" Id="R6d64f2a7ad9b40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2c111da9643be" /><Relationship Type="http://schemas.openxmlformats.org/officeDocument/2006/relationships/notesSlide" Target="/ppt/notesSlides/notesSlide7.xml" Id="Re6dafbf317d049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71be9d2544d50" /><Relationship Type="http://schemas.openxmlformats.org/officeDocument/2006/relationships/notesSlide" Target="/ppt/notesSlides/notesSlide8.xml" Id="R137717d26cbe4a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2fb4e780c4c6a" /><Relationship Type="http://schemas.openxmlformats.org/officeDocument/2006/relationships/notesSlide" Target="/ppt/notesSlides/notesSlide9.xml" Id="R98a6c028de2443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bcbaf5a844110" /><Relationship Type="http://schemas.openxmlformats.org/officeDocument/2006/relationships/notesSlide" Target="/ppt/notesSlides/notesSlide10.xml" Id="R0be420d1c9134a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49a805e664809" /><Relationship Type="http://schemas.openxmlformats.org/officeDocument/2006/relationships/notesSlide" Target="/ppt/notesSlides/notesSlide11.xml" Id="R95501914016347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060e57b7445de" /><Relationship Type="http://schemas.openxmlformats.org/officeDocument/2006/relationships/notesSlide" Target="/ppt/notesSlides/notesSlide12.xml" Id="R126142a2495a4f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FA4A2-A1F0-4C37-8FEB-ED6BD8CC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64C1E-7903-4222-9CE3-2613C505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Performing facing, plain turning and knurling operations by using a lathe.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50B19-E0F7-4F24-9CE7-D3424D52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2731C-58CF-4529-B8C9-91D87E82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C4BCB-C506-4EA5-A4E0-4614985E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2F27C-6507-41BF-9F98-8127C45C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937CD-4ADB-49AD-AAAF-F1BBAA79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368A9-9267-45E8-9B37-5B58D8BE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44962-3FFD-42B6-BD37-72098C05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B10B8-D777-49CD-9053-6632950B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5FF9F-AAC3-4B70-A87A-E95FEB28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30D23D-8FE9-49E6-8D2D-7B9C6315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64754-4A1D-420B-8C19-67E71EFE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218313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3BC58-DD93-4663-8178-433501DB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14777-806B-4D38-9ED2-56B86F7A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D7509-F9A7-4697-9956-2ECD4B11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5AB58-9B01-46DC-9F70-A78AEB49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58067-6D84-4204-AF67-EF601F86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Performing facing, plain turning and knurling operations by using a lathe.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6CA4D-2B3F-48BB-A701-F0E58269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02989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FA192-D250-4E79-96AC-69516438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61A51-9A54-43E3-B2ED-9ADE32AE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0E4CC-A4BA-4FEB-80DA-07D7E511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04888-8CD0-4B83-873B-A07C71C4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2DB90-AEA9-48F0-8714-7B54360C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Performing facing, plain turning and knurling operations by using a lathe..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ED42F-C72A-481A-8439-9B9EB60A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Performing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7419F-1AF3-422D-AD65-DB8B2793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72818-4B15-434F-B20E-E415FCCF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facing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80598-69D9-48CA-AA23-A851BFFC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F10FF-673B-45A7-B7D6-B0C7AFF3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plain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0C5A3-216E-4795-ABF8-425AE46D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F5964-6B85-424A-B299-BA835CE5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turning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81B12-75D1-43AF-8243-13934612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D0DBE-B9BE-4F2B-9404-9AD16203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knurling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2C01C-A95E-4C70-8FF9-A3EDFFA4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631023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91894-23E3-4FAB-ADA8-62B2F747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6DB9C-1CA3-47A2-A92C-3F7E4857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8C3E7-6E1F-4FF2-A9FB-1299C1A7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3975F-8E82-4B1A-A7D5-E62896A9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3BB63-4E59-4FB3-92FD-AA679C43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5AECF-14C2-412B-835E-49214F39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355220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B60E5-E888-488B-97B9-42B2ABA7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5BC5B-1ABA-4E65-B7EB-16756503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371A4-352B-4C79-9E86-656A8D07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BED3E-6A82-4747-8BED-08BC27EF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7F31D-A9AB-4DB9-9E82-52C81556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86D21-CE44-4D78-824B-88ED7FC2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593691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53573-533A-467F-B5E3-020E9895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C5B56-CAD7-4BD5-B42F-4FF983E7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8F14C-87E8-4735-B9DC-ED02F154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C6D5A-B241-4A01-AA02-11ACEB8A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51631-66CC-436A-9C0C-CBD8AB3E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99408-4ACD-4C91-9392-098BD0ED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851DF-FA44-48EF-A2CC-307E0691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098F5-DFDB-4C26-8BB9-703231F2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F21A7-56D4-481F-9AA3-5C208E8F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EA803-3DCB-4CA0-8FE8-9CAFC571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7DCB7-1005-471A-B6B5-52E4F81B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65EB5-4E64-4A32-9E20-0F936163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8B648-411B-4067-A5FB-C00D3A59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CC103-DDDE-4390-9242-98195E43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BEE1F-4C49-4A5D-A170-F305F0C6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29717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DFE949-7C8F-4F04-B3F1-31889BBB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0A029-69D7-4DDD-B71D-60FDB3FA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F33BD-43EA-4925-9C95-4DCDEAD9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C2219-F579-44A5-A126-E1DA37B3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C7A74-F643-48C6-805C-54985A07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101B4-795F-4D6D-AA74-2ED67782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157D2-E03D-4FCF-8FF7-4F481BC9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25F32-AF65-4D08-BDC3-3FDAC8ED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0B4C2-A47B-404B-B62B-9A74F1E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3EB00-44B5-42A0-8A30-B99E25AB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EFED9-8B80-47F1-B9DC-E9572D5D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8DAF4-BFDB-4558-9A85-3514E98E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88951-4B70-4A19-813F-5535A436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EAD05-7D07-485F-9A6C-A7103C30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531C4-AB48-44DC-AC4F-34DD9D7B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1F283-9AB6-4FF2-A606-E3459DBB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7F8F4-C181-4CC8-9C07-95A7B9EC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24367-96BF-4FB6-AE36-A9A96DA4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E492D4-4CFD-44EF-A696-9BF283E2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10F53-E8E4-46D3-BC46-0050953A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A8C8F-1C6C-4142-85DC-9C1538D5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0A3471-01A1-46D7-B73A-FA2D6A17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29C39C-5BF0-4438-A839-708BBF47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F8F1C7-967E-46EC-9B10-9755F4F0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ACBB04-F7BE-45C6-BFE7-B8A76FBD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574945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25AB55-A0F7-4A1C-A532-AF4EA899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E80EC-4CE5-40D9-A327-27B6B19E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B02E7-9DC8-4CEA-AC96-63B2AA8E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4AAA1-0958-44DB-B15C-00637592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6F9BF-C619-4BF1-98F3-2B90FCE7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1574E-868E-4257-9AE3-87C043D7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892564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C6414-259E-488F-B068-F1D24487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5CB6A-784A-4712-B1B1-4C4943B1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230BF-D65C-4B8A-966E-FD9BE75F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29A1D-5159-47F8-91C1-8457AE8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62791-CA29-4352-A1C1-1D124341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55C33-DF49-466B-B1E4-875D76EB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974190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1751F-6E89-49F8-88BC-E6A2AF6B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8973C-82C4-46FD-8F2E-468F43F6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3B640-94F4-4C30-90EA-7BD90E3F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C1FDB-8179-48EB-828C-2E18B2FC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C0AD6-88B7-4C51-8650-F3B90843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Performing facing, plain turning and knurling o...?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8CC78-0046-402B-AED5-BF6D64C3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771723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FA4B1-4121-491E-90E7-2B020260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73C8C-025A-49D6-9F2B-473AA456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7D206-9FF4-4589-8E20-7929F916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B8226-F70B-4316-9F67-53677533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9B47D-BE1E-4338-A4E9-BE49761F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F35C2-A613-46F5-B21E-03096EA2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539793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44820-D9C1-4AE7-BA53-1EC355ED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50FCB-9310-493C-A8E5-F5BB75BF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76546-4203-4E85-8548-8C072AEF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057E7-4933-47FC-B02E-ECF1FB31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D5C47-BEF0-460E-B99B-C6FAF3DC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1763E-DE34-44EA-A28B-904157E7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2459D-4EA4-43AE-B381-27DA7693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84A1B-4C19-48B8-847F-0A1BDEE5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555B2-8E27-4229-8272-2802591E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CD664-856A-45EE-B911-5505BDD9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01769-B155-4EC9-BB05-A624215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F619C-E2FC-4B03-BB04-8CFC4AFB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F8710-436C-4893-B261-2812BEA4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B396B-2823-4C22-838F-0A83B54E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10223-8AA7-4756-8455-25A0122B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68D69-E8E3-416D-B807-022B054B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B7577-1C47-4BCE-AAF8-1F52A8FE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49874-B2C3-4648-9E1B-9E6FA367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82728-6340-4B5F-B957-88B6F366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4A3EA-5A19-467E-8411-0DBA04D8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BFEC8-544F-4756-9EAB-5D067502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425E49-C06F-4507-8FFD-038D8EA1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00E006-4250-4B18-9CA9-37771C0A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357175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2026-08-24T16:02:43.8320000Z</dcterms:created>
  <dcterms:modified xsi:type="dcterms:W3CDTF">2026-08-24T16:02:43.8320000Z</dcterms:modified>
</coreProperties>
</file>