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a9ea7de0b4ef1" /><Relationship Type="http://schemas.openxmlformats.org/officeDocument/2006/relationships/extended-properties" Target="/docProps/app.xml" Id="Raa51fee427804319" /><Relationship Type="http://schemas.openxmlformats.org/officeDocument/2006/relationships/officeDocument" Target="/ppt/presentation.xml" Id="Rf4926e058c09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74dd5fe974a4e"/>
  </p:sldMasterIdLst>
  <p:notesMasterIdLst>
    <p:notesMasterId xmlns:r="http://schemas.openxmlformats.org/officeDocument/2006/relationships" r:id="R050d958bef1c401e"/>
  </p:notesMasterIdLst>
  <p:sldIdLst>
    <p:sldId xmlns:r="http://schemas.openxmlformats.org/officeDocument/2006/relationships" id="256" r:id="Rb96940d16ed542c2"/>
    <p:sldId xmlns:r="http://schemas.openxmlformats.org/officeDocument/2006/relationships" id="257" r:id="Rcce229fbe5c24ce4"/>
    <p:sldId xmlns:r="http://schemas.openxmlformats.org/officeDocument/2006/relationships" id="258" r:id="R13758a5338a0466d"/>
    <p:sldId xmlns:r="http://schemas.openxmlformats.org/officeDocument/2006/relationships" id="259" r:id="R25768389b260407b"/>
    <p:sldId xmlns:r="http://schemas.openxmlformats.org/officeDocument/2006/relationships" id="260" r:id="R9938c4cbe0e94e5a"/>
    <p:sldId xmlns:r="http://schemas.openxmlformats.org/officeDocument/2006/relationships" id="261" r:id="R5ff1a239a4364a7c"/>
    <p:sldId xmlns:r="http://schemas.openxmlformats.org/officeDocument/2006/relationships" id="262" r:id="R14e0f52f4d2e499d"/>
    <p:sldId xmlns:r="http://schemas.openxmlformats.org/officeDocument/2006/relationships" id="263" r:id="R52b656f6d6cd4b18"/>
    <p:sldId xmlns:r="http://schemas.openxmlformats.org/officeDocument/2006/relationships" id="264" r:id="R820a9f8d8fef4ff5"/>
    <p:sldId xmlns:r="http://schemas.openxmlformats.org/officeDocument/2006/relationships" id="265" r:id="R2defba25b31047e9"/>
    <p:sldId xmlns:r="http://schemas.openxmlformats.org/officeDocument/2006/relationships" id="266" r:id="R88e6489e3ce345c7"/>
    <p:sldId xmlns:r="http://schemas.openxmlformats.org/officeDocument/2006/relationships" id="267" r:id="Rf0b17b47a3a4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6863f43ee046e7" /><Relationship Type="http://schemas.openxmlformats.org/officeDocument/2006/relationships/slideMaster" Target="/ppt/slideMasters/slideMaster1.xml" Id="Ra7d74dd5fe974a4e" /><Relationship Type="http://schemas.openxmlformats.org/officeDocument/2006/relationships/notesMaster" Target="/ppt/notesMasters/notesMaster1.xml" Id="R050d958bef1c401e" /><Relationship Type="http://schemas.openxmlformats.org/officeDocument/2006/relationships/presProps" Target="/ppt/presProps.xml" Id="Rfdb682345bc84b59" /><Relationship Type="http://schemas.openxmlformats.org/officeDocument/2006/relationships/tableStyles" Target="/ppt/tableStyles.xml" Id="R91ba7a4d45924bbb" /><Relationship Type="http://schemas.openxmlformats.org/officeDocument/2006/relationships/slide" Target="/ppt/slides/slide1.xml" Id="Rb96940d16ed542c2" /><Relationship Type="http://schemas.openxmlformats.org/officeDocument/2006/relationships/slide" Target="/ppt/slides/slide2.xml" Id="Rcce229fbe5c24ce4" /><Relationship Type="http://schemas.openxmlformats.org/officeDocument/2006/relationships/slide" Target="/ppt/slides/slide3.xml" Id="R13758a5338a0466d" /><Relationship Type="http://schemas.openxmlformats.org/officeDocument/2006/relationships/slide" Target="/ppt/slides/slide4.xml" Id="R25768389b260407b" /><Relationship Type="http://schemas.openxmlformats.org/officeDocument/2006/relationships/slide" Target="/ppt/slides/slide5.xml" Id="R9938c4cbe0e94e5a" /><Relationship Type="http://schemas.openxmlformats.org/officeDocument/2006/relationships/slide" Target="/ppt/slides/slide6.xml" Id="R5ff1a239a4364a7c" /><Relationship Type="http://schemas.openxmlformats.org/officeDocument/2006/relationships/slide" Target="/ppt/slides/slide7.xml" Id="R14e0f52f4d2e499d" /><Relationship Type="http://schemas.openxmlformats.org/officeDocument/2006/relationships/slide" Target="/ppt/slides/slide8.xml" Id="R52b656f6d6cd4b18" /><Relationship Type="http://schemas.openxmlformats.org/officeDocument/2006/relationships/slide" Target="/ppt/slides/slide9.xml" Id="R820a9f8d8fef4ff5" /><Relationship Type="http://schemas.openxmlformats.org/officeDocument/2006/relationships/slide" Target="/ppt/slides/slide10.xml" Id="R2defba25b31047e9" /><Relationship Type="http://schemas.openxmlformats.org/officeDocument/2006/relationships/slide" Target="/ppt/slides/slide11.xml" Id="R88e6489e3ce345c7" /><Relationship Type="http://schemas.openxmlformats.org/officeDocument/2006/relationships/slide" Target="/ppt/slides/slide12.xml" Id="Rf0b17b47a3a4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f3ad055d9e4d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7d00be7c84418a" /><Relationship Type="http://schemas.openxmlformats.org/officeDocument/2006/relationships/notesMaster" Target="/ppt/notesMasters/notesMaster1.xml" Id="R9940339efac6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6392fdec994a2c" /><Relationship Type="http://schemas.openxmlformats.org/officeDocument/2006/relationships/notesMaster" Target="/ppt/notesMasters/notesMaster1.xml" Id="R40104baeb55b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ed8b36ca674751" /><Relationship Type="http://schemas.openxmlformats.org/officeDocument/2006/relationships/notesMaster" Target="/ppt/notesMasters/notesMaster1.xml" Id="Rdd6c2ecacee8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d4a0e09c9943dc" /><Relationship Type="http://schemas.openxmlformats.org/officeDocument/2006/relationships/notesMaster" Target="/ppt/notesMasters/notesMaster1.xml" Id="R41fe7eb93cab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339fad35d44626" /><Relationship Type="http://schemas.openxmlformats.org/officeDocument/2006/relationships/notesMaster" Target="/ppt/notesMasters/notesMaster1.xml" Id="R5b968d3a0ab04f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ea5a4bbc8f4018" /><Relationship Type="http://schemas.openxmlformats.org/officeDocument/2006/relationships/notesMaster" Target="/ppt/notesMasters/notesMaster1.xml" Id="R734247170bdf4d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91427f8db646ee" /><Relationship Type="http://schemas.openxmlformats.org/officeDocument/2006/relationships/notesMaster" Target="/ppt/notesMasters/notesMaster1.xml" Id="R16e274cd7ff342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90596767c04844" /><Relationship Type="http://schemas.openxmlformats.org/officeDocument/2006/relationships/notesMaster" Target="/ppt/notesMasters/notesMaster1.xml" Id="R0c1474d82d0b49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706bd34e6b4087" /><Relationship Type="http://schemas.openxmlformats.org/officeDocument/2006/relationships/notesMaster" Target="/ppt/notesMasters/notesMaster1.xml" Id="R913fdb1e0b694e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c6b572078f46d0" /><Relationship Type="http://schemas.openxmlformats.org/officeDocument/2006/relationships/notesMaster" Target="/ppt/notesMasters/notesMaster1.xml" Id="R84c88f710d9640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6a6f3d03e4758" /><Relationship Type="http://schemas.openxmlformats.org/officeDocument/2006/relationships/notesMaster" Target="/ppt/notesMasters/notesMaster1.xml" Id="R6be037516c6a45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4ab0eb2f524821" /><Relationship Type="http://schemas.openxmlformats.org/officeDocument/2006/relationships/notesMaster" Target="/ppt/notesMasters/notesMaster1.xml" Id="R44ea90357f484e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9c1bbe3c346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afbcaba6f48fe" /><Relationship Type="http://schemas.openxmlformats.org/officeDocument/2006/relationships/slideLayout" Target="/ppt/slideLayouts/slideLayout1.xml" Id="R2035f621f3c5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35f621f3c5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ccc99d7a34f71" /><Relationship Type="http://schemas.openxmlformats.org/officeDocument/2006/relationships/notesSlide" Target="/ppt/notesSlides/notesSlide1.xml" Id="R4ac74e9c1999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300646c0f43bb" /><Relationship Type="http://schemas.openxmlformats.org/officeDocument/2006/relationships/notesSlide" Target="/ppt/notesSlides/notesSlide2.xml" Id="Rf26dd41dae2b4c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99c8ddec34add" /><Relationship Type="http://schemas.openxmlformats.org/officeDocument/2006/relationships/notesSlide" Target="/ppt/notesSlides/notesSlide3.xml" Id="Rcc0e5f52d9fd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72a4a77614d33" /><Relationship Type="http://schemas.openxmlformats.org/officeDocument/2006/relationships/notesSlide" Target="/ppt/notesSlides/notesSlide4.xml" Id="Refd1e85e8ed844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0027415cb4d0e" /><Relationship Type="http://schemas.openxmlformats.org/officeDocument/2006/relationships/notesSlide" Target="/ppt/notesSlides/notesSlide5.xml" Id="Ra73cf581b3774f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4c23c53284473" /><Relationship Type="http://schemas.openxmlformats.org/officeDocument/2006/relationships/notesSlide" Target="/ppt/notesSlides/notesSlide6.xml" Id="R54d5e30764124e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6f3f1fd7947e5" /><Relationship Type="http://schemas.openxmlformats.org/officeDocument/2006/relationships/notesSlide" Target="/ppt/notesSlides/notesSlide7.xml" Id="Rf1e4a251f44f4a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195d5518d4bc8" /><Relationship Type="http://schemas.openxmlformats.org/officeDocument/2006/relationships/notesSlide" Target="/ppt/notesSlides/notesSlide8.xml" Id="R360e8e2c8ead4b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3df715e7a464e" /><Relationship Type="http://schemas.openxmlformats.org/officeDocument/2006/relationships/notesSlide" Target="/ppt/notesSlides/notesSlide9.xml" Id="R5e21850076294c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626e897dc48f5" /><Relationship Type="http://schemas.openxmlformats.org/officeDocument/2006/relationships/notesSlide" Target="/ppt/notesSlides/notesSlide10.xml" Id="Rbd198d30eb974d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76c278e324266" /><Relationship Type="http://schemas.openxmlformats.org/officeDocument/2006/relationships/notesSlide" Target="/ppt/notesSlides/notesSlide11.xml" Id="R93c508afe87442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9eeb35d5341eb" /><Relationship Type="http://schemas.openxmlformats.org/officeDocument/2006/relationships/notesSlide" Target="/ppt/notesSlides/notesSlide12.xml" Id="R41d990c5adec4a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3ACCE-B072-4C9D-BF76-F142FE4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C2632-36C1-4BE0-88B3-8849282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Calibration of vernier caliper and micrometer using slip gauges.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CBB55-29F3-4A06-B733-25A1C877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D0720-4C97-467A-B5E1-FA22A20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0681F-3D44-4013-B381-A06BBF0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941EE-D562-45A6-AF96-1B45840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46366-CCBF-44FE-8C84-538996D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FFC4F-08C1-4383-9C9B-33DACE2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4B48B-EEC4-476C-BBA0-4BDC162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3EACA-82E0-4C4F-A5E6-B3515AC1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A12CC-6F6A-45CF-B019-B1F5FAB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008D9-152D-42BC-A407-CABA61D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0C038-31A9-4E10-8C1B-35A8171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18081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2748B-C026-42A2-A6C5-DE206390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A4D8D-59C3-44F2-A42F-C71B847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DEF70-0AC6-4CF9-B6B4-E938B3CC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8BF6A-0223-4AF3-A219-E4CE41B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85AF-A95E-4901-857E-13E1E76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Calibration of vernier caliper and micrometer using slip gauges.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D9ECD-A488-484E-A1B9-B474DEAA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51020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63F81-30F3-4646-B17D-DD94014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BC376-0A2B-4398-A3A3-D0B14779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55302-4D8A-44B8-A3F8-5814E3D7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9A53-6A5B-4079-9EBB-199F931F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AC439-E06A-42FE-B176-9E0210DF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Calibration of vernier caliper and micrometer using slip gauges..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5B96C-1F82-4EB4-90F1-712579A6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B5EB2-3A4F-4047-A9AB-EF9CE72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DB83A-85E8-4A07-B64B-FF5E9E79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vernier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22A86-F4D5-4B6A-8098-EEE2F1CB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C9DA6-C549-4BFB-BEA5-36D401D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caliper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ADDCF-A4F4-43A5-BDC5-A855592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0AE14-2696-4AEC-A5D8-CF4C3B7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micrometer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0B8BA-58FB-47D1-B3AD-D31FE830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4B62C-756E-45B8-8B30-8D264CC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slip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0DEFE-6A6E-4987-BF8F-6A7BB29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60495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279CD-0031-4DE1-8FE9-4477B07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A0DBF-C5A9-4B32-BF13-62F52E70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08761-C256-4ED7-A5FE-18E7207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970E5-6731-4F8D-9440-DA80DE6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6B521-D703-403D-B4C6-00027A58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49D2C-22F4-4CB9-99AE-43826BDD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72982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63089-781A-43FE-8956-362323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F7419-5915-4F7E-A8E0-21AFB8C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9F7C7-039F-4681-89F5-01198CE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DB9E6-F0D5-423B-BA12-1B453C05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46988-E889-4BA1-8EC4-2BFED95C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EF42-D81C-41AB-A5E4-332707D3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28155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459E2-484B-45BC-9087-397B451B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F9C6F-5775-43B6-A1E4-BB21156C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FEF1F-1ED1-463C-BF6F-A33DD6E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043BC-6C9A-4ADA-8F41-BC18AC33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919B2-7CFB-4B41-AFC8-665D80E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BC64A-F7F1-4410-80D3-C11C9F76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427D9-F302-4A28-8CD8-D268DCA3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3F2F5-773F-435C-81A2-1AAD285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728C6-70BD-454F-8E22-C9AC795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4D262-3569-490E-ADC7-665C86E0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D4797-C218-464D-B0BA-D950177B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5CE90-CEBB-4AC2-9337-62F949E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5CEE6-1B33-470B-A351-74390E8E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1F65E-4BC7-45D0-A8FB-0B74BE81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9B707-6120-4ED8-B54A-C9BBB3DF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291126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23F35-2DF0-46A3-907B-A2EA7606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C71DF-6111-436D-8B8A-78190206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950E4-A21D-45E3-ACCB-307EE25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8D22C-4C26-4FB4-9D67-7E964AC5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DE8DA-91BF-45C1-8C0C-9A9A811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8DC69-F9A8-4731-A813-D9B9484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91CF8-2525-4D72-9F47-F283411B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896FB-C1D0-4327-A80E-7B466BE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10149-319E-48C4-83A9-4A1497F5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1BC96-C101-4B80-B279-F9A683E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73FDA-1482-4076-AD43-ADD9B12C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D1494-B065-4A4F-8F8E-A9ED6B50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9641C-F6C9-4360-A7C8-AF7D7BA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6DEE9-46AA-4736-8399-4F518EA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7E520-B2F6-4C31-8373-50EEBB4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12D27-4166-4036-A344-2AF0D48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81D5C-5942-4AB8-B8B5-6292E991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B4436-D3F5-4559-B33D-88F677D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26FC3-729D-4F47-B920-F4F14E26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38B35-8AAB-4FA2-B1E8-97632A0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797B0-31EC-41A1-832E-5FA03F51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97992-D313-4F61-8422-9D2E5EED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30E2B-8029-47B9-B40C-7AE13055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3EEE1-9EFF-47BD-8D5B-3102FAFB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FC86B-48FC-4697-93EE-2C69028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7642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85517-F61B-469C-A6D2-0C02469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D5C4C-9364-43A7-B52C-FD5F029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02E1E-D392-4F9E-BEEB-2FCBA5E4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2448C-7306-414D-AE2E-8DA290F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2AFA5-7844-4108-AC3D-062A8498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6DF59-6DD4-4719-A963-FA2B295D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23646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377A7-2ED1-49F5-BC6F-A29B2187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91487-F696-42E6-AA55-454EAEA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C4589-E220-4CB7-A517-13F20975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D9863-B0D2-421A-BB26-B6FCD0B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3F55E-52A6-4D09-80F8-B2B2F29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4DA10-BD3B-41E6-B6EF-5D0A2DC5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88079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20981-9BDB-4FC4-9DE5-9BB858BF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433A4-66B3-4794-9152-AA891590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200E-48BE-4723-8A9B-C01AEAC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54585-3F13-4D29-8EC5-83A2F08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A98C0-1190-4679-8681-255172F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Calibration of vernier caliper and micrometer u...?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F1CC7-1E1D-4F73-8C3C-02F6B61F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006937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D4B1E-D784-43E5-9B0F-279F7DD7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0B51E-F692-4A8F-B194-14C3FE6A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0DF34-6F81-4CCA-8D5B-C751C253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625A8-7D01-4EC8-AE1A-50C984BA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D0BEB-D0CE-4F73-B868-0344AB36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B9685-4DA7-402A-8AC0-50D47CBD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105325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18F53-5D55-41F8-9F31-F9C755F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F7091-57CA-493D-83D7-67F4C7E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E0B7A-E0ED-4551-AFC9-F5FE38B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97028-2E1A-4021-BB4C-F45B63EF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D76D8-FA71-4B58-A02C-B37A19D3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6473-1F3A-42A6-B4E8-1A35336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51DF3-ED2B-4AC7-811E-CE68CC81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5B323-0301-427F-BE39-3B2B2357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CBF6C-EA1E-4994-82F8-6659EB9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689B6-F427-403B-AA1B-33BF4C2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AA3FD-FA42-4769-9AB6-7C2FF3B0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B120F-0951-4CFB-8FCF-867D9A9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A3ED6-1F80-428C-B8B7-A2DBACC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DBA6C-D58E-4147-9DCB-E522782F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1ACCB-1F0C-47CE-97D2-FCAAA65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47AFC-8002-424C-97EA-910360E0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C66A3-81C3-4BF2-A992-A97A0334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A6CC3-DEC1-4879-B482-92E6CF8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50E6F-B47B-4EC1-8900-DEC2414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D81B4-0D59-4FA5-8F9D-D5B9A1BB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42A67-4C2B-40CA-B62E-C170BB74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2E4D6-A11D-4AE0-8663-0215485F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E1E93-4676-4CB1-AAE5-4B33B9A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22920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2026-08-24T16:02:43.9530000Z</dcterms:created>
  <dcterms:modified xsi:type="dcterms:W3CDTF">2026-08-24T16:02:43.9530000Z</dcterms:modified>
</coreProperties>
</file>