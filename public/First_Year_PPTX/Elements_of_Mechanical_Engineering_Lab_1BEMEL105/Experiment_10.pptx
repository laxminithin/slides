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615e6c4c6645a0" /><Relationship Type="http://schemas.openxmlformats.org/officeDocument/2006/relationships/extended-properties" Target="/docProps/app.xml" Id="Rcbae10809ed942fd" /><Relationship Type="http://schemas.openxmlformats.org/officeDocument/2006/relationships/officeDocument" Target="/ppt/presentation.xml" Id="Rbe68c156328e44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402da9f4fc4198"/>
  </p:sldMasterIdLst>
  <p:notesMasterIdLst>
    <p:notesMasterId xmlns:r="http://schemas.openxmlformats.org/officeDocument/2006/relationships" r:id="R2ac49b2955454bec"/>
  </p:notesMasterIdLst>
  <p:sldIdLst>
    <p:sldId xmlns:r="http://schemas.openxmlformats.org/officeDocument/2006/relationships" id="256" r:id="R27c29b79717347bb"/>
    <p:sldId xmlns:r="http://schemas.openxmlformats.org/officeDocument/2006/relationships" id="257" r:id="R36323022f83f45d4"/>
    <p:sldId xmlns:r="http://schemas.openxmlformats.org/officeDocument/2006/relationships" id="258" r:id="R04c03a890d0a4b7c"/>
    <p:sldId xmlns:r="http://schemas.openxmlformats.org/officeDocument/2006/relationships" id="259" r:id="R201121d44d084e9c"/>
    <p:sldId xmlns:r="http://schemas.openxmlformats.org/officeDocument/2006/relationships" id="260" r:id="Rdb86f1756217431d"/>
    <p:sldId xmlns:r="http://schemas.openxmlformats.org/officeDocument/2006/relationships" id="261" r:id="R642c542ac8124a5a"/>
    <p:sldId xmlns:r="http://schemas.openxmlformats.org/officeDocument/2006/relationships" id="262" r:id="Ra9c92a451ecf4ae6"/>
    <p:sldId xmlns:r="http://schemas.openxmlformats.org/officeDocument/2006/relationships" id="263" r:id="Redfd194c46c146d6"/>
    <p:sldId xmlns:r="http://schemas.openxmlformats.org/officeDocument/2006/relationships" id="264" r:id="R6b42cf370852459d"/>
    <p:sldId xmlns:r="http://schemas.openxmlformats.org/officeDocument/2006/relationships" id="265" r:id="R0d5205f8c0734e29"/>
    <p:sldId xmlns:r="http://schemas.openxmlformats.org/officeDocument/2006/relationships" id="266" r:id="Ref974c6d656f4774"/>
    <p:sldId xmlns:r="http://schemas.openxmlformats.org/officeDocument/2006/relationships" id="267" r:id="R429df7f22f4840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d7f92f1ec549cb" /><Relationship Type="http://schemas.openxmlformats.org/officeDocument/2006/relationships/slideMaster" Target="/ppt/slideMasters/slideMaster1.xml" Id="R9a402da9f4fc4198" /><Relationship Type="http://schemas.openxmlformats.org/officeDocument/2006/relationships/notesMaster" Target="/ppt/notesMasters/notesMaster1.xml" Id="R2ac49b2955454bec" /><Relationship Type="http://schemas.openxmlformats.org/officeDocument/2006/relationships/presProps" Target="/ppt/presProps.xml" Id="R25d0ca5c858148c2" /><Relationship Type="http://schemas.openxmlformats.org/officeDocument/2006/relationships/tableStyles" Target="/ppt/tableStyles.xml" Id="R6fae311bc88d4a0b" /><Relationship Type="http://schemas.openxmlformats.org/officeDocument/2006/relationships/slide" Target="/ppt/slides/slide1.xml" Id="R27c29b79717347bb" /><Relationship Type="http://schemas.openxmlformats.org/officeDocument/2006/relationships/slide" Target="/ppt/slides/slide2.xml" Id="R36323022f83f45d4" /><Relationship Type="http://schemas.openxmlformats.org/officeDocument/2006/relationships/slide" Target="/ppt/slides/slide3.xml" Id="R04c03a890d0a4b7c" /><Relationship Type="http://schemas.openxmlformats.org/officeDocument/2006/relationships/slide" Target="/ppt/slides/slide4.xml" Id="R201121d44d084e9c" /><Relationship Type="http://schemas.openxmlformats.org/officeDocument/2006/relationships/slide" Target="/ppt/slides/slide5.xml" Id="Rdb86f1756217431d" /><Relationship Type="http://schemas.openxmlformats.org/officeDocument/2006/relationships/slide" Target="/ppt/slides/slide6.xml" Id="R642c542ac8124a5a" /><Relationship Type="http://schemas.openxmlformats.org/officeDocument/2006/relationships/slide" Target="/ppt/slides/slide7.xml" Id="Ra9c92a451ecf4ae6" /><Relationship Type="http://schemas.openxmlformats.org/officeDocument/2006/relationships/slide" Target="/ppt/slides/slide8.xml" Id="Redfd194c46c146d6" /><Relationship Type="http://schemas.openxmlformats.org/officeDocument/2006/relationships/slide" Target="/ppt/slides/slide9.xml" Id="R6b42cf370852459d" /><Relationship Type="http://schemas.openxmlformats.org/officeDocument/2006/relationships/slide" Target="/ppt/slides/slide10.xml" Id="R0d5205f8c0734e29" /><Relationship Type="http://schemas.openxmlformats.org/officeDocument/2006/relationships/slide" Target="/ppt/slides/slide11.xml" Id="Ref974c6d656f4774" /><Relationship Type="http://schemas.openxmlformats.org/officeDocument/2006/relationships/slide" Target="/ppt/slides/slide12.xml" Id="R429df7f22f4840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4c7a2a25754b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4a2d158b584c36" /><Relationship Type="http://schemas.openxmlformats.org/officeDocument/2006/relationships/notesMaster" Target="/ppt/notesMasters/notesMaster1.xml" Id="R815db1bb821c40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f6b681d483408b" /><Relationship Type="http://schemas.openxmlformats.org/officeDocument/2006/relationships/notesMaster" Target="/ppt/notesMasters/notesMaster1.xml" Id="Rd0a6ed5ef39342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912fac8469431e" /><Relationship Type="http://schemas.openxmlformats.org/officeDocument/2006/relationships/notesMaster" Target="/ppt/notesMasters/notesMaster1.xml" Id="Ra5721b7158a141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19bb6818094a86" /><Relationship Type="http://schemas.openxmlformats.org/officeDocument/2006/relationships/notesMaster" Target="/ppt/notesMasters/notesMaster1.xml" Id="R66c3d8ababb845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ec03a90abd47fa" /><Relationship Type="http://schemas.openxmlformats.org/officeDocument/2006/relationships/notesMaster" Target="/ppt/notesMasters/notesMaster1.xml" Id="R7b8a168a749648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d2bf6679214d9f" /><Relationship Type="http://schemas.openxmlformats.org/officeDocument/2006/relationships/notesMaster" Target="/ppt/notesMasters/notesMaster1.xml" Id="R51fd0335527a49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0838d025a74d57" /><Relationship Type="http://schemas.openxmlformats.org/officeDocument/2006/relationships/notesMaster" Target="/ppt/notesMasters/notesMaster1.xml" Id="Rf08c81804c684c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450f3e315d4c97" /><Relationship Type="http://schemas.openxmlformats.org/officeDocument/2006/relationships/notesMaster" Target="/ppt/notesMasters/notesMaster1.xml" Id="R2c3b030b505d40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57bb488d62413f" /><Relationship Type="http://schemas.openxmlformats.org/officeDocument/2006/relationships/notesMaster" Target="/ppt/notesMasters/notesMaster1.xml" Id="R9f00296be89844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04386b768c4f8c" /><Relationship Type="http://schemas.openxmlformats.org/officeDocument/2006/relationships/notesMaster" Target="/ppt/notesMasters/notesMaster1.xml" Id="R9527ec45e60d49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fbee4669304d6e" /><Relationship Type="http://schemas.openxmlformats.org/officeDocument/2006/relationships/notesMaster" Target="/ppt/notesMasters/notesMaster1.xml" Id="Rce82cd8c3ff042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b5bf3e36fe4815" /><Relationship Type="http://schemas.openxmlformats.org/officeDocument/2006/relationships/notesMaster" Target="/ppt/notesMasters/notesMaster1.xml" Id="R26dec7d77ac249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cd85a381c42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723f9a2e4745eb" /><Relationship Type="http://schemas.openxmlformats.org/officeDocument/2006/relationships/slideLayout" Target="/ppt/slideLayouts/slideLayout1.xml" Id="R761deef05df24c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1deef05df24c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8f817604540b1" /><Relationship Type="http://schemas.openxmlformats.org/officeDocument/2006/relationships/notesSlide" Target="/ppt/notesSlides/notesSlide1.xml" Id="R0184bb4fd8f241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a0157ec6e4438" /><Relationship Type="http://schemas.openxmlformats.org/officeDocument/2006/relationships/notesSlide" Target="/ppt/notesSlides/notesSlide2.xml" Id="Rf747b258db934e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0b00e880c4af0" /><Relationship Type="http://schemas.openxmlformats.org/officeDocument/2006/relationships/notesSlide" Target="/ppt/notesSlides/notesSlide3.xml" Id="R7db777b545384f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25f6a3d7e4268" /><Relationship Type="http://schemas.openxmlformats.org/officeDocument/2006/relationships/notesSlide" Target="/ppt/notesSlides/notesSlide4.xml" Id="R2cb31a8a104e46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c7724c1684fbc" /><Relationship Type="http://schemas.openxmlformats.org/officeDocument/2006/relationships/notesSlide" Target="/ppt/notesSlides/notesSlide5.xml" Id="R56ff964458b046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2f1ff337e4531" /><Relationship Type="http://schemas.openxmlformats.org/officeDocument/2006/relationships/notesSlide" Target="/ppt/notesSlides/notesSlide6.xml" Id="R296faf99f4fb42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64a0167444118" /><Relationship Type="http://schemas.openxmlformats.org/officeDocument/2006/relationships/notesSlide" Target="/ppt/notesSlides/notesSlide7.xml" Id="R4054c389bcdc4c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d732837d74099" /><Relationship Type="http://schemas.openxmlformats.org/officeDocument/2006/relationships/notesSlide" Target="/ppt/notesSlides/notesSlide8.xml" Id="Rfd278c8b99f745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bb1616a6d4b00" /><Relationship Type="http://schemas.openxmlformats.org/officeDocument/2006/relationships/notesSlide" Target="/ppt/notesSlides/notesSlide9.xml" Id="R90ddca097b1d4d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913b85ebd48ba" /><Relationship Type="http://schemas.openxmlformats.org/officeDocument/2006/relationships/notesSlide" Target="/ppt/notesSlides/notesSlide10.xml" Id="R313c1a80ec5f43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a50da9a9547f0" /><Relationship Type="http://schemas.openxmlformats.org/officeDocument/2006/relationships/notesSlide" Target="/ppt/notesSlides/notesSlide11.xml" Id="Rdf7e4740c78d46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5333a503d4e18" /><Relationship Type="http://schemas.openxmlformats.org/officeDocument/2006/relationships/notesSlide" Target="/ppt/notesSlides/notesSlide12.xml" Id="R188ecd34d4c147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489E9-AB58-450D-B47B-B04EAF48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6C04F-12B7-4C18-9DD7-05AB1509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Investigation of the effect of additives on the viscosity of base fuels.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50EF0-CD0F-4772-AB8F-6183531D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3B218-4350-4BA4-96B3-6F1277C6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28C60-08D3-464A-A0C4-6EDE405C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148A8-945E-4A0E-8EB5-B3C5E866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94988-654D-44B8-8B52-2186A2B6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D30A6-B100-4142-9512-C3BC9D46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85EFF-A17F-4509-A33A-869CA980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17B0B-1EBE-49DF-A494-E401B991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628F8-02A5-4678-92C3-4AF44CD5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E6958-C5C9-45DB-81C2-300F6DFA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D2DE0-E2E3-4DE3-8A59-0448885A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5735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AFD9C-95EA-49EC-9E06-D4AB6595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4016B-EDB8-4892-AD2F-5DE56C48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BACBB-4BA9-4B3D-AF6A-535C3976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642D2-2DD1-491B-B976-68E6FD2B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59F25-334F-4323-B37F-78A99241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Investigation of the effect of additives on the viscosity of base fuels.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E4D56-208E-42FC-A5DD-8B897642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631591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3BE79-B394-4D0A-85B7-EB6FD117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9B238-87FC-4313-A5A8-4070FB28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FEC10-0CB6-48AA-9A01-FB74DF18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9FC2B-5CBB-4E95-B5FA-DBD3909B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D800B-BD85-4F48-9560-25090734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Investigation of the effect of additives on the viscosity of base fuels..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AB37F-5534-4187-A8E3-2C86A474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Investigation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2B048-24CC-46FF-8962-854A7FB5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05D4E-6AE4-4FB7-BE46-5920FA1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additives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A8449-2C38-4107-BB81-445AD79B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114CF-AD1B-4F12-AB28-264AB3EB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viscosity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9EAEA-C306-43BF-B204-3F54FC32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11662-57FC-4769-88B3-656C52E9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B665C-289C-4DEE-9C5C-B4905026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18146-A4F1-47F3-9B4E-70D7E75E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fuels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B7BF9D-C66D-4E0E-B92B-097A31E6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925124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42F6F-AF3C-4B6A-889E-4C6DC020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50934-0FF4-4603-9074-2C547313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3A084-53A3-464E-B751-763D9751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7BDC8-376C-4EDB-A7F5-1CBF1658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623F0-3428-431C-8FD6-1DD5370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6225C-C4D3-4383-A241-67C1D939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870655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85A48-EDBC-4825-85A3-23B90C91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C7BC5-8CBE-4852-8593-E280B119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1FC58-96AE-4F26-97C8-C89B0ABB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535BA-5968-4C9B-9DF0-838CC1FB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3EC36-F6D4-418F-A3DA-D12BBE22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62C15-0F91-46CE-919F-4ECEC6FE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615453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CF5BD-D954-4955-93DC-A2D28FA5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AF755-C3B0-4F81-9B2C-924C8925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498F8-D5F5-42F7-A337-145ED150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93076-AAAD-4F73-896F-A443F3AF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21EF2-7C41-4FD0-B978-3A9F2B9A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F357C-3D1B-4C70-9470-3C395A97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43493-4E88-42CD-95BB-B520F5FD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F1D77-D63B-4EDF-B3C6-4804E3FD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4AE41-E179-4CAB-8D65-F7D9ACBD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9479E-2652-4E3C-8523-3989A9DD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877FF-5E38-466D-954C-24EA3D11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4369F-5ECA-47BF-9F1D-8AB1DB87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77CB3-B752-4D55-9672-C7A1F937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4DC02-09A6-486B-96C5-CD8055D6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38C0D-8828-451F-A1FB-7047D03E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533874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ADB95-7734-433B-ACFC-C53B0687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87DB4-0E8F-40B7-9373-7DB8F6B5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7CC90-6F02-4869-9EAB-297C882D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F1DFB-E7FF-4631-BDE2-8B57259E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509FD-6360-453E-AEA7-D2E244DD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13559-98F7-499C-8C72-9D1A9DD4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367EB-F95C-413D-A7A2-12987F72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7572E-743D-436D-812C-0F1D3948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A0E39-D908-48B1-83FE-DB2A5D20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7CEF1-9A8D-4023-9760-A8F38A52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580C6-BAAE-4D9A-9B69-9A65743A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492E9-77CA-40D7-9319-A4230FCD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99528-22D2-46E3-94FB-E3D3B3A4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D214A-4FD0-42C8-9A68-435A38A7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75A3D-CF24-47B5-A526-2A2534A9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F042D-B875-4317-9D0B-C96352D7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FCC09-FF10-473B-8D86-89433250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65325-C172-4C7E-8A16-89184E5C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A00E5-1E9B-48FD-B092-A0455698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D5AEA-E20D-4713-BA86-A3F5BCC5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F3499-E761-4748-B547-C3B4B77B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555073-C29B-481E-B6D0-D103D64C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05349A-518D-4F33-AF53-9270B31A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A8807-A0A8-487E-A5BF-6EBACC1F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5CAF3-E2A0-4035-B321-ED168165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843732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A1EAA-9C13-46BA-A616-4644BC9E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7556D-C2C1-40FD-906C-241D3E94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C108B-AA5B-4C83-AF9C-D1E9F0D1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A64BA-14A7-4575-8120-4D11AA42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E371D-A93A-4F94-9BAD-5FF81919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A70EC-26BF-409C-A4B3-C4D95A26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33207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F3D7C-BD71-4B38-8868-48AE4D4C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75E4A-5489-4B46-82D2-B904BEC6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5762E-C9C6-46F6-8574-361FC86B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2F492-EB45-4B8C-848A-C63DF3FD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8C247-44CB-4F5F-932A-F7983448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683DD-A6B4-41F5-BB50-868387A9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802186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313EA-C01E-4F44-8AF5-0DFAECC5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3A0A8-FF2E-4D17-B0C2-2B259DD4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3C10B-65E7-4147-8719-D913314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E7488-C35F-4E95-8028-E61F62AD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52BB0-91C2-4028-8DDE-24E47448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Investigation of the effect of additives on the...?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397A1-7692-4B36-93A2-6947886F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158250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87AEA-31FD-4C4D-ACE9-55EA601A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7D786-3F60-47DC-BDEF-460867F7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ED579-0368-45AB-B26B-FF597ED2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5E57B-40FE-456B-A3EF-B0C35E15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04E41-16ED-4D03-8966-9AC56079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66BF6-8FDC-4547-A2BE-0741E9AE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386625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C147FB-BCE3-49DA-A955-E40BE856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B76EE-0A49-4CB7-B110-FF167BB8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3423F-8E5D-4C40-AB4C-67D759CC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370B6-722D-4CA3-BC07-CC76366C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4A9CC-B9E7-46DF-94E0-00AC4B1E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A6ADA-BBF2-4DA9-80BF-5EFE88C8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BDF64-0206-48B6-BF56-1FB67237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0824E-3136-4DA7-99B3-67A4360A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81F5E-28F5-4C3F-BCD9-BCABE36F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CB40E-51F0-4B9D-BC34-3AA98298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97B9B-BF38-4471-9202-59886DFB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7AC25-9E61-4FD8-B5CF-DCB9956C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1FC0D-5D34-4CC8-B029-856E604A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BC676-0219-4302-AB3B-6F4739FD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ADF7E-DBCC-4BAF-A4AB-88A3EB88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42F1B-7510-476E-B33B-7BCC2421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3F99F-25CA-4531-8B12-29562EBA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C57F9-33BF-4D93-BF81-8B2408B6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458B9-DE35-4335-BE91-1DE27F25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498F7-642B-437C-885E-0AFA12DD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7D6DB-3B95-4A28-AB27-F576371F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7CF503-4541-4858-9DD6-5015EF13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A009DF-15D1-42AD-89F6-3691D1B2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94724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2026-08-24T16:02:44.2930000Z</dcterms:created>
  <dcterms:modified xsi:type="dcterms:W3CDTF">2026-08-24T16:02:44.2930000Z</dcterms:modified>
</coreProperties>
</file>