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d3e11784904263" /><Relationship Type="http://schemas.openxmlformats.org/officeDocument/2006/relationships/extended-properties" Target="/docProps/app.xml" Id="R8a57fc643f184eae" /><Relationship Type="http://schemas.openxmlformats.org/officeDocument/2006/relationships/officeDocument" Target="/ppt/presentation.xml" Id="R7abab07b7cc64c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f04ba877b846c1"/>
  </p:sldMasterIdLst>
  <p:notesMasterIdLst>
    <p:notesMasterId xmlns:r="http://schemas.openxmlformats.org/officeDocument/2006/relationships" r:id="R34558d570c1340fb"/>
  </p:notesMasterIdLst>
  <p:sldIdLst>
    <p:sldId xmlns:r="http://schemas.openxmlformats.org/officeDocument/2006/relationships" id="256" r:id="Rfe28c48246464d89"/>
    <p:sldId xmlns:r="http://schemas.openxmlformats.org/officeDocument/2006/relationships" id="257" r:id="Rd09db15653bc47ff"/>
    <p:sldId xmlns:r="http://schemas.openxmlformats.org/officeDocument/2006/relationships" id="258" r:id="R30317009a7124fad"/>
    <p:sldId xmlns:r="http://schemas.openxmlformats.org/officeDocument/2006/relationships" id="259" r:id="R3b4f09924cfa4cc9"/>
    <p:sldId xmlns:r="http://schemas.openxmlformats.org/officeDocument/2006/relationships" id="260" r:id="R738f5a22ae074d85"/>
    <p:sldId xmlns:r="http://schemas.openxmlformats.org/officeDocument/2006/relationships" id="261" r:id="R3768884e9c2843eb"/>
    <p:sldId xmlns:r="http://schemas.openxmlformats.org/officeDocument/2006/relationships" id="262" r:id="Rb3d4132b6f614bcf"/>
    <p:sldId xmlns:r="http://schemas.openxmlformats.org/officeDocument/2006/relationships" id="263" r:id="R9c608656b51a4c73"/>
    <p:sldId xmlns:r="http://schemas.openxmlformats.org/officeDocument/2006/relationships" id="264" r:id="Rab9c082e7ca643b8"/>
    <p:sldId xmlns:r="http://schemas.openxmlformats.org/officeDocument/2006/relationships" id="265" r:id="R5adc3609da164953"/>
    <p:sldId xmlns:r="http://schemas.openxmlformats.org/officeDocument/2006/relationships" id="266" r:id="R690104269dbe48fd"/>
    <p:sldId xmlns:r="http://schemas.openxmlformats.org/officeDocument/2006/relationships" id="267" r:id="R555bbdfccf314113"/>
    <p:sldId xmlns:r="http://schemas.openxmlformats.org/officeDocument/2006/relationships" id="268" r:id="Rbea544b2f9a443ec"/>
    <p:sldId xmlns:r="http://schemas.openxmlformats.org/officeDocument/2006/relationships" id="269" r:id="R4e49d9314c894cb4"/>
    <p:sldId xmlns:r="http://schemas.openxmlformats.org/officeDocument/2006/relationships" id="270" r:id="R4fb6439de8194cb5"/>
    <p:sldId xmlns:r="http://schemas.openxmlformats.org/officeDocument/2006/relationships" id="271" r:id="R06fc96e8b1fd43fa"/>
    <p:sldId xmlns:r="http://schemas.openxmlformats.org/officeDocument/2006/relationships" id="272" r:id="R6eef1b1f166a4b69"/>
    <p:sldId xmlns:r="http://schemas.openxmlformats.org/officeDocument/2006/relationships" id="273" r:id="Rb4d74126d73042f2"/>
    <p:sldId xmlns:r="http://schemas.openxmlformats.org/officeDocument/2006/relationships" id="274" r:id="R263b90cc9886415b"/>
    <p:sldId xmlns:r="http://schemas.openxmlformats.org/officeDocument/2006/relationships" id="275" r:id="Ra807b76850984c8d"/>
    <p:sldId xmlns:r="http://schemas.openxmlformats.org/officeDocument/2006/relationships" id="276" r:id="R69f016a623734809"/>
    <p:sldId xmlns:r="http://schemas.openxmlformats.org/officeDocument/2006/relationships" id="277" r:id="R950bd1338e614a89"/>
    <p:sldId xmlns:r="http://schemas.openxmlformats.org/officeDocument/2006/relationships" id="278" r:id="R799d3ddf48364897"/>
    <p:sldId xmlns:r="http://schemas.openxmlformats.org/officeDocument/2006/relationships" id="279" r:id="R7174478e50d4488d"/>
    <p:sldId xmlns:r="http://schemas.openxmlformats.org/officeDocument/2006/relationships" id="280" r:id="Rb8bb57e1f81b4722"/>
    <p:sldId xmlns:r="http://schemas.openxmlformats.org/officeDocument/2006/relationships" id="281" r:id="Rec36cbb16cee4011"/>
    <p:sldId xmlns:r="http://schemas.openxmlformats.org/officeDocument/2006/relationships" id="282" r:id="R8d03115c7b9d46c9"/>
    <p:sldId xmlns:r="http://schemas.openxmlformats.org/officeDocument/2006/relationships" id="283" r:id="Rcd5bb8d54c0b473d"/>
    <p:sldId xmlns:r="http://schemas.openxmlformats.org/officeDocument/2006/relationships" id="284" r:id="Rc8eb23d103f442c2"/>
    <p:sldId xmlns:r="http://schemas.openxmlformats.org/officeDocument/2006/relationships" id="285" r:id="Rd0534964241a44e2"/>
    <p:sldId xmlns:r="http://schemas.openxmlformats.org/officeDocument/2006/relationships" id="286" r:id="R1d7f1f609e894d4d"/>
    <p:sldId xmlns:r="http://schemas.openxmlformats.org/officeDocument/2006/relationships" id="287" r:id="R7505e3d4fa8f49a5"/>
    <p:sldId xmlns:r="http://schemas.openxmlformats.org/officeDocument/2006/relationships" id="288" r:id="Re44d300e00e2421f"/>
    <p:sldId xmlns:r="http://schemas.openxmlformats.org/officeDocument/2006/relationships" id="289" r:id="R6114def64a754ee0"/>
    <p:sldId xmlns:r="http://schemas.openxmlformats.org/officeDocument/2006/relationships" id="290" r:id="R003be688986e4170"/>
    <p:sldId xmlns:r="http://schemas.openxmlformats.org/officeDocument/2006/relationships" id="291" r:id="Rb858a42292114cfe"/>
    <p:sldId xmlns:r="http://schemas.openxmlformats.org/officeDocument/2006/relationships" id="292" r:id="R6ebfa8f71b584b0a"/>
    <p:sldId xmlns:r="http://schemas.openxmlformats.org/officeDocument/2006/relationships" id="293" r:id="Rf7e5b0a530a44458"/>
    <p:sldId xmlns:r="http://schemas.openxmlformats.org/officeDocument/2006/relationships" id="294" r:id="R4be86e93b9dd4a92"/>
    <p:sldId xmlns:r="http://schemas.openxmlformats.org/officeDocument/2006/relationships" id="295" r:id="R9bddf724549947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23124b3bc44569" /><Relationship Type="http://schemas.openxmlformats.org/officeDocument/2006/relationships/slideMaster" Target="/ppt/slideMasters/slideMaster1.xml" Id="Rb7f04ba877b846c1" /><Relationship Type="http://schemas.openxmlformats.org/officeDocument/2006/relationships/notesMaster" Target="/ppt/notesMasters/notesMaster1.xml" Id="R34558d570c1340fb" /><Relationship Type="http://schemas.openxmlformats.org/officeDocument/2006/relationships/presProps" Target="/ppt/presProps.xml" Id="Rb93b91301ffe4fe1" /><Relationship Type="http://schemas.openxmlformats.org/officeDocument/2006/relationships/tableStyles" Target="/ppt/tableStyles.xml" Id="R57144730f2a645d8" /><Relationship Type="http://schemas.openxmlformats.org/officeDocument/2006/relationships/slide" Target="/ppt/slides/slide1.xml" Id="Rfe28c48246464d89" /><Relationship Type="http://schemas.openxmlformats.org/officeDocument/2006/relationships/slide" Target="/ppt/slides/slide2.xml" Id="Rd09db15653bc47ff" /><Relationship Type="http://schemas.openxmlformats.org/officeDocument/2006/relationships/slide" Target="/ppt/slides/slide3.xml" Id="R30317009a7124fad" /><Relationship Type="http://schemas.openxmlformats.org/officeDocument/2006/relationships/slide" Target="/ppt/slides/slide4.xml" Id="R3b4f09924cfa4cc9" /><Relationship Type="http://schemas.openxmlformats.org/officeDocument/2006/relationships/slide" Target="/ppt/slides/slide5.xml" Id="R738f5a22ae074d85" /><Relationship Type="http://schemas.openxmlformats.org/officeDocument/2006/relationships/slide" Target="/ppt/slides/slide6.xml" Id="R3768884e9c2843eb" /><Relationship Type="http://schemas.openxmlformats.org/officeDocument/2006/relationships/slide" Target="/ppt/slides/slide7.xml" Id="Rb3d4132b6f614bcf" /><Relationship Type="http://schemas.openxmlformats.org/officeDocument/2006/relationships/slide" Target="/ppt/slides/slide8.xml" Id="R9c608656b51a4c73" /><Relationship Type="http://schemas.openxmlformats.org/officeDocument/2006/relationships/slide" Target="/ppt/slides/slide9.xml" Id="Rab9c082e7ca643b8" /><Relationship Type="http://schemas.openxmlformats.org/officeDocument/2006/relationships/slide" Target="/ppt/slides/slide10.xml" Id="R5adc3609da164953" /><Relationship Type="http://schemas.openxmlformats.org/officeDocument/2006/relationships/slide" Target="/ppt/slides/slide11.xml" Id="R690104269dbe48fd" /><Relationship Type="http://schemas.openxmlformats.org/officeDocument/2006/relationships/slide" Target="/ppt/slides/slide12.xml" Id="R555bbdfccf314113" /><Relationship Type="http://schemas.openxmlformats.org/officeDocument/2006/relationships/slide" Target="/ppt/slides/slide13.xml" Id="Rbea544b2f9a443ec" /><Relationship Type="http://schemas.openxmlformats.org/officeDocument/2006/relationships/slide" Target="/ppt/slides/slide14.xml" Id="R4e49d9314c894cb4" /><Relationship Type="http://schemas.openxmlformats.org/officeDocument/2006/relationships/slide" Target="/ppt/slides/slide15.xml" Id="R4fb6439de8194cb5" /><Relationship Type="http://schemas.openxmlformats.org/officeDocument/2006/relationships/slide" Target="/ppt/slides/slide16.xml" Id="R06fc96e8b1fd43fa" /><Relationship Type="http://schemas.openxmlformats.org/officeDocument/2006/relationships/slide" Target="/ppt/slides/slide17.xml" Id="R6eef1b1f166a4b69" /><Relationship Type="http://schemas.openxmlformats.org/officeDocument/2006/relationships/slide" Target="/ppt/slides/slide18.xml" Id="Rb4d74126d73042f2" /><Relationship Type="http://schemas.openxmlformats.org/officeDocument/2006/relationships/slide" Target="/ppt/slides/slide19.xml" Id="R263b90cc9886415b" /><Relationship Type="http://schemas.openxmlformats.org/officeDocument/2006/relationships/slide" Target="/ppt/slides/slide20.xml" Id="Ra807b76850984c8d" /><Relationship Type="http://schemas.openxmlformats.org/officeDocument/2006/relationships/slide" Target="/ppt/slides/slide21.xml" Id="R69f016a623734809" /><Relationship Type="http://schemas.openxmlformats.org/officeDocument/2006/relationships/slide" Target="/ppt/slides/slide22.xml" Id="R950bd1338e614a89" /><Relationship Type="http://schemas.openxmlformats.org/officeDocument/2006/relationships/slide" Target="/ppt/slides/slide23.xml" Id="R799d3ddf48364897" /><Relationship Type="http://schemas.openxmlformats.org/officeDocument/2006/relationships/slide" Target="/ppt/slides/slide24.xml" Id="R7174478e50d4488d" /><Relationship Type="http://schemas.openxmlformats.org/officeDocument/2006/relationships/slide" Target="/ppt/slides/slide25.xml" Id="Rb8bb57e1f81b4722" /><Relationship Type="http://schemas.openxmlformats.org/officeDocument/2006/relationships/slide" Target="/ppt/slides/slide26.xml" Id="Rec36cbb16cee4011" /><Relationship Type="http://schemas.openxmlformats.org/officeDocument/2006/relationships/slide" Target="/ppt/slides/slide27.xml" Id="R8d03115c7b9d46c9" /><Relationship Type="http://schemas.openxmlformats.org/officeDocument/2006/relationships/slide" Target="/ppt/slides/slide28.xml" Id="Rcd5bb8d54c0b473d" /><Relationship Type="http://schemas.openxmlformats.org/officeDocument/2006/relationships/slide" Target="/ppt/slides/slide29.xml" Id="Rc8eb23d103f442c2" /><Relationship Type="http://schemas.openxmlformats.org/officeDocument/2006/relationships/slide" Target="/ppt/slides/slide30.xml" Id="Rd0534964241a44e2" /><Relationship Type="http://schemas.openxmlformats.org/officeDocument/2006/relationships/slide" Target="/ppt/slides/slide31.xml" Id="R1d7f1f609e894d4d" /><Relationship Type="http://schemas.openxmlformats.org/officeDocument/2006/relationships/slide" Target="/ppt/slides/slide32.xml" Id="R7505e3d4fa8f49a5" /><Relationship Type="http://schemas.openxmlformats.org/officeDocument/2006/relationships/slide" Target="/ppt/slides/slide33.xml" Id="Re44d300e00e2421f" /><Relationship Type="http://schemas.openxmlformats.org/officeDocument/2006/relationships/slide" Target="/ppt/slides/slide34.xml" Id="R6114def64a754ee0" /><Relationship Type="http://schemas.openxmlformats.org/officeDocument/2006/relationships/slide" Target="/ppt/slides/slide35.xml" Id="R003be688986e4170" /><Relationship Type="http://schemas.openxmlformats.org/officeDocument/2006/relationships/slide" Target="/ppt/slides/slide36.xml" Id="Rb858a42292114cfe" /><Relationship Type="http://schemas.openxmlformats.org/officeDocument/2006/relationships/slide" Target="/ppt/slides/slide37.xml" Id="R6ebfa8f71b584b0a" /><Relationship Type="http://schemas.openxmlformats.org/officeDocument/2006/relationships/slide" Target="/ppt/slides/slide38.xml" Id="Rf7e5b0a530a44458" /><Relationship Type="http://schemas.openxmlformats.org/officeDocument/2006/relationships/slide" Target="/ppt/slides/slide39.xml" Id="R4be86e93b9dd4a92" /><Relationship Type="http://schemas.openxmlformats.org/officeDocument/2006/relationships/slide" Target="/ppt/slides/slide40.xml" Id="R9bddf724549947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da26f11e1847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ba21426d8b4fcf" /><Relationship Type="http://schemas.openxmlformats.org/officeDocument/2006/relationships/notesMaster" Target="/ppt/notesMasters/notesMaster1.xml" Id="R1bb8006576da40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11bf9dbf254ad1" /><Relationship Type="http://schemas.openxmlformats.org/officeDocument/2006/relationships/notesMaster" Target="/ppt/notesMasters/notesMaster1.xml" Id="R26d5967b41574c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2ddd8877540c8" /><Relationship Type="http://schemas.openxmlformats.org/officeDocument/2006/relationships/notesMaster" Target="/ppt/notesMasters/notesMaster1.xml" Id="R2b7f40444bdd43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e897d1589840e1" /><Relationship Type="http://schemas.openxmlformats.org/officeDocument/2006/relationships/notesMaster" Target="/ppt/notesMasters/notesMaster1.xml" Id="Rbf06fa901df246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3d78789ca541bb" /><Relationship Type="http://schemas.openxmlformats.org/officeDocument/2006/relationships/notesMaster" Target="/ppt/notesMasters/notesMaster1.xml" Id="Rebe99170d53f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431dbc8b1d41ba" /><Relationship Type="http://schemas.openxmlformats.org/officeDocument/2006/relationships/notesMaster" Target="/ppt/notesMasters/notesMaster1.xml" Id="R014b839de00244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3dba5d31a546f0" /><Relationship Type="http://schemas.openxmlformats.org/officeDocument/2006/relationships/notesMaster" Target="/ppt/notesMasters/notesMaster1.xml" Id="Rf591d9ea3a7147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fdf8d309d64730" /><Relationship Type="http://schemas.openxmlformats.org/officeDocument/2006/relationships/notesMaster" Target="/ppt/notesMasters/notesMaster1.xml" Id="Rc20a42a42e6c41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05f7e2adf94b15" /><Relationship Type="http://schemas.openxmlformats.org/officeDocument/2006/relationships/notesMaster" Target="/ppt/notesMasters/notesMaster1.xml" Id="R57ff6e8c241f4a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3560a7a8894e04" /><Relationship Type="http://schemas.openxmlformats.org/officeDocument/2006/relationships/notesMaster" Target="/ppt/notesMasters/notesMaster1.xml" Id="Raae302fa79094c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f10f2a8c45412a" /><Relationship Type="http://schemas.openxmlformats.org/officeDocument/2006/relationships/notesMaster" Target="/ppt/notesMasters/notesMaster1.xml" Id="Rfdd3ee2f78824e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ab7136f54643b4" /><Relationship Type="http://schemas.openxmlformats.org/officeDocument/2006/relationships/notesMaster" Target="/ppt/notesMasters/notesMaster1.xml" Id="Rab0b33153a244c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ae71fd02e04099" /><Relationship Type="http://schemas.openxmlformats.org/officeDocument/2006/relationships/notesMaster" Target="/ppt/notesMasters/notesMaster1.xml" Id="R213758408c8944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a40ddc36414dae" /><Relationship Type="http://schemas.openxmlformats.org/officeDocument/2006/relationships/notesMaster" Target="/ppt/notesMasters/notesMaster1.xml" Id="R0077f0c2fd4442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ac7b3ad7c64dc2" /><Relationship Type="http://schemas.openxmlformats.org/officeDocument/2006/relationships/notesMaster" Target="/ppt/notesMasters/notesMaster1.xml" Id="R02697e627d594e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eaa4f1ab3944ad" /><Relationship Type="http://schemas.openxmlformats.org/officeDocument/2006/relationships/notesMaster" Target="/ppt/notesMasters/notesMaster1.xml" Id="Ra365ad37ed5148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dd97ea4ef94760" /><Relationship Type="http://schemas.openxmlformats.org/officeDocument/2006/relationships/notesMaster" Target="/ppt/notesMasters/notesMaster1.xml" Id="R82b814bc4b414c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77c40d80d1428b" /><Relationship Type="http://schemas.openxmlformats.org/officeDocument/2006/relationships/notesMaster" Target="/ppt/notesMasters/notesMaster1.xml" Id="R23e79edfbae445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1710c37ca04cb2" /><Relationship Type="http://schemas.openxmlformats.org/officeDocument/2006/relationships/notesMaster" Target="/ppt/notesMasters/notesMaster1.xml" Id="Rd23b1fc552da43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8918e224eb462b" /><Relationship Type="http://schemas.openxmlformats.org/officeDocument/2006/relationships/notesMaster" Target="/ppt/notesMasters/notesMaster1.xml" Id="R0e4fffffc0104d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f4d51866d542f3" /><Relationship Type="http://schemas.openxmlformats.org/officeDocument/2006/relationships/notesMaster" Target="/ppt/notesMasters/notesMaster1.xml" Id="Rb4afe9cc206843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cc2fb56296b44b6" /><Relationship Type="http://schemas.openxmlformats.org/officeDocument/2006/relationships/notesMaster" Target="/ppt/notesMasters/notesMaster1.xml" Id="Ra00a6400833049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e1541e56694294" /><Relationship Type="http://schemas.openxmlformats.org/officeDocument/2006/relationships/notesMaster" Target="/ppt/notesMasters/notesMaster1.xml" Id="R514409d960984c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5805bbfbc684532" /><Relationship Type="http://schemas.openxmlformats.org/officeDocument/2006/relationships/notesMaster" Target="/ppt/notesMasters/notesMaster1.xml" Id="Rcaaeb4d2655849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2e60452cafe4d32" /><Relationship Type="http://schemas.openxmlformats.org/officeDocument/2006/relationships/notesMaster" Target="/ppt/notesMasters/notesMaster1.xml" Id="R3226273decbd48a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40d9c3c6aa243e6" /><Relationship Type="http://schemas.openxmlformats.org/officeDocument/2006/relationships/notesMaster" Target="/ppt/notesMasters/notesMaster1.xml" Id="R076e0001c10a40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df5718cc3744f1a" /><Relationship Type="http://schemas.openxmlformats.org/officeDocument/2006/relationships/notesMaster" Target="/ppt/notesMasters/notesMaster1.xml" Id="Re1332aee3ccb4c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e98ea2689d4784" /><Relationship Type="http://schemas.openxmlformats.org/officeDocument/2006/relationships/notesMaster" Target="/ppt/notesMasters/notesMaster1.xml" Id="R79ef5ce86363435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7e921534cf6492e" /><Relationship Type="http://schemas.openxmlformats.org/officeDocument/2006/relationships/notesMaster" Target="/ppt/notesMasters/notesMaster1.xml" Id="R5966755f715b4ee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a41e49cd12a4b03" /><Relationship Type="http://schemas.openxmlformats.org/officeDocument/2006/relationships/notesMaster" Target="/ppt/notesMasters/notesMaster1.xml" Id="R0fe0d753904c454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21b612c146d4748" /><Relationship Type="http://schemas.openxmlformats.org/officeDocument/2006/relationships/notesMaster" Target="/ppt/notesMasters/notesMaster1.xml" Id="R5913f422d70e47d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540924e7eef44cd" /><Relationship Type="http://schemas.openxmlformats.org/officeDocument/2006/relationships/notesMaster" Target="/ppt/notesMasters/notesMaster1.xml" Id="Re8192a67871e438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8cbd25500f24036" /><Relationship Type="http://schemas.openxmlformats.org/officeDocument/2006/relationships/notesMaster" Target="/ppt/notesMasters/notesMaster1.xml" Id="Rf9e41640cf6c446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0fe3dfbfb44ffb" /><Relationship Type="http://schemas.openxmlformats.org/officeDocument/2006/relationships/notesMaster" Target="/ppt/notesMasters/notesMaster1.xml" Id="Rb023bbd7d085405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66083e1c6914d7a" /><Relationship Type="http://schemas.openxmlformats.org/officeDocument/2006/relationships/notesMaster" Target="/ppt/notesMasters/notesMaster1.xml" Id="Rf977b33b9ac34ac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fcc20f028b04f68" /><Relationship Type="http://schemas.openxmlformats.org/officeDocument/2006/relationships/notesMaster" Target="/ppt/notesMasters/notesMaster1.xml" Id="Ra6641598fc91420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051eacbdd1d492d" /><Relationship Type="http://schemas.openxmlformats.org/officeDocument/2006/relationships/notesMaster" Target="/ppt/notesMasters/notesMaster1.xml" Id="Rad49be1d1ee44f6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a049044264f4217" /><Relationship Type="http://schemas.openxmlformats.org/officeDocument/2006/relationships/notesMaster" Target="/ppt/notesMasters/notesMaster1.xml" Id="Re90929811f1c4c0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2874ec5442047a8" /><Relationship Type="http://schemas.openxmlformats.org/officeDocument/2006/relationships/notesMaster" Target="/ppt/notesMasters/notesMaster1.xml" Id="Rce410589cb6344b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5ec2dfeb6b04b6d" /><Relationship Type="http://schemas.openxmlformats.org/officeDocument/2006/relationships/notesMaster" Target="/ppt/notesMasters/notesMaster1.xml" Id="R13425802794e41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e48092d9049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2a544c434d4625" /><Relationship Type="http://schemas.openxmlformats.org/officeDocument/2006/relationships/slideLayout" Target="/ppt/slideLayouts/slideLayout1.xml" Id="Rbfa2f9d8b93d4b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2f9d8b93d4b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3a186a978497c" /><Relationship Type="http://schemas.openxmlformats.org/officeDocument/2006/relationships/notesSlide" Target="/ppt/notesSlides/notesSlide1.xml" Id="R18a57c269bd6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0480e85cd4486" /><Relationship Type="http://schemas.openxmlformats.org/officeDocument/2006/relationships/notesSlide" Target="/ppt/notesSlides/notesSlide2.xml" Id="R099c47f1b4db4e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33a287c2446b7" /><Relationship Type="http://schemas.openxmlformats.org/officeDocument/2006/relationships/notesSlide" Target="/ppt/notesSlides/notesSlide3.xml" Id="R609ff6f3a9844f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8eab1f8064c79" /><Relationship Type="http://schemas.openxmlformats.org/officeDocument/2006/relationships/notesSlide" Target="/ppt/notesSlides/notesSlide4.xml" Id="R958d5e8f9d2543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89da8f2e4a63" /><Relationship Type="http://schemas.openxmlformats.org/officeDocument/2006/relationships/notesSlide" Target="/ppt/notesSlides/notesSlide5.xml" Id="R7be9eff8abd14b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b2fb2bac34708" /><Relationship Type="http://schemas.openxmlformats.org/officeDocument/2006/relationships/notesSlide" Target="/ppt/notesSlides/notesSlide6.xml" Id="Rf4349333eee44c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df0c81afe486d" /><Relationship Type="http://schemas.openxmlformats.org/officeDocument/2006/relationships/notesSlide" Target="/ppt/notesSlides/notesSlide7.xml" Id="Red2bc42b018140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c32e41884119" /><Relationship Type="http://schemas.openxmlformats.org/officeDocument/2006/relationships/notesSlide" Target="/ppt/notesSlides/notesSlide8.xml" Id="R087cca9845bb49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3534715124eac" /><Relationship Type="http://schemas.openxmlformats.org/officeDocument/2006/relationships/notesSlide" Target="/ppt/notesSlides/notesSlide9.xml" Id="R28a1fae75a7e4d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61e8ff13245f2" /><Relationship Type="http://schemas.openxmlformats.org/officeDocument/2006/relationships/notesSlide" Target="/ppt/notesSlides/notesSlide10.xml" Id="Rd58131099f4143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d6d7aefae4462" /><Relationship Type="http://schemas.openxmlformats.org/officeDocument/2006/relationships/notesSlide" Target="/ppt/notesSlides/notesSlide11.xml" Id="Rba1b8e969d8246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cb3ae85d442a8" /><Relationship Type="http://schemas.openxmlformats.org/officeDocument/2006/relationships/notesSlide" Target="/ppt/notesSlides/notesSlide12.xml" Id="Rfca4e0ee0ae84d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005b2ba464051" /><Relationship Type="http://schemas.openxmlformats.org/officeDocument/2006/relationships/notesSlide" Target="/ppt/notesSlides/notesSlide13.xml" Id="R57c0e4e878594a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b6460148e46eb" /><Relationship Type="http://schemas.openxmlformats.org/officeDocument/2006/relationships/notesSlide" Target="/ppt/notesSlides/notesSlide14.xml" Id="R40b38e38505d46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461ac3ed6442b" /><Relationship Type="http://schemas.openxmlformats.org/officeDocument/2006/relationships/notesSlide" Target="/ppt/notesSlides/notesSlide15.xml" Id="R52fa6949225a47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fc9f194544d43" /><Relationship Type="http://schemas.openxmlformats.org/officeDocument/2006/relationships/notesSlide" Target="/ppt/notesSlides/notesSlide16.xml" Id="R7c304bfc040446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cab7eea03463f" /><Relationship Type="http://schemas.openxmlformats.org/officeDocument/2006/relationships/notesSlide" Target="/ppt/notesSlides/notesSlide17.xml" Id="Ra04b42f2b9554f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71682ab5a4c97" /><Relationship Type="http://schemas.openxmlformats.org/officeDocument/2006/relationships/notesSlide" Target="/ppt/notesSlides/notesSlide18.xml" Id="R8ca68ca29d3043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c11af97dc4c14" /><Relationship Type="http://schemas.openxmlformats.org/officeDocument/2006/relationships/notesSlide" Target="/ppt/notesSlides/notesSlide19.xml" Id="R353b644682f04a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878895e9a4840" /><Relationship Type="http://schemas.openxmlformats.org/officeDocument/2006/relationships/notesSlide" Target="/ppt/notesSlides/notesSlide20.xml" Id="R5e70c37815c449a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1fe4dc0a54b7d" /><Relationship Type="http://schemas.openxmlformats.org/officeDocument/2006/relationships/notesSlide" Target="/ppt/notesSlides/notesSlide21.xml" Id="R338fa70354bc44b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349b5dd494987" /><Relationship Type="http://schemas.openxmlformats.org/officeDocument/2006/relationships/notesSlide" Target="/ppt/notesSlides/notesSlide22.xml" Id="Rb2eb0eb6677c496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434bc3d0545ef" /><Relationship Type="http://schemas.openxmlformats.org/officeDocument/2006/relationships/notesSlide" Target="/ppt/notesSlides/notesSlide23.xml" Id="Rd82075d63d3a4b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c6352931e438c" /><Relationship Type="http://schemas.openxmlformats.org/officeDocument/2006/relationships/notesSlide" Target="/ppt/notesSlides/notesSlide24.xml" Id="Rc8c3d13be96c44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cc6796a624255" /><Relationship Type="http://schemas.openxmlformats.org/officeDocument/2006/relationships/notesSlide" Target="/ppt/notesSlides/notesSlide25.xml" Id="R3b0154e371854a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aec620eb74fe0" /><Relationship Type="http://schemas.openxmlformats.org/officeDocument/2006/relationships/notesSlide" Target="/ppt/notesSlides/notesSlide26.xml" Id="R43c4be55862f485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4eb4fa40c4328" /><Relationship Type="http://schemas.openxmlformats.org/officeDocument/2006/relationships/notesSlide" Target="/ppt/notesSlides/notesSlide27.xml" Id="R706a1e3d60234eb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4fe199b854b78" /><Relationship Type="http://schemas.openxmlformats.org/officeDocument/2006/relationships/notesSlide" Target="/ppt/notesSlides/notesSlide28.xml" Id="R75287074dd604fd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7ad89855a4755" /><Relationship Type="http://schemas.openxmlformats.org/officeDocument/2006/relationships/notesSlide" Target="/ppt/notesSlides/notesSlide29.xml" Id="R37d35f874b43422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439326f71459c" /><Relationship Type="http://schemas.openxmlformats.org/officeDocument/2006/relationships/notesSlide" Target="/ppt/notesSlides/notesSlide30.xml" Id="R22e35421268249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2605545b24cba" /><Relationship Type="http://schemas.openxmlformats.org/officeDocument/2006/relationships/notesSlide" Target="/ppt/notesSlides/notesSlide31.xml" Id="Rfae7ebff2d8f48e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cf0b886934c17" /><Relationship Type="http://schemas.openxmlformats.org/officeDocument/2006/relationships/notesSlide" Target="/ppt/notesSlides/notesSlide32.xml" Id="Rd16f817a5e8842f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7abdd63554ee2" /><Relationship Type="http://schemas.openxmlformats.org/officeDocument/2006/relationships/notesSlide" Target="/ppt/notesSlides/notesSlide33.xml" Id="R36c3fb2d09e44c1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4e50a345d4446" /><Relationship Type="http://schemas.openxmlformats.org/officeDocument/2006/relationships/notesSlide" Target="/ppt/notesSlides/notesSlide34.xml" Id="R58a101de628248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9d884f9424489" /><Relationship Type="http://schemas.openxmlformats.org/officeDocument/2006/relationships/notesSlide" Target="/ppt/notesSlides/notesSlide35.xml" Id="R2e9e7ea0af27409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31aba335f4eec" /><Relationship Type="http://schemas.openxmlformats.org/officeDocument/2006/relationships/notesSlide" Target="/ppt/notesSlides/notesSlide36.xml" Id="R1b3b9ea7b6144c6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8244120fb4459" /><Relationship Type="http://schemas.openxmlformats.org/officeDocument/2006/relationships/notesSlide" Target="/ppt/notesSlides/notesSlide37.xml" Id="Rc231e59e0c4947c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d9414c60b4ebb" /><Relationship Type="http://schemas.openxmlformats.org/officeDocument/2006/relationships/notesSlide" Target="/ppt/notesSlides/notesSlide38.xml" Id="R748ee574fa034ad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9272e2d0044a1" /><Relationship Type="http://schemas.openxmlformats.org/officeDocument/2006/relationships/notesSlide" Target="/ppt/notesSlides/notesSlide39.xml" Id="R7e8980658ff943b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6818b5944648" /><Relationship Type="http://schemas.openxmlformats.org/officeDocument/2006/relationships/notesSlide" Target="/ppt/notesSlides/notesSlide40.xml" Id="R62e9293849e8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CBBD7-7FFA-479D-85D0-86B28CE7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6DD4F-754D-42A1-B792-F631B161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Differential Equations of First and Higher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F122C-D1C4-4A04-B5FE-6DE39E1A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BD00F-7131-445D-8147-344B5881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7F361-9BED-4A3A-AE36-80295C9C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8366B-11AB-46EA-93E5-3F66E8AA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73983-4E96-4D3B-863D-CEC7E225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76C28-158D-45C0-AAB7-852C16FE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A1E2B-D113-4E1D-B3C9-74399303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FFF55-076A-4CC7-9AB9-C9046B12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F8597-C4C6-4A89-815E-53FF2CE3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3E87C-2573-4DFE-B20E-BAFC435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73E24-587A-4B19-ACAF-39AC4914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88218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DFBDE-8E2E-44B6-8E3D-0079EA1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D01CE-2555-4F6F-A15B-41D092AB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64729-D30D-4E3C-8DA6-9E766523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042DE-87F7-49BE-AE26-1C2206B0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0DA0B-C284-4015-A5F9-B16DBF8D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DD77A-2F22-4AF7-BE4C-E21C0273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B00D9-BA11-4D6C-AB5C-522182D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1D00C-71E8-4536-9C6F-F497FAF0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320E0-D64D-4C6E-939C-A5077E0E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7E928-F019-41D8-9519-9BB71B13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214AF-0F4A-4298-8E1A-88F3FB65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EE0AA-D722-4501-B4B0-1DAC29C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4E2EF-C02B-434F-8659-3603364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52FB9-9A5B-4637-B184-406D4270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B56E4-AA64-48F8-AB77-D9944767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54740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E1936-A1B9-4198-8536-A6227B1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D26F9-B6D7-4CB7-ABBC-C28E582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51D2B-1724-401B-B040-91D57134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257B2-243C-4F1F-AC5F-7D38C953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3B51F-9014-4EB7-A775-EE68AE1E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D9324-3201-4C7B-A14F-B93D0AE7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4EF1E-0252-4FBC-87BA-F1388682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88040-78BA-4BE7-B634-06DAE9FC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C4CB6-7790-431A-A7F6-7ADE4BC7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Differential Equations of First and Higher Order (8Hours...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476DB-AA4D-4F7B-A8A0-2FE6A01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D1BC4-F0D3-4650-AE2D-B42FC04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82D3C-8332-4AFD-9E07-29155B87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Exact and reducible to exact differential equations with...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05D3C-34AF-4059-86E8-6C23F09A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CED12-97DB-4E24-A13A-5B670955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5FA0D-1263-4C9E-8354-011C453A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Homogeneous and non-homogeneous Differential equations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0D94C-34BD-49BE-8B2D-10EEE53A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683CC-C302-4D92-9D21-864839F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4565A-8E46-4F44-B1E5-D33A702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Inverse differential operators - eax, sin(ax+b), cos(ax+b...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E4AD3-1B75-4977-843A-52AECD0F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AD599-2D70-4CDA-8762-BF753EBE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2CACA-8532-4560-BFBB-67165A2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Textbook-3: Chapter-11: Sections 11.9-11.12 Chapter-13: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3DF5E-325F-46BA-A665-00CB5701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233CF-DC41-4441-9CCC-F5EBDB6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41862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47970-AD1D-476A-A76D-95C096B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B23A9-CD59-46BB-983A-D38E5279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FBC56-2B4E-4098-942A-44E7ED62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A84C9-9CED-4CD8-B936-F8253E36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8B6C7-5B02-4BCC-B8BA-C408A434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DDD33-9522-48D5-8C9B-13773E2D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1C1CF-AD94-4CF1-BD5F-AA902697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F6A8E-569B-4B8C-8D00-5909FE8A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Differential Equations of First and Higher Order (8Hours....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885DA-33EB-468E-BF18-FF54EA8E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48DF7-831D-465D-A356-6134C282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18534-353B-4B28-90C2-90D6CAC4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Exact and reducible to exact differential equations with....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EA24E-118A-4741-843F-FFF4ADBA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565E7-6A05-4E92-A880-9722FB95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2A77C-8B2E-4285-9324-1129D95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Homogeneous and non-homogeneous Differential equations of...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C8DF1-581A-4573-A8BF-63F98DE3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45ED7-9A4A-481A-85EF-FDD4AF4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E8F3C-9503-4380-8133-E05BBF63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Inverse differential operators - eax, sin(ax+b), cos(ax+b...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E71BF-7F75-495D-87FC-1F03F6EC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DA86A-FAA0-4239-990A-BAB8E846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76F29-3A23-4D3B-BB7D-A66788F0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Textbook-3: Chapter-11: Sections 11.9-11.12 Chapter-13: S...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1F4FB-DDA8-4CC8-84C3-7646AB3D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5B5BC-72AA-4975-864F-273E963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A1BAF-E329-42A5-AFD3-93BF744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62734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6C243-4D9C-49F0-9D1D-754E5349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09D1F-56A2-42E1-A854-A1AADB29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647D2-0FD0-4C12-873C-2DFF0B89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6B68-22AA-4F42-B44A-8D21D956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1BF0D-AE03-41C0-B1F9-4D88EB52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72E44-8AA0-4F4A-85C4-732F80A7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FD84-9F5D-4AE1-AA37-BC6CB548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F1600-C1EE-4DF7-87FE-A80A4F2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Higher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BD026-964E-4597-9A4B-1B9FF3B9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1A5C4-A041-407E-AF3A-5C9E0E03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862E8-669D-413B-9447-94FBBF86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37674-7BA0-4B6F-8907-D0ABA02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Bernoulli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9CFF3-9BC1-4244-8674-B3444CD2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50F45-3A37-476F-8454-F2CFF2F7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reducible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D6EC4-1458-4856-9779-C859CEA3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1E2FD-B63F-42A6-82BC-AD90E91F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79161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14D05-5A1E-42E6-A383-11B61426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AF777-15FC-44F8-9F50-45272CDF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F7A76-A1F4-4343-AA17-8574437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58F7F-AE2C-48A5-9A9C-A57CDB5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0BAA4-1613-4FC7-84A5-EFCA30BB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Differential Equations of First and Higher Order (8Hours Theory + 4Hours Tutorial) Linear and Bernoulli`s diffe...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24F83-A16C-4087-917A-A7BD9AE2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Differential Equations of First and Highe...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2643C-931B-4046-8D3F-08C85986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81C90-77A2-4145-A3CF-B3CCF93E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B87E2-D06C-4DBA-AD9D-95153F49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7D851-438A-4077-9C57-D585AF1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0722D-B3E6-468C-B1B6-F6A56231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4104E-E9CC-44EC-8F05-3EA08CD1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570AE-5BC3-40B0-9EED-0B8CF17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D972F-7F84-4974-A5EB-7073EE3A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EAC4F-09FE-4328-92AE-900DF4E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2497D-168A-48AB-8332-6A768985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360219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BEAA3-9D5A-4254-AA81-486F5CC1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941D2-0C8C-4FD2-9451-889F745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551F8-8FBA-4FD4-AD5F-4A5BC752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E2E9F-EBB4-437F-BDAD-EAC6D2FD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C6073-BB1B-4399-BBFA-53C065F4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457CE-558C-46DA-9BFA-24AF81F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9813C-5C20-4256-9583-63B4939E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04015-0D62-4D44-B9A7-0EED037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83B40-C711-41AD-BB3F-CAB82FEF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Differential Eq...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AFCA7-42AC-4C93-A3DF-BD68C8C2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13F93-EFC1-411F-99AA-7F8C30B2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22918-F949-43FE-9943-68136200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Differenti...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821C3-8E54-4BE6-93B9-32BA1375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8F2BE-20BC-4A0C-B4E8-20E8F7B2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3E3F6-C977-40A0-BE04-649CBB4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Differe...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35EBA-4EB8-4841-BBFB-89B1A41F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D744C-C60B-4C2F-9CF9-4621CB96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325F1-573B-40BA-A0B4-090CA768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Differential...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0FBBDE-D895-4F4C-B039-E076886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C24FA-2F82-455B-8880-6C28241F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55075-C80F-41EA-8BEB-030079AA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Differentia...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DB242-F3AD-4C54-8A12-E88B6035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E1D80-8F43-4F41-BCBA-E858B479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38337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4339D-1D19-4E23-B0DE-9CB35047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B1ABA-766C-4166-92D7-A9894CB1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F7BC0-6ACF-49FC-A0DD-F39B8105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9AEB7-3846-4067-9207-17366EE2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30A97-8EB0-41E3-85DB-BBE4B90B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9C8C9-CB61-4477-81FA-1F5DE34D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A4468-6087-45E4-BAE7-396DCA4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6D0CC-9BFD-4800-9E18-ED05C847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4DF35-5338-48BE-85D1-2B930705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11DF5-CEA8-4455-9D92-EE8D57B8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98A3C-1552-4134-9839-E8C62041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B82E8-856C-477F-81CC-E0CA1D5F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AF99C-6D94-4B58-BB50-ED2A77A8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61076-5AC8-47B6-AF9B-30A95101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F53C2-466F-4C14-8490-5C622AED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61982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0ADC3-3EB4-4FF1-ACF2-917078F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219CF-6B80-4A7B-B7E5-2E95E8D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26E8F-4A0E-41F3-888D-B2D7641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B602F-1B93-440A-8761-190CA356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EABF1-20BB-468F-950A-7961BFA7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F38FD-9842-430C-A241-7BD3F800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Differential Equations of First and Higher Order (8Hours...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6FF41-9F59-4394-9C08-4C49ABD9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C445A-D963-4696-9082-A6BBC564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ACD1C-1DE4-4E23-94AC-874A1BEE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83EFF-7B90-4BE6-84ED-3193421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CD7A2-5DB8-43C8-B028-EA1B7BF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86760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706BA-A9C0-4DB8-801D-1017FF13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23A18-0B10-4835-B373-ED8745AC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50D9D-1455-4531-803A-60A31747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5BB18-894B-48F2-84EC-F9351803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AA00E-0E52-456A-ABA1-6606E6FE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Exact and reducible to exact differential equations with integrating factors on 1 MN N y x  − and 1 M...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72536-B1C6-4A77-AE1F-EA521BE9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Exact and reducible to exact differential...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91AE5-AE2D-46A1-BCB2-A2C9F3B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5D53C-3BA7-412E-8BF2-4E6BF028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182BA-3F3C-4CB9-AC18-4664D7C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6AEF1-E251-4307-BB4D-AA2FEE50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D2174-CBFC-43D3-93EE-9E853713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31D4F-EB77-403E-84A9-E6ED89E2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36159-B055-4226-ADC2-D1D1EBC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57D50-3457-46F8-9323-CF145E8C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9E58D-006E-4CCE-8700-506A7511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95C44-C4D5-4D1D-8AE4-117F8AD0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94949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A7461-4A88-4E06-ACFE-D542A994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6FBB3-51FF-477C-9842-D7742237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C53E5-7493-4494-A828-CD8EECD2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A7C42-1038-479F-B28F-0B0AF99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E81CD-DC12-4C14-86C1-99FF6B13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0A2AB-B822-41A0-8778-A90C31E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D2D9F-5378-4249-8A13-9B0D3B6A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200DA-8B1D-4E77-9590-3BC3BEC6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BD283-94A4-4F47-854F-559E410A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Exact and reduc...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DE6C8-372A-4B71-9186-FB661045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C05F5-1125-4F64-A43C-4ECB063D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CC243-8DB8-490F-86C0-B8E18DC1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Exact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49466-0FCD-42CF-911E-283D406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9683F-9E2B-4383-A19A-5D7F2452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5A7E1-9BD1-494F-B89C-DFCBF02E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Exact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3720A-616C-4A13-9891-7766AC60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9DB6F-BBA4-48EC-965B-AB20A853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0F25E-0840-4BEE-A30C-91EBCD24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Exact and red...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D7577-19B9-4849-9340-B417E40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B53E1-37BD-4000-9DCB-BA289DD5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CC91F-1236-4661-B51E-2F16005D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Exact and 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8024F-AFB0-47FB-9EC3-13A8E564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41DF5-F188-492F-B2BF-F3844F2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063436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00BFC-089A-4A05-89D0-D21DEDA2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7FCD6-1483-4906-A40D-CF813606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EDF9E-8D7E-453E-B791-C60F16AC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D10D1-E500-4AD1-90A1-23544D79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167D4-5BC9-4FB7-A985-A972E7D8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D49DC-37E2-4151-B1B8-9487C48E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99FF4-373F-4004-AE36-853F307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40F52-FAEF-4F83-A196-7877EBBC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4927A-91F6-40A8-93C3-9E763340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F9722-C0F6-4D29-944F-28538E35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C5B5D-3B7A-4DE9-A02D-79A5CE68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44657-8479-4DBB-92D4-FF4B8922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02307-370A-406D-A3AD-95E13BC0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72349-6B74-4578-8309-F4DA3235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0D616-2550-4FA4-AAFB-434E8673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001927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F4F49-B309-4E9D-B8C6-B01E32B3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EDF4E-6274-46B2-AB04-0E46A48A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10D68-6241-463B-AEE7-0E917A8A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9B982-05F8-43A8-AA5E-B233BBBF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F2A5F-C499-4D1F-9FE5-295E566F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426D2-D250-4F03-AD0D-0A0D05D0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Exact and reducible to exact differential equations with...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D0766-C320-4C14-B094-C4578D3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B6B97-50F9-4936-A3D3-23BFE109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580C7-16D3-460B-A216-AD1E31BC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AC5C2-8D12-441B-A3D7-D834F374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35791-1D15-4E6A-BEC8-5F2E4CD9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872463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3163A-524B-4A1A-8F63-65F2E9F2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A6138-CD2E-41F2-AAA7-4487F5FC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D596B-E6CF-4F2B-8951-1CF13550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94FF0-EEBF-4EAC-BE97-45CC1B23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84EE5-B068-45D7-A65C-9BF44B73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Homogeneous and non-homogeneous Differential equations of higher order with constant coefficients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E557B-2F93-4ED8-BE1F-6A137760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Homogeneous and non-homogeneous Different...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42ECA-6BE3-4B32-90EF-B8F124C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781D7-2009-4F23-9689-24FDB5A3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BD618-3C7A-49A1-AC5F-6474F17C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DB418-875B-4F5B-952E-89F04FC8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E8853-9E10-4FAD-A1FF-517599D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DDF29-C1BF-45AB-9971-D1B50D8E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35D4E-E466-4600-99A5-E74A4F24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E004C-AB0C-4248-8E29-E51D156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BAEDC-4E49-4E4F-99AB-06FEE8E2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3E032-7BDE-45C3-A0C1-5C26CFA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010682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3C0981-3D27-418D-B86F-47C5C457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2069A-B353-4833-A419-307229FD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4689A-0689-45F7-8435-27FB5553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628B7-D60E-4549-B14E-17ACE5FC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3F4EE-A087-4D12-AD98-4E5814D7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A4A4A-3A80-46E9-BEC7-A9CEA560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2460E-458B-49BD-9E41-5DE35898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EB46A-9A8A-4AE6-9F45-B570EC58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B49C3-5967-4B54-B555-C849C9C3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Homogeneous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E2C91-64F8-4D71-9BA0-B9A5AE6A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787CB-B793-4015-8358-F76ECFDB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57EDD-A58A-48A2-8298-0FBA08A3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Homogeneou...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1F449-B959-4F71-9BD8-44E972D1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613BB-B8C4-4338-AC45-B4BFA659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903DD-B348-4955-B5E8-035EE9F1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Homogen...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45288-52BA-4EA1-AD74-C98A4FDB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55E64-732B-4C32-AF4B-DFCA9496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4C5B8-544D-4119-9751-120CCD01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Homogeneous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8B883-6485-455E-A107-525FDFA5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B1192-297E-4C05-9EE5-B37FF57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0F799-D9A6-4B9D-B82C-A31E76EF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Homogeneous...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2B43A-641A-4E98-8805-F862EA09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093F3-B082-46BD-AFAD-64ECC3FE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027149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29CCE-CD7E-40D4-A6FC-15EF1C7B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1CCA4-A297-4BBD-9E50-E327EA9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038C4-2292-4BEF-BB85-2AD11CA4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2806C-6004-4A3E-A120-7BDA1FD6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3C762-CAA4-4CDB-9CC4-B25898A2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871A7-A5EB-46AB-9B9E-39FBB7BF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6B3E4-739F-4152-9B20-5737852C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173EC-FE41-44C1-BF37-92407200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A3401-38D0-49BD-9A9E-3BA79CE2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E7A18-4ED5-4C1B-83B2-F3E59F9B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309FA-2630-4C5C-B0CD-204EA88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4241B-DF5F-4C0B-9DBA-561A9E9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37D2E-2CD7-4595-B586-58994BB0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BA656-5782-44DB-B1CB-D070BD0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9E3B0-C1F0-4214-9F41-F939C68E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786792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D76C2-49B4-4815-AB1B-2D4F2AF2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F1EB7-DFAC-4783-ADBC-04AA1977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C7F42-EF6E-46F1-80C4-2A2F82F8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35F2C-4D96-4D82-AD82-E8457EB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CAB84-2B67-405E-98BD-2E0FDB5A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299FC-5B6C-4E3B-B18C-4E568B52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Homogeneous and non-homogeneous Differential equations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29029-F495-48D3-9359-A49D7EE8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B9F23-DD01-4E62-AA85-6A76030C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14EB4-A3FB-47DC-8E0A-1D92C06F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4900F-BA68-4E48-A033-1F0B051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6B391-A444-42F4-B450-35257FC9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343747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BB765-50C7-46D6-9D22-3D7B32D3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DA15A-0C4B-4EAB-9B5F-E5CBB52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0E6E8-4EBE-4444-939B-551F3601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A6CA8-30B8-48B4-98F7-F4BC0FB3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C8283-02E6-4FD6-B8CA-8AA2B3D5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Inverse differential operators - eax, sin(ax+b), cos(ax+b) and xn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9ABBB-149F-4E64-A832-4F8A330C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Inverse differential operators - eax, sin...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50854-F6B6-4EA5-8194-50E38700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9EAE6-5CC4-4151-95F2-63A70AF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3F739-6EA3-434B-99E9-775BCE41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066F8-479D-4CA7-99C0-7A0CD38A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C6708-E08F-494D-BBA4-C263B0EE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F0907-F1B6-4A81-AD19-183BE555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14A38-5268-48C9-A080-BF05BA1A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9ACEF-32F6-4651-A94C-ED51A319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F9F34-18A7-49EA-9763-FFC8E33C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F657D-C44A-4395-85A6-E33A1705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718553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15797-D2C4-4D4E-9A11-73D7335F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E376F-E073-4520-B682-41E4A0E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10DFF-8577-4F1F-86F1-9A82BD41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212CD-EB88-46D6-BCEC-F273F99B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FB344-1B2F-4B38-81EC-D2A1365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A5832-3388-4073-B9E6-55AB286E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CA2A-3506-41D7-9A7B-41E5C417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2A5E0-C760-488E-B41B-9B5DBDF5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FDC73-0626-4B48-B35C-3C7FC98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Inverse differe...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69739-8044-4C67-A5F0-5B5E4E67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1205D-38D6-4BB4-BC88-41A925D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3753B-18B8-4587-9ED1-AE9C2834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Inverse di...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E7835-106F-4F7F-B283-990A70D8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00902-0938-4B77-8774-8506857C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B1F67-C5AA-4237-B078-12E85E4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Inverse...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6DD73-7D0C-4581-9686-E4FC01ED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31B68-934D-45D1-9068-A3FD6FF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1235B-CA16-4B46-9038-5564A8CE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Inverse diffe...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B8FF3-45AE-4AD8-A8F0-449C2526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8C982-0A6D-48DC-B95F-B9F4ADB2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45288-D7E4-4945-8401-7A22F756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Inverse dif...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622F5-DAD6-4EB3-91EE-1AA9D73A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6E903-3785-4FA3-89AE-D97389F7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466347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FFE7E-2DE1-47A2-B55F-DE6BE30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662BD-E657-493C-8D5B-EF757956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C4796-E49A-4E24-A6EA-13218A9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70A95-BF44-46A3-BF52-F7DCEEE7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C302A-62D1-4746-8696-B6D8890B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0D71E-4719-4123-911C-5314B408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CB298-B5CD-450B-B4F4-AD7059E9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77EA6-5C39-40BA-91CC-3A61DDA9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09364-854C-4B52-8299-921C834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BB61D-2883-422D-88A7-DB74715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B4C69-0ED5-421F-928C-B9D31972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AAD9-7279-4238-90F6-E84ACDC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FDBE6-0976-49A8-BEB1-3086B3DA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D4866-1184-40F7-BFC3-4B3AD1F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B4D6C-C02E-4B2E-AD1F-19EAD655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957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1F108-EE73-4640-BEDF-88D2FFE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CBB12-D7D2-488F-962C-E567D581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E4CCA-0533-4FE4-A3A9-E81FC5FB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2232B-2155-45C9-A7EA-DD5FFA92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3508E-6184-41D3-9AD0-E9FAD1C0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5194A-FD39-491E-97F5-70059ABA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Inverse differential operators - eax, sin(ax+b), cos(ax+b...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CBE4E-D69A-4E34-9123-D66F6CB8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FAE78-9136-4B66-A8E0-89ED122A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00FF5-2671-426C-8173-81BE01E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55CF1-8E57-4049-A816-90C53F38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E2C07-FBBA-43E2-B879-8977E13B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263011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920AB-180A-4AC5-AAE5-5CFF7DC0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86656-6F37-40D2-9216-D7DFF770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44A39-4C0A-40D5-85D2-68560DE9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4AF6C-09A5-489B-A8A0-75BDBFA0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24C4-31FB-4CC7-ABDE-C9C9AB8B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Textbook-3: Chapter-11: Sections 11.9-11.12 Chapter-13: Sections 13.1-13.7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0A288-1978-4D43-ABF3-16B2846B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Textbook-3: Chapter-11: Sections 11.9-11....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43351-3855-4B06-875E-CA802D8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82F49-9FA5-4AE1-8970-76AC2151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C20DC-22DD-45AB-9FF7-C153A816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96D3D-1AFF-420B-A33D-901DD18B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68539-CCC1-49C5-ADBE-6DE12048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E209E-C693-4BCE-9DED-C0523714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185CF-965E-4975-B7B4-5F29033A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F1AE4-34F5-4157-AA12-D03A92C4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98D54-2C75-4C6A-A528-F60E509F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B6C3F-0AB4-449D-88F5-6047DB49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655850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3DBEB-A921-4A46-9870-54561E05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6807B-57C7-456C-A6C0-5473AC37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F2E56-966B-4D61-A116-CA31B01A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FF1FC-8F51-4F42-8091-E763FCE5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F8B83-F434-4497-8FC9-7FC61AB0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A840C-8E8B-4A2D-BD62-9902C408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FD989-5420-4D42-87D1-12F7EA97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7EBE-1AB3-4847-9051-193DA56C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5003E-1B16-4B3E-99E8-4EC0D33B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Textbook-3: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5FDFD-A35D-425B-A0FB-B44CF530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74B34-BF25-46C9-B014-1ADE591A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A4D88-C921-4001-85B9-04043568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Textbook-3...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5F879-1DEB-45F1-A9F8-60D9266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E3910-50CC-4E7C-A570-9FA3EAF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5F9DD-A182-4434-8A2A-85C9FCEA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4261F-698C-4003-927A-8CAB83F4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21EA5-DA3D-46B5-9D94-BF577951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48F90-775D-467B-AEDF-B81733E4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Textbook-3: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AF6D7-C786-44BB-816E-A3CAAAB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C979A-C400-42E0-81B3-D5CFCAD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1C49B-C772-455A-B0D2-AD36B48D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Textbook-3:...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609E7-C729-4FBE-A671-7E9C9D6C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240D9-A199-491C-A3AD-7D580EA0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681148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731F0-981E-4E68-8693-81D2DFD8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4B784-7D39-448B-959B-F32CC77F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876C2-965C-4D83-AE7A-652D857C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174CB-9186-4566-AAA1-D5495929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85463-3E23-438D-BCFA-026F8106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891C2-95BB-4EFE-AE45-FDF6AD5A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48A5A-A2A5-44D8-81ED-2323B12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656C5-1699-4B36-8F9D-0FB6C756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057F8-1B4F-46BE-9F78-85C3672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2D057-8631-4044-A831-0EEE93B2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625E9-8C8C-4F85-BC4C-0004050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8FA39-CF24-4E33-8BFA-B8873DDC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619FE-2774-4430-9532-B1E3939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367B7-7320-47C7-AE44-E4CE925C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88104-303B-4E9E-B09B-4DE12FE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816006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55390-FEED-4916-B9D5-F06D43AC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64526-3DEC-4E51-B5F4-C843A5B8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0C7D7-B952-4020-9D1C-E20284E4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E96B7-0B86-4EF2-A62C-9EE308AF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5112F-4B7B-4596-90D1-4EA9842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26109-FCC2-4DB0-9408-28A19ED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Textbook-3: Chapter-11: Sections 11.9-11.12 Chapter-13: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B54EF-A50A-4C6D-BEC5-F4B03FD9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17DD0-3157-4EAA-8A67-DCBCE7E1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F4399-7AD9-4B72-828F-50A8C23D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D83FA-EE0D-4ECA-957A-F303C5DC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36371-F4FB-420F-8F97-9B103191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084784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163C6-C76B-47EE-8755-F717AB4F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6494D-3797-4CFC-A447-3878BCF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D631A-73C8-4BA0-982F-546B0E22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8F4FD-80CE-4ED8-A961-CE562119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55AE9-96DE-4DA8-AA9B-C5C28D1C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CCA05-E25F-400E-8494-E0401BF6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506211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752B3-56AF-4448-B754-EFF877C3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ABE4D-4912-4075-ADC1-7387CEEE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5348E-9A9D-44D1-9913-1190F7A5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EFCB0-0557-4058-87FB-564E536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C6AFC-E39B-4B20-A77D-CEB61A67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First: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Higher: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Order: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2435B-7D5B-4D34-8FB3-E9853C2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070403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40B5A-D671-4EF3-AC86-33730E33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A63C3-9325-4030-AD1F-CDE5FA10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7727D-F667-41F6-BD9E-2DAECBF8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BB200-35F2-47D5-A599-727D7891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0DD0C-BDE0-4891-9D91-E96B4E13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6A381-40A3-482C-ADD9-282EC71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504114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DDC5E-84D8-4874-9399-393A4FAE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DEC12-87C5-4F18-9738-CAFD3D4B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94243-5394-4839-9DBA-9FE94A1B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EEF24-9F2B-44F2-8057-E471E34A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0441C-D05B-4259-BA38-BFA1220A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769EC-B33F-46EB-8A12-B9130935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798235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686F6-C634-4F09-A3B9-516A7F5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F886F-B856-4EAC-8E7F-82DEC7D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B51FD-FF70-40B6-8AFF-EAB90BF6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286CC-AA0A-4E4E-A27B-204E8E0E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F8067-D944-41CB-B544-8A772728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Differential Equations of First and Higher Order (8Hours Theory + 4Hour...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Exact and reducible to exact differential equations with integrating fa...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Homogeneous and non-homogeneous Differential equations of higher order...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Inverse differential operators - eax, sin(ax+b), cos(ax+b) and xn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Textbook-3: Chapter-11: Sections 11.9-11.12 Chapter-13: Sections 13.1-1...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19BD1-35A3-4F43-AC9A-983121F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1A8AD-AB01-40F2-9C0B-8D94D35D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8E0CB-164F-41A8-BAD9-AACAB7EF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700200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B7C5C2-5D4B-422F-A390-FB7F9852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C64AB-991D-4E2C-973F-EAE5B20B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Differential Equations of First and Higher...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DF5A6-7727-44E3-BEDB-874308EF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0CACD-7AD0-4F15-9DB2-0FCC817B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882BD-B01F-4DE4-BBAB-7FA2E098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1BC35-5996-4339-8150-2E5F414F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03BDB-6B99-4032-8553-A59E45BC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5B5BE-01F2-47DF-87DC-45F61B6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07C2C-48AD-4AAF-B4A2-AE78AF5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6286A-3B8B-464D-8FCF-5CF24175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BD5C0-29EF-49C3-B079-0A4C1503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78EF1-57C0-4AD0-AA16-31D5BE82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73EE4-9141-4E18-985D-0025B9DA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62337-2B66-4A77-AA73-709B0BF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095B9-778F-4E8E-A15E-ED660CA6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F59D4-AC96-43E6-A971-CB82C4F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AEE18-B026-42EA-811A-F10C08B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88084-E76A-4DA0-8D04-6413D16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08CFD-61F0-4ABD-9B34-36234FC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75EB5-67E5-4BF6-8ABF-9CBFF41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481C7-DCC0-49B2-8D41-31E611FD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1193D-0BA1-4F72-A5BC-5DC7DCA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950AD-51B9-49E4-B0FB-0C53E9C1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53805-6A0B-43C5-B077-2C4D1D12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982A7-55F5-4FAD-B3D6-BA4C0E5A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B4588-7638-497A-8414-3F41D858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C7236-183B-462B-9BA8-4F48365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22A07-07E1-4137-AED3-A9B15ED5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A532C-1DBA-4969-87C1-8BA6842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435B4B-B117-4063-8163-62210BA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E6B35-795A-4684-9003-2CE9131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EFF44-6646-4740-89A1-2B41F1F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66122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B8DF3D-24BA-47EF-886D-A846617E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B49EB-FD6A-4B97-BC95-1078B1C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F1FE9-9370-4BAA-9874-7B251B56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07758-7718-4DD8-A7BC-284F1535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119DF-AE2E-4EC7-80B0-CB8FDFD7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773D0-B6B0-4D15-B14B-82B897DA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33A9B-AE16-409D-9DEB-7EAB97C6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773F6-2F21-4ABA-8254-EE6AF1E2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FD0BF-1DCE-4286-A8B1-DCFEAC55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E1547-CC35-489D-A1E6-995BCAD3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5EAB3-B717-425C-9C7E-1A3DC39F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25112-25D0-4043-BEB2-5EE1E6E1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6E658-DA25-40C9-B7F5-C7C0783F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42C57-6A66-49BF-836A-82494431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5ED79-0104-4FC9-86DA-B60093C7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83041-364F-4651-9999-864E3393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491CB-F10D-470F-823F-DB842950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FC223-6FA6-43C0-A642-1D97BEA9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D68B4-17F0-48FB-9FC6-F3A8256A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872FE-2139-45AB-8A0E-E7DAEA2F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E793F-1F1A-4DC5-A710-5C18E309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27AF7-D830-4BDC-B48B-87897AC3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473E0-46D4-4C17-8E16-F35A25C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EBCD2-955B-42B2-B73C-69CA2726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8B72C-C81D-4BD6-A8E1-EC68ECE3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C22F2-1139-48C4-8B87-BA565862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A4AA3-B646-4577-A696-8E157378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F7CFD-1611-4781-9606-DC9897EC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2D705-150A-4545-84A9-8A90B5CC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6FDFD4-A774-4092-AC55-B9ACD442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9A557-CCAD-4BE8-9C90-21C55157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9AF04A-1CEC-45B1-ADF8-33015B53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567750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57C63C-A204-4BC7-B162-8FAA8EA1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2B014-2EAD-4CC7-BC75-ADDB642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Homogeneous and non-homogeneous Differentia...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68D57-8A95-4A05-A40C-4B61D88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09474-B0B4-4179-9E49-77AB6FBB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CE6CF-B552-4711-92EC-60BB7E33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272BE-D2F1-482C-AD29-1732CEF8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8D9D8-8F6E-4E83-A6B4-4CA3EE3A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E8C20-F73D-470D-97C9-D4F2DD7D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A69B0-6FF7-4BE4-B292-1EAD496B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420DD-C9BA-431C-A65C-893003A1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B5297-2AFE-4A21-9B2B-2D00AE92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43F72-8540-4860-AF6D-58C6FA78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FF03D-E278-4461-8AE8-56E10E1A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E2A1E-7641-407A-833F-A446C97F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7E657-DF9F-4D41-8BE6-8B6F6E36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A24F5-CD08-4B76-94DC-61FF759E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9BAD9-963F-4F9E-A465-63D5E74E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5A121-044B-4D17-AA8F-7ADB0037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CC962-C6A0-4D3C-8079-4DA0CD20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2E437-B33E-4D1D-BAF5-65706882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371CD-EB09-432C-B254-B27FFD10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C60FF-A684-4562-B430-7A3FB77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6920C-08B8-48F3-B3D6-75E2023B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1C5F6-EE7B-42C3-920A-856D4E6C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B4B7A-0F52-4195-B534-8285BB5A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D5B7A-747D-407C-9955-C94007F1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93CF4-C2D6-4B0C-B60A-0D502934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D7F64-0876-4D6B-BC7B-984C071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9FD635-0710-45BC-90FC-F4930667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4EED9-BA85-4765-83CE-F18D753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A991DE-D8D3-4BEE-B0CC-408B752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D1B991-56AA-4D69-8D64-0135D3AF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110830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3C6F9-E9E4-4A95-A79A-13D42C24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3ADBE-972B-4D5C-B476-16AF9305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Inverse differential operators - eax, sin(a...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C341E-956E-4677-9EFB-441AD1F3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42B55-3AFA-44D8-8138-F0C0891C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C42CE-AC5F-45C9-9D3D-679C25E6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11256-3B72-4F72-AA8F-BC57893E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CE97B-6D48-486E-AB67-281F2AF1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86F72-190F-4858-B8AD-2251ECC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1D277-13D6-4249-BFB9-62AAF4C8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B21A2-0C5C-40A7-B100-8F2E9F86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FA6F4-C226-4850-B910-07339E30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4A70E-9DBE-487F-8D42-9A7C3507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008DF-71BB-4EB1-A875-11191B00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7FC2F-E56B-4BDB-8E2B-DD7DEF8D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B767E-BC6F-40C1-ABA5-3EB8B15C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43715-3F98-4EC7-B967-B40BB125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A908B-5F19-4615-AEC3-B5EFAD51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0736A-EED4-4F09-97EE-162FE82C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FE4DA-6C6A-4125-9C20-D32B3240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4A13D-F410-422F-A502-1F61785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04286-A046-467A-848C-F27626DA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E538D3-4576-43C8-94FC-46012C7D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B2E0E-58B1-4081-B90F-B703C0F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1ECEA-5EC4-471C-BE61-96277BBD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C1C30-A233-42FB-BB12-D97DE9DC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4968D-EFA6-4BAA-AD58-E940EB1B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62870-FB35-48BF-9179-BC3C30A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DC625-EE19-49A4-89CB-B1D9C1D7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DC1A08-F67C-4123-876E-A7D9EF74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05C292-2C88-4A5B-8910-208B75E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DD1DB-9FC7-4CB5-9990-F2AAD292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DD0802-DD51-4EEB-8A7C-9FD96457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086819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F1561-7B34-435A-9143-1EB9CC02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6FDE2-1A80-43B5-936B-78364202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Textbook-3: Chapter-11: Sections 11.9-11.12...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14106-A9E4-450E-B18E-DD50C619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23B46-3B15-4B91-9D40-372D4E7F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715C5-F20D-45FA-BCE2-2DB796F4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1CC30-621A-4622-819A-74210417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DB47C-2041-4E0B-BB16-46635905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866EB-2A76-45EB-905D-2630029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02164-965A-4D60-872B-BBCBA405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F7E4A-6036-4A46-981E-124B267E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D7487-4ACB-4FB0-88C0-AFAA38D0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B3222-B1FB-4E0B-A45F-5F334CE8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00208-2F42-4733-8F37-7C6F0D4D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74194-2F4C-4F59-ADD2-DF50D0F5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2D900-BB93-4364-A19C-4DF82FFA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F42D8-AA2E-42B3-BB0C-D6250F82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83800-B7EE-4FC4-9F29-C99ED18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33A5E-87C4-4BA6-9B89-04CF1623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62718-E506-4F56-BE44-E420F847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DF0F9-4883-4BEA-BAD8-33083C5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18E6B-A22E-47D9-83D0-8A6D285D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6FFDB-85B9-4E8D-942B-3207BD39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EB26C-A6DE-4AB8-8EDB-869C412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8844E-CD89-4CCC-89A7-99E03D38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FED47-3CB1-42C0-911E-7326D5B1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BC3CA-7428-495F-A505-A35462D6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E51AE-87C0-4B87-BE30-230A3A48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AAEC1-292F-4B02-AFA2-22FD4F85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63669-0C8C-4F82-ACED-3B87441A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A2BEB-4E94-4B50-99CE-0B4D9BDE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1E7D0E-A2CE-4897-89AB-189033F3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95292-9463-45DD-B876-52F96D4B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442315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9F2F66-6B15-449A-94C6-A919DA5E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D4E82-BA74-4114-942D-9C84EBD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Differential Equations of First and Higher...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8030A-1823-4E65-89A8-ECAE54CA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A634D-F04B-4E69-9FCD-FBFABD29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8089E-ABC1-4143-8587-12ECD536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8B63C-1D13-464B-A65C-0CE38DBF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2F8C6-F364-4CED-8BA1-B90F39E3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BC97A-F101-458D-9C82-B9CAC475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87560-070C-426C-88F1-3067D41F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C3F00-89C8-4B7C-B168-0ABECE83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87E68-46C5-47D6-A25A-A80102ED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ACF74-1455-4161-98AE-21412B3A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0BE63-DCCF-4FC9-ABB5-825902AF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1746D-9D21-452B-A280-19A5691B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3B09E-8B6A-4836-8B60-5186544E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CB6C7-CB15-40F6-B773-FB02E5FF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02D33-ADD5-4EA8-A676-E33819F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E62BA-888E-4494-AB13-50C88D96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F325B-096B-4066-8E16-C816AAC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32E23-4196-49AD-8E2D-791A8B30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CED8D-D473-4D32-800C-7F39444F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06BFC-4B2B-4203-8012-082FDCC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F8303-4EC7-42EC-B2A0-849521D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105D0-1E38-4D3E-8D64-5B1E614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5DF55A-F830-48D7-B244-A85B048E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55CFA-583B-43F7-8C91-7DB06460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6DC7E-5F31-452B-A132-EABAF54D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ADBFE-2210-44E5-B7FF-D25C8520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CEBF7-699B-44F2-8577-AE8BC10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373225-CC79-4C16-A07A-3F102534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AEF685-455F-4332-9E39-4BFD2B47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1786A7-A6B0-413D-ADD7-F1EDBF4D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7398705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610E0-2572-422F-A626-7FFC7677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36EE9-1534-4EA9-A898-1ABCE85E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EF936-2BFF-452E-BA17-82BAFA80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E77BB-09FD-445D-8327-3FF8E14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981E-33C7-493A-A18C-A0044F1F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E97EF-BD8F-4352-A98E-D8DCEFFF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82CC7-1D6C-4380-8E01-9384973F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759AE-EF5F-4523-A334-A29B48D9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3D32E-E75C-4A75-8297-0CC660A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004B8-247A-4B82-92A8-96C93CDD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CF18C-24D2-4040-9228-3754A7FE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5758B-8385-4C51-BECF-4E82AC7A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6E0FB-0460-45B1-A38F-7C34520D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D9809-6B4B-42DC-A9E1-E22ACC8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AFB50-2652-4571-9E3A-C2B2173B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28F5D-0A1C-426E-BD6C-528E626B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98D37-59AB-4E2A-8E50-C7AA74F4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CE85A-191C-4CF1-9AAA-EC22D6E9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802E3-E04A-4851-B09D-A6A9FDBF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223A0-D73F-44EE-8E18-FAE3C68D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5E4F6-D7F8-4312-8E46-F4631720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C824B-B1BB-4277-879C-BB8621F7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E182E-6AE3-4EB7-8E59-246D84C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C6F09-50AA-4AEA-B419-08E2F1DB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D3032-B009-40D9-85C7-5EF70209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1BAFF-A32D-4B26-83F2-30C571F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1F63B-3021-4D5E-9278-FD6326A6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B0C69-EF45-468E-86B1-F14F5A96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FD4A5-94E8-498C-A74E-59A470F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667B87-C2AA-4972-9DAD-CE3A4C36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5E15C1-0A1C-4BF1-81EF-417B7F1E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4F798-BA1E-42A4-BFBB-3557E412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147794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1E9905-C78F-4919-8184-9841E2E9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444CD-F63E-4154-BED2-9B84D8E8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Homogeneous and non-homogeneous Differentia...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ED1F0-1B5A-45A1-AAD7-846B374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BB2EC-212B-4E68-9505-9C779E9A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5B52D-E54D-4BC8-A248-DFB85C74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65108-E0F8-4820-8D36-66C97B5B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76D21-B100-4085-8707-519B56B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9C663-58CD-4487-8F4A-A3DEB6FE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A098F-C000-4FAE-8FC4-0F035ECD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C2971-7C6B-4CDB-9AB5-7F27FBDE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7799A-2CFB-4AB6-A683-C78C3616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1F6AD-752D-4918-98F4-5CBA242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B83EE-81E9-40E7-BAD8-09A7361C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081A2-9088-4EC4-A8E8-9B68402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8A915-30A9-4F34-B6CC-415391A2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17208-F3C4-458F-9231-1FAF2A29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26D82-E4CD-4629-B0D3-3D8FE491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9CDA5-2A8C-4106-9F36-4DFF859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0042E-2243-44FC-949A-826251A7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8AD5E-27A8-490E-9CCC-CA9A622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94CA5-EA25-4962-8725-899C60BD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86924-EF9D-4603-9969-29CA9C25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3DC65-4B40-4BFE-A14E-B1010BD8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D5825-72AA-4FEC-BD33-094EA3B4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D9D3A-749A-49B3-99EB-D0278A09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59883-888F-4926-AEBB-9B5E6397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DB38D-F7DB-4B4F-B29C-580AB9F2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EA5250-FAF6-45B9-8DB9-F506CCCE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2465D-36F6-462C-91D3-1D07F87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97562F-D964-40E5-98A7-411171E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4CB512-1329-4B23-ABB2-8C9D1E21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E19849-9E1F-48A7-9C53-9E089D8D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439714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D9894B-03E5-4AA2-9E00-4C7D0ECF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6AF54-206A-48E5-A4C0-E4E312A3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Inverse differential operators - eax, sin(a...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0F606-B358-44B7-B24A-D228942D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3F7F5-E0D0-4FDB-B6D3-4497B336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1A8BD-B412-4F73-899F-D0FF256F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7A5ED-860C-4FD7-AB5B-1BDD9B4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6E709-15AD-4098-A67C-888EF72F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3121F-F286-4186-95D6-1850C815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21EA2-6FCF-41FD-B78D-424ACACA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E524A-B8BE-4D2D-8D68-B6778A6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76398-8D75-45A6-9507-3B65C20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78280-CD46-4C50-9C31-5C7B7C1A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025E7-C50F-4C45-920E-2A71E833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9E706-9135-41B7-A080-0A139DFE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E9216-3C9A-41D8-944A-817F46D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BE2B5-DA7A-43AE-A046-CC86F2A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70C8A-4146-4F57-A2F5-29C7ACE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78F8D-67F1-494B-BB76-B46817F5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DF3D2-6D69-4E24-973C-94B249A5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8FA43-58A2-4D31-B9BE-D614E33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5A0E8-C8E2-46F5-ACB1-7A8901EC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391A4-EA7A-4B6A-861C-CDDD2A98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B4AF2-D498-43DE-BD60-49DFA452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2BB48-AA26-45CF-B044-34CCC451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64962-5B95-4D24-9BE8-02B3C01F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34867-7805-441C-B8CA-378A0B97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52235B-F9C9-4C00-AE61-001B5A1D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8EAD6-14C1-4EC7-A268-0E1D623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0F96A3-DC1C-4219-9A1F-0EB29533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33D254-741B-4083-8704-33D89901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709BB6-3770-40F8-952B-CDF4A55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1DB8E1-17E7-403C-971A-2F30C962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8340880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73351-96D9-4E00-B984-77C0490D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7DC5F-D1F3-4464-9945-51F46AFC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Textbook-3: Chapter-11: Sections 11.9-11.12...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78A4B-4C9B-432A-8258-4322D4CC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37561-939E-4DA3-AC85-7AC7B7D4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AA667-8DBF-4A43-8A0E-7C8C4CA2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BA135-AE1A-48C9-8424-B53004F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818B2-DB99-4955-995F-220962C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33173-88BA-4B8D-817C-1BDA07E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118F9-080C-442A-B623-57033FA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3689C-B343-4CB0-9090-648F9FA2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C0652-C775-434A-A228-B0CF9521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4B46B-F159-43D3-BF49-0BC0F069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21783-E789-4CFC-A119-40917C43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E3FDD-13CC-471D-A2FD-DB149B2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EB96F-9364-4F0E-A3F2-FED26870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4699E-7103-4D14-A8C3-805F2D27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E1216-3DF3-42A0-A932-18FEA9D6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AFEB5-AE9E-4A7D-8DEF-07EB497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0C2B6-65C3-4149-A893-4897FA7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52806-1A04-4EB6-96C0-6679CC5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CE867-3E62-40D7-9422-5F3F49CB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BDA19-67D5-423B-95D1-D179E876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86D42-1397-4B91-88C9-1EE3348C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25243-B8D1-4687-B400-7EE26537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C075B-121F-4001-AD0F-9F252E9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C3F90-0E28-4C14-8A13-3AB0C2FB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C6177-B40B-4F25-AB28-0B6F55CC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646DF-B3CE-447A-8451-C982A5BD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EC06A7-A3AE-4CB1-A87D-B4399562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C3C505-630C-4475-8D12-2C92C192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C6E90-8D45-48DB-9167-DCF9BC40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288CCC-81CA-4B55-A2D2-FC4564D6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26648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2026-08-24T16:03:06.4960000Z</dcterms:created>
  <dcterms:modified xsi:type="dcterms:W3CDTF">2026-08-24T16:03:06.4960000Z</dcterms:modified>
</coreProperties>
</file>