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3042a6e24f41d9" /><Relationship Type="http://schemas.openxmlformats.org/officeDocument/2006/relationships/extended-properties" Target="/docProps/app.xml" Id="R653d066d1f354688" /><Relationship Type="http://schemas.openxmlformats.org/officeDocument/2006/relationships/officeDocument" Target="/ppt/presentation.xml" Id="R75c2679910b044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26088b77324bdf"/>
  </p:sldMasterIdLst>
  <p:notesMasterIdLst>
    <p:notesMasterId xmlns:r="http://schemas.openxmlformats.org/officeDocument/2006/relationships" r:id="R84d363de3c504748"/>
  </p:notesMasterIdLst>
  <p:sldIdLst>
    <p:sldId xmlns:r="http://schemas.openxmlformats.org/officeDocument/2006/relationships" id="256" r:id="Rfed4979a15c84fee"/>
    <p:sldId xmlns:r="http://schemas.openxmlformats.org/officeDocument/2006/relationships" id="257" r:id="R7b7186488c6449e3"/>
    <p:sldId xmlns:r="http://schemas.openxmlformats.org/officeDocument/2006/relationships" id="258" r:id="R9c7d424dbf56491f"/>
    <p:sldId xmlns:r="http://schemas.openxmlformats.org/officeDocument/2006/relationships" id="259" r:id="R2b78e12bece2402e"/>
    <p:sldId xmlns:r="http://schemas.openxmlformats.org/officeDocument/2006/relationships" id="260" r:id="Rcdfccd056a6946ff"/>
    <p:sldId xmlns:r="http://schemas.openxmlformats.org/officeDocument/2006/relationships" id="261" r:id="R50f54127464d4631"/>
    <p:sldId xmlns:r="http://schemas.openxmlformats.org/officeDocument/2006/relationships" id="262" r:id="Rb19d4eaca3a04963"/>
    <p:sldId xmlns:r="http://schemas.openxmlformats.org/officeDocument/2006/relationships" id="263" r:id="R363ab345ca404564"/>
    <p:sldId xmlns:r="http://schemas.openxmlformats.org/officeDocument/2006/relationships" id="264" r:id="R0f1d237caebc4d3a"/>
    <p:sldId xmlns:r="http://schemas.openxmlformats.org/officeDocument/2006/relationships" id="265" r:id="R9c7317cab9764d1b"/>
    <p:sldId xmlns:r="http://schemas.openxmlformats.org/officeDocument/2006/relationships" id="266" r:id="R0669cbd53fde4433"/>
    <p:sldId xmlns:r="http://schemas.openxmlformats.org/officeDocument/2006/relationships" id="267" r:id="R2b9e9a95fe3442a4"/>
    <p:sldId xmlns:r="http://schemas.openxmlformats.org/officeDocument/2006/relationships" id="268" r:id="Rc59a0f6cd6344c57"/>
    <p:sldId xmlns:r="http://schemas.openxmlformats.org/officeDocument/2006/relationships" id="269" r:id="R8226a823d3ea4194"/>
    <p:sldId xmlns:r="http://schemas.openxmlformats.org/officeDocument/2006/relationships" id="270" r:id="R953bd5e2b7794792"/>
    <p:sldId xmlns:r="http://schemas.openxmlformats.org/officeDocument/2006/relationships" id="271" r:id="R01f76147b8284dc2"/>
    <p:sldId xmlns:r="http://schemas.openxmlformats.org/officeDocument/2006/relationships" id="272" r:id="Rfd2b87fd761545a8"/>
    <p:sldId xmlns:r="http://schemas.openxmlformats.org/officeDocument/2006/relationships" id="273" r:id="Ra895730fa1ce4b83"/>
    <p:sldId xmlns:r="http://schemas.openxmlformats.org/officeDocument/2006/relationships" id="274" r:id="R60da6c439b404a96"/>
    <p:sldId xmlns:r="http://schemas.openxmlformats.org/officeDocument/2006/relationships" id="275" r:id="R29836c46a65243a6"/>
    <p:sldId xmlns:r="http://schemas.openxmlformats.org/officeDocument/2006/relationships" id="276" r:id="R25317b4d62424c1e"/>
    <p:sldId xmlns:r="http://schemas.openxmlformats.org/officeDocument/2006/relationships" id="277" r:id="R068a39f1b1a34dae"/>
    <p:sldId xmlns:r="http://schemas.openxmlformats.org/officeDocument/2006/relationships" id="278" r:id="R4ae58d6fb6d24457"/>
    <p:sldId xmlns:r="http://schemas.openxmlformats.org/officeDocument/2006/relationships" id="279" r:id="R379653603f554989"/>
    <p:sldId xmlns:r="http://schemas.openxmlformats.org/officeDocument/2006/relationships" id="280" r:id="R95cdd565e3ae416e"/>
    <p:sldId xmlns:r="http://schemas.openxmlformats.org/officeDocument/2006/relationships" id="281" r:id="Rb27df7b3750b4b3c"/>
    <p:sldId xmlns:r="http://schemas.openxmlformats.org/officeDocument/2006/relationships" id="282" r:id="R33eb6cbbb266480b"/>
    <p:sldId xmlns:r="http://schemas.openxmlformats.org/officeDocument/2006/relationships" id="283" r:id="R5e15e3721a9f4006"/>
    <p:sldId xmlns:r="http://schemas.openxmlformats.org/officeDocument/2006/relationships" id="284" r:id="R02f6ff53aa32477a"/>
    <p:sldId xmlns:r="http://schemas.openxmlformats.org/officeDocument/2006/relationships" id="285" r:id="Rd75da5fc017d4594"/>
    <p:sldId xmlns:r="http://schemas.openxmlformats.org/officeDocument/2006/relationships" id="286" r:id="R1f5fa174d36741c0"/>
    <p:sldId xmlns:r="http://schemas.openxmlformats.org/officeDocument/2006/relationships" id="287" r:id="R425ea658df49415d"/>
    <p:sldId xmlns:r="http://schemas.openxmlformats.org/officeDocument/2006/relationships" id="288" r:id="R5b074a93b0864756"/>
    <p:sldId xmlns:r="http://schemas.openxmlformats.org/officeDocument/2006/relationships" id="289" r:id="R52e6c7d3b3334ae0"/>
    <p:sldId xmlns:r="http://schemas.openxmlformats.org/officeDocument/2006/relationships" id="290" r:id="R5414a7a42fc04510"/>
    <p:sldId xmlns:r="http://schemas.openxmlformats.org/officeDocument/2006/relationships" id="291" r:id="Rfa2721ce46fc4b51"/>
    <p:sldId xmlns:r="http://schemas.openxmlformats.org/officeDocument/2006/relationships" id="292" r:id="Rbce580e20fdf4248"/>
    <p:sldId xmlns:r="http://schemas.openxmlformats.org/officeDocument/2006/relationships" id="293" r:id="R1d2f18a279ac4d51"/>
    <p:sldId xmlns:r="http://schemas.openxmlformats.org/officeDocument/2006/relationships" id="294" r:id="R4892ece6928b4d16"/>
    <p:sldId xmlns:r="http://schemas.openxmlformats.org/officeDocument/2006/relationships" id="295" r:id="Rae79493eefc443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0485ca2bd140bf" /><Relationship Type="http://schemas.openxmlformats.org/officeDocument/2006/relationships/slideMaster" Target="/ppt/slideMasters/slideMaster1.xml" Id="R0d26088b77324bdf" /><Relationship Type="http://schemas.openxmlformats.org/officeDocument/2006/relationships/notesMaster" Target="/ppt/notesMasters/notesMaster1.xml" Id="R84d363de3c504748" /><Relationship Type="http://schemas.openxmlformats.org/officeDocument/2006/relationships/presProps" Target="/ppt/presProps.xml" Id="Rb4d45c80359749c3" /><Relationship Type="http://schemas.openxmlformats.org/officeDocument/2006/relationships/tableStyles" Target="/ppt/tableStyles.xml" Id="Rd552676d37fa4669" /><Relationship Type="http://schemas.openxmlformats.org/officeDocument/2006/relationships/slide" Target="/ppt/slides/slide1.xml" Id="Rfed4979a15c84fee" /><Relationship Type="http://schemas.openxmlformats.org/officeDocument/2006/relationships/slide" Target="/ppt/slides/slide2.xml" Id="R7b7186488c6449e3" /><Relationship Type="http://schemas.openxmlformats.org/officeDocument/2006/relationships/slide" Target="/ppt/slides/slide3.xml" Id="R9c7d424dbf56491f" /><Relationship Type="http://schemas.openxmlformats.org/officeDocument/2006/relationships/slide" Target="/ppt/slides/slide4.xml" Id="R2b78e12bece2402e" /><Relationship Type="http://schemas.openxmlformats.org/officeDocument/2006/relationships/slide" Target="/ppt/slides/slide5.xml" Id="Rcdfccd056a6946ff" /><Relationship Type="http://schemas.openxmlformats.org/officeDocument/2006/relationships/slide" Target="/ppt/slides/slide6.xml" Id="R50f54127464d4631" /><Relationship Type="http://schemas.openxmlformats.org/officeDocument/2006/relationships/slide" Target="/ppt/slides/slide7.xml" Id="Rb19d4eaca3a04963" /><Relationship Type="http://schemas.openxmlformats.org/officeDocument/2006/relationships/slide" Target="/ppt/slides/slide8.xml" Id="R363ab345ca404564" /><Relationship Type="http://schemas.openxmlformats.org/officeDocument/2006/relationships/slide" Target="/ppt/slides/slide9.xml" Id="R0f1d237caebc4d3a" /><Relationship Type="http://schemas.openxmlformats.org/officeDocument/2006/relationships/slide" Target="/ppt/slides/slide10.xml" Id="R9c7317cab9764d1b" /><Relationship Type="http://schemas.openxmlformats.org/officeDocument/2006/relationships/slide" Target="/ppt/slides/slide11.xml" Id="R0669cbd53fde4433" /><Relationship Type="http://schemas.openxmlformats.org/officeDocument/2006/relationships/slide" Target="/ppt/slides/slide12.xml" Id="R2b9e9a95fe3442a4" /><Relationship Type="http://schemas.openxmlformats.org/officeDocument/2006/relationships/slide" Target="/ppt/slides/slide13.xml" Id="Rc59a0f6cd6344c57" /><Relationship Type="http://schemas.openxmlformats.org/officeDocument/2006/relationships/slide" Target="/ppt/slides/slide14.xml" Id="R8226a823d3ea4194" /><Relationship Type="http://schemas.openxmlformats.org/officeDocument/2006/relationships/slide" Target="/ppt/slides/slide15.xml" Id="R953bd5e2b7794792" /><Relationship Type="http://schemas.openxmlformats.org/officeDocument/2006/relationships/slide" Target="/ppt/slides/slide16.xml" Id="R01f76147b8284dc2" /><Relationship Type="http://schemas.openxmlformats.org/officeDocument/2006/relationships/slide" Target="/ppt/slides/slide17.xml" Id="Rfd2b87fd761545a8" /><Relationship Type="http://schemas.openxmlformats.org/officeDocument/2006/relationships/slide" Target="/ppt/slides/slide18.xml" Id="Ra895730fa1ce4b83" /><Relationship Type="http://schemas.openxmlformats.org/officeDocument/2006/relationships/slide" Target="/ppt/slides/slide19.xml" Id="R60da6c439b404a96" /><Relationship Type="http://schemas.openxmlformats.org/officeDocument/2006/relationships/slide" Target="/ppt/slides/slide20.xml" Id="R29836c46a65243a6" /><Relationship Type="http://schemas.openxmlformats.org/officeDocument/2006/relationships/slide" Target="/ppt/slides/slide21.xml" Id="R25317b4d62424c1e" /><Relationship Type="http://schemas.openxmlformats.org/officeDocument/2006/relationships/slide" Target="/ppt/slides/slide22.xml" Id="R068a39f1b1a34dae" /><Relationship Type="http://schemas.openxmlformats.org/officeDocument/2006/relationships/slide" Target="/ppt/slides/slide23.xml" Id="R4ae58d6fb6d24457" /><Relationship Type="http://schemas.openxmlformats.org/officeDocument/2006/relationships/slide" Target="/ppt/slides/slide24.xml" Id="R379653603f554989" /><Relationship Type="http://schemas.openxmlformats.org/officeDocument/2006/relationships/slide" Target="/ppt/slides/slide25.xml" Id="R95cdd565e3ae416e" /><Relationship Type="http://schemas.openxmlformats.org/officeDocument/2006/relationships/slide" Target="/ppt/slides/slide26.xml" Id="Rb27df7b3750b4b3c" /><Relationship Type="http://schemas.openxmlformats.org/officeDocument/2006/relationships/slide" Target="/ppt/slides/slide27.xml" Id="R33eb6cbbb266480b" /><Relationship Type="http://schemas.openxmlformats.org/officeDocument/2006/relationships/slide" Target="/ppt/slides/slide28.xml" Id="R5e15e3721a9f4006" /><Relationship Type="http://schemas.openxmlformats.org/officeDocument/2006/relationships/slide" Target="/ppt/slides/slide29.xml" Id="R02f6ff53aa32477a" /><Relationship Type="http://schemas.openxmlformats.org/officeDocument/2006/relationships/slide" Target="/ppt/slides/slide30.xml" Id="Rd75da5fc017d4594" /><Relationship Type="http://schemas.openxmlformats.org/officeDocument/2006/relationships/slide" Target="/ppt/slides/slide31.xml" Id="R1f5fa174d36741c0" /><Relationship Type="http://schemas.openxmlformats.org/officeDocument/2006/relationships/slide" Target="/ppt/slides/slide32.xml" Id="R425ea658df49415d" /><Relationship Type="http://schemas.openxmlformats.org/officeDocument/2006/relationships/slide" Target="/ppt/slides/slide33.xml" Id="R5b074a93b0864756" /><Relationship Type="http://schemas.openxmlformats.org/officeDocument/2006/relationships/slide" Target="/ppt/slides/slide34.xml" Id="R52e6c7d3b3334ae0" /><Relationship Type="http://schemas.openxmlformats.org/officeDocument/2006/relationships/slide" Target="/ppt/slides/slide35.xml" Id="R5414a7a42fc04510" /><Relationship Type="http://schemas.openxmlformats.org/officeDocument/2006/relationships/slide" Target="/ppt/slides/slide36.xml" Id="Rfa2721ce46fc4b51" /><Relationship Type="http://schemas.openxmlformats.org/officeDocument/2006/relationships/slide" Target="/ppt/slides/slide37.xml" Id="Rbce580e20fdf4248" /><Relationship Type="http://schemas.openxmlformats.org/officeDocument/2006/relationships/slide" Target="/ppt/slides/slide38.xml" Id="R1d2f18a279ac4d51" /><Relationship Type="http://schemas.openxmlformats.org/officeDocument/2006/relationships/slide" Target="/ppt/slides/slide39.xml" Id="R4892ece6928b4d16" /><Relationship Type="http://schemas.openxmlformats.org/officeDocument/2006/relationships/slide" Target="/ppt/slides/slide40.xml" Id="Rae79493eefc443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85e6cca8a040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6a70caaa6b4ea6" /><Relationship Type="http://schemas.openxmlformats.org/officeDocument/2006/relationships/notesMaster" Target="/ppt/notesMasters/notesMaster1.xml" Id="R35d043f11fa347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8180c8954347fa" /><Relationship Type="http://schemas.openxmlformats.org/officeDocument/2006/relationships/notesMaster" Target="/ppt/notesMasters/notesMaster1.xml" Id="R6a55a4a6dab942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0128b534fb47ae" /><Relationship Type="http://schemas.openxmlformats.org/officeDocument/2006/relationships/notesMaster" Target="/ppt/notesMasters/notesMaster1.xml" Id="Rc1a74a4dc49d4f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c295209343401e" /><Relationship Type="http://schemas.openxmlformats.org/officeDocument/2006/relationships/notesMaster" Target="/ppt/notesMasters/notesMaster1.xml" Id="Rb023e32543b04a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5436603e0b4a4e" /><Relationship Type="http://schemas.openxmlformats.org/officeDocument/2006/relationships/notesMaster" Target="/ppt/notesMasters/notesMaster1.xml" Id="R8233f486581d45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0859cef8d147eb" /><Relationship Type="http://schemas.openxmlformats.org/officeDocument/2006/relationships/notesMaster" Target="/ppt/notesMasters/notesMaster1.xml" Id="Re853f8fb6b144a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18ec25e65b4dd2" /><Relationship Type="http://schemas.openxmlformats.org/officeDocument/2006/relationships/notesMaster" Target="/ppt/notesMasters/notesMaster1.xml" Id="Rbeb5155090e14b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457b7f4f4e4775" /><Relationship Type="http://schemas.openxmlformats.org/officeDocument/2006/relationships/notesMaster" Target="/ppt/notesMasters/notesMaster1.xml" Id="Ra786b25b87fe44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b76c69a68141d9" /><Relationship Type="http://schemas.openxmlformats.org/officeDocument/2006/relationships/notesMaster" Target="/ppt/notesMasters/notesMaster1.xml" Id="Rab5f48dcd59b40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66b102083f4895" /><Relationship Type="http://schemas.openxmlformats.org/officeDocument/2006/relationships/notesMaster" Target="/ppt/notesMasters/notesMaster1.xml" Id="R2ca4887db6e44d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5e439d30f040b6" /><Relationship Type="http://schemas.openxmlformats.org/officeDocument/2006/relationships/notesMaster" Target="/ppt/notesMasters/notesMaster1.xml" Id="Rdf48e00221cd49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f16329c3814371" /><Relationship Type="http://schemas.openxmlformats.org/officeDocument/2006/relationships/notesMaster" Target="/ppt/notesMasters/notesMaster1.xml" Id="Rd291c622c2c941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a8956691a04621" /><Relationship Type="http://schemas.openxmlformats.org/officeDocument/2006/relationships/notesMaster" Target="/ppt/notesMasters/notesMaster1.xml" Id="R4b9ef3bbbebc46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6e925a45774306" /><Relationship Type="http://schemas.openxmlformats.org/officeDocument/2006/relationships/notesMaster" Target="/ppt/notesMasters/notesMaster1.xml" Id="Rcbb8193923e640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e1026243e74acb" /><Relationship Type="http://schemas.openxmlformats.org/officeDocument/2006/relationships/notesMaster" Target="/ppt/notesMasters/notesMaster1.xml" Id="Rc24c25b76d374d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bbcb4d9f5345fb" /><Relationship Type="http://schemas.openxmlformats.org/officeDocument/2006/relationships/notesMaster" Target="/ppt/notesMasters/notesMaster1.xml" Id="Rc26a5018224149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723a5f9e7b4f3b" /><Relationship Type="http://schemas.openxmlformats.org/officeDocument/2006/relationships/notesMaster" Target="/ppt/notesMasters/notesMaster1.xml" Id="R10df92d3071144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ff1e144cfa4ebc" /><Relationship Type="http://schemas.openxmlformats.org/officeDocument/2006/relationships/notesMaster" Target="/ppt/notesMasters/notesMaster1.xml" Id="R09043011508445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78b9a14d5f34889" /><Relationship Type="http://schemas.openxmlformats.org/officeDocument/2006/relationships/notesMaster" Target="/ppt/notesMasters/notesMaster1.xml" Id="R72444d5cea804f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95e35d1e4e7400e" /><Relationship Type="http://schemas.openxmlformats.org/officeDocument/2006/relationships/notesMaster" Target="/ppt/notesMasters/notesMaster1.xml" Id="Rcf4f7c81a9394f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89e1b592ee4cc8" /><Relationship Type="http://schemas.openxmlformats.org/officeDocument/2006/relationships/notesMaster" Target="/ppt/notesMasters/notesMaster1.xml" Id="Rb58c686ae4d8408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139d83b86a04744" /><Relationship Type="http://schemas.openxmlformats.org/officeDocument/2006/relationships/notesMaster" Target="/ppt/notesMasters/notesMaster1.xml" Id="Rfea1422b88b2410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ae24fe41c14d6a" /><Relationship Type="http://schemas.openxmlformats.org/officeDocument/2006/relationships/notesMaster" Target="/ppt/notesMasters/notesMaster1.xml" Id="R608a33ec69334e5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46d77ad1654006" /><Relationship Type="http://schemas.openxmlformats.org/officeDocument/2006/relationships/notesMaster" Target="/ppt/notesMasters/notesMaster1.xml" Id="Ra0216851c2fe489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5dd8750f8e7452d" /><Relationship Type="http://schemas.openxmlformats.org/officeDocument/2006/relationships/notesMaster" Target="/ppt/notesMasters/notesMaster1.xml" Id="R710945681e8a4a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78a70641a2d49bf" /><Relationship Type="http://schemas.openxmlformats.org/officeDocument/2006/relationships/notesMaster" Target="/ppt/notesMasters/notesMaster1.xml" Id="R26d50730b474420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db31fff823f4681" /><Relationship Type="http://schemas.openxmlformats.org/officeDocument/2006/relationships/notesMaster" Target="/ppt/notesMasters/notesMaster1.xml" Id="R128f611717744a6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f092063a84a4777" /><Relationship Type="http://schemas.openxmlformats.org/officeDocument/2006/relationships/notesMaster" Target="/ppt/notesMasters/notesMaster1.xml" Id="Rcaac5c7ad7ba4c5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2eae2a36fdf4d3c" /><Relationship Type="http://schemas.openxmlformats.org/officeDocument/2006/relationships/notesMaster" Target="/ppt/notesMasters/notesMaster1.xml" Id="R91da2e56ca6649c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b16f894e8444bc0" /><Relationship Type="http://schemas.openxmlformats.org/officeDocument/2006/relationships/notesMaster" Target="/ppt/notesMasters/notesMaster1.xml" Id="R4108fdc030744af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ba9f4913dca455d" /><Relationship Type="http://schemas.openxmlformats.org/officeDocument/2006/relationships/notesMaster" Target="/ppt/notesMasters/notesMaster1.xml" Id="R15864e530e2143d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34650ee9ced4bc2" /><Relationship Type="http://schemas.openxmlformats.org/officeDocument/2006/relationships/notesMaster" Target="/ppt/notesMasters/notesMaster1.xml" Id="R8bddd35b430c4c4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df8f5264a064acc" /><Relationship Type="http://schemas.openxmlformats.org/officeDocument/2006/relationships/notesMaster" Target="/ppt/notesMasters/notesMaster1.xml" Id="R211b8e52de144b3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daafd4ff7204912" /><Relationship Type="http://schemas.openxmlformats.org/officeDocument/2006/relationships/notesMaster" Target="/ppt/notesMasters/notesMaster1.xml" Id="Ra85f097b3bd1447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ccebf86c0484fee" /><Relationship Type="http://schemas.openxmlformats.org/officeDocument/2006/relationships/notesMaster" Target="/ppt/notesMasters/notesMaster1.xml" Id="R0f5d8ef0a03a49a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a0da3de699c417c" /><Relationship Type="http://schemas.openxmlformats.org/officeDocument/2006/relationships/notesMaster" Target="/ppt/notesMasters/notesMaster1.xml" Id="R86932a0d1e30428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f35dd7ce15e4bb0" /><Relationship Type="http://schemas.openxmlformats.org/officeDocument/2006/relationships/notesMaster" Target="/ppt/notesMasters/notesMaster1.xml" Id="Rdc88424218f4463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d9868b58eed485a" /><Relationship Type="http://schemas.openxmlformats.org/officeDocument/2006/relationships/notesMaster" Target="/ppt/notesMasters/notesMaster1.xml" Id="R84ce96aa59e04f5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d1f83609e2a4a77" /><Relationship Type="http://schemas.openxmlformats.org/officeDocument/2006/relationships/notesMaster" Target="/ppt/notesMasters/notesMaster1.xml" Id="Rdb3e8121788d46c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329fd4e32a34ad0" /><Relationship Type="http://schemas.openxmlformats.org/officeDocument/2006/relationships/notesMaster" Target="/ppt/notesMasters/notesMaster1.xml" Id="R4bb3bbea6bc640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e89df239142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e3da1b70794bf9" /><Relationship Type="http://schemas.openxmlformats.org/officeDocument/2006/relationships/slideLayout" Target="/ppt/slideLayouts/slideLayout1.xml" Id="R3178efa054c04b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78efa054c04b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7c240707e4a8f" /><Relationship Type="http://schemas.openxmlformats.org/officeDocument/2006/relationships/notesSlide" Target="/ppt/notesSlides/notesSlide1.xml" Id="Rd8a7b4520bed4d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fd98726404680" /><Relationship Type="http://schemas.openxmlformats.org/officeDocument/2006/relationships/notesSlide" Target="/ppt/notesSlides/notesSlide2.xml" Id="Ra544f5f29dee4a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a6d0d27a94910" /><Relationship Type="http://schemas.openxmlformats.org/officeDocument/2006/relationships/notesSlide" Target="/ppt/notesSlides/notesSlide3.xml" Id="R4048c8a2dee246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5af86e8a144da" /><Relationship Type="http://schemas.openxmlformats.org/officeDocument/2006/relationships/notesSlide" Target="/ppt/notesSlides/notesSlide4.xml" Id="R0ab071b63fbd4f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031ef75a14db9" /><Relationship Type="http://schemas.openxmlformats.org/officeDocument/2006/relationships/notesSlide" Target="/ppt/notesSlides/notesSlide5.xml" Id="R5f99d90b1d6b42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e7c2fa0bd401f" /><Relationship Type="http://schemas.openxmlformats.org/officeDocument/2006/relationships/notesSlide" Target="/ppt/notesSlides/notesSlide6.xml" Id="R2da85c10191e4f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3106e7c9f4108" /><Relationship Type="http://schemas.openxmlformats.org/officeDocument/2006/relationships/notesSlide" Target="/ppt/notesSlides/notesSlide7.xml" Id="R2dda475184f248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286919b4541c8" /><Relationship Type="http://schemas.openxmlformats.org/officeDocument/2006/relationships/notesSlide" Target="/ppt/notesSlides/notesSlide8.xml" Id="R31cbc304a53a49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21180089f4eea" /><Relationship Type="http://schemas.openxmlformats.org/officeDocument/2006/relationships/notesSlide" Target="/ppt/notesSlides/notesSlide9.xml" Id="R4dc0eee932c542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ac926b3534894" /><Relationship Type="http://schemas.openxmlformats.org/officeDocument/2006/relationships/notesSlide" Target="/ppt/notesSlides/notesSlide10.xml" Id="R0cf258e421484b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d2b2645ca4c44" /><Relationship Type="http://schemas.openxmlformats.org/officeDocument/2006/relationships/notesSlide" Target="/ppt/notesSlides/notesSlide11.xml" Id="Re5c7f06329b24a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97dd53ca342d1" /><Relationship Type="http://schemas.openxmlformats.org/officeDocument/2006/relationships/notesSlide" Target="/ppt/notesSlides/notesSlide12.xml" Id="R03d62d54f0f946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68734a26042f0" /><Relationship Type="http://schemas.openxmlformats.org/officeDocument/2006/relationships/notesSlide" Target="/ppt/notesSlides/notesSlide13.xml" Id="Rd75dfbc4628345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0b08ff93b4d39" /><Relationship Type="http://schemas.openxmlformats.org/officeDocument/2006/relationships/notesSlide" Target="/ppt/notesSlides/notesSlide14.xml" Id="Rcd6b55e60cbf46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ed102ef7c48f0" /><Relationship Type="http://schemas.openxmlformats.org/officeDocument/2006/relationships/notesSlide" Target="/ppt/notesSlides/notesSlide15.xml" Id="R2bf625aa986b4b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dfdffc3814580" /><Relationship Type="http://schemas.openxmlformats.org/officeDocument/2006/relationships/notesSlide" Target="/ppt/notesSlides/notesSlide16.xml" Id="R103019442a96441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c473979ea4695" /><Relationship Type="http://schemas.openxmlformats.org/officeDocument/2006/relationships/notesSlide" Target="/ppt/notesSlides/notesSlide17.xml" Id="R22e4559a5f344a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06862d55d4692" /><Relationship Type="http://schemas.openxmlformats.org/officeDocument/2006/relationships/notesSlide" Target="/ppt/notesSlides/notesSlide18.xml" Id="R1e9b62a3a78146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2d10c9c594e77" /><Relationship Type="http://schemas.openxmlformats.org/officeDocument/2006/relationships/notesSlide" Target="/ppt/notesSlides/notesSlide19.xml" Id="R1ca1fa33fa6d40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45ebb04d043c8" /><Relationship Type="http://schemas.openxmlformats.org/officeDocument/2006/relationships/notesSlide" Target="/ppt/notesSlides/notesSlide20.xml" Id="Rb1eb80d3741b47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a41855b8d4bd7" /><Relationship Type="http://schemas.openxmlformats.org/officeDocument/2006/relationships/notesSlide" Target="/ppt/notesSlides/notesSlide21.xml" Id="R25dc7e79699e4c3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6a2deeebc4d0c" /><Relationship Type="http://schemas.openxmlformats.org/officeDocument/2006/relationships/notesSlide" Target="/ppt/notesSlides/notesSlide22.xml" Id="R558a8672d95541e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9e646e31b4593" /><Relationship Type="http://schemas.openxmlformats.org/officeDocument/2006/relationships/notesSlide" Target="/ppt/notesSlides/notesSlide23.xml" Id="R7502449ace0f45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1092820c94d7d" /><Relationship Type="http://schemas.openxmlformats.org/officeDocument/2006/relationships/notesSlide" Target="/ppt/notesSlides/notesSlide24.xml" Id="R6fab1c66fc84493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ece4f83454193" /><Relationship Type="http://schemas.openxmlformats.org/officeDocument/2006/relationships/notesSlide" Target="/ppt/notesSlides/notesSlide25.xml" Id="R8dd55ff94fe34a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680b5b48b43e8" /><Relationship Type="http://schemas.openxmlformats.org/officeDocument/2006/relationships/notesSlide" Target="/ppt/notesSlides/notesSlide26.xml" Id="Rb91e5d2db60c446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2bd5ffe304ec2" /><Relationship Type="http://schemas.openxmlformats.org/officeDocument/2006/relationships/notesSlide" Target="/ppt/notesSlides/notesSlide27.xml" Id="R16d4dc12e1b4448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3a77a5cbb4ca0" /><Relationship Type="http://schemas.openxmlformats.org/officeDocument/2006/relationships/notesSlide" Target="/ppt/notesSlides/notesSlide28.xml" Id="Re5bc5a662a2f4c1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3595e7fae4182" /><Relationship Type="http://schemas.openxmlformats.org/officeDocument/2006/relationships/notesSlide" Target="/ppt/notesSlides/notesSlide29.xml" Id="R762333421e9e41c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88322cea64dc1" /><Relationship Type="http://schemas.openxmlformats.org/officeDocument/2006/relationships/notesSlide" Target="/ppt/notesSlides/notesSlide30.xml" Id="Rd4f0b8ded95346f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35050f1ac42c0" /><Relationship Type="http://schemas.openxmlformats.org/officeDocument/2006/relationships/notesSlide" Target="/ppt/notesSlides/notesSlide31.xml" Id="R988e41f2e1c74b5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60621a8144508" /><Relationship Type="http://schemas.openxmlformats.org/officeDocument/2006/relationships/notesSlide" Target="/ppt/notesSlides/notesSlide32.xml" Id="R2bc7a123c563421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8a70e3cbc46fd" /><Relationship Type="http://schemas.openxmlformats.org/officeDocument/2006/relationships/notesSlide" Target="/ppt/notesSlides/notesSlide33.xml" Id="Rdfc68f48c7c94f2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6d0a7260f4537" /><Relationship Type="http://schemas.openxmlformats.org/officeDocument/2006/relationships/notesSlide" Target="/ppt/notesSlides/notesSlide34.xml" Id="R84ad7defe4cb446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28daee0524588" /><Relationship Type="http://schemas.openxmlformats.org/officeDocument/2006/relationships/notesSlide" Target="/ppt/notesSlides/notesSlide35.xml" Id="R2c835717194e42e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1e9614cd644a3" /><Relationship Type="http://schemas.openxmlformats.org/officeDocument/2006/relationships/notesSlide" Target="/ppt/notesSlides/notesSlide36.xml" Id="Rff71565ed30e452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7ec040cae4b70" /><Relationship Type="http://schemas.openxmlformats.org/officeDocument/2006/relationships/notesSlide" Target="/ppt/notesSlides/notesSlide37.xml" Id="R64c9d278ad5e4fd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d2d212a1846b6" /><Relationship Type="http://schemas.openxmlformats.org/officeDocument/2006/relationships/notesSlide" Target="/ppt/notesSlides/notesSlide38.xml" Id="Ra19dc44efcc54eb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6f3beab90426e" /><Relationship Type="http://schemas.openxmlformats.org/officeDocument/2006/relationships/notesSlide" Target="/ppt/notesSlides/notesSlide39.xml" Id="R2ce8d4a2893642d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4ddb7518741bd" /><Relationship Type="http://schemas.openxmlformats.org/officeDocument/2006/relationships/notesSlide" Target="/ppt/notesSlides/notesSlide40.xml" Id="R10b0593637444e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D5680-7134-46D4-B891-193AA029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0B995-0B6C-41F5-AC52-FBBBA6A4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Numerical Integration and Numerical Solution of Differential Equations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A9FB7-4936-4304-9558-9BBC7DA5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1BMATS201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B8ECD-9083-435E-BA7E-A9DD3FA3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4C63E-7125-4FA6-87D9-A225CE8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9316C-828C-4EC3-BF21-748F5A75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D3BC5-7307-406D-B503-8025C86D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54348-7BAA-48E7-AE9E-078E6F66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24D6E-E1E2-4515-B388-8D02FAE5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C167E-0012-4CCD-BBEE-525D33A4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1F4E6-CF59-460D-A730-A83D6259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17612-B74E-4B44-B63B-4D7326FB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C41E1-B4F7-4D04-A617-DD69CE39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34562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DB93B-617E-4FB2-B74A-6051B39E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4F39E-CDF0-423A-A47D-07FF9DB9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C8535-CA15-41AE-804A-CDD7DB7F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9047D-062B-4D4F-9D1F-02D6D44A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7FEC3-660D-46F9-8505-AA963935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0D24A-EFDD-42F9-B864-BFAD67A0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E1393-43C0-4878-8F0A-4CBA4EAF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D5155-82B3-47DB-83A7-FBE80920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45CDE-CD27-4BC4-8644-0CB0B425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A776F-989A-42B2-9922-251513D5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42173-0C14-4CB4-B2C9-23D7FA1B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4F104-F730-42B4-ACD7-0A05C465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E99A7-0E8F-4A80-B26E-3AC72D88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5351B-8C84-4174-9CD1-1B4A2BED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89316-443C-4C58-B49D-25336558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543845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2C859-7C53-4FFE-93A6-08212F1D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8FE15-C913-4727-9711-30172031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D0A46-2562-40B1-8EF6-B729A1C3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6A3CB-A1F0-43EE-B6B2-2C7D8C96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E92E6-8965-4AAE-8CC4-70FA9B8B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B9E2E-8679-4614-AAA3-34EEC0D4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ECC53-A8D6-4286-8793-67C7838A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F796D-332F-4259-9E80-3F7BC35D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0F924-CD8F-4946-BE93-41FE2EE2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Integration and Numerical Solution of Different...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160A8-AA40-4D9E-8269-7BB22F47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DCB7E-4A5B-4620-A776-01799350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823E1-7166-40AE-8321-0FF6CD26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integration: Trapezoidal, Simpson's 1/3rd, Simp...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8D246-B8C2-4C88-8E0C-F0DCFBAF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F1E6B-78F0-4B03-AACE-D0095B59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11856-62C1-4B26-BA23-5603CDD5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solution of ordinary differential equations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D4B45-62A2-413E-811C-AC3F0063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E6050-C034-48B0-BEF6-FCA61CD3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264D6-4340-4914-B8FF-D52383D1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Textbook-1: Chapter-5: Sections 5.6, 5.7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43FE8-F53A-475C-904D-C5C9D9C8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B8DCA-798C-4A21-91BA-62C89A10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C79D5-3BAE-4BAD-8A11-F0864FE3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Chapter-6: Sections 6.3, 6.4, 6.7 Textbook-3: Chapter-30:...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677FC-B027-4C33-9D4D-F88A778C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43100E-D24A-4BAC-A576-065D737F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42611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FF542-B1C1-4A67-9929-DEE33BCE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D57A6-690D-4BA8-B9EF-DBBE412E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C7117-94E0-47DF-A3C4-2736CEA1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EAFD9-32A5-4033-9BD1-78E860F5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FCC80-FC0D-4A3A-9CE9-7FB34489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2C603-7A89-4851-9784-7B2C03E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9A5DA-90C9-4209-95C8-033089DD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76E6D-9E98-43B3-B87B-27332665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Integration and Numerical Solution of Different...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8E5CD-C28C-4F4D-AAF2-FFB6BBD2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6AC8A-FFCD-4715-8F7E-A07732EE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0159D-740A-4519-882C-4A77BAD2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integration: Trapezoidal, Simpson's 1/3rd, Simp...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AECB2-3F17-4359-8FD7-B90F25F0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632C1-E16B-40FD-B9BE-F7AFBACA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86C5D-4B14-44D3-B625-71A0C6DC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solution of ordinary differential equations of....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79975-EEBD-4646-94A3-9199A293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2A741-0966-481D-8BB6-0E1D9451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A8A5F-6B22-436D-9F3B-F04BC262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Textbook-1: Chapter-5: Sections 5.6, 5.7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B2BF1-FC7C-4B8C-9668-A8BAECC9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E9562-0FF1-499D-A5DB-E56A8F1D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CAE8B-EF78-481B-B095-F2E778C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Chapter-6: Sections 6.3, 6.4, 6.7 Textbook-3: Chapter-30:...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ED28D-21B3-4CCA-B36E-B9CC4ABA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226D5-8440-40C0-9E76-5449F646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9F515-F037-4713-A13E-30DDE404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13782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A9A4F-B15B-486E-822F-8D30F042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B40E7-9B6E-4136-BF0D-6FE09091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DE404-E6AE-4B23-B6BA-40914713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D4895-AE4A-493E-B03F-FE334E20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F18A1-8F31-482A-B9F1-CD68C77C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0A5FB-54FC-4920-83D5-5F5E971B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F500C-DAB0-45C8-B6E5-10535FAA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609F5-D8D5-432D-AE2F-EDA0892C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84E72-AA07-4F50-BEA0-4451BC69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C229A-8800-4F6F-8745-F72CE568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61E4A-CE36-4B3C-99AD-01A9AA1F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Trapezoidal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23E90-253D-451D-94AA-6F788AAB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Simpson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21E12-10C3-42CE-831C-48CE4FA7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CE32C-9565-499F-8287-7057AB47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Weddle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BFC15-975B-4476-A4BC-BBC15D6D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F8FF6-553C-4DE4-8DCD-CB0E86B4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5137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A4CB6-5C3D-4483-B569-E8034211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4E67F-1C35-48F4-9E4D-4E4C24E4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FA5FB-29C0-48EA-A788-EE53031E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B28D0-C3A4-4B65-8B14-A31AEAEA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C0AB1-A726-4DAC-9E81-E232A6CF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Integration and Numerical Solution of Differential Equations (8Hours Theory + 4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6C2DD-80E5-40D4-8234-EB0B4686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Numerical Integration and Numerical Solut...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BE542-1E23-46EF-B89F-6564CA59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EA733-7ADA-4007-827A-1EC3C7C9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19590-CBA7-4F37-80CC-5CD325E2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D0DDB-437C-4AA3-B146-2065ACE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0C39F-A392-48B2-9B0A-9A573377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7863C-11E0-450C-B76E-FCBC46DE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734FA-D31E-4C5F-A21D-95CB69B2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276BC-C529-4643-9384-560AB7F5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8AB16-9835-4CF0-B6D1-8B48144C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09E45-49FD-4C36-838C-AF5011A8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52199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414619-15EE-4C07-8BA3-F671D0EE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A8CC5-4A3B-4176-94F4-A98D09E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BCB0E-E7D5-4E51-99BB-EB5BDB66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81BCB-31B4-4785-B56D-5B09C38A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E50D1-1477-4223-B001-DF45D45C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4FE4D-EE28-4908-B146-FE639BB9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5A9D4-4BDA-4359-AD89-87634913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7AC60-C32F-4044-AC99-78C54C1E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BD765-2127-4F34-AE58-C8F603B7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Numerical Integ...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BF778-04A3-4604-A315-2062862A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21F5F-E1B8-4FBB-B1EC-A802FFB8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FB683-A66B-4A79-A5D4-1977A826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62D81-9BB1-460F-9D1A-9D144386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63AEC-C3FF-4D21-A28E-5B81453D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42AE4-97D2-4E0B-B4E8-3189475A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Numeric...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55674-61A2-47C1-923C-0C0BFB34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D417B-D780-4C65-81D9-6E9F5749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86127-08F3-4714-90C7-62C72A26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Numerical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8E047-2E1B-45C9-A03E-108A132A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CF504-A381-42ED-9BE2-BB474850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15D9E-E2C3-4992-8577-832CC5E8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Numerical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BE9D8-B34C-4AF1-897B-2E93DF66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D9D92B-C226-4D83-B404-265031FD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640328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C49F3-4642-4320-971B-1FF1DB61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E36EE-8257-4242-A825-A39ACAB7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781FA-2D16-4A29-AAD6-9A8B10D8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A395C-6459-4EB3-9025-30DC3CE4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2B88C-6C80-41F3-8804-93FE176E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E58F0-D880-419D-954C-82482B40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0C640-02C7-46D1-8EAB-3F070AA6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30D44-F782-4DF5-BC59-F1687816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EBF4A-1BE6-4D84-B541-54EBEF28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9A3FD-CFBA-4F52-B56F-0FAEE311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49108-7E80-40A2-8D0D-C13348C2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EAEE6-1443-4AAF-8B82-C9F6AE41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C2C3D-4063-4923-9421-78D00DA6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6AFD7-E1DF-40BB-8578-D9B1042D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E6A35-40E8-47BB-B93E-D53570CC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669333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334BD-8FE1-4053-B313-310199F3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401E4-675F-4CE2-91C8-27A2174A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45BB8-7269-4DED-B666-6BD3702D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9BC12-C582-4EE1-8EF1-B29EF729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900F1-EE99-4E38-BAA1-582FB5C6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93CD1-316A-4CB4-8591-19557A10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Integration and Numerical Solution of Different...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AEA9D-475F-46AF-B58D-18612EFE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70576-83DB-461B-96C5-39D4C189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1A7E3-6493-48F3-83D6-A21374DC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16BE8-5C03-4FC4-BA2B-5F3984B1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4338D-D9EA-4CE6-AFA1-95575BEA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890982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0C001-D3E7-4133-B92E-F5C5DFD4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D40E3-36E2-4435-A1EB-54D5B11E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1A0CC-652B-48B8-A81C-7BE990D8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2731C-9612-4357-84E1-1B9E0768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0FB6E-C684-4389-AB42-B1B26335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integration: Trapezoidal, Simpson's 1/3rd, Simpson's 3/8th rule and Weddle's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F902F-F327-4395-8FCB-51F04CCB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Numerical integration: Trapezoidal, Simps...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3765A-9CA9-4AA0-8011-6492A83E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1ED8E-DD8B-4714-8C59-AE7C3035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44AAB-1A0C-46D9-A9C9-F82DC48C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094CE-EB5A-4379-A9A5-0F992AA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DAA69-ECF9-4610-B0D1-68A2E078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6DACD-9091-4FF8-8633-6F8E9B0F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E4A3F-6516-44B6-8C55-1F662C13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F0371-A69F-412B-90D5-9608177A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29BAE-0FF8-4B51-8CE6-93BB68EA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77991-8C9F-4F6C-B1E1-A138B5CB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656661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DAD5EF-E34C-4433-BC74-D2E67EB4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59B33-2689-449A-938B-FF7EEB25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C83AC-001D-4242-9638-C89C9816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943D8-85B0-4550-B8D4-EF4EBDCD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867F9-0EF1-4049-AE3B-CFF909C9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6EB2F-B9FA-4FD4-B1FD-5A264433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ECD70-631B-486D-8337-5C108CA5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71A70-674D-4A9A-9E2C-BE7E1B14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84DFA-6B52-4782-94A6-3179EB19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Numerical integ...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861CC-8F45-4888-AB98-018CFE4E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B371C-0859-4186-95C6-87D5F2D9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1AAD4-1BD6-4DC0-85CE-2A4B3030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E820F-EC6C-4CC2-8BBB-1FF62007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DE583-347F-49C1-ADBE-0B9A5634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A4AC7-B2C8-40BB-B05D-A8F78A02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Numeric...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D428F-C9C0-4449-861B-743E3D80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DD652-495B-4126-A7C6-A81DD448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4F526-B449-4F41-BD0C-9AE48F5F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Numerical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523F8-C5C8-451C-BE1B-02CA0447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1EF2F-C8C1-40EC-A81E-351BD3A8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F7F97-CA7E-44F7-85E7-6A339D3F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Numerical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872D8-4D4D-4E2E-806C-9D25F3BC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7B02C-2681-4D90-9D55-DB931659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213685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BB3A3-6094-403F-8257-47A48292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DCE92-9DC2-4120-93AE-9615BE3B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05E10-45F9-4473-9F1B-C0069DD6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05DB6-5933-47BF-9517-728B0AD6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295FB-88C3-446F-9E8B-76586B3E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D65FC-9221-4048-8FD2-55464E04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76AFA-466B-499F-B292-8CC70B79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7ABE4-811F-4FB5-A1C9-4E3DC4A5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83BBD-6875-4D61-A465-8E5A47F2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B4A2B-C8DD-412C-9FD1-B18196D0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7D8A9-5D1B-4592-A4DF-BF2B6676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02079-EE15-492E-93F2-494DB0ED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E91F0-E317-43DC-821E-FE69B30E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1851A-A1F7-40E3-9E79-317479ED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ECF6A-7862-40C2-8ED8-E27D2CE5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761886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A1734-8894-4A14-BDC1-A781A636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D7CB6-B9AA-40F9-9F80-76170D92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BEED6-3351-4645-ABD9-4804E12B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1FAB8-2EC3-4802-9742-795E1F1C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6F0EF-5F0E-4A57-A0DF-D0E7AB1E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64DF4-CC02-4F60-B55F-C2AC7B89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integration: Trapezoidal, Simpson's 1/3rd, Simp...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A5C0F-3D0F-4E54-BE88-A26EA6D6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E15C8-1526-44D9-829B-BB21F6DC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D8CC4-B331-48A4-B97A-086B8D8A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82ECA-1A2D-4F0A-8921-A4823823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86A6F-3D43-4542-B5B7-CD1B131D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67668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E75FC-C673-49F3-82DD-5A3AD07E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2BC5C-5DCF-4039-8528-1015281F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136A3-4AB8-49D8-81B8-8B82E66E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30CB0-25DB-4498-AD72-1BFB543B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DCA93-58C7-4099-B5C8-01FE8EC4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solution of ordinary differential equations of first order and first degree - Taylor's series method,...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2DC77-AFB0-4ECB-A43D-A3C78C81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Numerical solution of ordinary differenti...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26FF7-88F6-4A2E-98BF-4E09948C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DBABC-4B3E-4B12-B448-A05FAA6E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BB600-8CE2-4CB6-A792-7AB6C024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18231-D6D1-4A46-874E-A0D9734D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8DAFC-6B0F-4249-ABCF-49672B73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843D3-56A2-4937-9303-828DB89E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EEA27-9E78-4311-9B9A-5119C9EB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29B89-4560-4B1E-948D-83E5349A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30AE5-73AE-429C-BF93-00D50BF6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8410E-A8AA-4B37-98DF-3AF13747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703772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E14F2C-3D03-4E40-9BF7-036E5FBB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F6A70-4C0F-4A2B-990F-B23EBCFF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CF1C7-F454-4002-8034-D534CF3F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2A2E3-6807-4CF8-A2B1-44E7945B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0030E-97A5-4D5E-B2B7-BDB61FED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4148B-7A87-41FB-91B0-DC1AD95F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183CF-0D38-42F6-A478-718A6BD1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9ADB7-E7CC-43F6-AA5D-C2C97E62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56091-FBB7-4621-8193-8FD264F5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Numerical solut...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F0E50-B56F-4DC6-BC2B-91BFBD63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9C402-8EB3-4144-9D94-7AD950CB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3E66D-B5C4-4409-B9D1-FB0BAE40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F0682-BD36-4FD5-BFB9-C13F9A2E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3906F-4925-4552-9BD8-38791826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465AB-F9AB-483C-B587-0242497D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Numeric...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19EA0-244F-4C14-B819-F7FF2258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54A6B-DBEE-4713-BD70-4A2F59C3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6C2E2-2558-4B00-9851-E5D722D5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Numerical sol...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CE29D-8172-4EEB-A8F7-C9E1CEF0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3F4A0-2B8E-45DF-92F0-490962D6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0D555-C520-453B-9DB2-3FC034B3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Numerical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284F1-8864-44B5-A98A-93C2B3F4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FD3DA-FAA0-467B-91A2-B52CA046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072118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9CCF5-5E12-4CC2-8B6F-ED568C23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B9523-3FCA-4363-A5B9-F712C923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B2477-1230-4BBA-A281-6817DA9A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485AF-9AD6-45AB-9C69-D550A67E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64278-D860-45E9-9CD8-74635518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4A6D3-40DE-4F04-8496-CAA176B7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ECFF4-65FD-4227-A2AD-4A13F625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D333E-23C3-4009-BB5B-8E93BA8F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75597-B097-4B3E-85F5-8BC62416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F5E6D-7A29-4BD4-AA9E-90D067D2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70B24-CCAF-4E64-81A4-5B5A2409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75972-8DC2-40DD-85B3-7EBCF58B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11E81-2DF9-44B4-9EA5-BAB4ABA9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79EA1-5AB3-4EB6-B700-1F913461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2F74B-D9AC-4DB5-836C-E3EAD2B9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29123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EC401-07AE-4BAD-9057-30E02086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4CBB7-ECA1-4DD6-9734-1E473488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032D4-7409-47DA-A908-0DCDD953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1B0E3-9B3E-4B5B-A0E2-57D62C17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739E6-7ED4-4267-85EF-A8D987D3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16E37-A97D-4420-BB26-B5F088DA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solution of ordinary differential equations of...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6A44B-D097-4FC3-82C3-8B53CA2F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ECCC9-31F8-4042-AE60-6408B02D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E9559-3FC2-4245-8534-7BA3531C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3536C-06CB-47A5-8E13-56D6B9F6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C9464-845F-4BB9-89C2-D5E0267F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449774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F6264-52F2-47E7-86D4-0FD0B9BE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4215E-7418-482F-88F6-EB5BA4A8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E87AC-F811-41D2-80A9-C5E0022C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CA727-2885-4F4D-973D-6F277BD9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8F0EE-9AF7-4C3F-9984-1B94BA0E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Textbook-1: Chapter-5: Sections 5.6, 5.7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717EC-121F-43BF-9132-96F0879B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Textbook-1: Chapter-5: Sections 5.6, 5.7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C902F-C3B4-4B08-90B3-803EB509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8118C-09CC-4BC0-863C-849D57AB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B7430-ADA0-481B-A631-6440B6FD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11212-DC3E-4F53-B9BF-D08138E5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7060E-7AB9-4466-BEAE-5577D196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09A47-6342-4E44-BF90-ED3B1EAC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896D9-3257-4EE2-B7B9-346334CD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67767-3D26-4AB6-8A61-D98C008A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737F0-8152-4961-9687-3C4057CE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2DA41-D9A6-4229-AAF0-77A18827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934646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FFC37-FD46-49B6-9603-96787D7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B1D51-A96D-4275-BD0D-413D5D8B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79BA9-7219-40A4-99E0-BE60AC04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A5311-25E7-4DA8-A6D4-A578A408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2096F-1CEC-45A8-9E7C-0267E018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562C4-3D7B-4791-BF3D-76178B01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6AA9E-23D0-4A82-B864-CFF50F59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61978-9C51-4653-9FE8-5E886179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401AA-7C5B-4D92-8C65-0ECF382F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Textbook-1: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1F992-5228-41DB-8F3E-E08F438F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1012F-5D46-487B-871A-41D8F799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3DB09-56A0-41F4-BFDE-634613B6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6E4F7-3FC0-46EC-A519-28C94589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2DAEF-F7E6-4727-B175-3DC26B2F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C27DE-4183-42B2-A01A-9DADCFAB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A4DF5-9BB6-47A9-9439-33765E6A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A347B-B4F0-4D18-9CF7-F621787F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07DB6-2EEA-4BAD-B083-80D6C04E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Textbook-1: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51126-4599-49F7-9817-AC537D69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69C5B-5D61-486D-AC11-12F9C9E5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EE666-6CB0-4AD7-8F41-9A5F5B2B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Textbook-1:...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2390A-62CB-4A3D-A118-94786F98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65FD08-CE84-4216-AD88-E40418A0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57651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C5FF7-F941-4394-BDC3-73E97318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90A70-E6BC-4649-AE37-3614B16B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0C562-357D-443B-B797-434ECF12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2A783-6BBF-46BB-8922-5BB6A3F7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B4F65-D87E-4570-A53F-20E2F4DF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DEEA9-BD56-45BF-8A88-F8DCAF2B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7FB8D-81AA-478D-9041-68C99AC7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C165E-E213-47BC-B0CA-3243F0E4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59F5A-F412-4188-BD27-1CD335B6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74670-CB4F-47D3-8276-8D3DC0B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D0EF5-B6DC-40FD-A882-C69FA9B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76619-2743-4111-B5BB-365516F8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8D58D-E8A9-4C9F-84B1-A91C6F7E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4533C-E992-43A5-AD58-9F689886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1ED83-4418-4C7E-AA10-C1D144D4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877248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3BE9F-8DD0-45A2-80DE-48D9FFA3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B3240-3555-4857-AD2D-5CEDB231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75E89-B08B-4F96-8AB2-08AC8D1A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48875-4386-448C-B640-750E9B09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80754-7B0C-4B38-A72A-C705E49B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820E3-D16A-4534-A2B2-F6E8AD78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Textbook-1: Chapter-5: Sections 5.6, 5.7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EDAB5-B47D-40E1-82CA-3BB480BB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F5E64-BEB1-4BA1-BB0A-92D05B6A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6681B-489A-44D6-BE07-4633CB85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CD28F-E4FB-452C-9C18-188EF01D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59B31-876B-4FE8-95F7-465AF99E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951239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C87F7-A5AA-4223-B2D5-C29B8B01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1EEF2-F58E-450E-BA7E-8C9F6867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B6B55-22D7-4CE6-A79B-59DB2255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DEB42-E0E2-4D30-A06A-D4FC0FD2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14C5F-1242-410E-83F4-F34DC158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Chapter-6: Sections 6.3, 6.4, 6.7 Textbook-3: Chapter-30: Sections 30.4-30.10, Chapter-32: Sections 32.3-32.9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FA031-7A60-4064-9D5B-14DAEDDC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Chapter-6: Sections 6.3, 6.4, 6.7 Textboo...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09357-CB26-48E2-8D4E-D76099C7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A95CB-653C-4DCF-B5FD-0F932942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C8306-7C6C-4E13-AE26-29950FD5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10DB-7F80-4B5D-B8EC-67D59002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79861-6817-4E4F-B4E8-164CD48D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B3F94-DB64-4190-B61E-5F172423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90D3B-A634-4065-BF2C-1CC74802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92F77-1CBB-44DA-807C-8DC53222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34357-9451-4E08-8B7A-5D0D5DE2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07EB4-DE02-4A1E-80D5-56BB00CA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836824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37D66-AB3F-4A65-BB1E-27911DD5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505C2-6729-49A2-AAE0-A7581E0E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2C726-0224-488A-AE71-EAB9C86D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3BB86-9321-4C0E-AE54-2E6ED003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E534B-4FDB-448D-9F97-7C6A3A88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5B01D-4912-4345-B504-F7DBC752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D51E5-7EF1-45F0-AC8D-1E917F10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11B47-597D-4367-BDDE-B09B2734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5230C-95B2-4CA0-A3DB-7E4F1052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Chapter-6: Sect...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AD31A-C73D-43CC-81D9-63FF054C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48772-72AB-407C-91AD-034C4F2B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69CAC-045C-4493-B1F9-DEC7EC85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Chapter-6:...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0BA14-E769-44F7-AECF-2EBDDAA2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020C8-503D-4311-B6D7-04E7EB2F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790AB-5D3F-4189-A568-6DCBBB8D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Chapter...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CC049-A0E9-4E6C-A0B3-9C7604C9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8164E-DB57-4CBE-92F3-71D18625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B1E3D-4551-4EAB-83F4-3CA2C2D1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Chapter-6: Se...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98980-7441-4337-A256-CB81B2DE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FCABE-578F-492A-AB62-C7CA73D6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C7C88-2B00-4505-89C8-63C3AF6F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Chapter-6:...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C73C2-FFA2-4289-AD5E-7DF84F15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B04581-C31E-4F27-989D-D7E2060B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867496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E927F-F9E8-4762-AD53-E0A2F0A2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895AD-ABB5-4361-86DE-09E234FF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FE449-DBDE-4F63-B4D5-F863E720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E3ACF-84E2-4E9F-85E6-61FC0EE9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031F5-9C68-480F-AF06-0E4426CA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452FF-C29D-47C5-A09F-93F3C0F9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84335-5141-42F2-ADDA-57ADE233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8D8B1-626E-41B8-8E46-DBB5E08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929FA-C761-4747-8355-4ADB81F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FF9B6-F31F-44BA-9430-777A2C30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EF02B-B6AC-415F-8E19-22509027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AF6EE-BF1B-44FF-B98D-44D9DB37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23483-ECB7-414D-8DB7-DBAD8F5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6E2FB-25A2-4D21-9DDF-B4CCDC45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A60EA-196A-4C8C-A467-6DF27753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240203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473BA-39BB-41B7-89AA-AFEBC647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81174-F60B-424A-90A1-82691C0A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E6407-7421-4B8F-A73F-E8A958F9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41237-8BE9-435F-AC7B-40800DA8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CB490-C87B-479F-AC3A-8F0C8634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06F48-491E-40AB-A3B8-8B3B257A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Chapter-6: Sections 6.3, 6.4, 6.7 Textbook-3: Chapter-30:...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888FD-AC75-471D-90A1-FD2FA1D1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F480C-F54D-413D-BAE1-AE8C5938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835CB-920E-4D7F-9C23-F54D25F4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2CD85-2F91-4C6B-BC5C-23F38148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28F84-2C5F-47DE-9DCA-AEA82506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376152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80CB3-8436-405A-AACF-4381ED49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60D55-7722-4579-90D0-20D999E2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675AF-59A7-406E-AE5A-CFB20901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D91DE-8370-4B52-BE0A-4B7093C5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559BC-FB38-4588-BE19-E454E4E4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BBFC1-2C5B-4461-AB77-CA0D774B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682663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38B69-6C72-4C5E-9D40-332550B6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BBB5A-6ECC-41E3-9F8B-CD542928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BD994-CFD4-4FE3-902A-ED97BEED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07E27-98DF-45B0-BDB9-8FD7BDCA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23F50-DC1E-414B-B893-E7EC8A6C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Numerical: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Integration: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Solution: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3698A-BE50-4F34-8B97-68AC66F2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1253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91ECE-A757-48EB-AD56-7D8A6B3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80882-ABE1-47DB-B752-EAC4DB0B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745A3-3BD6-4E4F-A703-D78E5E9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B2D80-8BA5-4610-8011-99B439B7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A33AF-7B00-4844-B1D2-24D13D73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8DDB1-3A5B-4D66-B637-4A9C699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189046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71129-203A-4E93-869E-FB9826DB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A8AB1-8AD2-4A6B-BA5C-EB4C8520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F5AB2-A50C-4A7F-BE2E-553B588A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8C05A-F68B-489A-9A0F-0B9C9025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38935-7963-4941-9387-545AD948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46D69-A093-4FE7-8659-9F325CB5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8792709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E90B2-FD77-4BE0-850E-4870EB5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CBC9A-40CE-4BB4-BABC-3B85DA5C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260A8-6348-4B8F-965A-FA0EEE48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0B32C-4A8B-4549-9EA5-71714985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F344A-DE0C-4E81-807C-BF46E2DC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Numerical Integration and Numerical Solution of Differential Equations...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Numerical integration: Trapezoidal, Simpson's 1/3rd, Simpson's 3/8th ru...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Numerical solution of ordinary differential equations of first order an...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Textbook-1: Chapter-5: Sections 5.6, 5.7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Chapter-6: Sections 6.3, 6.4, 6.7 Textbook-3: Chapter-30: Sections 30.4...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BE739-2CCC-4FA8-9B5A-EFAA477D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52E7F-6467-43E3-80A9-008E0F09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D436D-D6F1-4B49-A2D7-CD0C7E27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0579763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01BD76-F783-42F7-A434-3DC5C40B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3007B-DB53-4C3B-9D51-57C9FAEE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Integration and Numerical Solutio...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2010B-602C-4958-893A-29753F52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19AAD-139E-48C5-A683-B0E585A4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C1986-A3BA-4332-9F66-5E150D3B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70F0F-390D-4C6D-B445-2CED3685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35AD5-46A9-4594-9760-BF24999E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59321-E63C-4345-BF7A-71E30725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D96DA-A8CF-47E3-B732-F66926DA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DC0A9-92F0-448E-A691-D7A5E483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6D101-AE4A-435F-B2EC-177ED894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E90F3-FC26-4832-95B8-6E7C35AD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675E7-3529-44B2-8742-6FE5CEE1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76BD1-4395-4B30-ACBD-F5706587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A004C-68ED-439C-9181-8AE77A25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C87A5-5CD1-4D7B-9650-6D07FAED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CFE5D-53D3-4E59-9817-A766E1EF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3382F-0A4E-4457-BB0F-79AC6D8E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3259C-09D6-4582-B543-2B7A0F3D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54A39-5A7E-49B2-A112-58F78DCF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53E29-21A5-4E74-BAA8-FF4F6CB7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E8858-FF6E-4016-99D6-45709572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17AF1C-2F17-47FC-9471-2D00595D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44C189-E601-4763-ABF2-86C689CA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998EF-8DD7-4533-B325-A03E34F1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D65B70-751E-47D2-847B-64D8E200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7A97AE-652D-47AA-80A4-A6718DB1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A2AAA5-BC8C-437D-BF75-60FB6253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4B4EA8-06C5-4190-9D27-CD077919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D87F22-8864-4359-816F-F55E1C19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143173-D150-48D3-8C57-0C341108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13F522-9012-4E23-8B70-35CB7FB8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4385608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B16CB3-A223-4B7D-B01B-F3A3DA69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061A9-9A4E-4604-B8A4-61046F51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integration: Trapezoidal, Simpson...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5901E-C25C-440B-A754-1D636D70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7F9CB-229E-4BF0-9D9F-2763DA62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3896D-7AB7-4EAD-A23C-288E79EE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E27D6-D672-4802-9441-C253D2D8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A4D55-483F-4D6B-85F8-15FA4D69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1E840-C825-4F1F-BD83-C6256A2E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51B97-46AE-4289-9586-7FF45190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E1E8E-D50A-4D21-B753-E680DC15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F1DDA-E003-4823-A310-A0839C65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59B16-E248-4146-A40A-18355764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E7FCA-0A70-49DF-967E-FDC64D2D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E1954-837B-4FC8-B5FD-C50B594B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B7BCA-D709-4353-93F5-E4730C7F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36637-7252-4DB6-9BF4-77C76F3D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15FB0-068E-402A-910F-BB9D969A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67F5D-A635-43DB-B978-070EC2D0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21835-A2FB-46AE-A94C-B7B19047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24B79-48FD-49B4-81B6-31CE7416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D32AC-485D-4AD6-9AB6-C1460C0F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0FB3A-9C93-4E47-A4FA-07FCCFAF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726898-FCC7-41E2-9FFA-5E33FACD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9588B-367E-4D4D-923E-F912407B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58D97-DAB6-403C-88D5-C9D9A284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DE5EE3-845F-4675-8887-DBB20BD2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D28C3-2E22-4440-8E1C-2CC37165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58BB1-509C-4D4E-8CA0-F4109120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8C9E1-E746-409C-BE33-751D414B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1F757F-10F6-49BC-B52F-6EA668A1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551EAC-90EC-4ABB-A4D9-20BA36AA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7EBE30-E0B7-4045-B07A-8E03AD72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043243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D883BE-487D-4951-A4E7-DEB398D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A05C1-6233-4CAA-983E-1D54741D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solution of ordinary differential...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DE188-EDDA-492D-A2A3-5466FCBD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6BDC1-29A2-4D38-A80A-BCD19B4B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FE4F4-1D98-4310-BEBD-41FBCDEE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71B4D-2BC4-4FAC-88C9-0C6F4561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D8B55-196E-48F6-A6DD-09C186B8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7E1AA-AF18-4DC5-8657-2979C60C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08B49-F6CD-4F31-8EDB-1800C3BD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2633E-A822-4613-82D2-B9B75955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816AD-3A6C-4F76-9449-C2292CE8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9A924-2B7E-4A80-AEDD-E5F5D760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E1DF4-8F61-494C-9390-780582CA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4D110-806C-4303-A249-7767DCCE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2D5D2-9BF8-46DB-8D7B-A3EB4274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04A03-B11D-440C-B19C-5E730DD3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9C30B-3778-4BCA-95B6-E8BF41A3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3ED96-5215-4DAE-B7DC-F5444127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2B719-5395-4117-A6AF-1704171B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13912-4582-45A9-A670-FCB1C16C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9F256-BAFC-4542-BC1F-49D427DA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D68FF-C4FF-4A17-A3CB-040ABF0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305C1-6086-4AF7-802A-877578C8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62632-04D3-46CE-82BF-6A1DDF2B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11F70-5691-46B5-A546-CA9C0E58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5E8125-CA46-4755-B2F3-0D31F24F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D9C36D-085D-4E65-A177-500DCAAB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0A019F-932E-4A37-AC0A-C235C312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399E4-7D9F-48CE-A2DE-B485EFF8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22B5F-EAC6-4410-BA43-EA256825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0E05BA-A3DE-42FD-97EB-DA2D314C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9F66A-6EF6-4655-A438-6F926618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319541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CDAF25-1488-4D7A-82E0-8784222E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88991-6CFD-485D-BC89-C95DB1F5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Chapter-5: Sections 5.6, 5.7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88D89-5386-42CF-AF37-3955BE24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35326-D191-4D96-A021-25F508F7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1A797-B622-4ACF-BFBA-7B3B4D2D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BAB14-9BC0-4E15-9062-1AC07987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354F2-8CB6-43F8-9BFE-1775A073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FEFC0-0292-4650-90FF-7AA4C139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4ADDF-4489-4E5B-A561-D2E22CAA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DE654-B4FE-401A-BC24-851FC0BD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831E6-5F3B-4E5E-BB21-A519808F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39971-B65F-49B2-9FA8-438019FB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AF831-FBC9-4BEE-9A33-5289EC15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2B833-E6AD-4760-8D27-5522AC9B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18395-00AE-42A7-8053-9F037090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35889-215E-4967-B8F0-9E8759F2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49855-9B17-4916-971D-CCB62F2E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CE1BD-5A73-4DC4-AAAF-1C87791F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3491B-702E-4048-AE6F-0A4A9E90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6C3A61-6D01-4448-94FC-635B6758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D3BE5-48AF-4EA7-8977-18683E14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B44065-5444-461B-B2AB-506A057E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99CAC5-DD6C-4624-B6E2-E405CCE8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1A86B-6A3B-4E01-A97C-76221F58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5D130-A22A-4B94-8F7F-BB60C8D8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7B32D-4115-41C1-B2FC-01265E59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BA122F-7D63-4A27-AEAA-B3DCF88E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640FD-7C2B-4FE1-9589-5D9A7A77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6AA590-257A-4AFC-97DE-D65132F1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74E472-F7F0-4FD4-9E61-1A0A5764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08D6A6-DA90-4F31-B34F-C414200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7FE9F2-2C5E-4B22-BD35-0F3DAB3B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2457660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1CB943-E670-4426-8192-56E04258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22F5E-EB6B-46C2-8F4C-65AE374B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Chapter-6: Sections 6.3, 6.4, 6.7 Textbook-...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E4FF3-37BB-4B64-A5F4-0AB18022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562C9-3E67-48AA-8E11-05E0F69F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F86C6-57D5-4BC5-9315-5C7140DF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E1A67-A946-4B57-ABF4-844CBA48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DFE0F-69A1-427D-BAA9-9B073BD9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AAA5E-2724-43E4-AB84-1115C819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C63B0-0B4E-4055-84B2-4B03F81D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9DDBD-CBAE-4E07-A188-0E901B70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F4046-382D-427C-95DB-F8991518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F333E-006C-40AE-9D1B-B3D7A4A3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38F51-5625-4ED7-BA34-85115150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D5C41-C034-4166-A41A-C0366461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40BBC-CCB5-4198-87FD-D36024A3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0DC0B-9B46-4E11-A630-6451EDC2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BE370-F392-4093-9110-5E0E7934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72360-A972-41E5-9D5E-C04DC92D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46FC4-363D-47DA-ACC8-30C06853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D8F1F-1EE5-46A1-8D30-84BD5834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CF1F5-0188-4561-9B25-E28B2AE4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3B4D5-284A-458E-9EB0-40CA6819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09E01-DCB3-4EDC-BE83-4380788D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7C3A58-7845-4BB5-873B-41B28EC8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FCB5C3-4FDF-46CB-AEE2-2AC5AE69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A3FE5C-C7EC-40BC-BBCB-C27DDCDE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024B0-6F96-40D5-BD35-880F27A8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86825-F9A0-40AF-B7A8-7AD05DB6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C27C0-4577-487C-A810-58729CF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E28DA9-7ACD-414B-BCCE-E495085B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AD76DB-6AF2-4C4F-9764-C00A007A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B7DCCF-238F-4C45-9C3A-133A5555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943856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F91414-65AB-47E6-9A5E-8FB1B7D4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A7D72-CF64-4D7E-B000-81497538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Integration and Numerical Solutio...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EC8EC-0B86-4E2A-82AF-85F38CC0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B4AA5-B9C3-4FE4-84EA-FFD4B766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0F6EB-7D98-4CA9-8CEB-8197BF07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EB7B0-4368-446D-8ABD-32BD6078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37625-5FBF-46D4-9D65-1D262F02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91637-6D6F-4298-8F81-A9AD5749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5317B-11A2-427B-8A5E-EA483A8D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EC87D-960D-4773-8C8A-65C77490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6B6F8-6CDF-421A-A765-28550E83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98E08-64D4-4664-8E5B-A210A2EE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20175-5D7A-4967-B214-2ACC5F94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A8E7E-80A4-4B53-8ADF-9EB79B55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B29AD-2986-4C67-9A00-4A3F6A5B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06AC7-0BCA-44F8-B004-FA38D5E8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3563F-F94F-4F9E-9851-6B8CC292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10944-2D44-4AC7-B257-F5712D8B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AB2F9-ADBF-4D20-995C-64939EEF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3438B-9763-47D0-A043-7B8ABA45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AE5E0-688B-44B9-9322-C8A78744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F222E-441C-44ED-AE2D-DD0BBD16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B0625E-07BA-41AD-8163-DAC40E8B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7CA049-E6BB-4AEC-8AAF-FCF9FDAC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6258E-B2B6-45FB-A65B-87B243F1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B6F30-6AE4-41A3-955F-3BB3A2CD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C98D3-B47C-4FCC-98B8-3CEC73B3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5C6732-A8F2-4E42-9F53-F1578EBC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2F3A11-2ED7-4095-BCD0-F396A99F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24D001-F8CF-46C5-902F-6F3DA4BB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7BB78A-15C9-4F2B-B1DB-CD21DB01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C66BBE-E0A7-436B-8A0E-B646AD04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230783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137193-CB74-420D-828D-BF471A22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CD441-1127-41C5-8469-0A787E93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integration: Trapezoidal, Simpson...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0A073-23F8-4F6F-A9B4-4E7FAA77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08C32-B2E4-4DA7-B653-E7910837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048FE-44A7-40A2-8C9D-9C9AF4AB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20DFA-8D2B-41E3-B9F0-275168C0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49226-C372-4BCF-A8E4-4E0D3D8D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72EF2-7AC5-4571-A099-EF88C0FA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11725-81F5-4994-97A4-9AA672C7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79CDB-98A2-4DA2-8CAE-18288B34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B8723-8D1B-4D72-8D79-A85550BB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58762-8C84-485C-B559-4226B00E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3C626-0404-4F44-9086-B2EF50AB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A44DB-B9A2-4291-ABA4-E099D258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57D7E-0B0F-464B-93FE-487FA8B3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C54BC-906D-41BB-B5FB-95B8E049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7C735-AABA-41C3-A30B-39F389B8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EEB05-E76C-4AEA-8E84-13428078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3CF4B-7804-45CD-BA7C-AD662193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D201B-F8D0-499B-81CE-9D62CD6F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86644-CC11-4C58-B457-69DB29D8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4D0C5-76C3-4081-9444-C297B5A4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45E34A-C7AE-4F7A-8FA9-8EBBE560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186831-F672-4351-BD7C-8FA4498D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2FA590-EC5F-4A56-B926-8C1F319F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754AEA-96ED-4648-802F-4B128286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AC7158-FEEB-40C3-BE49-1147C8B3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97C4D8-0C6B-4B07-A926-10A8C5D6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FFBADD-78E9-4D8F-B079-272801CE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579E67-9DA5-4A14-96D0-9D45C6BA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D7784-D0B0-466D-BEC6-C1FA134F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E6E622-0007-4DB9-9F05-B114DD5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8449805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A28D60-9E81-4D12-B252-F196C7D9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84963-4CD2-4534-83E7-AA82A874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solution of ordinary differential...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FDB74-CEC4-4E0A-B263-12B6F104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EC776-67B5-4510-95F9-4A460601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B4F60-0E96-4543-BBBC-82F1C75B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41D42-7714-407E-B9DD-33D6C23F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71C40-2EDD-4436-B333-A8A45531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E6CB7-86D3-4164-92F2-AAF8DD43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D49D4-D507-42B3-AA4B-E9C94FE2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DA1B8-7866-4FDD-9F02-2C758AE7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1DA21-0CC3-443C-9C1B-9EDABFCD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FB6A8-65BC-47B3-A220-0BCDF594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9CDAE-FFDD-4482-8A88-76B7A6A5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E67E4-9DCD-4BD0-B5FD-DE6EF155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4B864-85D8-420D-B7B0-9530F487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356DC-DDA8-4D5D-8F54-08282485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B666E-1583-406B-8950-6166F338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94936-8B07-4F27-9F61-EDB4220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457E0-1F5B-4F5A-816A-72288F97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B8E60-7866-4558-946B-EA6FB71D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DA605-831D-4B3F-BC6D-EB82DE54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D953D-BBDB-4DC3-8166-93C02233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1EC9D1-B5E3-4D56-BA3D-1089204A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051E9-0FBB-41A9-B0D7-C60669B7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E8230-A814-4029-A96B-C648CB8C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1896E-478B-47E6-8BE8-022A977E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EE6DF9-CCDB-4A24-B924-66713050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8BEA09-1887-4464-98FF-95278A1F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7CE9B-46E2-4C16-8BB4-D727C06C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0D538F-0E73-4A15-BBA2-3D337360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2BAEDE-E949-4E70-9D0F-5C9A0A49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B3796-486E-4B93-A2BD-87CED352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4865841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7487E3-AD33-4F83-BC7D-A19C1356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04394-22F5-42C5-8563-6499D48A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Chapter-5: Sections 5.6, 5.7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8F141-B3CF-4293-A5C6-8874C025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798A9-5C99-471F-9020-67679DF7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20B64-B552-4520-A03C-64A130B8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AF0DA-12BC-4D59-81E7-D862A57C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D14EA-D8CB-474A-9838-8C134C79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376F8-2A93-4881-9243-DC75B629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8F618-F21F-43E2-AADD-E28835C7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156FC-9C54-4C8D-90B6-39B73C84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57D74-3765-4CED-9871-CDC17E7E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88CCE-86E5-469B-B0AE-7C6E8E2D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753E6-4B75-41A3-8DF0-1B84AC99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55CBF-2AD9-4C95-9458-0C40B6D5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1779B-7384-4CC0-AE1A-FEB54623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24DA4-3EC0-4F81-BE8B-C6F7E9B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A1F9F-B4B3-4490-8490-BA63BA08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0250E-A1C7-4A49-95CE-3491CD7B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A78EB-BD66-4118-83AC-CA1CDF99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A85DB-EE2A-4CB7-81BF-B6A222FE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803B3-E5CD-42B5-98DB-66521296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FE55B-0604-4AC4-8731-49685732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15B2D-EC29-44D8-8A91-3B6092CA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8F694F-0F42-4C45-A8BF-6E1D665D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0BE4EF-AB86-4C3D-BCD5-A581B49A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1CE14-63C8-4C83-A6F2-178A766D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B1EAFD-68BE-4A66-82CA-A61FD123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3C4E20-95D0-4538-9415-45B92FB8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9B99A6-1989-427F-8BC6-29486629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8BCBE2-F48E-461F-9ECA-B92F94CE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F1F889-0F71-4226-B9CD-8E412F6B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CB6527-811D-4053-8AE4-D4467CCD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3543433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CD282C-9AA4-4ECB-8FA8-AB2FC6EB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B9FA3-EB7D-4318-BC1D-164923D6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Chapter-6: Sections 6.3, 6.4, 6.7 Textbook-...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5750E-D274-483E-BF07-33080C46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75FA0-5631-44B6-A21A-DC68B447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0FECF-4859-4C21-ABE6-AF90AA98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68046-24CF-47C0-9642-2B0C9DE4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9DC80-ADE2-4915-BD3E-A2D802B3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3A15-7885-4172-9279-54A4A91D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D00E9-C3E9-483A-8186-82A3F4D6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F9147-7345-472E-85E1-BAAEF8FE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A56F5-7A2E-4D7B-9CF1-3A241F59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35DE3-0B0E-4762-8046-AE10CD8B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B5EBF-D6E5-4933-8EC2-A8A2BE97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1C0A8-AE59-49FB-95CA-F7CC764C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A18EE-F85B-40D2-9AB7-8ECC551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A4A70-2AE0-4A08-ABA7-1CDD22D6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B4FFC-59B7-4502-AFA3-EDC0518E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3AB50-3806-4128-9869-669052D4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7CD53-4AB5-4C04-BF1A-B7C29184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57CE4-5C6B-4B69-94CE-FE77512F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351E4-A0FD-404E-BC65-46E77CFA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079E6-99D2-4571-840D-E46B0FE6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A0F0F-4879-4E92-9169-2FBEEE04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A12231-12B4-4241-8563-E0B3EC64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990696-DE6E-4185-AA3C-D9BC37EB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126ECC-CE6C-4D7D-9A01-2D4EDB0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27DE03-722B-4844-ACDD-7060F17C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A1B979-6506-44D0-8ED7-674B63C0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1583B-A6D0-48B6-B87D-49F4FC4F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12F82A-BF84-4974-8915-944F937C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5512A1-9A83-411C-A057-2E9EF610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043359-369D-4995-9215-1D700840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56394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2026-08-24T16:03:06.7680000Z</dcterms:created>
  <dcterms:modified xsi:type="dcterms:W3CDTF">2026-08-24T16:03:06.7680000Z</dcterms:modified>
</coreProperties>
</file>