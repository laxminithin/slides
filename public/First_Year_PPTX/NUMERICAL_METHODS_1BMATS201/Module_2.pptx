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072cfeae94401c" /><Relationship Type="http://schemas.openxmlformats.org/officeDocument/2006/relationships/extended-properties" Target="/docProps/app.xml" Id="R50fa4d43c99c4cdd" /><Relationship Type="http://schemas.openxmlformats.org/officeDocument/2006/relationships/officeDocument" Target="/ppt/presentation.xml" Id="R1e6a33a6a31443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b7e564ccad4892"/>
  </p:sldMasterIdLst>
  <p:notesMasterIdLst>
    <p:notesMasterId xmlns:r="http://schemas.openxmlformats.org/officeDocument/2006/relationships" r:id="R102f7de165da4ee6"/>
  </p:notesMasterIdLst>
  <p:sldIdLst>
    <p:sldId xmlns:r="http://schemas.openxmlformats.org/officeDocument/2006/relationships" id="256" r:id="R3eac0016c20f4c04"/>
    <p:sldId xmlns:r="http://schemas.openxmlformats.org/officeDocument/2006/relationships" id="257" r:id="R8b9860e06d3b4dd1"/>
    <p:sldId xmlns:r="http://schemas.openxmlformats.org/officeDocument/2006/relationships" id="258" r:id="Rad2fd28ae0724a1a"/>
    <p:sldId xmlns:r="http://schemas.openxmlformats.org/officeDocument/2006/relationships" id="259" r:id="R5a2e7a7da1cf4f7f"/>
    <p:sldId xmlns:r="http://schemas.openxmlformats.org/officeDocument/2006/relationships" id="260" r:id="Rb7f26626453f478c"/>
    <p:sldId xmlns:r="http://schemas.openxmlformats.org/officeDocument/2006/relationships" id="261" r:id="R4eac9172e1034399"/>
    <p:sldId xmlns:r="http://schemas.openxmlformats.org/officeDocument/2006/relationships" id="262" r:id="R00ab918243864500"/>
    <p:sldId xmlns:r="http://schemas.openxmlformats.org/officeDocument/2006/relationships" id="263" r:id="R6d879269c356407e"/>
    <p:sldId xmlns:r="http://schemas.openxmlformats.org/officeDocument/2006/relationships" id="264" r:id="R9325e43a51cd48a3"/>
    <p:sldId xmlns:r="http://schemas.openxmlformats.org/officeDocument/2006/relationships" id="265" r:id="R8ad9485058b847a9"/>
    <p:sldId xmlns:r="http://schemas.openxmlformats.org/officeDocument/2006/relationships" id="266" r:id="R22f41774e05946ca"/>
    <p:sldId xmlns:r="http://schemas.openxmlformats.org/officeDocument/2006/relationships" id="267" r:id="Rfef1816d0a5c4ce8"/>
    <p:sldId xmlns:r="http://schemas.openxmlformats.org/officeDocument/2006/relationships" id="268" r:id="Rb16489b57d674975"/>
    <p:sldId xmlns:r="http://schemas.openxmlformats.org/officeDocument/2006/relationships" id="269" r:id="Re8bc3afc73cd462a"/>
    <p:sldId xmlns:r="http://schemas.openxmlformats.org/officeDocument/2006/relationships" id="270" r:id="R7b6b069d165c486f"/>
    <p:sldId xmlns:r="http://schemas.openxmlformats.org/officeDocument/2006/relationships" id="271" r:id="R8578290929d048e5"/>
    <p:sldId xmlns:r="http://schemas.openxmlformats.org/officeDocument/2006/relationships" id="272" r:id="Rf2159222fe864a0f"/>
    <p:sldId xmlns:r="http://schemas.openxmlformats.org/officeDocument/2006/relationships" id="273" r:id="Rb4197cdbb41c4471"/>
    <p:sldId xmlns:r="http://schemas.openxmlformats.org/officeDocument/2006/relationships" id="274" r:id="R5b646d783ea04e43"/>
    <p:sldId xmlns:r="http://schemas.openxmlformats.org/officeDocument/2006/relationships" id="275" r:id="R52f85404a2104c79"/>
    <p:sldId xmlns:r="http://schemas.openxmlformats.org/officeDocument/2006/relationships" id="276" r:id="Rac9a262d5c264521"/>
    <p:sldId xmlns:r="http://schemas.openxmlformats.org/officeDocument/2006/relationships" id="277" r:id="R1d1fac6fee3c4453"/>
    <p:sldId xmlns:r="http://schemas.openxmlformats.org/officeDocument/2006/relationships" id="278" r:id="R89ac15efe8e9402f"/>
    <p:sldId xmlns:r="http://schemas.openxmlformats.org/officeDocument/2006/relationships" id="279" r:id="Rf92f28270d92494c"/>
    <p:sldId xmlns:r="http://schemas.openxmlformats.org/officeDocument/2006/relationships" id="280" r:id="R3b6bc7aaf7eb4da4"/>
    <p:sldId xmlns:r="http://schemas.openxmlformats.org/officeDocument/2006/relationships" id="281" r:id="R9f8d3745e7fe485a"/>
    <p:sldId xmlns:r="http://schemas.openxmlformats.org/officeDocument/2006/relationships" id="282" r:id="R867046def56e4391"/>
    <p:sldId xmlns:r="http://schemas.openxmlformats.org/officeDocument/2006/relationships" id="283" r:id="R919188ff7fa346cf"/>
    <p:sldId xmlns:r="http://schemas.openxmlformats.org/officeDocument/2006/relationships" id="284" r:id="R2523cecf7eab48af"/>
    <p:sldId xmlns:r="http://schemas.openxmlformats.org/officeDocument/2006/relationships" id="285" r:id="R12f4f865c3d64373"/>
    <p:sldId xmlns:r="http://schemas.openxmlformats.org/officeDocument/2006/relationships" id="286" r:id="R0b299dceb77b4392"/>
    <p:sldId xmlns:r="http://schemas.openxmlformats.org/officeDocument/2006/relationships" id="287" r:id="R856434ad6d5645b1"/>
    <p:sldId xmlns:r="http://schemas.openxmlformats.org/officeDocument/2006/relationships" id="288" r:id="R771afcf620144b78"/>
    <p:sldId xmlns:r="http://schemas.openxmlformats.org/officeDocument/2006/relationships" id="289" r:id="R54d28dc7cb674c1e"/>
    <p:sldId xmlns:r="http://schemas.openxmlformats.org/officeDocument/2006/relationships" id="290" r:id="R18fee6735c97435d"/>
    <p:sldId xmlns:r="http://schemas.openxmlformats.org/officeDocument/2006/relationships" id="291" r:id="Ree0b577326534039"/>
    <p:sldId xmlns:r="http://schemas.openxmlformats.org/officeDocument/2006/relationships" id="292" r:id="R8a994428d9914949"/>
    <p:sldId xmlns:r="http://schemas.openxmlformats.org/officeDocument/2006/relationships" id="293" r:id="Rd53b994ffc7f4534"/>
    <p:sldId xmlns:r="http://schemas.openxmlformats.org/officeDocument/2006/relationships" id="294" r:id="Rf2b01c0f452f42c2"/>
    <p:sldId xmlns:r="http://schemas.openxmlformats.org/officeDocument/2006/relationships" id="295" r:id="R39a80eef2dd749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f5cbca9a04b19" /><Relationship Type="http://schemas.openxmlformats.org/officeDocument/2006/relationships/slideMaster" Target="/ppt/slideMasters/slideMaster1.xml" Id="R3ab7e564ccad4892" /><Relationship Type="http://schemas.openxmlformats.org/officeDocument/2006/relationships/notesMaster" Target="/ppt/notesMasters/notesMaster1.xml" Id="R102f7de165da4ee6" /><Relationship Type="http://schemas.openxmlformats.org/officeDocument/2006/relationships/presProps" Target="/ppt/presProps.xml" Id="Raa0fd20556c54f98" /><Relationship Type="http://schemas.openxmlformats.org/officeDocument/2006/relationships/tableStyles" Target="/ppt/tableStyles.xml" Id="Rd17f5abcdd4840d8" /><Relationship Type="http://schemas.openxmlformats.org/officeDocument/2006/relationships/slide" Target="/ppt/slides/slide1.xml" Id="R3eac0016c20f4c04" /><Relationship Type="http://schemas.openxmlformats.org/officeDocument/2006/relationships/slide" Target="/ppt/slides/slide2.xml" Id="R8b9860e06d3b4dd1" /><Relationship Type="http://schemas.openxmlformats.org/officeDocument/2006/relationships/slide" Target="/ppt/slides/slide3.xml" Id="Rad2fd28ae0724a1a" /><Relationship Type="http://schemas.openxmlformats.org/officeDocument/2006/relationships/slide" Target="/ppt/slides/slide4.xml" Id="R5a2e7a7da1cf4f7f" /><Relationship Type="http://schemas.openxmlformats.org/officeDocument/2006/relationships/slide" Target="/ppt/slides/slide5.xml" Id="Rb7f26626453f478c" /><Relationship Type="http://schemas.openxmlformats.org/officeDocument/2006/relationships/slide" Target="/ppt/slides/slide6.xml" Id="R4eac9172e1034399" /><Relationship Type="http://schemas.openxmlformats.org/officeDocument/2006/relationships/slide" Target="/ppt/slides/slide7.xml" Id="R00ab918243864500" /><Relationship Type="http://schemas.openxmlformats.org/officeDocument/2006/relationships/slide" Target="/ppt/slides/slide8.xml" Id="R6d879269c356407e" /><Relationship Type="http://schemas.openxmlformats.org/officeDocument/2006/relationships/slide" Target="/ppt/slides/slide9.xml" Id="R9325e43a51cd48a3" /><Relationship Type="http://schemas.openxmlformats.org/officeDocument/2006/relationships/slide" Target="/ppt/slides/slide10.xml" Id="R8ad9485058b847a9" /><Relationship Type="http://schemas.openxmlformats.org/officeDocument/2006/relationships/slide" Target="/ppt/slides/slide11.xml" Id="R22f41774e05946ca" /><Relationship Type="http://schemas.openxmlformats.org/officeDocument/2006/relationships/slide" Target="/ppt/slides/slide12.xml" Id="Rfef1816d0a5c4ce8" /><Relationship Type="http://schemas.openxmlformats.org/officeDocument/2006/relationships/slide" Target="/ppt/slides/slide13.xml" Id="Rb16489b57d674975" /><Relationship Type="http://schemas.openxmlformats.org/officeDocument/2006/relationships/slide" Target="/ppt/slides/slide14.xml" Id="Re8bc3afc73cd462a" /><Relationship Type="http://schemas.openxmlformats.org/officeDocument/2006/relationships/slide" Target="/ppt/slides/slide15.xml" Id="R7b6b069d165c486f" /><Relationship Type="http://schemas.openxmlformats.org/officeDocument/2006/relationships/slide" Target="/ppt/slides/slide16.xml" Id="R8578290929d048e5" /><Relationship Type="http://schemas.openxmlformats.org/officeDocument/2006/relationships/slide" Target="/ppt/slides/slide17.xml" Id="Rf2159222fe864a0f" /><Relationship Type="http://schemas.openxmlformats.org/officeDocument/2006/relationships/slide" Target="/ppt/slides/slide18.xml" Id="Rb4197cdbb41c4471" /><Relationship Type="http://schemas.openxmlformats.org/officeDocument/2006/relationships/slide" Target="/ppt/slides/slide19.xml" Id="R5b646d783ea04e43" /><Relationship Type="http://schemas.openxmlformats.org/officeDocument/2006/relationships/slide" Target="/ppt/slides/slide20.xml" Id="R52f85404a2104c79" /><Relationship Type="http://schemas.openxmlformats.org/officeDocument/2006/relationships/slide" Target="/ppt/slides/slide21.xml" Id="Rac9a262d5c264521" /><Relationship Type="http://schemas.openxmlformats.org/officeDocument/2006/relationships/slide" Target="/ppt/slides/slide22.xml" Id="R1d1fac6fee3c4453" /><Relationship Type="http://schemas.openxmlformats.org/officeDocument/2006/relationships/slide" Target="/ppt/slides/slide23.xml" Id="R89ac15efe8e9402f" /><Relationship Type="http://schemas.openxmlformats.org/officeDocument/2006/relationships/slide" Target="/ppt/slides/slide24.xml" Id="Rf92f28270d92494c" /><Relationship Type="http://schemas.openxmlformats.org/officeDocument/2006/relationships/slide" Target="/ppt/slides/slide25.xml" Id="R3b6bc7aaf7eb4da4" /><Relationship Type="http://schemas.openxmlformats.org/officeDocument/2006/relationships/slide" Target="/ppt/slides/slide26.xml" Id="R9f8d3745e7fe485a" /><Relationship Type="http://schemas.openxmlformats.org/officeDocument/2006/relationships/slide" Target="/ppt/slides/slide27.xml" Id="R867046def56e4391" /><Relationship Type="http://schemas.openxmlformats.org/officeDocument/2006/relationships/slide" Target="/ppt/slides/slide28.xml" Id="R919188ff7fa346cf" /><Relationship Type="http://schemas.openxmlformats.org/officeDocument/2006/relationships/slide" Target="/ppt/slides/slide29.xml" Id="R2523cecf7eab48af" /><Relationship Type="http://schemas.openxmlformats.org/officeDocument/2006/relationships/slide" Target="/ppt/slides/slide30.xml" Id="R12f4f865c3d64373" /><Relationship Type="http://schemas.openxmlformats.org/officeDocument/2006/relationships/slide" Target="/ppt/slides/slide31.xml" Id="R0b299dceb77b4392" /><Relationship Type="http://schemas.openxmlformats.org/officeDocument/2006/relationships/slide" Target="/ppt/slides/slide32.xml" Id="R856434ad6d5645b1" /><Relationship Type="http://schemas.openxmlformats.org/officeDocument/2006/relationships/slide" Target="/ppt/slides/slide33.xml" Id="R771afcf620144b78" /><Relationship Type="http://schemas.openxmlformats.org/officeDocument/2006/relationships/slide" Target="/ppt/slides/slide34.xml" Id="R54d28dc7cb674c1e" /><Relationship Type="http://schemas.openxmlformats.org/officeDocument/2006/relationships/slide" Target="/ppt/slides/slide35.xml" Id="R18fee6735c97435d" /><Relationship Type="http://schemas.openxmlformats.org/officeDocument/2006/relationships/slide" Target="/ppt/slides/slide36.xml" Id="Ree0b577326534039" /><Relationship Type="http://schemas.openxmlformats.org/officeDocument/2006/relationships/slide" Target="/ppt/slides/slide37.xml" Id="R8a994428d9914949" /><Relationship Type="http://schemas.openxmlformats.org/officeDocument/2006/relationships/slide" Target="/ppt/slides/slide38.xml" Id="Rd53b994ffc7f4534" /><Relationship Type="http://schemas.openxmlformats.org/officeDocument/2006/relationships/slide" Target="/ppt/slides/slide39.xml" Id="Rf2b01c0f452f42c2" /><Relationship Type="http://schemas.openxmlformats.org/officeDocument/2006/relationships/slide" Target="/ppt/slides/slide40.xml" Id="R39a80eef2dd749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67e646d7d47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2a389a819c4c97" /><Relationship Type="http://schemas.openxmlformats.org/officeDocument/2006/relationships/notesMaster" Target="/ppt/notesMasters/notesMaster1.xml" Id="Raf2720beaaef48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03cf9eaae423c" /><Relationship Type="http://schemas.openxmlformats.org/officeDocument/2006/relationships/notesMaster" Target="/ppt/notesMasters/notesMaster1.xml" Id="Rd473d8c8ed7141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046bbad2764ae1" /><Relationship Type="http://schemas.openxmlformats.org/officeDocument/2006/relationships/notesMaster" Target="/ppt/notesMasters/notesMaster1.xml" Id="Rcba3627b23a9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ca126f3fdb4e3f" /><Relationship Type="http://schemas.openxmlformats.org/officeDocument/2006/relationships/notesMaster" Target="/ppt/notesMasters/notesMaster1.xml" Id="R55d6f97a50b6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ceac8617444036" /><Relationship Type="http://schemas.openxmlformats.org/officeDocument/2006/relationships/notesMaster" Target="/ppt/notesMasters/notesMaster1.xml" Id="R77d316759c1a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c3b745221c4fa1" /><Relationship Type="http://schemas.openxmlformats.org/officeDocument/2006/relationships/notesMaster" Target="/ppt/notesMasters/notesMaster1.xml" Id="Rd446b55e663242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431fcfe8784c77" /><Relationship Type="http://schemas.openxmlformats.org/officeDocument/2006/relationships/notesMaster" Target="/ppt/notesMasters/notesMaster1.xml" Id="Rb69f5770501844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5a6f2c4d8b4b8e" /><Relationship Type="http://schemas.openxmlformats.org/officeDocument/2006/relationships/notesMaster" Target="/ppt/notesMasters/notesMaster1.xml" Id="R9f3cc4aca97c47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302af731f4419c" /><Relationship Type="http://schemas.openxmlformats.org/officeDocument/2006/relationships/notesMaster" Target="/ppt/notesMasters/notesMaster1.xml" Id="Re7e0a2590c854f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ee29007ccb489a" /><Relationship Type="http://schemas.openxmlformats.org/officeDocument/2006/relationships/notesMaster" Target="/ppt/notesMasters/notesMaster1.xml" Id="R1d491d34890d44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caa432c0584a47" /><Relationship Type="http://schemas.openxmlformats.org/officeDocument/2006/relationships/notesMaster" Target="/ppt/notesMasters/notesMaster1.xml" Id="R6a4b8f9079ce41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caf1b1714e4177" /><Relationship Type="http://schemas.openxmlformats.org/officeDocument/2006/relationships/notesMaster" Target="/ppt/notesMasters/notesMaster1.xml" Id="Re22d0944b18f40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5deb6d9b0f4bb1" /><Relationship Type="http://schemas.openxmlformats.org/officeDocument/2006/relationships/notesMaster" Target="/ppt/notesMasters/notesMaster1.xml" Id="R1e078621165948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3b589f417644d1" /><Relationship Type="http://schemas.openxmlformats.org/officeDocument/2006/relationships/notesMaster" Target="/ppt/notesMasters/notesMaster1.xml" Id="Re81f83df771245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504e4238144b5f" /><Relationship Type="http://schemas.openxmlformats.org/officeDocument/2006/relationships/notesMaster" Target="/ppt/notesMasters/notesMaster1.xml" Id="R469a5ff8d19a48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f27d9dfc204c78" /><Relationship Type="http://schemas.openxmlformats.org/officeDocument/2006/relationships/notesMaster" Target="/ppt/notesMasters/notesMaster1.xml" Id="Rb35bec21b59043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2adb749e894315" /><Relationship Type="http://schemas.openxmlformats.org/officeDocument/2006/relationships/notesMaster" Target="/ppt/notesMasters/notesMaster1.xml" Id="R29f0b23b22d844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97c1045a394872" /><Relationship Type="http://schemas.openxmlformats.org/officeDocument/2006/relationships/notesMaster" Target="/ppt/notesMasters/notesMaster1.xml" Id="R1138fb22407043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ae2203d8ab41d3" /><Relationship Type="http://schemas.openxmlformats.org/officeDocument/2006/relationships/notesMaster" Target="/ppt/notesMasters/notesMaster1.xml" Id="Rfdc5dff8536941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6461415bfb4985" /><Relationship Type="http://schemas.openxmlformats.org/officeDocument/2006/relationships/notesMaster" Target="/ppt/notesMasters/notesMaster1.xml" Id="R79e1c272329c4f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04a3d5fe204c3f" /><Relationship Type="http://schemas.openxmlformats.org/officeDocument/2006/relationships/notesMaster" Target="/ppt/notesMasters/notesMaster1.xml" Id="Raebb165332e144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b2666ba91c416c" /><Relationship Type="http://schemas.openxmlformats.org/officeDocument/2006/relationships/notesMaster" Target="/ppt/notesMasters/notesMaster1.xml" Id="Rb6d83f1e69ed480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dd3eb65d7754bdc" /><Relationship Type="http://schemas.openxmlformats.org/officeDocument/2006/relationships/notesMaster" Target="/ppt/notesMasters/notesMaster1.xml" Id="R04878b609e73435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025b97e8e94b88" /><Relationship Type="http://schemas.openxmlformats.org/officeDocument/2006/relationships/notesMaster" Target="/ppt/notesMasters/notesMaster1.xml" Id="Rbc81bd111bae41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e03a9bd54a43f9" /><Relationship Type="http://schemas.openxmlformats.org/officeDocument/2006/relationships/notesMaster" Target="/ppt/notesMasters/notesMaster1.xml" Id="Ra21e634c35e748a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1a0fc29d6844a1" /><Relationship Type="http://schemas.openxmlformats.org/officeDocument/2006/relationships/notesMaster" Target="/ppt/notesMasters/notesMaster1.xml" Id="R7c459374021a4eb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2bc06953df42c2" /><Relationship Type="http://schemas.openxmlformats.org/officeDocument/2006/relationships/notesMaster" Target="/ppt/notesMasters/notesMaster1.xml" Id="Rb3389bd6828142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47e8130ea2f4f76" /><Relationship Type="http://schemas.openxmlformats.org/officeDocument/2006/relationships/notesMaster" Target="/ppt/notesMasters/notesMaster1.xml" Id="R683f30c5e27e41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7caab021314b90" /><Relationship Type="http://schemas.openxmlformats.org/officeDocument/2006/relationships/notesMaster" Target="/ppt/notesMasters/notesMaster1.xml" Id="Rcee656ec129046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61099f0d704ac9" /><Relationship Type="http://schemas.openxmlformats.org/officeDocument/2006/relationships/notesMaster" Target="/ppt/notesMasters/notesMaster1.xml" Id="R35ad045fbd624b5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27e623f650f4591" /><Relationship Type="http://schemas.openxmlformats.org/officeDocument/2006/relationships/notesMaster" Target="/ppt/notesMasters/notesMaster1.xml" Id="R44721fc2a7a14b2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cb32333dd0e471c" /><Relationship Type="http://schemas.openxmlformats.org/officeDocument/2006/relationships/notesMaster" Target="/ppt/notesMasters/notesMaster1.xml" Id="R2bdf26ddc5c9407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4772dd8e215485d" /><Relationship Type="http://schemas.openxmlformats.org/officeDocument/2006/relationships/notesMaster" Target="/ppt/notesMasters/notesMaster1.xml" Id="R780aaa538f524da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1a33a1e03134f39" /><Relationship Type="http://schemas.openxmlformats.org/officeDocument/2006/relationships/notesMaster" Target="/ppt/notesMasters/notesMaster1.xml" Id="R3d012472fee7413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e2a0b37f8f241dc" /><Relationship Type="http://schemas.openxmlformats.org/officeDocument/2006/relationships/notesMaster" Target="/ppt/notesMasters/notesMaster1.xml" Id="R1b99e7b7b7794e8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3f958951f394da7" /><Relationship Type="http://schemas.openxmlformats.org/officeDocument/2006/relationships/notesMaster" Target="/ppt/notesMasters/notesMaster1.xml" Id="Rb674a96702b741e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6011657090549cb" /><Relationship Type="http://schemas.openxmlformats.org/officeDocument/2006/relationships/notesMaster" Target="/ppt/notesMasters/notesMaster1.xml" Id="Rc3a8923ceb2940a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6042507a6764c8a" /><Relationship Type="http://schemas.openxmlformats.org/officeDocument/2006/relationships/notesMaster" Target="/ppt/notesMasters/notesMaster1.xml" Id="R3e00180213114a5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bfb32a997e64dfe" /><Relationship Type="http://schemas.openxmlformats.org/officeDocument/2006/relationships/notesMaster" Target="/ppt/notesMasters/notesMaster1.xml" Id="R7045d48745494a0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af2cb0ad5240d9" /><Relationship Type="http://schemas.openxmlformats.org/officeDocument/2006/relationships/notesMaster" Target="/ppt/notesMasters/notesMaster1.xml" Id="R1d62f8f9e27f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f9b40cfb14d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cb171af1347ab" /><Relationship Type="http://schemas.openxmlformats.org/officeDocument/2006/relationships/slideLayout" Target="/ppt/slideLayouts/slideLayout1.xml" Id="R964586475aaa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4586475aaa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742cd9dd84e8e" /><Relationship Type="http://schemas.openxmlformats.org/officeDocument/2006/relationships/notesSlide" Target="/ppt/notesSlides/notesSlide1.xml" Id="R27a39031dd2046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d96fc91ac46f5" /><Relationship Type="http://schemas.openxmlformats.org/officeDocument/2006/relationships/notesSlide" Target="/ppt/notesSlides/notesSlide2.xml" Id="R67457f0f5be34a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6c7fe391e4877" /><Relationship Type="http://schemas.openxmlformats.org/officeDocument/2006/relationships/notesSlide" Target="/ppt/notesSlides/notesSlide3.xml" Id="Red2106282af540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ffac3008643c6" /><Relationship Type="http://schemas.openxmlformats.org/officeDocument/2006/relationships/notesSlide" Target="/ppt/notesSlides/notesSlide4.xml" Id="R63beafbb8fbb42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aa6c5fc454d30" /><Relationship Type="http://schemas.openxmlformats.org/officeDocument/2006/relationships/notesSlide" Target="/ppt/notesSlides/notesSlide5.xml" Id="R25aaa6bb0fb0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1aaad1c2e4c31" /><Relationship Type="http://schemas.openxmlformats.org/officeDocument/2006/relationships/notesSlide" Target="/ppt/notesSlides/notesSlide6.xml" Id="Rf838c2717e3145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b0ba03b4348a0" /><Relationship Type="http://schemas.openxmlformats.org/officeDocument/2006/relationships/notesSlide" Target="/ppt/notesSlides/notesSlide7.xml" Id="R4c4715c8a63241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a43f38c1642bd" /><Relationship Type="http://schemas.openxmlformats.org/officeDocument/2006/relationships/notesSlide" Target="/ppt/notesSlides/notesSlide8.xml" Id="R98b0801d9bd44e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776720d2a4fcb" /><Relationship Type="http://schemas.openxmlformats.org/officeDocument/2006/relationships/notesSlide" Target="/ppt/notesSlides/notesSlide9.xml" Id="R89f71274402b46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3323e64d64653" /><Relationship Type="http://schemas.openxmlformats.org/officeDocument/2006/relationships/notesSlide" Target="/ppt/notesSlides/notesSlide10.xml" Id="Rc724d4e386724b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5b5bdb98b4ded" /><Relationship Type="http://schemas.openxmlformats.org/officeDocument/2006/relationships/notesSlide" Target="/ppt/notesSlides/notesSlide11.xml" Id="R60bbf5edbf1346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ae9ef726f461c" /><Relationship Type="http://schemas.openxmlformats.org/officeDocument/2006/relationships/notesSlide" Target="/ppt/notesSlides/notesSlide12.xml" Id="Rf258577239cb45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a59dfeeb249a2" /><Relationship Type="http://schemas.openxmlformats.org/officeDocument/2006/relationships/notesSlide" Target="/ppt/notesSlides/notesSlide13.xml" Id="R5a4bca669f2242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11ca58bff44c2" /><Relationship Type="http://schemas.openxmlformats.org/officeDocument/2006/relationships/notesSlide" Target="/ppt/notesSlides/notesSlide14.xml" Id="Rc78503d578bc47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cb159e68d4e6d" /><Relationship Type="http://schemas.openxmlformats.org/officeDocument/2006/relationships/notesSlide" Target="/ppt/notesSlides/notesSlide15.xml" Id="R7cc335d0b1414d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3c76fff5e486e" /><Relationship Type="http://schemas.openxmlformats.org/officeDocument/2006/relationships/notesSlide" Target="/ppt/notesSlides/notesSlide16.xml" Id="Ra59f312395b643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5c86169ff4452" /><Relationship Type="http://schemas.openxmlformats.org/officeDocument/2006/relationships/notesSlide" Target="/ppt/notesSlides/notesSlide17.xml" Id="R9184f927f62447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bc865d9664b62" /><Relationship Type="http://schemas.openxmlformats.org/officeDocument/2006/relationships/notesSlide" Target="/ppt/notesSlides/notesSlide18.xml" Id="R68d12b5bc23a49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ae738c59e45e1" /><Relationship Type="http://schemas.openxmlformats.org/officeDocument/2006/relationships/notesSlide" Target="/ppt/notesSlides/notesSlide19.xml" Id="R2f3265066c164d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8c09161d8473b" /><Relationship Type="http://schemas.openxmlformats.org/officeDocument/2006/relationships/notesSlide" Target="/ppt/notesSlides/notesSlide20.xml" Id="R9c1617a4a50244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d7b78bf5a4e4e" /><Relationship Type="http://schemas.openxmlformats.org/officeDocument/2006/relationships/notesSlide" Target="/ppt/notesSlides/notesSlide21.xml" Id="R9565635045504f1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f07134415436e" /><Relationship Type="http://schemas.openxmlformats.org/officeDocument/2006/relationships/notesSlide" Target="/ppt/notesSlides/notesSlide22.xml" Id="Re3fcd000fdf54c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cf6ccf2da4fa6" /><Relationship Type="http://schemas.openxmlformats.org/officeDocument/2006/relationships/notesSlide" Target="/ppt/notesSlides/notesSlide23.xml" Id="R5fd9c0749baf4d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11abeb8504cbf" /><Relationship Type="http://schemas.openxmlformats.org/officeDocument/2006/relationships/notesSlide" Target="/ppt/notesSlides/notesSlide24.xml" Id="Rc67d5cff2049446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23dea20c544f1" /><Relationship Type="http://schemas.openxmlformats.org/officeDocument/2006/relationships/notesSlide" Target="/ppt/notesSlides/notesSlide25.xml" Id="Rd3a16e2c12b84f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e75fa5160469e" /><Relationship Type="http://schemas.openxmlformats.org/officeDocument/2006/relationships/notesSlide" Target="/ppt/notesSlides/notesSlide26.xml" Id="R2cd4352afccd49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1a172ba774e68" /><Relationship Type="http://schemas.openxmlformats.org/officeDocument/2006/relationships/notesSlide" Target="/ppt/notesSlides/notesSlide27.xml" Id="R13a547ec0b954e0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cdfefc90d4fd3" /><Relationship Type="http://schemas.openxmlformats.org/officeDocument/2006/relationships/notesSlide" Target="/ppt/notesSlides/notesSlide28.xml" Id="R32cdd2b52e7049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6ea44f962438c" /><Relationship Type="http://schemas.openxmlformats.org/officeDocument/2006/relationships/notesSlide" Target="/ppt/notesSlides/notesSlide29.xml" Id="R1a5c0545437a44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98a6335c04cc2" /><Relationship Type="http://schemas.openxmlformats.org/officeDocument/2006/relationships/notesSlide" Target="/ppt/notesSlides/notesSlide30.xml" Id="R7d7e8ba7548f435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737ce411f4e0f" /><Relationship Type="http://schemas.openxmlformats.org/officeDocument/2006/relationships/notesSlide" Target="/ppt/notesSlides/notesSlide31.xml" Id="Rff371fe5590a4f5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a2918e61c4ed3" /><Relationship Type="http://schemas.openxmlformats.org/officeDocument/2006/relationships/notesSlide" Target="/ppt/notesSlides/notesSlide32.xml" Id="R559a002dae0c45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df4fcc9e44288" /><Relationship Type="http://schemas.openxmlformats.org/officeDocument/2006/relationships/notesSlide" Target="/ppt/notesSlides/notesSlide33.xml" Id="Ree9efdd5ecca42a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4084845df4a42" /><Relationship Type="http://schemas.openxmlformats.org/officeDocument/2006/relationships/notesSlide" Target="/ppt/notesSlides/notesSlide34.xml" Id="R87ecb78480e94d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35c9189e944f3" /><Relationship Type="http://schemas.openxmlformats.org/officeDocument/2006/relationships/notesSlide" Target="/ppt/notesSlides/notesSlide35.xml" Id="Rc45cde6010ce4bc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2aef09a8e4cc5" /><Relationship Type="http://schemas.openxmlformats.org/officeDocument/2006/relationships/notesSlide" Target="/ppt/notesSlides/notesSlide36.xml" Id="R0d95200f7394452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2370104534918" /><Relationship Type="http://schemas.openxmlformats.org/officeDocument/2006/relationships/notesSlide" Target="/ppt/notesSlides/notesSlide37.xml" Id="R6e15343e907d427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64a8b89864b7a" /><Relationship Type="http://schemas.openxmlformats.org/officeDocument/2006/relationships/notesSlide" Target="/ppt/notesSlides/notesSlide38.xml" Id="R113d8595b9a645d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c607f98f24c43" /><Relationship Type="http://schemas.openxmlformats.org/officeDocument/2006/relationships/notesSlide" Target="/ppt/notesSlides/notesSlide39.xml" Id="Rf37e19fe40f64f3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6f307961645a4" /><Relationship Type="http://schemas.openxmlformats.org/officeDocument/2006/relationships/notesSlide" Target="/ppt/notesSlides/notesSlide40.xml" Id="R6919ce2526ff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DDD78-DA64-4E06-A080-4DE598C7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4067D-9BF3-492D-9389-EE1834D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solutions for system of linear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27DE7-187C-4325-B90C-F3A51B8D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3DCF1-1229-4317-9A4F-5D3CA27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39017-C5C7-4B2B-8DE3-99E5AC04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E98DE-EAA5-4189-AF4B-ED2BAAE7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A04C5-1FD7-41AC-AA7C-0F65DA1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DB801-C04C-4FC1-9E48-691ABC8C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1D73-93A6-4921-B051-E2E1588F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2764A-7A98-42AD-B91A-91BC692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5A831-F2A8-48D8-BF72-F4C2DCB6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20DB7-702C-4D5A-8AD8-294E5246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99BBA-6DFB-4BBF-8A1E-3E6A938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69719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4E67E-5BF4-4AC0-AF29-80A3990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26BFA-7F4F-43C5-85A0-FCBD573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C11E4-6830-4CE9-A248-426E5BF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ED146-0C8E-477F-A782-E79A1FF7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2F289-3361-4199-B954-AACF5CC9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81955-E087-4F95-9347-E7CF539F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3483E-64CD-4F2D-87CD-91FE782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F3B25-1828-44B0-AAA5-AE6BBC51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3D428-70CA-4B52-AD11-5454E369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3A28F-D716-48FB-BFE2-6B098211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F9532-1F3B-4118-9A5A-C862D20E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65DD1-E490-4672-8BF2-65C0C02D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4AA31-F849-456F-A735-EA8407D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C8621-3412-4EA7-9B74-5C0C21E2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67BBB-58DE-48C3-8F29-3F81BF90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4568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E3D6F-6B87-4550-BB70-1E3DB1D0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0CBBB-20E4-497F-A7C6-D72240B1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9842A-92A9-496D-A8E7-2E6DEC12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F20A2-2944-4E7F-8707-EC8F9896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29956-1C37-47DA-821C-EB332921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4A074-9500-474F-997C-6D7AAA6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D7A1D-25C5-4FA0-A76A-F0407DBB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BD575-1914-49E3-B9C2-808DEE74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4B4E6-8022-49BB-8234-E7F42D2F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solutions for system of linear equations (8Hour...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073CE-A20E-4832-8F8A-B777559E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E56E3-AC2F-47C6-BAEC-F34E642C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E2349-0D42-45B4-B0CB-7D6EC23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Norms: Vector norms and Matrix norms-L1, L2 and L∞, Ill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C5063-4273-47D7-8FCA-94177226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A52BC-EC29-489A-9274-F6F5657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04718-8379-42EE-A0FE-A338C4A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Solution of system of linear equations: Gauss Seidel meth...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CBBCA-A9E7-4BE7-990B-B2A12E9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7D567-F99C-4846-974A-11BAEB5B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393C5-07C8-4A70-A84E-8AF78CA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Eigen vectors: Rayleigh power method, Jacobi's 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BA4B5-C8B8-44C8-84FB-A5DFF5DB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E2476-1C81-4262-9359-0461DE98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7DCBE-8442-45AC-B4EA-DC8188EB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Chapter-3: sections 3.3-3.4, 3.7, 3.11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186DA-9F1F-4950-8C18-FB2D3957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84B55-C095-4BAF-8304-D782EC1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6514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FCA00-8AEC-4B10-8B06-716305FF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7EF14-5FF0-4AA9-A6FB-0571633B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0A4C7-B405-40D0-B28B-D89F2C4B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38D35-FCC6-4990-8792-5878B398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CF45F-AD06-4A49-945C-DFA9F33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7CD9-5D63-41CB-AD00-386BA9D9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CC15E-4DFE-458C-A2E3-ECF1880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AEC38-10E3-4A27-B104-27767667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solutions for system of linear equations (8Hour...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1FFEF-14BF-49DA-BAAB-14D28F0E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35B0F-97A2-4E59-A250-1101FB0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5AA88-DD6F-42BA-B5BB-1A3C4735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Norms: Vector norms and Matrix norms-L1, L2 and L∞, Ill c...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4E8DE-59B6-4A0D-89BA-3852374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CFF07-7FEF-4C98-9F6D-AD5A45B0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E2049-B8A3-479E-B284-771A318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Solution of system of linear equations: Gauss Seidel meth...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29EDB-6DA9-406F-8CC7-F9407040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6C259-FAE5-46B0-914C-B87A0DFA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B1638-E2BF-41AB-BFB8-31AD067E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Eigen vectors: Rayleigh power method, Jacobi's 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13E9F-E841-414A-BE8D-51C454B0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6A3BA-47CE-4A34-8D2C-40F6F150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A374E-6268-41AC-B9BE-6F70D94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Chapter-3: sections 3.3-3.4, 3.7, 3.11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3438C-519A-4E4B-BCF2-56FB4E3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37385-7069-4AB1-83A8-C2AA69CC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74F68-9494-4688-A548-3CF88D9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14219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1E8A7-AA2D-4686-9DC0-D4B35003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15E3C-A842-4FA3-AADC-380E8B86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51C02-1EBA-46CC-8BAC-8CC7DEFB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34559-2779-4624-88AE-52005FAA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4E5FE-3A8F-4643-A161-C72C2D9E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FBA7F-9774-411E-B984-81C954A1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145C2-7110-4483-9CD5-36AF41BA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9A308-C846-490C-9A8F-F1054901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B201-D43F-4C38-9796-462987D2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10104-A852-4ED7-B2FB-D4EE117C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409C6-399C-4E1E-A584-94B1DCE4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214F7-B6E3-4F74-AA0E-A020DF4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39429-9A46-4A8C-AE1A-11751613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norms-L1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D66EF-1BA5-492C-9E47-173A50B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conditioned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55389-0925-4E74-AE3D-2F94E904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40AAC-4836-41D3-9CDA-58233C3B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76574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BC8BF-79F2-4C27-A70B-1C0A63E8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E8E74-7E8F-499C-9BCD-0AD7EBC5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D40EC-0911-4144-B62E-E4DEF83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93666-6AA4-4EF4-BDA9-40DC493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B6BC4-2ADB-413B-962F-99722EB1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solutions for system of linear equations (8Hours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E263D-7763-472E-84CC-0ADEB2E7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solutions for system of linear...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4C47F-0CD0-40BC-B2C9-F8DA64A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92361-A805-4458-A263-35DE40E2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CD5E6-C074-43C8-8534-9459F3DD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A7CD8-8BEE-4472-BACF-C58EC639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81D7-64D5-45D7-882E-2D87B71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4B935-E433-47F7-BBB0-507310D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C1EBF-7167-4B43-8502-8460099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9A1F2-CE82-44BB-968F-C02FA494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EDCEC-6B06-496E-B7DA-E836AEDA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CC52D-FC22-4582-B3C3-10BFA01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59045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9AB60-67D8-4E2E-91C5-C9DD6CD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B1A8-FDFA-4EFE-BCC0-6FE5651C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F22AE-E65B-4AE2-91E9-B4E7A101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97DBF-2067-4694-A25D-BAB2F766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19A5F-3FE6-4660-BAEF-5DF11363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2D348-0E8C-42DA-BB7F-2C21ABAE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72FB3-C83A-4A4A-8104-3915B861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9B1BC-577A-4663-8F22-E0D9F7C8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0F2C7-008C-4C50-B130-3CCFC1C5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solut...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49289-BFAB-4A30-B0B4-D1F4BA4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AFF44-BE49-47D8-91D7-BEA7137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5D2D8-4DEC-4F6A-9041-5A2A52C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29F14-5408-4463-B92E-44CC9972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FA1FE-6022-4213-8A02-1083252F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ABD7A-7D41-45CF-96FC-B2873770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B553E-45AD-4A88-9136-D9A8C67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93BB0-3298-486E-BAE0-488DD1F4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37693-F1F2-4E58-9CFA-B2D2F512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sol...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5764C-19A4-4F30-AF6F-B0CA4FAE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25A50-049C-4202-AE0D-ACD26E79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0C20D-FFA7-4AF4-9131-5E14C49F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5100E-D823-4318-967A-B5A6E433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40B76-9E53-498C-9502-052DB8D3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32529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0A95E-035B-4FED-8CF4-410769B5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FF9AF-78EF-471A-9A41-5EE66DDF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DCF2E-FCCE-49CF-819F-9BF4E9FD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C6F6C-D971-419A-A503-96C63AB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8CA87-10DF-43DC-8054-EF73A31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41A12-DE79-4DC4-A7E8-564E0EAA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883BC-826C-442F-A263-0A4F158E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D0CBA-FA40-4CC6-B17D-A406755C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F2DA7-C3B3-4AC6-B3FE-6E43FE38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FBEC9-C87E-459D-AE66-815B156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A2871-A194-45EC-B42A-B6138CBE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92F5A-FA95-4B74-9AE3-79ED913E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FEB09-8DD7-4150-84CD-01B55AB0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4341A-C377-4D7F-B8BF-0C1C4C11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F296D-68DA-4463-8B32-7D0F509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82499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A1402-2625-4839-B8F3-26B423D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CAB68-8D86-47E0-A5AA-64828141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5DB39-E327-4797-9D87-1F7624FE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F6CEE-A912-4830-AC24-2E64860B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B9915-40EA-46DE-8F6A-EF1430EB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B157D-8ABB-4563-BCD8-30F54560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solutions for system of linear equations (8Hour...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A6439-02B8-48DF-94C9-C699F8DF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851DE-7E6B-45E1-8FD6-CDFE805A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9976A-3596-4D5C-9ACE-D117586C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67E7A-1890-4432-91B4-5D936AAF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3511C-ED56-4476-B913-E436D977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55936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CB7E1-3300-45A8-A528-5A8F5FDA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9D650-ECDE-4620-90F9-3C1AF509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604CB-5FC6-4142-9127-27163761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73F49-5DD6-4D35-8341-03508D68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8BB88-18E2-411E-A94A-B16A4DDC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Norms: Vector norms and Matrix norms-L1, L2 and L∞, Ill conditioned linear system, condition number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5DE27-F28B-468D-9A65-3CF693D5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Norms: Vector norms and Matrix norms-L1,...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6A3DD-CCFA-4853-B76D-E3F66E63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B0294-B5ED-462A-87F2-C990E96A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14F96-51EA-41DD-8F3A-95DF5794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06115-D010-43E0-AC94-56F38E9E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6B9B2-518A-4EDC-AB51-6F85BA1D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B0DCE-F90E-4703-B7A5-8614BEF0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4AA73-ED30-4EFC-9EC6-F670E37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16552-5AD7-4A49-8C97-279C7A42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0B3B0-6979-494A-BA9F-228A333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78D57-EF89-4FE7-AA80-110E92E9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0616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EB21B-8E07-42C9-BBB7-F6933FC6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A0B6A-E25E-4E38-A4CE-85D51CC7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4088E-7D23-48C0-916C-1B90196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2BD13-42E8-468F-A778-C9A2CDA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4C2E6-9176-4E06-8CE0-3FA2EA1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EA9F7-D978-4451-A02F-0ED2613F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2DBCA-C616-49E2-9C6F-2359BC4E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CBDC2-42F6-4EB6-A8EF-EB53FC13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875E5-1614-43AF-BC3E-77FBFCC4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Norms: Vector 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DF83C-130E-4AD8-A2CA-5EC2D8D0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C6B68-EA57-42EC-B6C2-42CDF28F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7AA6D-1FBD-46E8-9F5C-2B1FD82B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Norms: Vec...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92992-A872-4AD0-B917-2FD4B06E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66329-5CEE-4D43-ABB1-A50F445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3C08B-4758-4B68-B584-5FAF25A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Norms:...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2D84E-09D6-4711-8545-427EF7CA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9DD8A-16DB-4CAC-8985-A5D9A4FC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F55A9-FA9D-429D-A4A4-407A8C90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Norms: Vector...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C81A3-9811-4F1C-A2AF-C24AC63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73A27-5DEE-4AEA-800A-9CEF96C4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C6BD3-1F11-43D4-BBF3-0D4DB247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Norms: Vect...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5BC7E-5099-4413-B274-D9789383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2A93E-56CD-4416-B9F5-1B80872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762114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3F036-BA24-4940-9699-2933F73D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149EB-72C0-43CC-9122-15A8628D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F69A2-095B-4480-AE86-7B06BF17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ED877-8678-4BDC-B30D-8668AEB8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FC363-C388-4F0B-AAD2-DEC74A72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B61F5-EC7E-478A-B8A3-6D968DFE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06A6F-3A28-4A5C-B94A-E7D4A0B7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43926-D04D-4364-B236-E47D10F6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5A6A5-2C66-4702-A736-AC190620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3C1D0-D51B-4C72-A732-417C789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C125C-82AB-4A4B-9C94-950BC7E5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92558-11C7-47AC-8194-580541C8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260A5-9ECE-4422-8A30-46643610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BBA2A-D7F9-44B9-BBD0-1FC14A3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1AC8-B159-4340-A38B-832A1CF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066009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954DA-3B38-4CDE-8F9E-742E3EC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0731C-E03F-4196-A6C3-43430575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850BA-58D7-424C-BED0-C8CE9D2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5FC36-0465-47C3-AEEE-4528D5F3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60CE3-DDA0-445D-9CA4-CB0F4F8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58B69-19B7-4D9C-8936-5DEA5140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Norms: Vector norms and Matrix norms-L1, L2 and L∞, Ill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EFD21-D352-4376-BAA4-31845AD8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9C9E9-DB56-4C47-A85D-D79190D6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BAC4F-E3F8-43B6-B212-D67E6A33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F02B0-AE21-49EF-A890-0949A8D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D55E0-1F1A-4926-809F-A1372F2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216620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3007D-633C-439E-9580-52F6CAD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BCF18-358A-40E6-9B85-194E115D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AC28E-5A22-4436-A632-E78B5832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FB69C-DC4F-4CA3-8215-1FEF769D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AE0B1-4D51-4468-B3EB-E1F7554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Solution of system of linear equations: Gauss Seidel method and LU-decomposition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9717-D658-4DA2-A7E4-ED158D11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Solution of system of linear equations: G...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3A547-8592-458C-A7F4-93554EE1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C3098-2F7E-4186-883D-21E6CC55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3E588-CEE2-4FE0-BEE1-984F806F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09DAE-58DF-46C5-A8CB-D735C5D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80010-13FA-4F83-BAB0-E4797D6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9D201-0D16-4797-BFEA-7FE91260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96512-48EC-4CDB-A823-53FB1242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19E8A-6F84-4282-A5CD-87489EA9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8020C-3F4D-43C0-9DD5-8FDFC75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EBEB5-F109-40FF-918D-9B67AF9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431366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BF150-A23F-4C8F-9756-6EDEC0B2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8661A-B5D4-4FDB-9CF0-A8F1C452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14D72-52DB-44FC-B76E-252E637A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02849-2CE8-4F4A-9789-F4BAB0A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4484F-46F1-4702-879A-62D24FE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7FEF6-1E6F-4D1C-AA29-A48E9728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88AAF-9BEF-4E70-8A53-6A25145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5B38F-32AE-4521-B9A8-1DE6CAA2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C88F1-AAD4-41BD-B782-EB0710A1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Solution of sys...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D6D0B-2B77-4207-A4E6-B44BCD0B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EF8EC-B1C3-40F5-BD35-C14E0B3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42B81-A10B-4E7B-AB94-39C68846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Solution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EC725-20E5-4514-BA24-14A8E9B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ED89B-C8C8-4CA2-B10E-1382F36B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55DD3-8B42-46D3-B540-2D6F8CEB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Solutio...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DB328-947C-464D-99B2-6A1EFE53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ACC5B-E6EE-4778-8C60-F290C082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DD99B-2DD0-4C79-8ACC-4188697A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Solution of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41251-C326-4CE9-9EC3-ECC3E22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324BE-6BCB-44D5-A69D-4F2EC6A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9888A-F502-458F-8E46-8786368B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Solution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1B4FD-ABA1-4E65-AFE2-BA05472D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94DB5-A49E-4B27-ACC9-6846495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296461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9C8DB-F32A-4A36-8CB0-8CEDEA32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ABB3F-D468-4295-80F5-AF6749D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65F39-D542-402F-9852-0BBBE946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3F603-832F-4A59-BE37-0932ADC6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B3976-AAFF-46CD-93AB-A8055518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6B3E6-D1AC-4BD5-9E7B-18926564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BB110-BC52-4128-818F-99C4DAC8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EDE19-C91C-4149-88DB-5C7C588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D46D6-5603-4C6A-AA10-89BB8DA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8F841-EF51-469C-AEF6-FDEBA1BD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718D0-2A67-4393-9C4D-D7CEA36F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2DBEE-6354-4080-9442-B8A0DCB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958A4-C3E2-4467-BDC4-BDA09078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AC25E-9DC7-4AA9-A9A0-2651D232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AFE18-D0E5-45FB-8FAB-77D2513E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977709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F9960-5129-46E0-ACE9-BC7631B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65931-E7C4-45B5-98A3-DF8970F2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F7E7F-E2A0-4E83-97E4-A99C151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F353A-446F-4FA6-B32E-C1A4D1FF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7ED95-BF7A-4AAF-8897-B44DAFC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F6AF8-86EE-4393-85DE-0DBECB0B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Solution of system of linear equations: Gauss Seidel meth...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116F-F881-4586-B55D-2E907DBD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F6F45-77A1-45AC-8821-CDBA374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BB226-B20F-4088-BB8C-A758BB9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EBE2B-13D2-4AD6-94AD-03C45FE9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874B3-8BFE-4D75-89E0-32AA512C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46795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C7E52-85A3-4C35-A04A-4D11335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56D06-7A03-4A4B-BD23-8A3F55C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8C400-1F2A-47A4-A247-925CA3F5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0147C-1B36-4192-B5E2-330342E9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7DDBA-EEAC-4872-AC8A-2D425084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Eigen vectors: Rayleigh power method, Jacobi's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DF7F0-ED1D-46F9-A952-96E24EEE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Eigen vectors: Rayleigh power method, Jac...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A04AF-AFF4-4D4B-B4D6-78826D85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74D4-D75C-43FE-B4C9-5AD2EB19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126E3-A35A-47C7-9FA7-CC973F6A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FB358-42D5-4B01-8DBE-2DBEAF3F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2C30D-83AC-4B50-9EF6-20FB64AD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DA374-D480-4667-9CA7-063E987B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A21EA-D1AA-4F75-9794-A49A71CD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4EF1F-005B-44E0-8812-BFFD957C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99870-16B4-4EEA-BF26-AF9622C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5EBDE-B72E-472D-B4C2-D2A4EC2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42267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E8F0C-D665-4CAF-B677-BE8592F2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2B8AC-623B-4EAC-B235-6B162A54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C20A1-053F-4E68-96DB-EB15CAF1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B7158-BFC9-4AB6-A07A-5DF4A48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5EC5C-95E4-46BD-B15E-EEDF1E5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FEBCB-6074-4939-9401-F122677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AE01F-AB7F-4185-BDB7-EFFA99E1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47CEF-3AD7-424E-90F5-516223F6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05A35-7315-484E-BC23-99F26120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Eigen vectors:...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A5922-17F2-4407-9526-6BF7815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25204-B2D8-41DC-8E3A-E8EBAAEF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A50FB-F952-418F-A1EE-17DF8F0A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Eigen vect...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ABAE0-D4F8-4201-ADC2-BA302969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48EE-D3C3-4861-A094-3DAE5924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A1F11-231A-420D-AFD2-239543A0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Eigen 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0B0EA-789A-476E-A8B0-4B53E17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4F2F8-DC90-4E54-BBCB-B1092DFC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32795-5577-4649-BE6C-9E7CDDD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Eigen vectors...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69404-7A62-40AF-8016-E47C96B6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19490-E97D-4537-9B48-A9BBB9AC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6DA2F-E25C-4381-A642-4927D1A4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Eigen vecto...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C4EF6-37B1-4FDE-B999-BCD48BDA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BBB7C-C91C-486F-B150-9001707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152345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E1B2C-C027-4485-976F-8EE7822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C8497-8D41-4C86-96F0-82F17807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E3CBE-60E7-49E3-BCD1-380D8D23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73811-72D2-4118-94F4-CF1405BA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90638-7320-4A65-9881-964FFF9C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AAFC2-5033-4DE9-8193-DF0F8D39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4E809-1692-408F-8892-25DD1A9B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6563C-02EE-4897-8481-2BD9E437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B5FB3-6BDC-44C8-B0ED-FC1CE42E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43F10-7E0F-4778-8AFA-EEAE5D30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4F1D7-8F89-449D-8613-25350DE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5FDA5-36CC-4F6B-AEFC-F8A7C6B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CECA7-468E-49E3-8160-0072F66B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8615A-F483-4F66-95EA-293D8F1D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344A6-34D4-4CA0-99BB-4BC0307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774321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23E5D-739E-44BC-A41F-4F31630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1A4B3-BC3A-4B98-9E10-CCC9C253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09480-B97A-436F-8E68-C49D4811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A0414-1898-48F5-BA81-12DCE316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C4781-AF20-404F-9DC1-5267432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9E2C5-3C6F-4CA9-8D85-4E39736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Eigen vectors: Rayleigh power method, Jacobi's method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D686D-DABF-49DC-9D40-563D0495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314D0-145E-4056-B497-C5340FC0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C097D-F5AE-4ADE-BE8A-00755C14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2336D-A3E3-450C-A338-67E0E55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557F-3EA5-42C1-B1BB-01204821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132190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B3CBC-0F01-41F0-9D6C-1497CEEE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6441E-92E8-40B1-9AF9-F050B5C2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9AB90-079D-4309-B4C9-715C03F2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35235-9434-4910-BEF3-F87052E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22F54-EF55-4064-8D42-A687EDB6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Chapter-3: sections 3.3-3.4, 3.7, 3.11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DD18-C98E-422D-9245-77E31CA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Chapter-3: sections 3.3-3.4,...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A00C3-8BE8-4BB8-89A2-B57DA1C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29A02-F005-48C6-802C-54353E6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B28A3-F026-4610-B6E1-39A83F49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4DD09-0684-4BBF-806F-63240E68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E4C2F-3F7D-42C6-AE1A-3964C6F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8905B-EDFE-41BE-BEFC-C0FFFA67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2DBA0-8CAB-495A-A1F4-BC21B812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AC7F8-5302-4BBA-A85C-31DDFE26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46D44-E9B7-4885-B734-ABD8136A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E4233-D972-41AB-B981-781D545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482120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E06C3-119A-4887-A2BE-E9430FBF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F4A6A-3C26-43FB-9BB9-BF8E739E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BA068-AED7-4074-B149-CA39D63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7733C-5DEC-453C-BB3D-E9ADF7C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DE7F4-689D-4A0D-A697-8D91F36F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5C58D-6B6D-44AE-8494-7649181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54031-81D2-4A60-9DFE-4217CF04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4AA14-4245-4514-B86F-7D34463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C1422-CF10-49A1-AEEA-6817923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4BAE7-1503-4E02-8F48-818D8640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8873F-32C7-465D-AAFF-F67EB2D7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98755-B282-47B6-B719-67E437CE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A403E-2632-495D-A24E-0B730138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29E45-0B6E-4F58-BC5D-CB307BF7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B1C69-87BF-44F1-B85A-9444E9A1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42962-168E-4ED9-9E58-26CB92A2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46608-3DE1-4200-BBDD-78ABCF5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821CE-BAE9-4097-8AE6-F1EE871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994B1-0F74-4709-963A-EDAD2271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DEED2-D250-434B-BAC4-528FD3B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02F23-2CA5-4FC5-8D1E-E9ACCF4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3A950-14A5-4D38-92E0-A422EA0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5432D-8970-41C8-BDC8-6C964D9E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531907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6BEFB-383C-47D0-A231-2F7FBBA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C42CA-6B8F-4855-93B9-D1257A47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212F8-58B9-4205-B76E-86BEE00C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CDE62-8748-4B1F-A5F6-8EE904CC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550B5-661F-479B-A9D6-92082B7B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E2D39-0D21-4969-B9BF-6CADD666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54CD2-840E-4987-9994-DD4F57FB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0FC44-81D1-4DEF-A874-3600AFD1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0D3D4-8ACA-4435-A0B7-EEC00DC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330F7-2082-490E-8DB7-A17BAB1A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6E02B-2273-47C8-93CC-5668B59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B4F87-DE74-4E2A-9401-5D77335A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2002E-E19F-49D6-968A-629C674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260D9-0768-47A9-9300-89937DC5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B710B-100E-4A1A-8825-EC11793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858291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72458-83C5-4630-B997-6721F240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EAC26-4DB4-4F0C-B894-50DACAF4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DDD4E-CED3-4900-86F2-CD451B4F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267BB-58CD-457A-9075-C4D78CEA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FD42-82DA-4B50-B012-B6E11B54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3FDE2-69BB-4C65-94D5-96B4BB94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Chapter-3: sections 3.3-3.4, 3.7, 3.11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5FD6C-A32F-4BF1-944B-9B8505AD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B4C06-D2E0-4FA7-9F65-24934A8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00822-B748-45F9-BC6E-C9372D17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7B9EE-F0FE-4EA3-9BA1-04A0E77B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E486E-F74E-4800-9DE6-EC80172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33640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9822D-1709-424D-BEA7-9DD2DA85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E3218-3F85-4CEA-A05F-2D1F3C40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26F16-9770-4DB8-88D4-C27CE28F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8070A-C697-4C98-A682-839419F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53298-4633-4FA1-9DD4-F6114E9A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920CD-3D91-4CC5-8158-D60AB96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243023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B00D5-7219-4CE9-9471-08025A1A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19F51-A3F8-40E1-8F35-B36B5D5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EF246-9FE4-4C3A-9917-FBC1B57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2A0BF-3C83-4051-AA86-3D9CB1F1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F79BC-2872-4DC4-BF6D-F233FB0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linear: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D4F8-E418-4C23-9CBE-20E07E52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538896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3E9DA-D386-4BEE-8555-A24CA886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CF998-5C41-48D1-AE64-E888501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35D1F-D992-451E-9E03-37851D6A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FFA94-4E1C-4650-A7EA-F4EF24F4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9E19D-9EFC-4081-8A94-6DC9FAAC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FEA8D-9DB9-4D3E-9229-7A260C8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420353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28AE3-6D24-44B9-AD8B-D449D5F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3305E-5C14-4399-9A65-1679BACE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05FB-36A7-4429-AC82-C1ABE899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A03D1-220D-49E0-A422-C5DFD042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39D9A-8578-422B-A5CE-46A2D0E2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64ED-6EE9-43A8-9804-947A7E9E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0423577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E01C7-10C0-4057-8FD0-85A8BFB0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6B588-85E9-4F80-A55B-901DE06A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838DF-12D6-4ACB-9845-E703089C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4B6D6-1251-4F3C-88F9-C363231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8DA93-211E-4F3E-A381-C3B54FC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solutions for system of linear equations (8Hours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Norms: Vector norms and Matrix norms-L1, L2 and L∞, Ill conditioned lin...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Solution of system of linear equations: Gauss Seidel method and LU-deco...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Eigen vectors: Rayleigh power method, Jacobi's method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Textbook-1: Chapter-3: sections 3.3-3.4, 3.7, 3.11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776FF-7624-470E-A6DC-12CFDBC5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C0590-4A6D-4FA2-9135-9CFF487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61B98-86E3-4473-A810-8BD33D49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992674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3ABE02-AB2F-42DA-962F-7BEB5E9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55AA0-17E5-47E4-8044-7165B42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solutions for system of linear eq...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59F87-2434-452A-8796-5551E3F6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6920D-6385-4AE8-9D50-727181D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49A5F-5659-4840-A644-0AB31092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9004B-82F3-49B9-B997-939934B8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E4AEF-0B1E-4940-AE4A-D652F606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ACE14-2537-4768-9C70-02DA603A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AB72C-0266-4B36-B71E-28000C7F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13A75-350B-46AA-9279-5D43D373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96E15-8BF2-424C-BFB0-72AC567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9D436-98BA-4E88-88AB-FB43274C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93FEB-89A9-458C-9165-3B112D72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EDFC0-CD39-4173-86D3-A6F5443B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45823-8784-4357-ADA6-5089332D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CB407-BF52-47DF-A77F-727FFE9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6BE1D-EB4F-4CBA-8393-957C36A4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C8006-9F71-49C2-950B-4E2DD90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9CCD4-1F17-4BE3-A963-050FED22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21AD5-1CB5-4EB4-9F42-1707C3C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26B85-FCC6-46E6-84CF-268BEE6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41EA6-946D-4B06-9920-5C14560F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4CDD5-3E35-46A2-A2B5-061EB089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AFFDC-D160-40D2-B293-84DD3C5B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C5A0A-39E0-47C2-85C6-445E3B27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67051-DE3C-4563-984E-3C4AF41F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D6929-189B-4DB7-94AC-F113FFC9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4F8F96-78C5-4DD3-8315-BE23B2AF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9212D5-E073-4518-8D0F-12035F6D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F002A7-B012-4DED-B777-B36FD766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3101E-4F11-443F-A395-57975F8A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DAABDD-9B8D-4847-9FFA-8DBC907A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8362939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FAEC3-9917-4029-ACE5-36F2F8B4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C21F9-3020-4868-BF14-A601DB9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Norms: Vector norms and Matrix norms-L1, L2...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2A0F2-2614-403D-A5D9-938C0D5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025AB-F999-4902-A548-23B50DE6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B59DD-23DE-4552-9AE1-8A962E7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56170-AB4B-43F3-B9E9-E0E05106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E02D9-0963-417B-940F-543DC457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2B5B0-C20B-4490-AEE8-63102EE2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199C6-15ED-43CB-B501-874CABBF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83A9F-CD88-4A98-AF39-B18F143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D9370-0A1F-4C66-839E-32D7DBA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22171-F37F-4E7F-8DE0-A6D0D577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AEBF8-C047-418F-825E-0CA16C52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B0BC3-0EA8-4A68-8931-F8A7BDA7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8AECF-46A0-4BD4-879A-DE10B05B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6FF99-54F9-4738-87F5-273D2240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E023D-380C-460B-8887-ADA34A9F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C371A-0FD1-40AB-81C6-03ADDF9B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E739A-6329-4DBB-84A1-78647F8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22CBF-DB68-4CBD-BC0E-2376DEB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B8969-62B0-4252-9615-B4BE0835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11449-4CFB-4265-A966-393E876D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BC0B3-51DF-462C-99E7-BD8CF8C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03F32-6519-4C4B-B38F-96DF54AE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7BA9A-94CA-4DB5-9CD5-CD689A6E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E9F88-8A2B-4636-B991-38CAE226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6C11C0-B490-47FB-B37C-4E60613A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6DCB2-6F78-4B24-BA0D-9366AE7C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8E4A6C-66D3-42CB-9312-2C326E3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FC09F-C66E-43E6-8927-354D6540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AC869-50FB-4222-B5A5-75D8F8D1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C3144-1DC2-4273-827D-DE794E7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527171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F8B9AE-E805-4163-B863-B753B7B5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A10F1-5612-4F74-882B-2355C686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system of linear equations: Gau...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FBAEB-AD61-4635-A9E9-A956EAD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58C7A-2F73-4827-9D63-7E2A751D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3594-8766-4224-BA44-9BC3A752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27606-384E-4FDE-8B6A-812FFD56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35E7C-063F-4D30-961B-111CAB33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0BF73-26AF-426A-B447-0A041A7F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EC48E-51E4-423C-A880-D33E6C4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94310-DBD4-4917-907B-E939A510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4890C-0AC7-47B5-A7C2-B36AE601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EB887-3765-4EE8-A3DA-AA783DB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2D48C-D2B0-4C7C-9D76-03FAF885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392DF-F15A-4943-BB18-1D93FF4A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ED807-E418-477F-8C09-E5853EC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18E3B-0E98-4CCE-ACE6-E9EA03E9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F8489-4F4F-4EB9-BFCF-81216EC5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E8E03-2514-448B-8192-D6733F7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E69ED-90C3-4E8F-82CA-25B02FEE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1010D-A183-44AF-87EE-11B7544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B8498-EB5A-477A-A30D-6DA259C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928BC-2349-44A3-B1B8-F7949BD5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1537D-1934-4273-BCCB-6CDD0BE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646E9-C324-409D-B3E3-5BE7770A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CD6D9-919B-4262-B8B9-59C9AB4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D037D-EBE0-4AE1-AF29-8F15F0FD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A58BA0-866B-4517-8687-49DCCB52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D2B64D-E5C4-4CD9-9D82-3A3AD0D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029EE-06B6-47CF-8618-B49CD9D8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79F05-0458-4556-8F46-FA816AA7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567C76-98D6-450E-9F63-31DA5890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97611-4841-431B-B083-BC9EF034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967982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9192C-0B3A-42A1-B1CD-69C175F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3D315-9DC6-4383-A91F-18646F46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Eigen vectors: Rayleigh power method, Jacob...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04E01-2725-477B-AAAE-7DAC7CF2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AC92E-404D-43F2-968E-F22F73D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8CA25-A138-4EF9-8522-BCD81E7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6BC90-030D-4F30-B506-273A5964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3152A-5567-4627-B514-7C5FFBCE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A13F4-888F-4E99-86AF-FA2AD010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AAB50-84AD-4BF3-AFC3-2E865FDF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2C3C8-E3D9-4CAF-AD83-2EAC29B4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901D1-A70F-4F48-A3BB-C7AFE317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606DB-333B-4099-9951-472C08BD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D90C7-F22A-4AC6-8B88-41C55A46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E3AA9-D12C-4DEC-98B0-AE3BB23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798A7-F546-4738-B8B9-A9288152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C711E-4045-42A1-88A6-F81A298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EEA83-83D3-4976-9066-6F58D6CF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3C30F-D139-4F50-83D5-88DDABE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721B0-9854-4DD1-A85A-9592322B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9E12A-1D70-4B00-BCA1-799E3B09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6F076-C0AE-49CF-9964-FA4A3158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95971-F465-4EB7-B709-4252C6F8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0F84E-4B6D-46E1-BCF2-B3B5687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80005-3C13-4D0A-BCE0-7C042D4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7B35D-7020-4A82-A7CD-3CEE0B97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AC8FA-F322-4417-9CFD-09D969E5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86A58A-98D8-43CE-AB69-650E283E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EAE9F-8071-432C-8840-4B612754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6E1AE6-EA8B-45A2-96D3-A85D5AAC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897C45-76DA-46E2-A5BF-DB41CC07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55CB55-5529-4F98-9606-0289A92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71EF6-16B0-42B1-A3E1-ADC9AB6D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280455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36ADB-7825-44DC-92C0-2F49D62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48F17-ADC6-4172-97AB-73FA6947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Chapter-3: sections 3.3-3.4, 3....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3AC59-6DFA-429B-8283-D99FED0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EB305-1E57-49B5-BE92-C9CB3656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C6EBC-A22D-4E60-ABB9-5BDC37EA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9FC29-BE41-4CD2-9E53-120D51DB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366E1-621B-4283-85B7-E97881FF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1F3A6-C097-47EE-9EB3-40320AC3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5D402-2F49-4950-8CB0-B24843F1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90ABE-2DD6-4D0B-8E24-6C66685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004B5-EFD0-42CD-A091-090A9B6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8F5B-DA6E-4FF0-8E56-C74D897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34EC6-6EA1-4AD7-AE6A-8234198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6F265-76CD-4C6C-BF4A-F56DC0C0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D1760-0052-490A-BC15-58E2D578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CA8F0-8311-481A-8236-E346F5F4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86F48-B6A8-4239-B210-2BE1FCF5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B0C5A-A0DC-4128-AA94-534F2FCA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50C7D-133C-48B4-9FB5-E889F1C7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7329E-CDA6-4217-B5E6-28735629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DA9D4-F911-4950-8047-805376DA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33362-8822-4567-B263-9FCC1B38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36706-1CE3-4D24-B6C5-B3520B0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8F42D-C968-4B1B-A1E2-0DE2D0DE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36ADE-2709-4AFC-A071-EA5F0787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80197-7E6B-4761-A596-4FF0293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730357-80FA-44E3-B420-C8A532E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C12AF-9815-4106-9C48-28D22C4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893F0-D5A6-44C9-9910-F4D85330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A0EA3-C82C-44BF-8DB5-E7064079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9E003-9F20-47FC-A3F7-2A2266B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0BD5A3-74D3-4147-9824-1F6FC1E7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045785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2C1B0E-2AF9-42F2-9EB3-DAB92A5C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8529A-5549-43AC-BC28-6BC31B99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solutions for system of linear eq...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318D3-4559-4E31-B950-9F9B9FD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350B5-B2B9-4089-B8F0-F12DBDB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06C42-4ABF-4B62-B9E9-0B5BF484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F245A-7E36-434B-B4D0-E2DBCC1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AD598-1167-4130-8174-B49CB1E2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E1742-4DC5-4C8B-BFAA-1FEBBA6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4E263-F415-4AB8-982E-9BBD03A9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23D9B-E157-4EAF-AD11-E1636EB9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57F20-FC7F-491C-8F68-973E9A06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1FDA7-8E9D-4B69-B9DB-2DCD9230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30AC0-DCF4-4C54-8AFF-9A07A41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163C5-067C-47F1-957F-76CAD03F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18C6E-86AF-439B-AA13-3B161E7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4691C-3AF7-4F45-905B-3A9ABB04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1305D-CEF8-487C-BDB6-A79E1E1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6514F-8705-410C-A628-943B7DD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A59D1-A020-45FD-BA99-0B8811BC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9E444-2CCC-45CB-A6C2-5CCD0ED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0C847-202B-4C4B-B7A7-F6BE940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F84D7-1D72-4CD1-ADD6-23DB3C93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68B87-AC91-4EB3-B879-C4C41F3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FE5E1-0478-4024-ADF4-84C8BA5C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492E8-DD25-4398-B7C6-55B136D1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D9DB2-5420-4C82-9036-3A013D9C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69D5D-9762-4E21-AEDE-2414AF16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8B23B-1B32-4DD3-BE65-599300C7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9871E-8C84-4747-A2C0-9A3E2F6B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C72E1C-B4A8-4D9A-9E53-BAA97E09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F09666-860E-498A-8FA2-9265BC9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0A1FCB-4960-41CD-92AD-C3CAE57B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1457619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CDCADC-6E2B-41FF-BA61-39176661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03BDA-2D8E-4D19-AD08-F76C201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Norms: Vector norms and Matrix norms-L1, L2...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BF6FB-0776-4305-9F56-48FD1E1A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45D8-19FA-4F4C-834A-C9592102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09B75-5C5D-4E86-A197-261D44D9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41B4A-F023-46CF-82DD-1A0BC11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4ADFC-C42D-4DA0-9E99-747FAB5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1A89F-699A-4EDE-839B-A1113AE3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5A7D9-AC5E-4F91-9338-F267FCF3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72050-C79E-4106-82D2-2A920FAA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0D1D4-7014-4503-9919-DCB2985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498FF-2756-40FD-B405-7AAF0C01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B898D-BDE3-43A2-91D8-72BEE899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6B59A-47B4-413B-A6EB-5F5AF98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DEF11-A993-4DB0-8AB6-F275D0C1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5A797-C14A-47EC-AA1A-B28BC5C9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FE8D7-84FB-40B5-A85B-D9DC570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201BE-FF89-42BA-9019-CE06CFF0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FDD86-F763-44EB-914D-4F061F3F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AC3DF-6F21-4052-B221-D68ED4A8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A16DD-8376-4E9A-AFF5-991F8345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D2D06-E14D-417A-9F04-E6CBCE02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77EA5-2024-451E-80FF-D398B4D5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2BE0C-C13E-416F-9ACE-B3CA234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54E09-0BE5-4FC6-B0B1-70F715BF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92096-4F81-47EE-A2D7-A066A4DC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5E749-B274-4D99-A9DA-2C826B42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F163F-4560-4407-94EA-700CC2C8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25195-477E-4880-B538-65FD5C3B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B7D20F-CCB1-4DBA-AF76-507E706F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1FFAE-309F-4D30-97D7-16009D94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A1F20-57DE-4678-9F7A-B74DC178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409652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75BE9-0B13-486D-8C0E-2D9F7A9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7EDA7-7EA8-4524-900E-E4B7568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Solution of system of linear equations: Gau...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D3855-92C8-4956-965D-50D1269F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2B0D3-7237-4253-B84F-905FC04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90391-FF78-40DB-9BAE-9FB4B9AC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09C03-36A8-4568-9BA3-1C0F23E7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DE742-BB15-4D6B-8DD8-12FFC408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19940-C365-4418-90C1-CF9C3D63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77E2B-573A-4A93-B8EE-2E2C07BD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3C90D-C2CE-43FA-A151-EB6EBFA4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4F524-87FE-456F-A419-220DB642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B6081-6698-40D4-88E5-E6B447ED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6A40B-11FA-41BC-AA05-5C5D8D4D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270A4-12F7-4E86-824D-8502E53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EE10E-DA69-4A4A-A3E3-F8E371A7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AE359-E5B5-4173-8460-163FC5EE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8F5C4-1D82-420E-9BA4-4D593D24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53288-6607-4EA1-BDC3-58E8285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4B237-C9D7-48CA-B4BA-8D4C1F79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6B17B-9555-436B-9956-250DDC73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30053-A875-497F-ACF1-D1C37031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C4C80-83FF-4EAD-93F6-47F5358F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BDA8D-135E-433F-B965-D3D5682D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08433-F4AB-4612-8666-317AB079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EFA90-3982-4C84-BDB2-F1D1B0A2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D5378-5CFD-4659-9FD6-9305EDFD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200876-504E-471B-887B-89827DBF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C9EA7-36A1-4B86-B641-4964D960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99070-8CAD-43E9-B33B-57DD8D6E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56EAC4-B373-42A8-B000-326D8A0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28622-2229-45AB-87D2-E152C51F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4F247-3614-4A6A-869E-1F606DC5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6274868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03249-AF05-4897-BC76-636E5575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D0C59-5C01-4D8E-8B6E-BECA6EB7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Eigen vectors: Rayleigh power method, Jacob...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BFE99-C14E-45A0-AEC0-347C7DB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7500D-4EB1-41CF-AD31-C93D2B9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2CE18-908A-426D-90F0-80D8F9B4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E0803-CF72-4D12-A74B-F5FE1871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0C75C-AA7E-4679-B6A9-A9C876CA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20FDE-81D8-436C-8653-A4B8FC49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DE8DE-A75D-4B14-B53A-87DC028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81316-4C73-4961-BED0-663C1F3E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B9853-0D5C-420A-9D9E-2EB8F475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FBF6B-837D-4484-9F51-6C14E75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50FA6-14A4-45D6-911E-0043999B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F2814-1FA8-4090-BA3A-090161D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04EE4-2D60-48DD-9F09-D1F3E801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266B1-4D30-40CF-902C-E955E12E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EB705-58FB-4483-9816-AC2E09E7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54531-090C-4565-9A78-7EBDDCA0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90A99-E4A0-4D3E-BDF5-E603D255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C62AC-543B-413D-B66B-EAACF06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8E44E-A419-4583-8A38-C9A2266C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07066-3C0D-463D-8482-14DF5F1D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40ED0-3105-49BD-98E4-62BAFAB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E8391-0CE1-4189-8674-BBB4EEAA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51B5F-01D5-497E-A5B4-19A51587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913A3-A25A-4E42-BCA0-B56387D4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DDB38-F800-47BD-8771-FE021DA8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AFBB0-7CE4-494A-BF49-574B5C6C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828DC-73C1-4538-A75A-EB3B6DA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4D895-4408-4B69-A1EF-7269A7C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533894-41DB-44FB-A3D4-7BCCDC16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85A0F6-7CFF-4D9E-9E45-FE799290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200260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6D2FB-0D6D-4AE9-B7C3-C69C8A1D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62B00-1580-4161-BBB1-BA7802F7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Chapter-3: sections 3.3-3.4, 3....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199CE-9C6E-434F-800D-61C9A90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EE2FF-1B26-41F7-8B65-1C666921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2546D-FD3B-47AE-9099-2F7A905D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1FA1-57C4-4D49-8651-09724C3F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91958-9AAD-4507-A147-625A89C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45582-7C7B-40CE-BBC3-AE183315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8743C-C8A4-48EE-B5B1-BCE384EA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1AC9C-59DF-4683-9DAF-60425A6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500A1-8DEB-4669-A6E0-C590F02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42595-8F07-4749-855A-C39DB7D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6B291-EBEC-4A32-BD93-67DB135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33DDB-ABCF-476C-A481-B683249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20930-D942-4BC6-A2C9-59816D7B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73478-6D51-4630-80B8-A6E59391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0D1E5-E5D3-471C-83DA-458DC65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5A4F5-A11D-4497-9660-126AF674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7F71F-460E-4CC0-88DA-284A9E59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F2DF7-A58E-4D73-9E0E-F124BC2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53563-7662-42D9-B96A-22E1CBB0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2E4E1-A6CF-4087-B1E3-65CF70B8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F668E-B67F-49A7-A917-A48260C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5A664-2795-4804-A59E-98B98EA6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0473A-FAD2-4D30-97B2-D7E4609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14759-B363-410A-93E8-163B8E76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F81790-36CE-46B3-B4A1-AFDF35C1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FEF009-BCFE-488F-816D-794D6CD5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E5D096-BD06-4523-8FE5-5E23401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FF0FB-1537-450E-958B-F51D4C2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7A84AF-BBEA-4404-95CA-03EDBB75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D6291-F44B-4113-AE4E-7DC0DC42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86915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2026-08-24T16:03:05.9420000Z</dcterms:created>
  <dcterms:modified xsi:type="dcterms:W3CDTF">2026-08-24T16:03:05.9420000Z</dcterms:modified>
</coreProperties>
</file>