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69cddbc168456c" /><Relationship Type="http://schemas.openxmlformats.org/officeDocument/2006/relationships/extended-properties" Target="/docProps/app.xml" Id="R7fc0c4f482a041bd" /><Relationship Type="http://schemas.openxmlformats.org/officeDocument/2006/relationships/officeDocument" Target="/ppt/presentation.xml" Id="Rcb862390085d40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7db294044c457e"/>
  </p:sldMasterIdLst>
  <p:notesMasterIdLst>
    <p:notesMasterId xmlns:r="http://schemas.openxmlformats.org/officeDocument/2006/relationships" r:id="R9ba7f3798ca44bd8"/>
  </p:notesMasterIdLst>
  <p:sldIdLst>
    <p:sldId xmlns:r="http://schemas.openxmlformats.org/officeDocument/2006/relationships" id="256" r:id="Raa7b871d5d4c4615"/>
    <p:sldId xmlns:r="http://schemas.openxmlformats.org/officeDocument/2006/relationships" id="257" r:id="Rbc3a0d9b45f54710"/>
    <p:sldId xmlns:r="http://schemas.openxmlformats.org/officeDocument/2006/relationships" id="258" r:id="R0b908ce9d96d468d"/>
    <p:sldId xmlns:r="http://schemas.openxmlformats.org/officeDocument/2006/relationships" id="259" r:id="R5b8f69ee98c44962"/>
    <p:sldId xmlns:r="http://schemas.openxmlformats.org/officeDocument/2006/relationships" id="260" r:id="R190bc7e169324d1a"/>
    <p:sldId xmlns:r="http://schemas.openxmlformats.org/officeDocument/2006/relationships" id="261" r:id="Redac5967cd0f4edb"/>
    <p:sldId xmlns:r="http://schemas.openxmlformats.org/officeDocument/2006/relationships" id="262" r:id="R6fb8a691ef6f454f"/>
    <p:sldId xmlns:r="http://schemas.openxmlformats.org/officeDocument/2006/relationships" id="263" r:id="R44af8c1e1a5c4441"/>
    <p:sldId xmlns:r="http://schemas.openxmlformats.org/officeDocument/2006/relationships" id="264" r:id="R6dd33d8f977643b9"/>
    <p:sldId xmlns:r="http://schemas.openxmlformats.org/officeDocument/2006/relationships" id="265" r:id="Ra9f50117266e4c15"/>
    <p:sldId xmlns:r="http://schemas.openxmlformats.org/officeDocument/2006/relationships" id="266" r:id="R9b2b59a2b03647fc"/>
    <p:sldId xmlns:r="http://schemas.openxmlformats.org/officeDocument/2006/relationships" id="267" r:id="R8bbe1c3ba05f4957"/>
    <p:sldId xmlns:r="http://schemas.openxmlformats.org/officeDocument/2006/relationships" id="268" r:id="R25b814045c2c4212"/>
    <p:sldId xmlns:r="http://schemas.openxmlformats.org/officeDocument/2006/relationships" id="269" r:id="R616b65a0b4f24f33"/>
    <p:sldId xmlns:r="http://schemas.openxmlformats.org/officeDocument/2006/relationships" id="270" r:id="R210bf9f332a04eed"/>
    <p:sldId xmlns:r="http://schemas.openxmlformats.org/officeDocument/2006/relationships" id="271" r:id="R4901b6da83c147c8"/>
    <p:sldId xmlns:r="http://schemas.openxmlformats.org/officeDocument/2006/relationships" id="272" r:id="Rdb3caf07e4a642fc"/>
    <p:sldId xmlns:r="http://schemas.openxmlformats.org/officeDocument/2006/relationships" id="273" r:id="Rd10160fc629e4435"/>
    <p:sldId xmlns:r="http://schemas.openxmlformats.org/officeDocument/2006/relationships" id="274" r:id="Rb1cb5bac45d6471c"/>
    <p:sldId xmlns:r="http://schemas.openxmlformats.org/officeDocument/2006/relationships" id="275" r:id="Rfef42c2c567a4339"/>
    <p:sldId xmlns:r="http://schemas.openxmlformats.org/officeDocument/2006/relationships" id="276" r:id="R36cf4e794cfc440a"/>
    <p:sldId xmlns:r="http://schemas.openxmlformats.org/officeDocument/2006/relationships" id="277" r:id="R93f92131d5954cae"/>
    <p:sldId xmlns:r="http://schemas.openxmlformats.org/officeDocument/2006/relationships" id="278" r:id="R4c76ad5eea2d4dd3"/>
    <p:sldId xmlns:r="http://schemas.openxmlformats.org/officeDocument/2006/relationships" id="279" r:id="Ra3a20cfad01a498c"/>
    <p:sldId xmlns:r="http://schemas.openxmlformats.org/officeDocument/2006/relationships" id="280" r:id="R1a04255e04554cf1"/>
    <p:sldId xmlns:r="http://schemas.openxmlformats.org/officeDocument/2006/relationships" id="281" r:id="R9460a262a1fd40d9"/>
    <p:sldId xmlns:r="http://schemas.openxmlformats.org/officeDocument/2006/relationships" id="282" r:id="R2242a9465b3249f0"/>
    <p:sldId xmlns:r="http://schemas.openxmlformats.org/officeDocument/2006/relationships" id="283" r:id="R4145c87075594fc2"/>
    <p:sldId xmlns:r="http://schemas.openxmlformats.org/officeDocument/2006/relationships" id="284" r:id="Rb97e47c315ed4cdf"/>
    <p:sldId xmlns:r="http://schemas.openxmlformats.org/officeDocument/2006/relationships" id="285" r:id="R06bd3919daab4471"/>
    <p:sldId xmlns:r="http://schemas.openxmlformats.org/officeDocument/2006/relationships" id="286" r:id="Rea847e1c46ce47f6"/>
    <p:sldId xmlns:r="http://schemas.openxmlformats.org/officeDocument/2006/relationships" id="287" r:id="R6f31c853e2ca4ccb"/>
    <p:sldId xmlns:r="http://schemas.openxmlformats.org/officeDocument/2006/relationships" id="288" r:id="R2f443a406c124d54"/>
    <p:sldId xmlns:r="http://schemas.openxmlformats.org/officeDocument/2006/relationships" id="289" r:id="Rf4e6a9f36ec54052"/>
    <p:sldId xmlns:r="http://schemas.openxmlformats.org/officeDocument/2006/relationships" id="290" r:id="Rc958dc5fc80d4666"/>
    <p:sldId xmlns:r="http://schemas.openxmlformats.org/officeDocument/2006/relationships" id="291" r:id="R3a6cb1026dba4373"/>
    <p:sldId xmlns:r="http://schemas.openxmlformats.org/officeDocument/2006/relationships" id="292" r:id="R119eb762b31f4155"/>
    <p:sldId xmlns:r="http://schemas.openxmlformats.org/officeDocument/2006/relationships" id="293" r:id="R7c6701a61df1455f"/>
    <p:sldId xmlns:r="http://schemas.openxmlformats.org/officeDocument/2006/relationships" id="294" r:id="Rcc49e77119394905"/>
    <p:sldId xmlns:r="http://schemas.openxmlformats.org/officeDocument/2006/relationships" id="295" r:id="R85c2aec31b1048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e0add0d18d42aa" /><Relationship Type="http://schemas.openxmlformats.org/officeDocument/2006/relationships/slideMaster" Target="/ppt/slideMasters/slideMaster1.xml" Id="R697db294044c457e" /><Relationship Type="http://schemas.openxmlformats.org/officeDocument/2006/relationships/notesMaster" Target="/ppt/notesMasters/notesMaster1.xml" Id="R9ba7f3798ca44bd8" /><Relationship Type="http://schemas.openxmlformats.org/officeDocument/2006/relationships/presProps" Target="/ppt/presProps.xml" Id="Re1c108c17e76462d" /><Relationship Type="http://schemas.openxmlformats.org/officeDocument/2006/relationships/tableStyles" Target="/ppt/tableStyles.xml" Id="R8cc30291718943e8" /><Relationship Type="http://schemas.openxmlformats.org/officeDocument/2006/relationships/slide" Target="/ppt/slides/slide1.xml" Id="Raa7b871d5d4c4615" /><Relationship Type="http://schemas.openxmlformats.org/officeDocument/2006/relationships/slide" Target="/ppt/slides/slide2.xml" Id="Rbc3a0d9b45f54710" /><Relationship Type="http://schemas.openxmlformats.org/officeDocument/2006/relationships/slide" Target="/ppt/slides/slide3.xml" Id="R0b908ce9d96d468d" /><Relationship Type="http://schemas.openxmlformats.org/officeDocument/2006/relationships/slide" Target="/ppt/slides/slide4.xml" Id="R5b8f69ee98c44962" /><Relationship Type="http://schemas.openxmlformats.org/officeDocument/2006/relationships/slide" Target="/ppt/slides/slide5.xml" Id="R190bc7e169324d1a" /><Relationship Type="http://schemas.openxmlformats.org/officeDocument/2006/relationships/slide" Target="/ppt/slides/slide6.xml" Id="Redac5967cd0f4edb" /><Relationship Type="http://schemas.openxmlformats.org/officeDocument/2006/relationships/slide" Target="/ppt/slides/slide7.xml" Id="R6fb8a691ef6f454f" /><Relationship Type="http://schemas.openxmlformats.org/officeDocument/2006/relationships/slide" Target="/ppt/slides/slide8.xml" Id="R44af8c1e1a5c4441" /><Relationship Type="http://schemas.openxmlformats.org/officeDocument/2006/relationships/slide" Target="/ppt/slides/slide9.xml" Id="R6dd33d8f977643b9" /><Relationship Type="http://schemas.openxmlformats.org/officeDocument/2006/relationships/slide" Target="/ppt/slides/slide10.xml" Id="Ra9f50117266e4c15" /><Relationship Type="http://schemas.openxmlformats.org/officeDocument/2006/relationships/slide" Target="/ppt/slides/slide11.xml" Id="R9b2b59a2b03647fc" /><Relationship Type="http://schemas.openxmlformats.org/officeDocument/2006/relationships/slide" Target="/ppt/slides/slide12.xml" Id="R8bbe1c3ba05f4957" /><Relationship Type="http://schemas.openxmlformats.org/officeDocument/2006/relationships/slide" Target="/ppt/slides/slide13.xml" Id="R25b814045c2c4212" /><Relationship Type="http://schemas.openxmlformats.org/officeDocument/2006/relationships/slide" Target="/ppt/slides/slide14.xml" Id="R616b65a0b4f24f33" /><Relationship Type="http://schemas.openxmlformats.org/officeDocument/2006/relationships/slide" Target="/ppt/slides/slide15.xml" Id="R210bf9f332a04eed" /><Relationship Type="http://schemas.openxmlformats.org/officeDocument/2006/relationships/slide" Target="/ppt/slides/slide16.xml" Id="R4901b6da83c147c8" /><Relationship Type="http://schemas.openxmlformats.org/officeDocument/2006/relationships/slide" Target="/ppt/slides/slide17.xml" Id="Rdb3caf07e4a642fc" /><Relationship Type="http://schemas.openxmlformats.org/officeDocument/2006/relationships/slide" Target="/ppt/slides/slide18.xml" Id="Rd10160fc629e4435" /><Relationship Type="http://schemas.openxmlformats.org/officeDocument/2006/relationships/slide" Target="/ppt/slides/slide19.xml" Id="Rb1cb5bac45d6471c" /><Relationship Type="http://schemas.openxmlformats.org/officeDocument/2006/relationships/slide" Target="/ppt/slides/slide20.xml" Id="Rfef42c2c567a4339" /><Relationship Type="http://schemas.openxmlformats.org/officeDocument/2006/relationships/slide" Target="/ppt/slides/slide21.xml" Id="R36cf4e794cfc440a" /><Relationship Type="http://schemas.openxmlformats.org/officeDocument/2006/relationships/slide" Target="/ppt/slides/slide22.xml" Id="R93f92131d5954cae" /><Relationship Type="http://schemas.openxmlformats.org/officeDocument/2006/relationships/slide" Target="/ppt/slides/slide23.xml" Id="R4c76ad5eea2d4dd3" /><Relationship Type="http://schemas.openxmlformats.org/officeDocument/2006/relationships/slide" Target="/ppt/slides/slide24.xml" Id="Ra3a20cfad01a498c" /><Relationship Type="http://schemas.openxmlformats.org/officeDocument/2006/relationships/slide" Target="/ppt/slides/slide25.xml" Id="R1a04255e04554cf1" /><Relationship Type="http://schemas.openxmlformats.org/officeDocument/2006/relationships/slide" Target="/ppt/slides/slide26.xml" Id="R9460a262a1fd40d9" /><Relationship Type="http://schemas.openxmlformats.org/officeDocument/2006/relationships/slide" Target="/ppt/slides/slide27.xml" Id="R2242a9465b3249f0" /><Relationship Type="http://schemas.openxmlformats.org/officeDocument/2006/relationships/slide" Target="/ppt/slides/slide28.xml" Id="R4145c87075594fc2" /><Relationship Type="http://schemas.openxmlformats.org/officeDocument/2006/relationships/slide" Target="/ppt/slides/slide29.xml" Id="Rb97e47c315ed4cdf" /><Relationship Type="http://schemas.openxmlformats.org/officeDocument/2006/relationships/slide" Target="/ppt/slides/slide30.xml" Id="R06bd3919daab4471" /><Relationship Type="http://schemas.openxmlformats.org/officeDocument/2006/relationships/slide" Target="/ppt/slides/slide31.xml" Id="Rea847e1c46ce47f6" /><Relationship Type="http://schemas.openxmlformats.org/officeDocument/2006/relationships/slide" Target="/ppt/slides/slide32.xml" Id="R6f31c853e2ca4ccb" /><Relationship Type="http://schemas.openxmlformats.org/officeDocument/2006/relationships/slide" Target="/ppt/slides/slide33.xml" Id="R2f443a406c124d54" /><Relationship Type="http://schemas.openxmlformats.org/officeDocument/2006/relationships/slide" Target="/ppt/slides/slide34.xml" Id="Rf4e6a9f36ec54052" /><Relationship Type="http://schemas.openxmlformats.org/officeDocument/2006/relationships/slide" Target="/ppt/slides/slide35.xml" Id="Rc958dc5fc80d4666" /><Relationship Type="http://schemas.openxmlformats.org/officeDocument/2006/relationships/slide" Target="/ppt/slides/slide36.xml" Id="R3a6cb1026dba4373" /><Relationship Type="http://schemas.openxmlformats.org/officeDocument/2006/relationships/slide" Target="/ppt/slides/slide37.xml" Id="R119eb762b31f4155" /><Relationship Type="http://schemas.openxmlformats.org/officeDocument/2006/relationships/slide" Target="/ppt/slides/slide38.xml" Id="R7c6701a61df1455f" /><Relationship Type="http://schemas.openxmlformats.org/officeDocument/2006/relationships/slide" Target="/ppt/slides/slide39.xml" Id="Rcc49e77119394905" /><Relationship Type="http://schemas.openxmlformats.org/officeDocument/2006/relationships/slide" Target="/ppt/slides/slide40.xml" Id="R85c2aec31b1048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91bb420a0a46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ce33b8e0bc44b8" /><Relationship Type="http://schemas.openxmlformats.org/officeDocument/2006/relationships/notesMaster" Target="/ppt/notesMasters/notesMaster1.xml" Id="R98a334e6daab4d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36d6fa00364e42" /><Relationship Type="http://schemas.openxmlformats.org/officeDocument/2006/relationships/notesMaster" Target="/ppt/notesMasters/notesMaster1.xml" Id="R52cd7829301148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8f6ff870d04f1c" /><Relationship Type="http://schemas.openxmlformats.org/officeDocument/2006/relationships/notesMaster" Target="/ppt/notesMasters/notesMaster1.xml" Id="R794c6ef2f63443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f63c53a0dc4688" /><Relationship Type="http://schemas.openxmlformats.org/officeDocument/2006/relationships/notesMaster" Target="/ppt/notesMasters/notesMaster1.xml" Id="Rb1aa55e09d4a4e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2919ebe27f48d8" /><Relationship Type="http://schemas.openxmlformats.org/officeDocument/2006/relationships/notesMaster" Target="/ppt/notesMasters/notesMaster1.xml" Id="Rca608438349b43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878dec51e74e1b" /><Relationship Type="http://schemas.openxmlformats.org/officeDocument/2006/relationships/notesMaster" Target="/ppt/notesMasters/notesMaster1.xml" Id="Red4e2e6b5c324d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55fca2cb5a4d5f" /><Relationship Type="http://schemas.openxmlformats.org/officeDocument/2006/relationships/notesMaster" Target="/ppt/notesMasters/notesMaster1.xml" Id="R7887d7584f544d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5e5434a2534014" /><Relationship Type="http://schemas.openxmlformats.org/officeDocument/2006/relationships/notesMaster" Target="/ppt/notesMasters/notesMaster1.xml" Id="Ra502da2041514f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85926d1c974a80" /><Relationship Type="http://schemas.openxmlformats.org/officeDocument/2006/relationships/notesMaster" Target="/ppt/notesMasters/notesMaster1.xml" Id="R6b56a4b7d6c24b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f60ca2f7254e32" /><Relationship Type="http://schemas.openxmlformats.org/officeDocument/2006/relationships/notesMaster" Target="/ppt/notesMasters/notesMaster1.xml" Id="R15641e473b3c41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d398169c1f4aa7" /><Relationship Type="http://schemas.openxmlformats.org/officeDocument/2006/relationships/notesMaster" Target="/ppt/notesMasters/notesMaster1.xml" Id="Re70704c32dd34b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a692fb012d436e" /><Relationship Type="http://schemas.openxmlformats.org/officeDocument/2006/relationships/notesMaster" Target="/ppt/notesMasters/notesMaster1.xml" Id="Ra29b696f5b1d4c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e16c7bfeea4e24" /><Relationship Type="http://schemas.openxmlformats.org/officeDocument/2006/relationships/notesMaster" Target="/ppt/notesMasters/notesMaster1.xml" Id="Rfdcc5ffafd2e4c5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02faeb381474fa7" /><Relationship Type="http://schemas.openxmlformats.org/officeDocument/2006/relationships/notesMaster" Target="/ppt/notesMasters/notesMaster1.xml" Id="Ra5f6bf4158964c7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60b15e1479c4bc6" /><Relationship Type="http://schemas.openxmlformats.org/officeDocument/2006/relationships/notesMaster" Target="/ppt/notesMasters/notesMaster1.xml" Id="R121a13df6b714af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072ed8ce04245e1" /><Relationship Type="http://schemas.openxmlformats.org/officeDocument/2006/relationships/notesMaster" Target="/ppt/notesMasters/notesMaster1.xml" Id="R801b417bab87472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eb31ca30b1745fc" /><Relationship Type="http://schemas.openxmlformats.org/officeDocument/2006/relationships/notesMaster" Target="/ppt/notesMasters/notesMaster1.xml" Id="R24648653e6c6487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3a9fc63442a474a" /><Relationship Type="http://schemas.openxmlformats.org/officeDocument/2006/relationships/notesMaster" Target="/ppt/notesMasters/notesMaster1.xml" Id="R9ca296418fc24c3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11d63b389ae4eff" /><Relationship Type="http://schemas.openxmlformats.org/officeDocument/2006/relationships/notesMaster" Target="/ppt/notesMasters/notesMaster1.xml" Id="Rf960cb8e147a43f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021509d764d4134" /><Relationship Type="http://schemas.openxmlformats.org/officeDocument/2006/relationships/notesMaster" Target="/ppt/notesMasters/notesMaster1.xml" Id="R81975538a7fc451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c4c11a481d74257" /><Relationship Type="http://schemas.openxmlformats.org/officeDocument/2006/relationships/notesMaster" Target="/ppt/notesMasters/notesMaster1.xml" Id="R6ed575e17f394f2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89b4af477da41ed" /><Relationship Type="http://schemas.openxmlformats.org/officeDocument/2006/relationships/notesMaster" Target="/ppt/notesMasters/notesMaster1.xml" Id="R7d09c05ddb5d445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7e8e74a83314de7" /><Relationship Type="http://schemas.openxmlformats.org/officeDocument/2006/relationships/notesMaster" Target="/ppt/notesMasters/notesMaster1.xml" Id="R39babfc624c0428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5af5e1dd4494c25" /><Relationship Type="http://schemas.openxmlformats.org/officeDocument/2006/relationships/notesMaster" Target="/ppt/notesMasters/notesMaster1.xml" Id="Rbff546bcab914e5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c8e8dcb2c044de1" /><Relationship Type="http://schemas.openxmlformats.org/officeDocument/2006/relationships/notesMaster" Target="/ppt/notesMasters/notesMaster1.xml" Id="Radee68eba4b34dc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89b375b9e9745aa" /><Relationship Type="http://schemas.openxmlformats.org/officeDocument/2006/relationships/notesMaster" Target="/ppt/notesMasters/notesMaster1.xml" Id="R1140bcc4c440415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a2db40b262248f8" /><Relationship Type="http://schemas.openxmlformats.org/officeDocument/2006/relationships/notesMaster" Target="/ppt/notesMasters/notesMaster1.xml" Id="Rb856596807734d5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d1767ca10a044bf" /><Relationship Type="http://schemas.openxmlformats.org/officeDocument/2006/relationships/notesMaster" Target="/ppt/notesMasters/notesMaster1.xml" Id="R3d4d1d0ffcee432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19af81c2640468d" /><Relationship Type="http://schemas.openxmlformats.org/officeDocument/2006/relationships/notesMaster" Target="/ppt/notesMasters/notesMaster1.xml" Id="R88dca9ea5a53444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07230b331af426b" /><Relationship Type="http://schemas.openxmlformats.org/officeDocument/2006/relationships/notesMaster" Target="/ppt/notesMasters/notesMaster1.xml" Id="R5027129dd68a402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df3a457ecc44724" /><Relationship Type="http://schemas.openxmlformats.org/officeDocument/2006/relationships/notesMaster" Target="/ppt/notesMasters/notesMaster1.xml" Id="R4d4e0f1423ef45a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4f57ed4357f4afc" /><Relationship Type="http://schemas.openxmlformats.org/officeDocument/2006/relationships/notesMaster" Target="/ppt/notesMasters/notesMaster1.xml" Id="Rf13eef43aba841c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afac9b747a24b84" /><Relationship Type="http://schemas.openxmlformats.org/officeDocument/2006/relationships/notesMaster" Target="/ppt/notesMasters/notesMaster1.xml" Id="Rdbac29a06f354dc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3bee5faef524606" /><Relationship Type="http://schemas.openxmlformats.org/officeDocument/2006/relationships/notesMaster" Target="/ppt/notesMasters/notesMaster1.xml" Id="Rc2cef952517c458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d4d57e3e1fb4ab2" /><Relationship Type="http://schemas.openxmlformats.org/officeDocument/2006/relationships/notesMaster" Target="/ppt/notesMasters/notesMaster1.xml" Id="R52eed39194a8459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ae64a13baa84606" /><Relationship Type="http://schemas.openxmlformats.org/officeDocument/2006/relationships/notesMaster" Target="/ppt/notesMasters/notesMaster1.xml" Id="R9fbb9a0583ad492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7b38d540cd04c6b" /><Relationship Type="http://schemas.openxmlformats.org/officeDocument/2006/relationships/notesMaster" Target="/ppt/notesMasters/notesMaster1.xml" Id="R4897806c0f664f4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2d7e0ac6ae842d3" /><Relationship Type="http://schemas.openxmlformats.org/officeDocument/2006/relationships/notesMaster" Target="/ppt/notesMasters/notesMaster1.xml" Id="R6dc3bcf8bf794c6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e7368b05aad48e3" /><Relationship Type="http://schemas.openxmlformats.org/officeDocument/2006/relationships/notesMaster" Target="/ppt/notesMasters/notesMaster1.xml" Id="R58da02d58bb74b2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88f1458b3334a9d" /><Relationship Type="http://schemas.openxmlformats.org/officeDocument/2006/relationships/notesMaster" Target="/ppt/notesMasters/notesMaster1.xml" Id="Ra61bfc2e8b7649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dee1951b5147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bb008807f94be6" /><Relationship Type="http://schemas.openxmlformats.org/officeDocument/2006/relationships/slideLayout" Target="/ppt/slideLayouts/slideLayout1.xml" Id="Rb1f0cb2a90e942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f0cb2a90e942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aab275c5a424f" /><Relationship Type="http://schemas.openxmlformats.org/officeDocument/2006/relationships/notesSlide" Target="/ppt/notesSlides/notesSlide1.xml" Id="R2fe90cc512e341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31efc89a44a2b" /><Relationship Type="http://schemas.openxmlformats.org/officeDocument/2006/relationships/notesSlide" Target="/ppt/notesSlides/notesSlide2.xml" Id="Rc9823acb19a94a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7d6be0761447b" /><Relationship Type="http://schemas.openxmlformats.org/officeDocument/2006/relationships/notesSlide" Target="/ppt/notesSlides/notesSlide3.xml" Id="Ra48d5fb986e04a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dbfb9419e4508" /><Relationship Type="http://schemas.openxmlformats.org/officeDocument/2006/relationships/notesSlide" Target="/ppt/notesSlides/notesSlide4.xml" Id="R76de552d2e7549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4b8b4ad24484b" /><Relationship Type="http://schemas.openxmlformats.org/officeDocument/2006/relationships/notesSlide" Target="/ppt/notesSlides/notesSlide5.xml" Id="R04381d6b8a8e48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7e4397b304453" /><Relationship Type="http://schemas.openxmlformats.org/officeDocument/2006/relationships/notesSlide" Target="/ppt/notesSlides/notesSlide6.xml" Id="R73370266d3984f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2a26581c34e8b" /><Relationship Type="http://schemas.openxmlformats.org/officeDocument/2006/relationships/notesSlide" Target="/ppt/notesSlides/notesSlide7.xml" Id="R39c681b75f0045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0be160b2a4db2" /><Relationship Type="http://schemas.openxmlformats.org/officeDocument/2006/relationships/notesSlide" Target="/ppt/notesSlides/notesSlide8.xml" Id="R0db885d149be46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d2e39934549f2" /><Relationship Type="http://schemas.openxmlformats.org/officeDocument/2006/relationships/notesSlide" Target="/ppt/notesSlides/notesSlide9.xml" Id="Rf30cc8da1f8046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e413791444c40" /><Relationship Type="http://schemas.openxmlformats.org/officeDocument/2006/relationships/notesSlide" Target="/ppt/notesSlides/notesSlide10.xml" Id="R538a2b6b137141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0034632f84341" /><Relationship Type="http://schemas.openxmlformats.org/officeDocument/2006/relationships/notesSlide" Target="/ppt/notesSlides/notesSlide11.xml" Id="R816ee2ffa5e24c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1e4f19a30449d" /><Relationship Type="http://schemas.openxmlformats.org/officeDocument/2006/relationships/notesSlide" Target="/ppt/notesSlides/notesSlide12.xml" Id="R49579541e5da45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762f54e7545d4" /><Relationship Type="http://schemas.openxmlformats.org/officeDocument/2006/relationships/notesSlide" Target="/ppt/notesSlides/notesSlide13.xml" Id="Rc7636263c49348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f3b9868aa4ab4" /><Relationship Type="http://schemas.openxmlformats.org/officeDocument/2006/relationships/notesSlide" Target="/ppt/notesSlides/notesSlide14.xml" Id="R653e3f57ea0843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15fc42f054047" /><Relationship Type="http://schemas.openxmlformats.org/officeDocument/2006/relationships/notesSlide" Target="/ppt/notesSlides/notesSlide15.xml" Id="Rbed2963cd806424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3c2fbc81b461c" /><Relationship Type="http://schemas.openxmlformats.org/officeDocument/2006/relationships/notesSlide" Target="/ppt/notesSlides/notesSlide16.xml" Id="R6ccb739bef92436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c3084f57047fd" /><Relationship Type="http://schemas.openxmlformats.org/officeDocument/2006/relationships/notesSlide" Target="/ppt/notesSlides/notesSlide17.xml" Id="R83f078883938400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d132424d84fe9" /><Relationship Type="http://schemas.openxmlformats.org/officeDocument/2006/relationships/notesSlide" Target="/ppt/notesSlides/notesSlide18.xml" Id="R1f9fbf1ee5f54aa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a203ec5a94c6d" /><Relationship Type="http://schemas.openxmlformats.org/officeDocument/2006/relationships/notesSlide" Target="/ppt/notesSlides/notesSlide19.xml" Id="Rcaec9bb77b994da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3d6afcd2a40e2" /><Relationship Type="http://schemas.openxmlformats.org/officeDocument/2006/relationships/notesSlide" Target="/ppt/notesSlides/notesSlide20.xml" Id="R65597824c9b34d3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3870b4e83493c" /><Relationship Type="http://schemas.openxmlformats.org/officeDocument/2006/relationships/notesSlide" Target="/ppt/notesSlides/notesSlide21.xml" Id="Ra680cc66886b4e7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67c4473904fde" /><Relationship Type="http://schemas.openxmlformats.org/officeDocument/2006/relationships/notesSlide" Target="/ppt/notesSlides/notesSlide22.xml" Id="Rc028ce19a2304e5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2458d0d084f24" /><Relationship Type="http://schemas.openxmlformats.org/officeDocument/2006/relationships/notesSlide" Target="/ppt/notesSlides/notesSlide23.xml" Id="Rd1322177c30d485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79b3ff8c04a84" /><Relationship Type="http://schemas.openxmlformats.org/officeDocument/2006/relationships/notesSlide" Target="/ppt/notesSlides/notesSlide24.xml" Id="Rc895b7d75fa946e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2c090228048a4" /><Relationship Type="http://schemas.openxmlformats.org/officeDocument/2006/relationships/notesSlide" Target="/ppt/notesSlides/notesSlide25.xml" Id="R5850e78d11a34ed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9cb412e3c4065" /><Relationship Type="http://schemas.openxmlformats.org/officeDocument/2006/relationships/notesSlide" Target="/ppt/notesSlides/notesSlide26.xml" Id="R29a12bfb17344ce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9b9ea84cd4209" /><Relationship Type="http://schemas.openxmlformats.org/officeDocument/2006/relationships/notesSlide" Target="/ppt/notesSlides/notesSlide27.xml" Id="Rafef5d969ecc4f4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b90ecde9341b1" /><Relationship Type="http://schemas.openxmlformats.org/officeDocument/2006/relationships/notesSlide" Target="/ppt/notesSlides/notesSlide28.xml" Id="Rfdfe4232b7bb43b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321b1584648ae" /><Relationship Type="http://schemas.openxmlformats.org/officeDocument/2006/relationships/notesSlide" Target="/ppt/notesSlides/notesSlide29.xml" Id="Rc51dffa32e044c1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529c0a99f4150" /><Relationship Type="http://schemas.openxmlformats.org/officeDocument/2006/relationships/notesSlide" Target="/ppt/notesSlides/notesSlide30.xml" Id="Rfb8bb2cf8a5841e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2ae0caa374cbb" /><Relationship Type="http://schemas.openxmlformats.org/officeDocument/2006/relationships/notesSlide" Target="/ppt/notesSlides/notesSlide31.xml" Id="R492089ebb0794a1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c7afe32ee43d7" /><Relationship Type="http://schemas.openxmlformats.org/officeDocument/2006/relationships/notesSlide" Target="/ppt/notesSlides/notesSlide32.xml" Id="R1bd02fa147204de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e72f503c1416d" /><Relationship Type="http://schemas.openxmlformats.org/officeDocument/2006/relationships/notesSlide" Target="/ppt/notesSlides/notesSlide33.xml" Id="R0715f133d37e4ef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f38c4d5ec4e9e" /><Relationship Type="http://schemas.openxmlformats.org/officeDocument/2006/relationships/notesSlide" Target="/ppt/notesSlides/notesSlide34.xml" Id="R7626c87b4cac4df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995451be7426e" /><Relationship Type="http://schemas.openxmlformats.org/officeDocument/2006/relationships/notesSlide" Target="/ppt/notesSlides/notesSlide35.xml" Id="R8bfd414b69b4426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30b78d67140a1" /><Relationship Type="http://schemas.openxmlformats.org/officeDocument/2006/relationships/notesSlide" Target="/ppt/notesSlides/notesSlide36.xml" Id="R3dfe95fb487f475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13bbfe20344db" /><Relationship Type="http://schemas.openxmlformats.org/officeDocument/2006/relationships/notesSlide" Target="/ppt/notesSlides/notesSlide37.xml" Id="Ra0712fe2f883429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d7f1c5b8643db" /><Relationship Type="http://schemas.openxmlformats.org/officeDocument/2006/relationships/notesSlide" Target="/ppt/notesSlides/notesSlide38.xml" Id="R8f3c4cdff12043d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d8534d434496b" /><Relationship Type="http://schemas.openxmlformats.org/officeDocument/2006/relationships/notesSlide" Target="/ppt/notesSlides/notesSlide39.xml" Id="R9f2020094af1494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04d3adb0e44fa" /><Relationship Type="http://schemas.openxmlformats.org/officeDocument/2006/relationships/notesSlide" Target="/ppt/notesSlides/notesSlide40.xml" Id="Rc698553ab32a45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7464C-D79C-455A-A64C-68DCDB09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0E8AE-8020-426A-90AB-D1520A40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Introduction to Numerical Methods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39580-53A7-4AA3-85D1-3036B930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NUMERICAL METHODS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1BMATS201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9329C-290D-4E4D-81AA-6964E3D8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86513-F559-4BED-B9BE-437D5040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2C74F-4513-4E77-8F7E-0CEDCAAA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25625-52B5-4AB5-B4AB-B02F3EE4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18E83-9432-4C06-A814-981BD456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5E03F-B61C-4051-B645-2D113BD1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ACD78-B63F-4CD1-B472-810DE28F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C38B65-C05E-4A2A-A9D6-0D2E33E3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88DB1-12FB-4C52-AF96-5F2A1F72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C5076C-81D5-44F4-8B9E-6A11C342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87309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64A19-9115-4EBD-B523-2730CC05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BC3A8-3C44-4D7E-9326-CDF6D7BD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B7FCD-2622-4CBC-992B-AE9400AD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9D90D-C947-47F3-AF0E-7E7F686C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21ACD-55B5-44A8-8D81-206AF495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5FB25-9DCB-48E5-A542-897916AD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3BC7D-48AF-42B9-BE24-ED0BE033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96A17-37E2-4016-863D-860EDB6E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5AA38-8348-4491-8BAD-CE2126E6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CCA89-D442-4C5E-87F6-6F6291B2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428D5-CA4D-4144-A041-AC921F12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CE0B00-16B3-4FC4-84CA-BF43E336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D624E-FC21-449E-83CB-C5D43BFC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9E507-C142-4D8F-96AF-A4B27C25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9C330-450D-4D0E-BEB5-66B0F0D8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869441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BE06D4-7A13-4A13-9041-1480DC97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D6173-27FA-4870-9500-36418AAA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17F57-6C06-42D2-9AC7-D8C02EE3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D2E5F-4ADA-434A-9BE7-0E5A00F1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9241F-703A-4258-BFEE-43F49D1F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E6A6C-C4BE-4D19-8B0D-D5E3C860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F3745-5651-4E8D-9829-41EFDD39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34AA8-390C-4F2F-BF84-3F0D17B5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98189-40B0-45A8-BB58-B927957E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Introduction to Numerical Methods (8Hours Theory + 4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B275B-7854-4743-8F2C-372DE312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05DA1-A5E2-4B00-91E7-2375B4A2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53158-28C7-4FFC-AE95-6D783D43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Errors and their computation: Round off error, Truncation...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9A2BC-9945-4E73-AB47-70681C11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291B3-A68C-4574-A84F-6D257E3F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7766C-F74F-4E17-8ABF-48A15F88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Solution of algebraic and transcendental equations: Bisec...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1A447-9439-4176-A133-A3213DE4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47EE57-D403-41AD-B502-55E09D15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B029F-697B-4578-A164-B82A5AC4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Textbook-1: Chapter-1: section 1.3, Chapter-2: sections 2...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6117B8-1B4F-4773-ABFE-2D612308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6805C0-C6EC-4C30-9AFA-E535D386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00752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33B965-6DB6-4208-88B2-A1AA6485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3F288-0E9F-4BBA-97BD-C35CD03D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66570-BDEC-4E08-9BD0-C6662AB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7769A-93A0-4930-AE78-ADA8BF95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67F36-97FE-4ACC-BA27-2AC60A29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9B358-FA1F-4F15-84CB-EFF4851D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699DC-E5AF-4BA8-BF26-9A5CDD1F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59CE1-13DF-42BC-BB88-EFA04A4E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Introduction to Numerical Methods (8Hours Theory + 4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F4866-23B3-4E2E-AD91-3CFC2142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BD274-E711-4378-BD4E-85E0B4CD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C809B-1D45-4298-96A2-BB35FBBB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Errors and their computation: Round off error, Truncation...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7D6E43-E98D-4D52-9729-2B4A40D9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76020-C385-4079-BC59-8D471879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B931F-6FE5-46CA-B64F-A9ABF055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Solution of algebraic and transcendental equations: Bisec...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055FA-9130-4924-AC41-A84B7741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893B53-E8D8-4B37-B7CE-146B61BE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44C7B-067C-4D75-8BE5-95DFB75B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Textbook-1: Chapter-1: section 1.3, Chapter-2: sections 2...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652465-1C24-4C27-B460-20D6E3AF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E14C41-4744-4C61-B5D9-0C76EC62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CCFCBE-CF49-42D7-A136-FB307889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961941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CAE07-CBD0-4E1A-9010-D4069458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F17E8-A681-4B79-8DFD-B108FC8F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1A513-FADC-4A3A-B38A-22B88DF6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C09CB-06C9-4B2E-A21C-5AA9B668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03CCF-F846-4F3A-ADF4-3FFCAB61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Numerical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D129F-D5E6-4CCB-9ADA-F1BFF1E6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Methods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8F6D7-DDCD-40EE-8D42-6FA75F38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F59D2-ED8B-4F33-B250-77CBEE18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Errors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25770-C371-4C45-9381-6ECB1932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their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05D81-DA94-482A-AEB2-34597432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computation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175E3-9DC2-4099-8524-7D0A84F4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Round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C772F-CF15-48D4-A5B5-AE462E6D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error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5514E-5BB9-4C85-97FC-6C027B8F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Truncation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B5A4A-27E4-4E77-A749-5CA36296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Absolute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BD553F-78BD-494B-AA53-D6C5B0AA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D3F74C-C306-4FC8-ADE6-A226CDD8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982501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AA5D76-F1B4-42F4-9FF5-AAB1A0B8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7E9E6-8737-4EDE-B242-B929E4B7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0E4F8-714C-489E-88BB-B5021139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7005D-BBB3-4CC2-9AC3-6E0452F2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3A42E-A7CD-4AD0-AECA-BF80A1FD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Introduction to Numerical Methods (8Hours Theory + 4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DAEF2-E01A-4480-AFBC-B525FF9F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Introduction to Numerical Methods (8Hours...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6B2F7-C3CA-48CC-96B4-62BCF809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350D78-8F94-49FA-ABDC-5566698A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B4C7A-BEB2-4B3E-BE0A-AE8CF80C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43930-FE54-45C7-AD4F-20C515E1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C36ACF-0029-44BC-BEE7-151F4CBD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52DF4-C984-4666-BA11-BAA34DCB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60136-3611-4E54-9DCF-ACD3652E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3315B-B044-4D0D-A8D4-0B8B40FB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7A4FB7-F152-40E7-83BC-6CA05C8F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2D0CCF-9B29-476A-8DFF-229D4660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4250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21ADB0-5BCE-452D-8BFC-DDEE9D40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38CF0-D48B-4073-AB5B-ED07A95B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517EC-5655-41AE-939C-2A51608D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A802E-9DE4-4176-A87D-B0FCFB25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C694E-0126-415F-BC6D-0F174EB5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66A9E-01F1-4BE9-8420-A5B35BC9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26D93-C8D1-4EB0-9106-3C8ADB01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4372A-8EB7-4FCE-BCB8-FE48AD88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0AD4D-543C-4AD8-AB4A-4DCD0D1C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Introduction to...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2D038-3234-425B-8F46-E1BC05AA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A152E-6F54-4AAC-82EC-A27517C8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663A7-8BDD-4A53-800F-BE4037B5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Introducti...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CAA1B-3035-4751-9F2C-941C6D16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A1C57B-F868-4C09-8BA3-CC966B06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7551F-A98D-45A8-BA6E-E248CF6D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Introdu...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046E03-70A7-481D-8643-D1453F51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5AF0C3-B904-4C65-B637-75B6D2FE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04D973-C560-4703-89EA-B79ACBE2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Introduction...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9310E0-068F-4D5B-8305-3164148D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AD935C-1EE7-4334-A89E-7C8741D1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7D9DEA-0ED2-42CC-A006-FB34FC1B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Introductio...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27404E-4F6C-4072-9120-94C475CF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FC23F0-CE8D-4157-81C1-573067D4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072129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A4BE9-9B82-47C3-A19B-8F028BA0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6808E-C036-481A-82EC-65EB8971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DECD8-8D24-4D94-80A7-2F5BC421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D39A2-C87B-4CE4-9207-F9135048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4B2CB-642A-4A9E-B9C0-7ADB8E84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399DC-0A81-4AF9-928D-C7824B52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9F00B-922A-4C3B-A949-F73C97B1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CCEAB-CC06-404D-BFD6-36B75E91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97EC8-9A49-4D4D-9A1D-7BA3DABB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95FF0-73EC-4480-A94A-3B819BDD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1BB71-6381-41B8-95A5-95BA8FDB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FFF9D-566A-4DD9-AC98-8E069D95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6C07E-B82A-4DC5-B30E-3E9FB489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79C71B-E763-4D84-B565-B3DECED7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58151-4FAE-4918-8FF0-08AA1908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844648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3F5F8-875C-40F0-B29A-83FD21A8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8B6CF-7E54-4216-ACFF-B9A8133F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CCCBC-6D78-4F77-BEDB-875482D8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64A28-71B2-46F9-9A82-3DE6650D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EA0D1-7E23-4856-BC74-0F034414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BFC9F-138D-4E4F-B2FB-AB155081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Introduction to Numerical Methods (8Hours Theory + 4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C81C4-3B13-4844-9AC8-6E98D249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825BA-9A75-4F4E-BB6F-75558DA3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823ED-F7B2-45C3-BAFE-E1C44BB6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C4029-BB9B-49FE-A6BE-924C59FF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ACBAB-4358-439F-8A56-EF3057CD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459672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EB6C9C-1047-4A0A-9154-41953D7A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A1E41-87EC-41B8-96C7-011515B0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2E77E-9E84-4DA9-BD32-869512CC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5A31C-A864-4D92-9763-1C73CD3E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53EB9-D0BA-4F3A-B5FE-8CC16806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Errors and their computation: Round off error, Truncation error, Absolute error, Relative error and Percentage...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3383B-C950-459B-8EA2-386C55B9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Errors and their computation: Round off e...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8DA35-DDBF-4033-8CEE-FBC9D982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60C16-ADB2-4048-BEA3-B45661B8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13751-55BB-45BA-A654-5FDE21CA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832ED-99BB-478C-A64C-37439C87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B9222-394C-4E1D-A810-C42BBE4A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AAC9B-D8AE-4CFD-AF38-B5360C17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168EE-72E0-45B2-9163-6BE3D059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B34E4-EA3F-4762-892E-B04B0F81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77211-72EB-4309-88D6-2276DA8B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DD9D8-FEAA-45B4-831E-5A94DF73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764865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14A597-81A1-4C05-BDA7-16AF7EFD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5144C-9378-48B6-ACD4-408A4D0E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3AFBF-D70A-4102-8CB8-37EA8CF5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CFBCC-C861-44AB-93BB-3337C5FC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A98CE-CF82-4215-A059-BB046CE1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26B40-02D9-40BA-BF5B-B9475D3C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34E64-E56A-40F6-ACCE-2712D2C4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378D69-6B03-455D-A9D5-E957DC05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97DED-16A2-4722-A781-0E9C1CD4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Errors and thei...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5B4D9-B559-49E6-AFEB-86C541BC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FE28F-226D-4A06-B702-7DBEA205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093361-C079-4304-B310-F32740BB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Errors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A92AC-4608-405D-B15F-63AEFCEF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D9419-5A78-4068-B7DA-B9A1C597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4254B-20A3-4A7D-83EA-A6148F19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Errors...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B7347-BD56-4724-992C-E53F588C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2F352B-B382-459F-BAD2-66ECE120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CB4B0-766E-4C87-9320-2520A19A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Errors and th...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9E73F7-A917-406D-AFFF-7163B1DE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4A334-267B-4E38-B3A3-4953ADEE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25892B-30ED-488A-ABCD-C9597F71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Errors and...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6CCD2B-F18F-40B9-A959-7735A50A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4F2B10-0194-451E-9819-B0CD2482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403545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7B78C-12E5-4AD8-8CE6-DE8D0633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0DC59-F893-48B5-9887-8C4E1BE8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76CD7-3E71-42E2-9E97-EE78DED7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64E99-8C01-4FB3-9B93-0689B69F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D95FE-5DB0-4DE5-A885-F4DD6166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22ABE-D778-4223-A253-5DAC0BA0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E0269-9D78-4D7E-8AAB-7D20B57A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EA2D6-7C35-4C69-8C11-44BA78C3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01F08-BFF7-422F-8666-F9115536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1DBCD-8E56-4A45-B2D1-D647F83B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C329A1-34A4-4585-A234-CCE4032F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50299-9C8A-45B3-849A-06378BBE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585D3-A049-40C0-B00D-85FEEE6F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A2399-755A-4208-9E5E-045E556D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57DA3-F555-43CE-BD1E-D608E3C8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986076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DBF6B-6ACB-4CFE-A6D3-0A4DF7C8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31A4B-CF65-4FB5-9AB3-CE5D0AEE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87531-8C6C-4CA3-8E92-730921B7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F5C37-398B-46AC-9063-F24E1E68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66917-D915-4F99-A38F-FD70F3DA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54C52-E58E-4774-86A4-6DCF80DC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Errors and their computation: Round off error, Truncation...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C17CF-865C-46C5-802C-F2EDBD42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D6AC6-E8C4-4E59-8DD8-C8F95E82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F1CC71-EFEB-42A3-BFF7-B04EDE5F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F278B-8FE5-481B-85CD-B2B0C067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D860E-BB0C-4BC0-BAD8-6C9A20AE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943604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C8C856-3F84-42FF-B051-347129A6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23ED4-04F9-4174-BE6C-9C0E3C94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4EA64-3B57-4802-85E0-B00E8C66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3BEC1-C4E0-4E7D-83C6-EEC9FEE2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ECF18-40FA-412A-95DE-526A9BB5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Solution of algebraic and transcendental equations: Bisection, Regula-Falsi, Secant and Newton-Raphson methods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3DBD1-860A-43BE-AAB8-3172A63F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Solution of algebraic and transcendental...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25738-113B-4188-9028-6EEEA556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6000D-B2AA-42F3-B5EB-4EFAE174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573ED-EBA9-4D59-85C9-7C3D334A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9914FA-D648-484B-A5B7-54BF6726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29CB9-7971-451E-98CB-2EF656FB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01910-E9BD-4E95-B8B0-B10CD33D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0F3D77-EE5F-49E8-9EE4-04757DEC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624C9-2625-47D4-8E87-1B5F7B88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1DFC2-8FC9-4B5F-BDC4-ECB1C145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192A4-3482-4DAB-9816-529E0452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345806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D7AD68-D259-404C-81F5-54345C1F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8CB02-4FC9-4A8E-A408-ED071BA2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0F509-1F14-433B-B1DB-691C31A2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868E3-8932-44F2-B7B7-759FE176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DDD8A-01EE-4563-9538-E07A40A0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41B15-87C0-4797-A274-5BF7EE8D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79F4B-EFC7-4DEE-AA15-9F51F0C4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802FB-3D0D-4D00-89A4-20379FED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6E513-127A-498F-8B15-A2BA9EB5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Solution of alg...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E4877-DBD9-4CFB-A6D2-389CA8F6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8557A-70C4-4AD4-A594-92D2EFE5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5CD331-D7E0-4574-964F-52308D7B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Solution 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C830C-35FF-4274-8B8B-1A9CC9E8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1BBFC8-CC59-4FC0-B4F5-B3B1490B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9B076-E995-40FC-92DA-583CC290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Solutio...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343C39-3C82-4AF3-8E4D-B47AE750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5529AA-EB01-4E95-AF8E-C6E0FE8F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78477A-56D4-497C-A01A-02A3E736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Solution of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A7660B-7847-4EF8-893C-331194DF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A1E875-456E-420F-A535-3F30A8FB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265A1B-C185-48C3-8EAA-E69DF37B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Solution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09A48A-D3F8-4AA4-A4E8-6A516190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CBD521-31FF-493D-AE36-569B51FA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45773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97A54B-6A7E-446D-9CCA-44D4AF0C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2F293-85F2-4E8E-8A8B-180F45D7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B3A68-AAB9-4471-84ED-B08CEC21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FE235-B291-4906-8037-C6BC20A5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A2BE8-E4B2-4B5C-918C-6FF5ED53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D8A7B-1D57-453F-9758-99324E86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73A06-56ED-4C67-849E-FCE5A904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85CEC-A178-42D1-85C6-B7F90C0E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DFCB3-32EC-43CB-A31C-2453E600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699C1-EEB1-4B22-8CC7-78293F3F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C6365-B4F3-4200-A793-0EFFBB3F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FC7BC-8959-4D3E-A2F5-2B3A81C1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137DA-85FC-419C-91B9-5C627CB3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38490-4203-4901-8393-CF2B580A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43DD79-EE87-4BD2-BD18-0F80BCB2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911203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E6E28-3A8A-4263-ABBA-645C44E2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24E6F-F07D-4779-8666-C197A05A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56D85-31EC-414C-873C-B1A2BED2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4DA6A-CCD6-4901-8FAF-1B162025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8081B-F0B9-4290-B3AA-8988D842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EBCE2-4C64-4793-8167-356E28B3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Solution of algebraic and transcendental equations: Bisec...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5250C-A240-4263-955B-B29BCF54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0EC8B-9775-4FDB-9CDD-BCCD8FD8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5E290-B152-4FEE-B97F-6255B7BA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96C9F-8DC1-417D-ABB8-30FB8530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B7807-3130-4526-B42C-324F454E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571424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2D5986-EF89-4B77-A1BE-BEEF15D4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2C118-25BC-4317-9347-930FD248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3AA61-B31E-4F53-8370-73431358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802C9-4F0A-44C7-90CD-68A75D1D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7AE4E-BE8C-42CB-AFB7-6D554EFF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Textbook-1: Chapter-1: section 1.3, Chapter-2: sections 2.1-2.3.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C8EE4-2DC8-4152-9BCE-18E56DC6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Textbook-1: Chapter-1: section 1.3, Chapt...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E8B8E-BD1D-4876-A5AF-8886FFDD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071E3-061E-4574-A30D-2CDD6128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B505E-B06B-4BDA-8B1F-257A53C7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F8ECA-2EFB-4AD8-9073-BF8C1679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A058F-887E-48E0-9248-32EC88EE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EC966-9147-4CFF-99E2-8475408A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1B19D-3007-4425-9605-A5BBC503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F1423-708A-4AE6-A3F3-898459EE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2EF8CB-6BBD-47AD-A7A6-E5D52A19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55E889-177E-44EF-BFAD-A0B4FC80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658714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D3BA5B-F4C0-4B80-BCEC-BE15DB70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F3C6E-57C9-447A-9460-A8EAF0C9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EB055-282E-44FD-9E9D-68142EF8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44660-0DE1-415A-B80E-45787A86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3B6FC-C6BD-4FA8-8307-0BFDFBE6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EF682-5F0E-4929-A838-3F5864C6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5DF23-CE6B-4172-97CD-C6ACB9E7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6C667-9BBB-4829-A29C-FEB2378D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6F232-A606-49A0-9D5D-6CC30C17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Textbook-1: Cha...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8E082-F0AE-4BD7-8298-5981A588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2F97A-B260-4D5D-ABCA-08D9A932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FB9EE-A423-48F5-9338-E24AF60F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Textbook-1...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0C9A8-1BC4-48CB-9800-3C55EAF6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7EC4C8-F1E1-4D6A-973A-C34FA78F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5E313-F254-4A30-A8B6-0C1258E9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Textboo...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7A7F6-82B0-4880-8B6D-F462999C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32A3FA-48AB-46D6-881E-F1F15B2F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91408D-E971-4786-BD63-2C7E02DE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Textbook-1: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688FD9-7050-4A8F-8344-875A960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99EEA4-EC00-4871-B631-1688AC8E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26F13B-6684-40DF-BE54-94551F58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Textbook-1:...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4AFA8A-16DB-4C06-A113-CBC9B2FE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79E78B-984F-4C27-A92A-4D2B6317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335917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4B7D0-7188-428E-BA2E-6EFAD02C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D266D-5182-44A5-B7A1-0C8E30A1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6B7B1-EE40-4FA8-B067-8A0795B0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47C74-87AA-44BF-BD9A-8A0F2E91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83451-B66A-4688-BC0F-93824C15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32B10-3C60-4238-883F-2EA093B5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4A615-19A4-4D1C-8E1E-4E217A12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FBB78-F5CF-451F-B2D2-5B5DD337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000A2-2B88-4DE9-9255-F0553BAC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9EBE0-7E0D-4AFE-9684-489BA27C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6C999-6D1B-4182-AC42-8A8591F7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9ED4D-6748-4054-B471-579C2C14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5C2C7-1C2C-4862-9041-8D1B0D7C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E5010-B70C-4F15-B902-CAA6D036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61A03-FEE8-4AD9-A268-8583B010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7252277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2EE60C-E145-4ED6-9EDF-AC0FF6ED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BB506-855C-48F3-9D31-E438DA9A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172D3-275B-4393-B9EE-1ABBDCAE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2120D-2E41-46F2-BD14-3DBDF19D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4F474-F41B-4AD2-8A26-8F432CBB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457C3-5610-45F4-B883-1F69A0FB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Textbook-1: Chapter-1: section 1.3, Chapter-2: sections 2...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D9643-C59E-439D-8AEF-A027B99F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52341-1FCA-4C6C-9680-A037CEB3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25787-F32B-4EC0-929F-EE04C524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A06CD-9928-47B2-9531-93990BD4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A2127-B86F-443E-8803-6A3F7946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145239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AB4BB-7604-4CB3-826A-0DA2A7AD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1CE04-391E-46D0-9897-C51194FE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FAC9B-528B-41C2-B4C0-E381F95C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94B31-3C31-4E7A-BD7C-0DC61D9D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0273D-4C93-4178-9C1B-A211F8B9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38532-724F-401D-8084-C3DBA5E1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81779018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0643C-C49B-474E-9293-78505595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5DB03-0BB2-4DE7-AB44-797C5330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54940-EE04-46D5-BA69-3814D195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0CAD3-C647-49D7-B2E7-98AE6C3B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DE78B-60CD-4DFB-8F00-12767CD1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Numerical: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Methods: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Errors: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their: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FBB5D-B3BB-4A2B-9EE0-CA21BE34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03494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117A5-2B17-4694-9DE5-6C2B37CD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A835A-855C-4BEE-BDCD-B37A5E89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73B6A-3C5A-4B7A-AE57-E43583C0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EFEF6-7F1A-4831-8F58-CA85F7E5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CC066-419E-4AD5-A6ED-3F749EB2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95586-9F60-410C-B7BA-CF0B13C1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6447948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0FB0E-A85C-4EAE-A5A6-8C1428E4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6B31D-93C9-4B6F-A05F-A39EE525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B8DF6-BA23-4587-B0C4-6528E43C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E6DFC-DBE6-49D7-980B-50D26570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FB2E8-74C9-46FF-BAA3-8342BFC2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4F7D9-2D8E-442E-BC82-69CDE385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5612509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F2A50-A052-41CC-957A-D3EB6A3C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D751B-41E3-4853-B4C6-ABBBF9D7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766B8-6FC0-43E4-95C8-AD7B1B6F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2937A-8491-4327-97D0-9FE0A335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1247E-390F-4779-8D71-CD478FAF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Introduction to Numerical Methods (8Hours Theory + 4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Errors and their computation: Round off error, Truncation error, Absolu...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Solution of algebraic and transcendental equations: Bisection, Regula-F...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Textbook-1: Chapter-1: section 1.3, Chapter-2: sections 2.1-2.3.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428E1-591B-4424-9D61-08D1E346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23105-F1E9-4422-8979-0B1B93CE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240C7-BCD8-4023-9811-270D990D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3933268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271F27-084D-4198-A3D8-B04990DA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B830B-3E74-4771-B529-9B88BA33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Errors and their computation: Round off err...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DE4E8-4F1C-4EFA-ACC8-4CF0B57C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BB015-99C1-4A60-8E04-5D770D58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6D412-C88F-4884-BD0A-7579FB28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29CE3-24A3-418B-ABA4-A8777729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32DB2-C31D-4E5D-952B-912C499E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81EE8-E803-4539-8765-538E64DE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67527-F5F2-4CCA-8D98-1661D035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BA9C6-307C-486F-963D-D5D70364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322C0-BC01-487F-9602-6A07713E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4D021-C944-4CC1-B12E-5B20C2D2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AAC56-63E5-4B65-A62E-EDC49BCD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CE4A3-1C00-4F94-9896-BEC63421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7C8CD-0A38-4E90-A288-D0B5978E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D6F440-F6E9-40B4-9A70-E1D3F39D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B95F04-21CF-439D-9F8C-207AA897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EC1105-E61E-47BF-ACBE-D8B41BB0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D253FD-4C7F-4857-8D8C-56D1B2AD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AE9FBF-017D-47E0-8D57-2820296F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E2D87D-BBE1-4F96-B125-12C9425A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71561A-2432-432D-A352-43CAAB7D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5CDE48-3B0F-423F-8C9F-01673545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FC8738-B1BE-4C5F-8855-AA8B054C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FF364D-BBBD-4960-A8B2-06BBD315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F46DE7-FFF0-40E5-8C3B-50967D1D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02FF40-5DEA-46C7-9733-D690D416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755352-E3C4-433E-96ED-D5F68EFE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9787AF-B6AF-4051-A590-4ADD055A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07246D-6BE6-4078-84AC-96481AC4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1509E6-9107-4967-8DF6-C7BEAF99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1A3993-0E22-4181-8CC0-6ABE441A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8695902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8C0A7F-1EB8-4215-98A0-E1D4CD2D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A350D-D583-4E35-B4FD-ABF59882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Solution of algebraic and transcendental eq...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59954-B3D5-4A47-B432-EF3AFDCE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A606D-DCC2-4196-B32E-975006E3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6B845-771E-42B9-A2EB-F5464359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BB479-7D1A-424E-BA93-5D4DC883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D8DBF-5D81-4B1C-AA14-E77820B8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F5FB0-1703-4092-8321-A4929E54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B8ECB-A6FC-4234-BA22-F4E8DAFF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99716-8C14-404C-9A86-90C3795F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F977E-EA14-4B64-A8EF-50876F19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81872-246F-41BE-888A-B05D444A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6E65E-E264-4749-A8A1-B32505ED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65720-21FD-48A3-B2F1-541BDFD0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DAF79-1CF0-406C-9354-BB1B74A1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EB3AE-D48A-4913-9D1A-0B3422AD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1C5FB8-417C-46FE-A5C5-31DDAF74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5A164C-7C45-40D0-9ECD-F0A0AAB4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E7221-D18F-41B6-B334-453B324B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C9851A-62E6-47B4-8BFE-281DEE56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186490-1F87-448C-91E7-DF557F81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AAF746-1848-4BAD-83B7-DA55D30C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128CC2-B75B-4268-B2F8-B588D951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82509C-7932-4ECA-9E4E-FE6065E0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6FC393-23C9-47DD-9958-68CDD910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E47C38-6C9D-4A71-86EF-7F2E0D9A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156326-1A16-40DA-8FD6-0A84EF74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F5AD54-0559-4599-820E-E9AECCC4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D16205-F7DA-4320-A145-DAF83603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7B43C1-D510-4BD5-AB09-3ECB03C4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D70769-7AA7-4E7D-A58F-7FF2E1EC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09F760-7F48-43CB-ABA3-1B2F65BA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5111682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3026B6-1ADA-4461-86E0-988261F2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5B230-0963-42D3-85A1-AAC61778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Chapter-1: section 1.3, Chapter...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116A9-17EE-4F44-9F25-B74F1168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AD5E9-FB86-4E28-96D4-88F7F2D1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8666A-DF1F-4B0C-B076-02C712ED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52F63-4B78-4202-9F2F-FD35F347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36480-B4D9-41D9-A4A5-75AD9155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98D84-6877-4C0C-A3AC-B6A3EDE0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272FD-3834-42A6-9244-2B59B030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14A04-8927-4319-80C8-089858C3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A9A93-5CC7-4D8C-B48A-C416CCD6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D9EFFC-86C4-40A5-9DA0-9F277020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335C0-42E9-46F6-ADC4-47C849B8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2A5A3-A055-43D6-80AE-0771A7FD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9EB07-E9DA-40CA-9030-58AFEBC4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F2C762-8F3A-48E5-B6F6-2D97B8B2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A952F4-B097-49A2-BEC3-EDA3EF63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9B92F8-7763-4D7D-968C-5FA23190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FB948C-D4D1-4B45-932A-CB0AFF5C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0AFC43-CBC5-40EA-9678-AE48C319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DA0A20-A66C-40FE-B3E5-C70654C1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B90976-11DE-455D-92B0-C9514608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25E543-CDC0-43CA-AD61-C5F736A2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944707-F512-4E07-B8B3-BBC1FFD6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12EA77-6077-4AFC-BE10-6EA7B865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9BB08E-3EEC-4812-B1ED-724CBB1C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75ACD1-5A9E-4A14-BDE2-0734756C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A7941E-5E99-4F12-B21C-9813E8A4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2CF21B-CFD5-4C1F-B434-CC91122F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CDFA60-B702-489C-803B-F76E9B3D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1E7821-1171-4EDA-B24C-45923734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AAD1A3-CF4C-47E9-806C-AC548004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9764675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E1F6B0-3119-4455-8897-8B5CBB48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00148-96D1-42C1-823A-CAF26BDE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Numerical Methods (8Hours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DD33A-1F45-4618-A61F-84074365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4895D-AC0B-419D-AD2B-A6A1B13E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C2681-3490-40A8-B678-104FAF58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E9329-3009-46C9-BB19-C211DD11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B4A74-6712-480F-872B-DFBDF6D6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AEDD8-2E1E-4D0E-B4C5-B4C5318B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FD3EE-4D0A-412F-8365-CE290076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C800B-5ED5-45AD-B3FD-4DC06EC8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6749A-C2D3-42DA-82FE-1D28104E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983D0-ABED-46CF-9ABF-52B2220F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BE5340-A5AA-4271-A68F-10D01DC5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55532-3B3F-4EC3-A3E8-4B7B82BF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C2C4C-D01B-464D-8702-7C826FC8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4866E-1DFB-4E87-A502-E638ECC3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78E1E5-F590-4599-A0A9-8FEE246B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E54FD-0E3D-40F8-8C19-8ED2B4F2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5CA209-4FF4-4806-BEDB-26C377DC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7FB86B-577A-42B0-A91F-E84D03BF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BCFD82-189F-4748-B326-D2EA1D4F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F7EDF3-FB67-4AD7-B342-7DB60A7F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D2D149-E872-4BB3-82EA-DE6DE6D0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E846D5-3D1A-48D6-8834-D77D757C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347369-B259-484D-8FC3-895D08F5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ADA465-83CA-4A5B-B2E4-3F4FF049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17D8F9-4460-47F9-ACB1-D80AC01A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7478B9-3D11-44C2-BE48-CA95B3B3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627844-FB81-4A9E-9B81-214D1BD0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2603B3-E11E-4B65-90E6-A818EB51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D84354-E46D-4C1D-8515-69357617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44FDAB-C336-4CDB-9596-092F1694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6289260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16EFE5-1717-4239-9071-151CBE72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17FE5-4887-4E0E-AA94-89CFD202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Errors and their computation: Round off err...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2891E-CEE5-4EED-B3B8-CB5B8B43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ECE37-0CD3-4987-99C2-A869A897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40C30-8A12-4D8E-B814-D4AC95B9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E46A9-56E6-49EF-A7FD-32530493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67E87-F426-4F06-8117-F4158A74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BB66A-732A-4F3E-8081-E888F799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ADA32-E8FA-42F3-A669-7D95F6D1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88EDF-5B0D-42B5-AB62-266315D4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45298-90FD-4AB4-B918-5FD37902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2D76F-32C1-48C8-A6D3-6E55975A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90296-5660-44AD-A1EA-706BCA9F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3AE422-576C-4E35-86F1-37AE6C56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F69D1-14F7-465F-931A-1A836B4F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B3708E-9280-44A6-B0A7-50362E06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70854-1AC3-4FD7-A826-7F716767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91A16-2CE0-4605-8A91-D5CB03AB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BB157F-A491-4E66-9C74-FF0AB194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0FFCC3-73B0-42D6-984C-0819A595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21F74B-20D3-4B02-A26B-3149FEFA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4B3AD0-2EB1-443A-83E7-18FE2AED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5E917E-BF7B-4CBC-BDA1-A177A8B3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0BC3EA-B85E-4398-9DFA-40F761EC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771502-4C47-41BF-B582-CCB0252D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9DD68F-CBA8-40E1-9A46-CA723093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C4724D-39EB-4A58-80C5-889BF5F8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57463E-CE6D-44A8-AE18-E9ADAD93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668BFC-8FFC-48D9-A43D-3621A16D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75961A-47EE-439F-9845-B9591625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82B390-A445-4A98-9710-756AB4DE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5DBCFF-3824-41BC-9307-7C89E32E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1987928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5C57C7-F23D-4DC2-9C61-B1765187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D42E7-6121-47C8-AC8C-6788E7F4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Solution of algebraic and transcendental eq...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BB6FC-76F2-457D-95F6-055D95E8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8C8E2-653B-40C4-908B-2CF2F148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CC374-8316-4408-9761-263AE118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E143B-8011-44FE-9CF7-CA1C0FFA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6A919-706A-40FD-9F5F-F090CDB6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BC016-6420-49A1-92D4-707B198C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B49F7-6594-4BEA-87D5-937D426E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37F9C-2F9E-46A6-936F-D3F37E8B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972B1-C19E-4495-8A94-635663AB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B67E1-30D8-4376-BE32-E21732D0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A91587-5F41-4EEE-8E60-004D749C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FBF65-1C95-4105-88D5-76B909DD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64C80F-CB7D-42E5-AB84-073E9A2F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FC568-B949-43DD-9430-DE2AF57B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7DDCAD-B906-4EAE-BFAD-C93B50CE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B0C07-9033-4E51-AE9A-931C0B3E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73106-385F-425D-BB88-306DABB3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C4D1F9-2298-48B4-9096-B3F2F723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3B4D2A-1971-4609-8013-65E27D5A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1CB5BE-C1BC-4D69-8ED5-57970A07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98C4AD-7794-47A6-B1A3-0DD91B61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BABF06-AD25-4BEC-9846-40FB0E46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AE4EA4-F79A-4DB0-B582-18A657CE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094FDE-6E46-4FC4-A2C3-2A8B4A7B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7E3874-B2C7-47FE-A049-56F4A0F3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079C28-8A79-42EF-BB6B-1E38C77C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FA2975-1EFE-4BE7-985B-89A1FA94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7EB7A2-C453-4F60-8C34-DF46039E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89FA38-B737-4188-A870-0BEA4792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363FDC-4334-4FD7-AF73-D6CE6284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8890038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4F7EC2-42FE-41EF-8954-5E109C50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61763-5298-4EEF-B65F-902F9437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Chapter-1: section 1.3, Chapter...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75DFD-0A66-47EC-8072-64103CED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22CB2-E3E0-436E-8744-425E9280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BF202-2728-4AA6-AC75-1BD72A20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F68D1-A45E-4A45-8B9D-7B26D0BA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28D31-B1CA-4BFE-A2D2-B2FD98C6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B60E0-FB15-4C9C-B483-9D914000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C45A1-FAE3-4E48-AA14-44C22655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C0F56-8B31-4310-9AC0-E1C34724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B455A-D9AC-4686-976F-C5C391F9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9B0B5-D2CE-4CC4-BB43-29477FFD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98F6A-A99A-4B5F-8113-35CE1B35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7D5B9-0205-491C-8050-975D6D08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CE86F-9C81-4DDA-B431-119BF017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24AAA5-B085-4289-9898-F870B7B8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B13011-EDFB-44A6-AFFF-7FF29A7C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8855B-1B0D-4B43-8069-DE75642F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E5C1F7-D90E-4FE7-9505-F5A69871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7FF22-B4FD-4C18-BBF5-36EA0178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7DEC8F-EC77-4084-B418-EA06FF13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64E7FF-0A34-4633-BF11-0E50BC77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1A2CA3-0886-472D-84C8-D21BCA98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9BEB16-4B35-49E4-ACA6-9A04D3CC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4E406C-9095-43B7-BED4-EF903850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70D561-B39C-4EB9-96D4-FED2A1EE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B7626F-BA87-45A0-8D4F-489471B6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02E29D-887E-47E6-B28E-91659EF8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1CBAE8-917A-45B8-90F5-82E07FCD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2FCCFB-B0FB-44FC-AB2D-11A97CBF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DE2244-F94F-46A5-8DD5-4F972E06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D9FA47-0AE8-466D-ADB9-AC5609BE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83886126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717632-9F19-4516-A9DF-7DC638C3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373F9-5443-4E9A-89B4-048A4609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Numerical Methods (8Hours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2D3A3-6057-401E-8919-A04D6EE0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EE657-8118-463F-87FA-AFBA2FCC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C3126-9C0E-4945-8523-0E4B4C29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AAA61-C06E-4D23-8D6E-02768C76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DE5C6-377C-4AE0-A9C0-10215C2B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A921E-6BF5-42F7-B265-0CFB236B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6617F-AE37-44F6-A718-22CD387C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450F6-F639-4AC1-BA5E-617EAA91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8263C-7019-45C3-901A-18B8E845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9A0CC-AAB0-4962-AA18-172DB6C9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82F5B-9845-46AC-BA22-64E4444D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FD3AB-A9EF-45F9-9F48-3DB6F729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D0F5A6-8C72-4F5E-9C24-DEC98283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996BF-D181-45A3-816D-C7C210DC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766C99-5DB2-47DF-8797-3CF90157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CCA5E-93BE-4E53-9D96-C5FE1722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BE16C-8C5E-4EDD-90E9-4AB51534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F6C27B-2053-4322-BBCE-60DE29D8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7B7CB5-2EE5-4F43-9362-95CE2B54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7E6A6D-2D4F-471E-A5B5-7FEA6E05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A3FF41-09A9-49D9-BF89-B1C61039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C65B0E-B738-4DD5-B024-7E791C55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9E3807-4AE1-4BB6-A2AB-3B1D944F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1A99D1-5F03-4A5D-A8FC-20935173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B4AC44-0FF0-4274-9808-9098EB0B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77BED4-5A6C-41D9-A96A-833F850F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D59C32-4ECB-472A-8FEE-E63C51E7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06EFCF-F52D-4118-B0B7-299522B7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ABD302-974F-4E94-BE90-2626164E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93DE9E-DA6E-4527-9B1F-2A08F474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664623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9FEBB5-A2AC-4797-A8A5-9FAE5B44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F5A76-35D5-493F-9126-BAFE5114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Errors and their computation: Round off err...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EA267-C636-4464-B0B4-EC1C8AFD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0C0A4-0B9F-48F0-B539-A9182BAA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EFBB5-8ABB-42A5-9319-E1A39DC6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7E205-AF41-4373-8B7F-11D0A646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6D18D-68E0-439E-8270-0E53E443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ED577-39F6-4CEB-A7C7-A23D51DA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7C9D0-DCE5-430D-B139-862A13C3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6A6A7-3505-41E0-8EF4-F6C21622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E49F6-A41D-4532-BB99-9757070C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560D0-DA0E-4FFE-85CC-632AF0B6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032F02-851F-489B-A313-293D6A60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E65AB-6CA6-483F-831B-19B8B4BE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B2D332-BC93-4C29-A1AE-B9CB8E78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0F8795-2685-45B5-A740-9C4664C0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02944F-D2B4-4410-A686-58108168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C8AC59-9E34-4940-A39F-B9DDB475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12F9B9-099B-494B-8A5B-10DA1D60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8E8B8-60C4-4B11-B31F-9186E5F3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A1C07A-9E03-48F6-A99C-A5000277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BB1F9D-31A1-4212-9C65-DFF4DFFF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E0F421-A0AE-4633-9914-510C1566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4DAE58-7387-48AC-B6F6-69AAC71F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05F256-B49A-4AB2-9ED9-232D4FA1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D8EB57-2171-4AFF-B65A-51FD02A9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3F79F5-F1A0-4E12-9F4E-AF74A44E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E83C6A-64FE-4E68-B7FB-E71CB001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4F41A6-594C-46FE-962C-16DF3FC4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9F642E-F8E7-4411-81C9-8D2A5258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ACD38D-A648-4E6F-A51B-DBA05BBE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0A0430-0425-42AF-9D5C-28ABEE5F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6340006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7D728D-0DF5-4299-B6D7-E1731FED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17884-39F3-43F0-B3E4-93CF56B4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Solution of algebraic and transcendental eq...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32695-03AA-41A3-B2DD-CD70908C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ED5AC-4853-4EF3-8BBC-41276232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47E45-AD7A-4EF5-95B6-1CF79154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02DB4-D995-4674-9145-4EDF5012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02188-D37C-47FA-BC9E-0D832537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3DE0A-F7F3-431A-A2D8-38A7ECED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54A57-34DC-4EC9-AF60-812DA5B1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AD794-8282-4FD7-9F17-BE2F33EC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9354A-5186-4013-B76F-FAE943F3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A0DC7-875E-4DD3-B49B-C7991F88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1D06F-5C3F-471B-BED7-4BFAB902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D6386-7619-4346-810B-67051F2E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143F5F-3D5E-4AB0-8596-BB735E7E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141480-8102-4597-B1FC-66C63C6A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327C8F-97BC-483B-AFB0-FA483E93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C02830-4B5F-44BD-8B08-9D6BE376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72A1D2-F877-4335-9B12-08C0B83A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D6869E-1823-46DE-BC16-0562AA3D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786A38-BB0F-41A4-B9EA-EF12AEAF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723F25-6954-4F62-9D5D-AA23C3DB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CA9FDF-CE90-4D1E-BADD-560155CB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E5AC40-8F44-42C3-AAF4-3E4C77BF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20321A-7740-41D2-816C-64906024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7392A1-4292-4254-8DC6-5C8B2987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7E7B88-69A8-4D04-B48D-E3F7EF26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8016DC-6C27-4748-BC82-DF6FA331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11D66A-BDED-4F8B-A4B2-5B9F7BDF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7C0C13-97A8-4B6B-94C4-2B61C2CF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E38D77-4356-48D2-BFCB-EE2904B8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5318B9-AE90-4BB2-98C2-B48E2FC0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229354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668776-45AA-48C7-BDC9-7CA5434C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BDA00-E0DB-4376-B1C8-4370A0C1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Chapter-1: section 1.3, Chapter...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D3E94-17F9-44B1-B2C9-27681F77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48E92-7F24-492E-9C1C-03DF3A7D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FE125-BBC9-4BC4-8FEF-C1B1E3A2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922CA-9B27-458F-81C0-DC803770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3700F-F952-4AA0-9DF3-88FBD7E8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5908E-D416-409C-88A5-BB2E051D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64D59-EB9A-410A-AB55-EF44E9D9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80F85-FDF0-4570-847C-6DFE7587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BAFD1-5B45-4749-95CB-99109B54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D628C-988E-4C75-9870-22326E1C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7A95AA-AD3B-48B9-9E51-23B04269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CD09F-A837-4F09-B044-1799D0A8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3D7394-8101-485D-ACEE-0CA86BF6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AE8314-E306-463E-BDC3-A6BE314D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CFA02-D928-43DF-B756-87B66BED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A0229-5979-4BFB-93FB-DC0C23A8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0CA8F5-3512-45CE-BAA5-B16F086F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9D0D4F-76B9-4126-9C6E-35B698A9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77AF96-76B1-4AC1-8518-F7774A6D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7D3198-B805-4F11-99D5-ED6522FE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C43B26-BA0F-43BF-80C4-B53F4EC7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03C024-6F5E-4DCF-9C41-107BBB74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151AFC-E6BB-4220-9573-75D94CCD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3A91B0-3EE9-47AC-AC63-D12D2150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07C0C8-BF7A-4ED0-9764-E200E720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AEF370-6634-4585-9A59-941826C9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3201B7-8468-4A35-872B-B4C12819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167770-3E41-4D00-BB11-E4E7B488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57DAB5-77FF-434C-A68A-95558EAC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332CD6-4912-49AF-BB01-72B9DFE5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5072975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7329EB-2A8F-40B3-BA43-1BBD8CF6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AFBEA-FAC1-4732-B675-60544D5E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Numerical Methods (8Hours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5091C-90CF-4A53-BF39-70BFC3E4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84E86-C224-4BF3-B662-FBA0B896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A2962-8EEA-4D41-8EAB-23B36A56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82266-6AEE-4F15-ABFC-0756A91F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7EFED-DFD9-40A7-8257-B41978FA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DD99F-C9A1-4E68-9EB2-09B7DE1E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16672-B8A1-4A39-A4A7-946164DB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65067-A0F0-4F41-8478-FD5D8843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D0B43-B202-4DD5-902F-0014BE7E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DA673-4959-4A26-AE68-DB42BDD4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75B84-5F85-4646-9B66-6D29171C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F351A-E3AD-47C5-861D-AACB0D0C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6701B-CB04-4FD8-8480-743E5503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8DE674-850B-41F2-BCCD-CD8E228E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EFF9B-E4CE-45E4-9ADE-6E878BBC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3CAE15-4523-4BB6-A59E-6E2D0DCC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46B322-7078-4573-9BAA-5307B694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49A81E-5812-4F01-B51C-460FE219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4995C-633C-4BC3-BD4A-ECA8AD36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D4B247-F8E5-4F38-AF2B-FF7A5FBE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CAB309-CD02-4692-AD28-CE9EC94E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22F182-5658-442F-BCD3-041B2929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DBFE11-FDA1-45A4-87F1-B02874F0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053AEC-F591-4FA0-8D0D-EC77A358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B66004-CCAF-4420-9EDE-24C90423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19F863-58DF-46B1-9EAE-F4E5651A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5EF909-991C-4B51-AA45-E82ECE68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6DDE5C-A554-4E36-9CA4-89A87DBA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D0B3EA-331C-4C6A-91D4-D9E7A066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6D497B-2871-49F7-901C-63ED2DFC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1810881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306671-E66A-4787-AAE5-18E8F1D9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F8AEA-A3F9-4F34-9615-841704A2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Errors and their computation: Round off err...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09DCB-EA50-477C-B939-BF6601B5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0C9D9-95DC-43FC-B607-50E1D475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0F44A-0258-44B6-AC3F-59B0D0AD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B962D-56E1-40B2-AE1B-A047457D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5501B-572B-40B7-BF8D-06B527D2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8757C-AB83-4C56-9D2C-354B41D3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0F214-39D0-4073-8FE9-8034E16A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C754D-9D1C-4B6D-B26D-81B9BCD5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FC4E5-856F-43F6-A317-3435B08B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82CFA-9073-4D1B-A0EC-1F2E0546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FC829-CDAA-4346-90D5-689DF7AE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90886-413D-4753-A32B-08C06120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299B5-B0F4-42C5-B14F-F9440579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BF752-D33A-480D-8042-BEDB8E73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2B777B-1BFB-4493-A75D-9D9F94B2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28AFDD-CD33-4003-8C1F-31E9BDA0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01C789-4A50-40A4-8C8E-D9D4EEB4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84C60F-02DC-4590-B277-FD2075FC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AB1BBD-68D0-490D-895B-4F7467B2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0B10EA-B0C0-4616-B838-F58CF023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7BFB9A-FC67-4ED7-ABBA-87611A6E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3171CA-CE89-4153-900B-60EC32DE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81A889-7A00-4292-80A5-BC416688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C55AC2-FE67-4AB1-BE67-FE1D5C66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93A192-3626-4760-AAB7-F07C2A81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2AC759-797E-458B-B81D-CA4BF430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0B4810-EA8D-483F-8090-78D4715B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5840AC-D852-4248-BEC4-E9186226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002421-C995-4C68-890C-F7615549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5626DF-4F04-48D3-A528-5787AD2B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1290796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BDA3B1-AF25-40A3-AB3F-2363290F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75C0C-8801-4B0E-956E-7E40BD0F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Solution of algebraic and transcendental eq...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618BD-D9B7-48A4-BED6-0D4CC920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B7FEC-E01C-4DD8-80E2-81D3ADCA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E05BF-32C5-4C0D-9CD8-5F68768F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0701B-5176-4105-84E5-5FDAC813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DF7DE-4B2D-41F3-9570-234A191D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0DB59-8498-481C-802D-46D511F7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90E8A-F7E1-47B3-8A48-8E2E0899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FB677-C02A-49B9-A47A-E6A0913E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EC6A3-E661-45ED-B4D4-B98867E3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09C69-333C-4E1B-B300-9E8AF1E4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DF4CFD-31FA-45F8-B588-E265E86B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BF216-C09C-40F0-94B4-E559BCCD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405D9F-DD59-4FB8-9172-EB5F0577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CF62D-E12F-4FCF-8F30-70806D45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1551F1-A8AE-4704-85BB-A1CC6138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85BF80-CEE2-4ACF-9D0E-22C11B2D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C4B2AC-89A4-4570-83E1-254D3EB1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A93ADE-6EFD-407F-A1E3-5FD42B54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78596-51B5-49E2-87A8-9EECD313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A73313-4851-4664-B9A3-B21B6830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ACB4FC-BE82-4A1A-AF94-3E0AF3A7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B6B5DB-C510-486F-8905-90531D10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B2A15E-6D02-469B-AD7A-7D1314A8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07E158-C286-4027-8113-38FB8337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0449E1-DD31-49B2-8571-01864114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5BBCE2-8230-48A9-B2AC-47868863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F79FF7-D306-439F-9603-7EB512C3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E049B8-8BE5-43E7-94B9-8A994DF8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83B8C3-F41D-464C-AFED-98FB2858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AAB1F9-C456-43FC-9F7C-40475F44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700294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2026-08-24T16:03:05.6620000Z</dcterms:created>
  <dcterms:modified xsi:type="dcterms:W3CDTF">2026-08-24T16:03:05.6620000Z</dcterms:modified>
</coreProperties>
</file>