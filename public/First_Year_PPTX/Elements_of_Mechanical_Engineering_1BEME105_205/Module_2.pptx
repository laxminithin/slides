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242f11efb94a08" /><Relationship Type="http://schemas.openxmlformats.org/officeDocument/2006/relationships/extended-properties" Target="/docProps/app.xml" Id="Rc554b20549d041da" /><Relationship Type="http://schemas.openxmlformats.org/officeDocument/2006/relationships/officeDocument" Target="/ppt/presentation.xml" Id="R193d291a7b56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6b5a7363474407"/>
  </p:sldMasterIdLst>
  <p:notesMasterIdLst>
    <p:notesMasterId xmlns:r="http://schemas.openxmlformats.org/officeDocument/2006/relationships" r:id="R05395bdc3b0e4024"/>
  </p:notesMasterIdLst>
  <p:sldIdLst>
    <p:sldId xmlns:r="http://schemas.openxmlformats.org/officeDocument/2006/relationships" id="256" r:id="R60cf8a4adf23490e"/>
    <p:sldId xmlns:r="http://schemas.openxmlformats.org/officeDocument/2006/relationships" id="257" r:id="R4d1ccd65e7a54455"/>
    <p:sldId xmlns:r="http://schemas.openxmlformats.org/officeDocument/2006/relationships" id="258" r:id="Rd0189170debe4791"/>
    <p:sldId xmlns:r="http://schemas.openxmlformats.org/officeDocument/2006/relationships" id="259" r:id="Rc6065d8df6d24efe"/>
    <p:sldId xmlns:r="http://schemas.openxmlformats.org/officeDocument/2006/relationships" id="260" r:id="R8bca01be52b14e67"/>
    <p:sldId xmlns:r="http://schemas.openxmlformats.org/officeDocument/2006/relationships" id="261" r:id="R6df55b85ff2f416a"/>
    <p:sldId xmlns:r="http://schemas.openxmlformats.org/officeDocument/2006/relationships" id="262" r:id="R53045ee0e03b4243"/>
    <p:sldId xmlns:r="http://schemas.openxmlformats.org/officeDocument/2006/relationships" id="263" r:id="Rb628d3db19174d36"/>
    <p:sldId xmlns:r="http://schemas.openxmlformats.org/officeDocument/2006/relationships" id="264" r:id="Rde2cdd4a198c44e0"/>
    <p:sldId xmlns:r="http://schemas.openxmlformats.org/officeDocument/2006/relationships" id="265" r:id="Rdda8a90a6229440c"/>
    <p:sldId xmlns:r="http://schemas.openxmlformats.org/officeDocument/2006/relationships" id="266" r:id="R68a7287c73644806"/>
    <p:sldId xmlns:r="http://schemas.openxmlformats.org/officeDocument/2006/relationships" id="267" r:id="R4ad017a9e5af4835"/>
    <p:sldId xmlns:r="http://schemas.openxmlformats.org/officeDocument/2006/relationships" id="268" r:id="R1f18ee1f76b34657"/>
    <p:sldId xmlns:r="http://schemas.openxmlformats.org/officeDocument/2006/relationships" id="269" r:id="R403fa20d6bdb46c2"/>
    <p:sldId xmlns:r="http://schemas.openxmlformats.org/officeDocument/2006/relationships" id="270" r:id="R29f34e5b783541fd"/>
    <p:sldId xmlns:r="http://schemas.openxmlformats.org/officeDocument/2006/relationships" id="271" r:id="Ra6b324227d124de9"/>
    <p:sldId xmlns:r="http://schemas.openxmlformats.org/officeDocument/2006/relationships" id="272" r:id="Rcf7c2db0d5804b34"/>
    <p:sldId xmlns:r="http://schemas.openxmlformats.org/officeDocument/2006/relationships" id="273" r:id="R4aac7a43ef364ae1"/>
    <p:sldId xmlns:r="http://schemas.openxmlformats.org/officeDocument/2006/relationships" id="274" r:id="Rb47e703423434cf4"/>
    <p:sldId xmlns:r="http://schemas.openxmlformats.org/officeDocument/2006/relationships" id="275" r:id="R82b650cc1ab14ca7"/>
    <p:sldId xmlns:r="http://schemas.openxmlformats.org/officeDocument/2006/relationships" id="276" r:id="R0cf61fb9bbd7470f"/>
    <p:sldId xmlns:r="http://schemas.openxmlformats.org/officeDocument/2006/relationships" id="277" r:id="R210d37f4e62d4d8c"/>
    <p:sldId xmlns:r="http://schemas.openxmlformats.org/officeDocument/2006/relationships" id="278" r:id="Rd36654a2b1fa42c5"/>
    <p:sldId xmlns:r="http://schemas.openxmlformats.org/officeDocument/2006/relationships" id="279" r:id="R2b9afaf96e9d4334"/>
    <p:sldId xmlns:r="http://schemas.openxmlformats.org/officeDocument/2006/relationships" id="280" r:id="Rcf78f292ea2842e7"/>
    <p:sldId xmlns:r="http://schemas.openxmlformats.org/officeDocument/2006/relationships" id="281" r:id="Rd2d17dbd711f4d77"/>
    <p:sldId xmlns:r="http://schemas.openxmlformats.org/officeDocument/2006/relationships" id="282" r:id="R38de40bcd77f4034"/>
    <p:sldId xmlns:r="http://schemas.openxmlformats.org/officeDocument/2006/relationships" id="283" r:id="R175186496bcb4d56"/>
    <p:sldId xmlns:r="http://schemas.openxmlformats.org/officeDocument/2006/relationships" id="284" r:id="R269a4b31dc894069"/>
    <p:sldId xmlns:r="http://schemas.openxmlformats.org/officeDocument/2006/relationships" id="285" r:id="R316251da56634b1b"/>
    <p:sldId xmlns:r="http://schemas.openxmlformats.org/officeDocument/2006/relationships" id="286" r:id="R027a02339edb4808"/>
    <p:sldId xmlns:r="http://schemas.openxmlformats.org/officeDocument/2006/relationships" id="287" r:id="R4b34662356d149a8"/>
    <p:sldId xmlns:r="http://schemas.openxmlformats.org/officeDocument/2006/relationships" id="288" r:id="Rbc76dc2d2f34430f"/>
    <p:sldId xmlns:r="http://schemas.openxmlformats.org/officeDocument/2006/relationships" id="289" r:id="R7fe9aa5e01c547d5"/>
    <p:sldId xmlns:r="http://schemas.openxmlformats.org/officeDocument/2006/relationships" id="290" r:id="Rba64fe8fe132468f"/>
    <p:sldId xmlns:r="http://schemas.openxmlformats.org/officeDocument/2006/relationships" id="291" r:id="Re929406423034d41"/>
    <p:sldId xmlns:r="http://schemas.openxmlformats.org/officeDocument/2006/relationships" id="292" r:id="Ra708604a3eb848f5"/>
    <p:sldId xmlns:r="http://schemas.openxmlformats.org/officeDocument/2006/relationships" id="293" r:id="R397ba023a27748ea"/>
    <p:sldId xmlns:r="http://schemas.openxmlformats.org/officeDocument/2006/relationships" id="294" r:id="R7eec2156268a40e8"/>
    <p:sldId xmlns:r="http://schemas.openxmlformats.org/officeDocument/2006/relationships" id="295" r:id="Rb8898e0518d548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9161787ab44a61" /><Relationship Type="http://schemas.openxmlformats.org/officeDocument/2006/relationships/slideMaster" Target="/ppt/slideMasters/slideMaster1.xml" Id="R786b5a7363474407" /><Relationship Type="http://schemas.openxmlformats.org/officeDocument/2006/relationships/notesMaster" Target="/ppt/notesMasters/notesMaster1.xml" Id="R05395bdc3b0e4024" /><Relationship Type="http://schemas.openxmlformats.org/officeDocument/2006/relationships/presProps" Target="/ppt/presProps.xml" Id="R5668181fac294b58" /><Relationship Type="http://schemas.openxmlformats.org/officeDocument/2006/relationships/tableStyles" Target="/ppt/tableStyles.xml" Id="R5574a6661afb44ec" /><Relationship Type="http://schemas.openxmlformats.org/officeDocument/2006/relationships/slide" Target="/ppt/slides/slide1.xml" Id="R60cf8a4adf23490e" /><Relationship Type="http://schemas.openxmlformats.org/officeDocument/2006/relationships/slide" Target="/ppt/slides/slide2.xml" Id="R4d1ccd65e7a54455" /><Relationship Type="http://schemas.openxmlformats.org/officeDocument/2006/relationships/slide" Target="/ppt/slides/slide3.xml" Id="Rd0189170debe4791" /><Relationship Type="http://schemas.openxmlformats.org/officeDocument/2006/relationships/slide" Target="/ppt/slides/slide4.xml" Id="Rc6065d8df6d24efe" /><Relationship Type="http://schemas.openxmlformats.org/officeDocument/2006/relationships/slide" Target="/ppt/slides/slide5.xml" Id="R8bca01be52b14e67" /><Relationship Type="http://schemas.openxmlformats.org/officeDocument/2006/relationships/slide" Target="/ppt/slides/slide6.xml" Id="R6df55b85ff2f416a" /><Relationship Type="http://schemas.openxmlformats.org/officeDocument/2006/relationships/slide" Target="/ppt/slides/slide7.xml" Id="R53045ee0e03b4243" /><Relationship Type="http://schemas.openxmlformats.org/officeDocument/2006/relationships/slide" Target="/ppt/slides/slide8.xml" Id="Rb628d3db19174d36" /><Relationship Type="http://schemas.openxmlformats.org/officeDocument/2006/relationships/slide" Target="/ppt/slides/slide9.xml" Id="Rde2cdd4a198c44e0" /><Relationship Type="http://schemas.openxmlformats.org/officeDocument/2006/relationships/slide" Target="/ppt/slides/slide10.xml" Id="Rdda8a90a6229440c" /><Relationship Type="http://schemas.openxmlformats.org/officeDocument/2006/relationships/slide" Target="/ppt/slides/slide11.xml" Id="R68a7287c73644806" /><Relationship Type="http://schemas.openxmlformats.org/officeDocument/2006/relationships/slide" Target="/ppt/slides/slide12.xml" Id="R4ad017a9e5af4835" /><Relationship Type="http://schemas.openxmlformats.org/officeDocument/2006/relationships/slide" Target="/ppt/slides/slide13.xml" Id="R1f18ee1f76b34657" /><Relationship Type="http://schemas.openxmlformats.org/officeDocument/2006/relationships/slide" Target="/ppt/slides/slide14.xml" Id="R403fa20d6bdb46c2" /><Relationship Type="http://schemas.openxmlformats.org/officeDocument/2006/relationships/slide" Target="/ppt/slides/slide15.xml" Id="R29f34e5b783541fd" /><Relationship Type="http://schemas.openxmlformats.org/officeDocument/2006/relationships/slide" Target="/ppt/slides/slide16.xml" Id="Ra6b324227d124de9" /><Relationship Type="http://schemas.openxmlformats.org/officeDocument/2006/relationships/slide" Target="/ppt/slides/slide17.xml" Id="Rcf7c2db0d5804b34" /><Relationship Type="http://schemas.openxmlformats.org/officeDocument/2006/relationships/slide" Target="/ppt/slides/slide18.xml" Id="R4aac7a43ef364ae1" /><Relationship Type="http://schemas.openxmlformats.org/officeDocument/2006/relationships/slide" Target="/ppt/slides/slide19.xml" Id="Rb47e703423434cf4" /><Relationship Type="http://schemas.openxmlformats.org/officeDocument/2006/relationships/slide" Target="/ppt/slides/slide20.xml" Id="R82b650cc1ab14ca7" /><Relationship Type="http://schemas.openxmlformats.org/officeDocument/2006/relationships/slide" Target="/ppt/slides/slide21.xml" Id="R0cf61fb9bbd7470f" /><Relationship Type="http://schemas.openxmlformats.org/officeDocument/2006/relationships/slide" Target="/ppt/slides/slide22.xml" Id="R210d37f4e62d4d8c" /><Relationship Type="http://schemas.openxmlformats.org/officeDocument/2006/relationships/slide" Target="/ppt/slides/slide23.xml" Id="Rd36654a2b1fa42c5" /><Relationship Type="http://schemas.openxmlformats.org/officeDocument/2006/relationships/slide" Target="/ppt/slides/slide24.xml" Id="R2b9afaf96e9d4334" /><Relationship Type="http://schemas.openxmlformats.org/officeDocument/2006/relationships/slide" Target="/ppt/slides/slide25.xml" Id="Rcf78f292ea2842e7" /><Relationship Type="http://schemas.openxmlformats.org/officeDocument/2006/relationships/slide" Target="/ppt/slides/slide26.xml" Id="Rd2d17dbd711f4d77" /><Relationship Type="http://schemas.openxmlformats.org/officeDocument/2006/relationships/slide" Target="/ppt/slides/slide27.xml" Id="R38de40bcd77f4034" /><Relationship Type="http://schemas.openxmlformats.org/officeDocument/2006/relationships/slide" Target="/ppt/slides/slide28.xml" Id="R175186496bcb4d56" /><Relationship Type="http://schemas.openxmlformats.org/officeDocument/2006/relationships/slide" Target="/ppt/slides/slide29.xml" Id="R269a4b31dc894069" /><Relationship Type="http://schemas.openxmlformats.org/officeDocument/2006/relationships/slide" Target="/ppt/slides/slide30.xml" Id="R316251da56634b1b" /><Relationship Type="http://schemas.openxmlformats.org/officeDocument/2006/relationships/slide" Target="/ppt/slides/slide31.xml" Id="R027a02339edb4808" /><Relationship Type="http://schemas.openxmlformats.org/officeDocument/2006/relationships/slide" Target="/ppt/slides/slide32.xml" Id="R4b34662356d149a8" /><Relationship Type="http://schemas.openxmlformats.org/officeDocument/2006/relationships/slide" Target="/ppt/slides/slide33.xml" Id="Rbc76dc2d2f34430f" /><Relationship Type="http://schemas.openxmlformats.org/officeDocument/2006/relationships/slide" Target="/ppt/slides/slide34.xml" Id="R7fe9aa5e01c547d5" /><Relationship Type="http://schemas.openxmlformats.org/officeDocument/2006/relationships/slide" Target="/ppt/slides/slide35.xml" Id="Rba64fe8fe132468f" /><Relationship Type="http://schemas.openxmlformats.org/officeDocument/2006/relationships/slide" Target="/ppt/slides/slide36.xml" Id="Re929406423034d41" /><Relationship Type="http://schemas.openxmlformats.org/officeDocument/2006/relationships/slide" Target="/ppt/slides/slide37.xml" Id="Ra708604a3eb848f5" /><Relationship Type="http://schemas.openxmlformats.org/officeDocument/2006/relationships/slide" Target="/ppt/slides/slide38.xml" Id="R397ba023a27748ea" /><Relationship Type="http://schemas.openxmlformats.org/officeDocument/2006/relationships/slide" Target="/ppt/slides/slide39.xml" Id="R7eec2156268a40e8" /><Relationship Type="http://schemas.openxmlformats.org/officeDocument/2006/relationships/slide" Target="/ppt/slides/slide40.xml" Id="Rb8898e0518d548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569d7a2b57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9cd271f564741" /><Relationship Type="http://schemas.openxmlformats.org/officeDocument/2006/relationships/notesMaster" Target="/ppt/notesMasters/notesMaster1.xml" Id="Rb03d4905df9047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a6ff3e4cf4b61" /><Relationship Type="http://schemas.openxmlformats.org/officeDocument/2006/relationships/notesMaster" Target="/ppt/notesMasters/notesMaster1.xml" Id="Rcbf6fefc15fc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15e3e61d5401f" /><Relationship Type="http://schemas.openxmlformats.org/officeDocument/2006/relationships/notesMaster" Target="/ppt/notesMasters/notesMaster1.xml" Id="R5b39c2dee89947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b2fe98a494e4e" /><Relationship Type="http://schemas.openxmlformats.org/officeDocument/2006/relationships/notesMaster" Target="/ppt/notesMasters/notesMaster1.xml" Id="R991a62c35e2e42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d250db6a61495e" /><Relationship Type="http://schemas.openxmlformats.org/officeDocument/2006/relationships/notesMaster" Target="/ppt/notesMasters/notesMaster1.xml" Id="R7c62303acf5d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19b9b1fd7848c8" /><Relationship Type="http://schemas.openxmlformats.org/officeDocument/2006/relationships/notesMaster" Target="/ppt/notesMasters/notesMaster1.xml" Id="R777fc167e2de49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6c326d80ea408a" /><Relationship Type="http://schemas.openxmlformats.org/officeDocument/2006/relationships/notesMaster" Target="/ppt/notesMasters/notesMaster1.xml" Id="Re0891cec37c948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b84976755a4cbd" /><Relationship Type="http://schemas.openxmlformats.org/officeDocument/2006/relationships/notesMaster" Target="/ppt/notesMasters/notesMaster1.xml" Id="Rbf34b740e56a46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a4437a081d483f" /><Relationship Type="http://schemas.openxmlformats.org/officeDocument/2006/relationships/notesMaster" Target="/ppt/notesMasters/notesMaster1.xml" Id="Rbda0611bb31143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d423d9e3584c49" /><Relationship Type="http://schemas.openxmlformats.org/officeDocument/2006/relationships/notesMaster" Target="/ppt/notesMasters/notesMaster1.xml" Id="R9790af6fb31b4e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f5b26192744c18" /><Relationship Type="http://schemas.openxmlformats.org/officeDocument/2006/relationships/notesMaster" Target="/ppt/notesMasters/notesMaster1.xml" Id="R91fbb819877c4e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5fbe5986c040f7" /><Relationship Type="http://schemas.openxmlformats.org/officeDocument/2006/relationships/notesMaster" Target="/ppt/notesMasters/notesMaster1.xml" Id="Rb7036c065f3949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821119ec0f468f" /><Relationship Type="http://schemas.openxmlformats.org/officeDocument/2006/relationships/notesMaster" Target="/ppt/notesMasters/notesMaster1.xml" Id="R4332eaa0319c45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9a0e2c0c1d46f9" /><Relationship Type="http://schemas.openxmlformats.org/officeDocument/2006/relationships/notesMaster" Target="/ppt/notesMasters/notesMaster1.xml" Id="R91e80a1cf0a943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73b034535c452d" /><Relationship Type="http://schemas.openxmlformats.org/officeDocument/2006/relationships/notesMaster" Target="/ppt/notesMasters/notesMaster1.xml" Id="R57dec811290346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a5511ee4da45f4" /><Relationship Type="http://schemas.openxmlformats.org/officeDocument/2006/relationships/notesMaster" Target="/ppt/notesMasters/notesMaster1.xml" Id="Rd7acc9a41ca447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7c04295dc34402" /><Relationship Type="http://schemas.openxmlformats.org/officeDocument/2006/relationships/notesMaster" Target="/ppt/notesMasters/notesMaster1.xml" Id="R7a88a0aba79c45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9d23b33a4c4a40" /><Relationship Type="http://schemas.openxmlformats.org/officeDocument/2006/relationships/notesMaster" Target="/ppt/notesMasters/notesMaster1.xml" Id="R65e333cacfcc4a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18f1b3da4047e5" /><Relationship Type="http://schemas.openxmlformats.org/officeDocument/2006/relationships/notesMaster" Target="/ppt/notesMasters/notesMaster1.xml" Id="Rb28c464631964a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6785171f3143c4" /><Relationship Type="http://schemas.openxmlformats.org/officeDocument/2006/relationships/notesMaster" Target="/ppt/notesMasters/notesMaster1.xml" Id="R38b2d29195cd40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b7e93cb4b84de9" /><Relationship Type="http://schemas.openxmlformats.org/officeDocument/2006/relationships/notesMaster" Target="/ppt/notesMasters/notesMaster1.xml" Id="R02b46d4223b240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67a99000a24a3b" /><Relationship Type="http://schemas.openxmlformats.org/officeDocument/2006/relationships/notesMaster" Target="/ppt/notesMasters/notesMaster1.xml" Id="R5f3c45c268a543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1cb3d68c464e9e" /><Relationship Type="http://schemas.openxmlformats.org/officeDocument/2006/relationships/notesMaster" Target="/ppt/notesMasters/notesMaster1.xml" Id="Rc9782f3539d946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49a45b211f48e6" /><Relationship Type="http://schemas.openxmlformats.org/officeDocument/2006/relationships/notesMaster" Target="/ppt/notesMasters/notesMaster1.xml" Id="Rec83844f99f546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e92c79267c44af" /><Relationship Type="http://schemas.openxmlformats.org/officeDocument/2006/relationships/notesMaster" Target="/ppt/notesMasters/notesMaster1.xml" Id="R38a04f2b266f447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395e661ba44912" /><Relationship Type="http://schemas.openxmlformats.org/officeDocument/2006/relationships/notesMaster" Target="/ppt/notesMasters/notesMaster1.xml" Id="R13879f3945c8422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79eb9bcda64742" /><Relationship Type="http://schemas.openxmlformats.org/officeDocument/2006/relationships/notesMaster" Target="/ppt/notesMasters/notesMaster1.xml" Id="R0cad3c54a1a947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fb1a152ac04b1d" /><Relationship Type="http://schemas.openxmlformats.org/officeDocument/2006/relationships/notesMaster" Target="/ppt/notesMasters/notesMaster1.xml" Id="Rba61bab0823043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4a37f231ba04de7" /><Relationship Type="http://schemas.openxmlformats.org/officeDocument/2006/relationships/notesMaster" Target="/ppt/notesMasters/notesMaster1.xml" Id="Rb1df588478a548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11cbe959f64a4a" /><Relationship Type="http://schemas.openxmlformats.org/officeDocument/2006/relationships/notesMaster" Target="/ppt/notesMasters/notesMaster1.xml" Id="Rb18eb06064024d6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a822b35eff477d" /><Relationship Type="http://schemas.openxmlformats.org/officeDocument/2006/relationships/notesMaster" Target="/ppt/notesMasters/notesMaster1.xml" Id="R58f8bebb878f4b4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b211ac41b8a495d" /><Relationship Type="http://schemas.openxmlformats.org/officeDocument/2006/relationships/notesMaster" Target="/ppt/notesMasters/notesMaster1.xml" Id="R3b36653daffb475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12e727ad6cd4b5d" /><Relationship Type="http://schemas.openxmlformats.org/officeDocument/2006/relationships/notesMaster" Target="/ppt/notesMasters/notesMaster1.xml" Id="R309b7fc154634db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f2e18147eef4b1e" /><Relationship Type="http://schemas.openxmlformats.org/officeDocument/2006/relationships/notesMaster" Target="/ppt/notesMasters/notesMaster1.xml" Id="Rf9ec0e18679344a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7d8059036914fa3" /><Relationship Type="http://schemas.openxmlformats.org/officeDocument/2006/relationships/notesMaster" Target="/ppt/notesMasters/notesMaster1.xml" Id="R2d927c790fb5489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3c4226855e34e74" /><Relationship Type="http://schemas.openxmlformats.org/officeDocument/2006/relationships/notesMaster" Target="/ppt/notesMasters/notesMaster1.xml" Id="Rcaef94a6b04c493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6baf01572c840aa" /><Relationship Type="http://schemas.openxmlformats.org/officeDocument/2006/relationships/notesMaster" Target="/ppt/notesMasters/notesMaster1.xml" Id="R855978df8efb4bc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3016f29f8f745f9" /><Relationship Type="http://schemas.openxmlformats.org/officeDocument/2006/relationships/notesMaster" Target="/ppt/notesMasters/notesMaster1.xml" Id="R51d683440fcc4cd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a0442d845f43d3" /><Relationship Type="http://schemas.openxmlformats.org/officeDocument/2006/relationships/notesMaster" Target="/ppt/notesMasters/notesMaster1.xml" Id="Re2d3b14fa49d479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b4788766bd04d1a" /><Relationship Type="http://schemas.openxmlformats.org/officeDocument/2006/relationships/notesMaster" Target="/ppt/notesMasters/notesMaster1.xml" Id="Rdcda97780701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f5c40b14b43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d22fc3fd51440e" /><Relationship Type="http://schemas.openxmlformats.org/officeDocument/2006/relationships/slideLayout" Target="/ppt/slideLayouts/slideLayout1.xml" Id="R6ed284f9fd84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d284f9fd84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2f98f5a624fc2" /><Relationship Type="http://schemas.openxmlformats.org/officeDocument/2006/relationships/notesSlide" Target="/ppt/notesSlides/notesSlide1.xml" Id="Rfdff0730fc9942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82b47a9634756" /><Relationship Type="http://schemas.openxmlformats.org/officeDocument/2006/relationships/notesSlide" Target="/ppt/notesSlides/notesSlide2.xml" Id="R1f46ab956b24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0951a28344a1b" /><Relationship Type="http://schemas.openxmlformats.org/officeDocument/2006/relationships/notesSlide" Target="/ppt/notesSlides/notesSlide3.xml" Id="R0da9c7cc9030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e643726104f7d" /><Relationship Type="http://schemas.openxmlformats.org/officeDocument/2006/relationships/notesSlide" Target="/ppt/notesSlides/notesSlide4.xml" Id="R07d5a944469848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b77031d4b43f8" /><Relationship Type="http://schemas.openxmlformats.org/officeDocument/2006/relationships/notesSlide" Target="/ppt/notesSlides/notesSlide5.xml" Id="Re8c98a3da76146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171c572404fdd" /><Relationship Type="http://schemas.openxmlformats.org/officeDocument/2006/relationships/notesSlide" Target="/ppt/notesSlides/notesSlide6.xml" Id="R2004dc52c8db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e267cb1454d4c" /><Relationship Type="http://schemas.openxmlformats.org/officeDocument/2006/relationships/notesSlide" Target="/ppt/notesSlides/notesSlide7.xml" Id="R83aa2b3dd78c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59a999b894a21" /><Relationship Type="http://schemas.openxmlformats.org/officeDocument/2006/relationships/notesSlide" Target="/ppt/notesSlides/notesSlide8.xml" Id="Rcb3e261693b54a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ecc7adbc404f" /><Relationship Type="http://schemas.openxmlformats.org/officeDocument/2006/relationships/notesSlide" Target="/ppt/notesSlides/notesSlide9.xml" Id="R533836f0b76043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d4147c850447c" /><Relationship Type="http://schemas.openxmlformats.org/officeDocument/2006/relationships/notesSlide" Target="/ppt/notesSlides/notesSlide10.xml" Id="R48e8191314294b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46cab8b3140b4" /><Relationship Type="http://schemas.openxmlformats.org/officeDocument/2006/relationships/notesSlide" Target="/ppt/notesSlides/notesSlide11.xml" Id="R4a9c7d12a1c546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e8742bd694cea" /><Relationship Type="http://schemas.openxmlformats.org/officeDocument/2006/relationships/notesSlide" Target="/ppt/notesSlides/notesSlide12.xml" Id="R06c1a18973664a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2bd4f0a444909" /><Relationship Type="http://schemas.openxmlformats.org/officeDocument/2006/relationships/notesSlide" Target="/ppt/notesSlides/notesSlide13.xml" Id="Rc97614d565d34e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dfa2b9ab146bd" /><Relationship Type="http://schemas.openxmlformats.org/officeDocument/2006/relationships/notesSlide" Target="/ppt/notesSlides/notesSlide14.xml" Id="Rd5c0de2107884a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d4d95bea4c5b" /><Relationship Type="http://schemas.openxmlformats.org/officeDocument/2006/relationships/notesSlide" Target="/ppt/notesSlides/notesSlide15.xml" Id="R3a9595818a6247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93272623f450f" /><Relationship Type="http://schemas.openxmlformats.org/officeDocument/2006/relationships/notesSlide" Target="/ppt/notesSlides/notesSlide16.xml" Id="Ra3733ea058be4b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db9dbc5c45f2" /><Relationship Type="http://schemas.openxmlformats.org/officeDocument/2006/relationships/notesSlide" Target="/ppt/notesSlides/notesSlide17.xml" Id="Rea00437fbf6341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e7cf6c61d48c0" /><Relationship Type="http://schemas.openxmlformats.org/officeDocument/2006/relationships/notesSlide" Target="/ppt/notesSlides/notesSlide18.xml" Id="Rd217511ba81c44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12562f1eb45a4" /><Relationship Type="http://schemas.openxmlformats.org/officeDocument/2006/relationships/notesSlide" Target="/ppt/notesSlides/notesSlide19.xml" Id="R09610f04efd543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d704bf390405c" /><Relationship Type="http://schemas.openxmlformats.org/officeDocument/2006/relationships/notesSlide" Target="/ppt/notesSlides/notesSlide20.xml" Id="Rabd1f19f7eac4e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58ec725e4ecd" /><Relationship Type="http://schemas.openxmlformats.org/officeDocument/2006/relationships/notesSlide" Target="/ppt/notesSlides/notesSlide21.xml" Id="Rb297eb8b9e0246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acd76ed564d7f" /><Relationship Type="http://schemas.openxmlformats.org/officeDocument/2006/relationships/notesSlide" Target="/ppt/notesSlides/notesSlide22.xml" Id="Ra76d5a742c9b43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5dbeaa0ae4cde" /><Relationship Type="http://schemas.openxmlformats.org/officeDocument/2006/relationships/notesSlide" Target="/ppt/notesSlides/notesSlide23.xml" Id="R3bd4a5c957b14ee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8e57e45504c72" /><Relationship Type="http://schemas.openxmlformats.org/officeDocument/2006/relationships/notesSlide" Target="/ppt/notesSlides/notesSlide24.xml" Id="Rb7567060b5ef4e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b95b9c58f430c" /><Relationship Type="http://schemas.openxmlformats.org/officeDocument/2006/relationships/notesSlide" Target="/ppt/notesSlides/notesSlide25.xml" Id="Rcd72591855df4c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0779c0bd94392" /><Relationship Type="http://schemas.openxmlformats.org/officeDocument/2006/relationships/notesSlide" Target="/ppt/notesSlides/notesSlide26.xml" Id="R9881e2c9ba7447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ed5e627144d88" /><Relationship Type="http://schemas.openxmlformats.org/officeDocument/2006/relationships/notesSlide" Target="/ppt/notesSlides/notesSlide27.xml" Id="Rd2a9139763ee48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37d4226294699" /><Relationship Type="http://schemas.openxmlformats.org/officeDocument/2006/relationships/notesSlide" Target="/ppt/notesSlides/notesSlide28.xml" Id="Rc08cac81d09547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1289bd524d92" /><Relationship Type="http://schemas.openxmlformats.org/officeDocument/2006/relationships/notesSlide" Target="/ppt/notesSlides/notesSlide29.xml" Id="R0c21735c83194ed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b066ae7904955" /><Relationship Type="http://schemas.openxmlformats.org/officeDocument/2006/relationships/notesSlide" Target="/ppt/notesSlides/notesSlide30.xml" Id="Ref2992c08b5f4e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242e1e4c8483a" /><Relationship Type="http://schemas.openxmlformats.org/officeDocument/2006/relationships/notesSlide" Target="/ppt/notesSlides/notesSlide31.xml" Id="R4b7b5227bf5141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cda01df0d44e9" /><Relationship Type="http://schemas.openxmlformats.org/officeDocument/2006/relationships/notesSlide" Target="/ppt/notesSlides/notesSlide32.xml" Id="Rdc515bbcd85e46f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8550f728040ee" /><Relationship Type="http://schemas.openxmlformats.org/officeDocument/2006/relationships/notesSlide" Target="/ppt/notesSlides/notesSlide33.xml" Id="R10a628e9b98342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59a3b623540ff" /><Relationship Type="http://schemas.openxmlformats.org/officeDocument/2006/relationships/notesSlide" Target="/ppt/notesSlides/notesSlide34.xml" Id="R9e9c52116d3b4b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e7c9230304d74" /><Relationship Type="http://schemas.openxmlformats.org/officeDocument/2006/relationships/notesSlide" Target="/ppt/notesSlides/notesSlide35.xml" Id="R9a0402b4712d44e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b67fcade447fb" /><Relationship Type="http://schemas.openxmlformats.org/officeDocument/2006/relationships/notesSlide" Target="/ppt/notesSlides/notesSlide36.xml" Id="R2ab08389168f4a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2b67d31a74033" /><Relationship Type="http://schemas.openxmlformats.org/officeDocument/2006/relationships/notesSlide" Target="/ppt/notesSlides/notesSlide37.xml" Id="Ree6436cd4d4b463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7a181d574c31" /><Relationship Type="http://schemas.openxmlformats.org/officeDocument/2006/relationships/notesSlide" Target="/ppt/notesSlides/notesSlide38.xml" Id="R4abca354a2bb466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507de29d4438b" /><Relationship Type="http://schemas.openxmlformats.org/officeDocument/2006/relationships/notesSlide" Target="/ppt/notesSlides/notesSlide39.xml" Id="Rda9358562d2f4e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37637b5434100" /><Relationship Type="http://schemas.openxmlformats.org/officeDocument/2006/relationships/notesSlide" Target="/ppt/notesSlides/notesSlide40.xml" Id="R35edcf6fc0e445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3B8A1-5A14-48E5-89F4-DC0B52C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4D56B-20B7-446E-982B-C7C2C01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Concepts of Thermodynamics: Work, Energy, Heat, Modes of Heat transfer: Conduction, Convection and Radiation. Steam: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20FE2-58B7-4458-A2DA-EA83AD3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9F671-AEAB-4BC0-805F-35361E6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3CE00-65AA-477F-9120-6844B596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73968-6FA1-4489-BEE4-9FAC0D5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4D45F-DB30-487B-B439-A23C3324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686F0-E753-48DA-B975-28230189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0F2B1-AB9E-4390-8FB2-4D2C292D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3F27D-CB13-4094-A0E9-605A4617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8BC32-4F23-472E-9C15-204C703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7CA42-4573-4636-A276-C22AB37B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29786-8021-4055-9A80-4264C13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46894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489B0-54BF-4C25-AC10-7DB3CE9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4895-0B8D-4F72-AA4F-99BB7FE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237F7-1C93-4679-8E6A-95612A03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6D5A5-1A7A-45A2-ACEC-E18C72D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9FB3B-BBCB-4355-A1E9-1297F9A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CDAC6-F229-40CF-920F-0AF1E092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9381-8A35-4086-9B97-9BB0FE9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7FAC6-36E7-42B8-9C2F-2322562E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A1C85-1CE8-4A0B-8813-3CD848A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2CBF5-4FD8-4A5B-9E88-8907460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BC4C0-67C9-4F30-AC75-8DBA63A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F4A66-38D5-4CF5-A5CA-8899866B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71439-5423-4817-A1FF-B09C241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D8040-7D18-445A-8E40-F8D6594D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8499F-AD6B-4B3C-BD66-A05D334C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80583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71F684-6805-48FF-89A5-AD14583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EA534-F9B6-46E2-B779-8343DB52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1643-E215-411B-BF10-06FC17F2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A7241-6979-4118-A8F1-43E97D2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6C7A-B83F-4979-9CBA-074D9E90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C7EF9-3B76-44D4-9357-370F5261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0646-E4DF-46FA-97B4-2FC2D3A1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2C3FA-904D-46CB-8290-06F22EDD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A7B22-4565-442A-93CA-5608C48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Thermodynamics: Work, Energy, Heat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FD0A8-DBE2-4BF8-9F00-BD378023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C9A03-220E-42FF-BF47-9E20A5D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EDDF9-85C5-442B-AC6E-4E9B4E1B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Heat transfer: Conduction, Convection and Radiation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D7925-05BE-4D70-A698-2F611A4E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8215F-F639-49F1-B385-1AABE6D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88FE5-9D08-4871-9571-7F2CEEEA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Steam: Formation of steam, Properties of Steam, Numerical...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5DE72-D09C-4E0A-AD5C-2122319A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0C2AD-989B-4809-8B33-F1BE4887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E1CDA-83BE-4483-8944-BD58E93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Heat engines and Heat pumps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76980-F788-4EFB-A3E8-8D6916D9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CB5AA-A87D-41B6-A12C-842EEC04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00C08-43F9-4564-9EE8-D4A821ED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Combustion engines: Working principle of Two stroke and 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22BB0-AB21-4BDE-9CBC-08E55A2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BD312-867A-432D-A4A0-5E7C3552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C4BD7-1482-4120-92A0-48DA6601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 vehicles 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06CA3-3D65-4164-8FE4-2735FC13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F4785-DD69-4073-80BF-C5BB6660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22906-4A09-490C-A031-0B4D712D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Hybrid vehicles: Working principles, Electric and Hybrid...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6434D-0C24-41A0-A271-B910AD75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CB1C6-0F38-466F-8AFA-E016853E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04268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83165D-6968-428D-94BF-BBE6B03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F125-EDCA-420F-AEFF-ADB6BEC0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E6188-4E38-4289-8FF6-6159B94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A10F9-860E-4C46-A800-F06C01A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00477-4970-43A5-8D1B-63A9831B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519C4-6C6C-445A-95C3-4C0CC205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D21AE-5D4C-4D05-8859-741F7E76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1064-0A13-45B5-97C2-CA16F1C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Thermodynamics: Work, Energy,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77EEE-E789-4D86-9BC5-2D0770AA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7149A-EC60-4CC1-9B5A-BD593D4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A25BD-B46D-4BC1-98DF-0E04F1A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Heat transfer: Conduction, Convection and Radiation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0BF28-685B-4AB8-BE97-31E4ED7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653AB-88CB-42E5-A91E-60D2F91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E2FC0-E7CB-4360-BF9B-9ABF803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Steam: Formation of steam, Properties of Steam, Numerical...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F3D20-268B-43BD-86C7-FD656F9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ACADE-6FE0-4ECA-9B58-C510F28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516EE-B408-4C41-8237-98B9FB7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Heat engines and Heat pumps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A932A-4769-42CC-8FDF-A6EB237E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81A55-2AA1-41FB-BC2F-85955A0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A5639-41F3-481A-83D5-C19A5F0C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Combustion engines: Working principle of Two stroke and F...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15339-6674-41AE-BB81-3878F98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CD558-F3EE-494D-8618-78F97D37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323E7-7E20-4886-943D-CEBEF654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 vehicles 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CBD72-FD2B-4DB5-9C5A-E74A7342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61406-FACF-44E3-966B-B62438B2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EF03C-6C87-4A0F-B1F6-2D71A82C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Hybrid vehicles: Working principles, Electric and Hybrid....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E028B-6B59-43BD-BAEE-F4E29512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EF61E-90FA-41DC-9E0A-809556C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8B1FB-6306-4FF0-B5CD-BEF1D6E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9146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30D33-39A2-41B2-BA9A-F8D8CFF1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AACB-ADCF-4672-A319-CF45D5D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BF1C1-9ACF-4598-93CA-7FA8A1D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0804F-7C84-4661-9EA7-BC3769C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A304B-BE53-41AF-A59D-2803A183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A7A5B-77AE-4FC2-9A22-3E08E92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Thermodynamics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BC7B5-DFD8-4E89-B24F-645C9D7A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E6601-6908-4B02-AC6D-D41AF30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B4ABE-4CD5-47B3-A9EC-F1E6A3FD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960D5-C19C-4AE4-A6E3-9AA29063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F988D-7B37-4295-8F56-64CEB1B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51234-6ACF-4B8D-AB44-4FB1B97F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651A7-E9D1-42BE-B101-A0B193E8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2BCC9-889D-4A85-8EA3-7750F957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EEF21-4B67-4257-BAE5-1BAB08B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A0DF4-7FE7-43AB-9328-FF86BA7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68242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9005F-4AC5-423A-B6DC-112EE45A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724C5-6BEC-4869-82CF-3301EC7C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71688-56D2-4531-9099-F339C74F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3E802-158A-4400-9F83-8A9C3604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18D24-E7A6-4D7A-9279-4833575A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Thermodynamics: Work, Energy,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DBEA2-5593-456F-B1D7-1F30FB8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Thermodynamics: Work, Energy, Heat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1A026-BB41-46E6-B979-85D2BFF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D5756-71ED-4D4A-B255-5E445D2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751FC-43F7-4F9C-B297-C912FCC4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7A530-6A1F-497C-84A7-3A25D27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A7A94-0A50-49A9-AFB0-B87B4931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FC71B-F7A4-419F-B2DA-A917F683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8092F-2ECE-4173-AA01-379868ED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404FF-246E-4614-B019-7E9A389F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E4BF3-2CF6-4472-8E14-B9E2E7C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9517B-E665-4503-951D-D324CA29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2537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1545D-D849-45E9-B4AC-547F7F48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87A3-CE74-439A-824F-9DA3243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86289-2E6B-46C4-9892-7DC1F16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1E864-D9AA-4AF7-8F2C-C95FCBF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02106-DAB1-483B-9005-43BCD6D8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81072-36A0-4A75-BBC6-8D36760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96EA8-C818-4EA5-B2AF-64C2F488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20DD4-6E0B-451F-BA3D-EACBFDF4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B6BBC-0897-49A9-B457-4F914D2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Thermodynamics: Wo...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DD365-3378-4FAD-840F-6E3DEB37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483F9-765C-4A58-AEC7-C2D7D4D0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6DB5E-C8FD-465B-8BFF-A3F27E28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Thermodynam...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2AC59-66BA-41D6-AFEB-45C0DBC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DF412-0E53-41D0-8EC2-30D0CF5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6C150-61B6-45D3-83BF-42B81B02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Thermody...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F7185-EA11-4DC9-B9AE-E9EA6562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6EC75-402A-4589-B3A3-74684B5E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B5013-24D9-43FB-98E7-0511B1BE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Thermodynamics:...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29D26-C6BC-4E0F-862B-CE7F8037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8862C-3B96-48D1-8E8B-8062054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9A2F2-C270-4827-A25B-CA14E7D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Thermodynamics...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0F31D-C3B7-479B-A2FA-2D834E90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F61E7-0878-4E0B-8454-4028DD55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13769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70253-6F8C-4961-A687-2C8EFA46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BE979-8FED-4C63-821B-D4BA5BB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6643C-A207-4D8A-BDC5-AA154644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C3007-FF28-4A46-A88F-CC395AC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7554E-AFD5-4117-9BCD-0D4D36C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C7EF7-437F-44F2-AB38-CC3EFEE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9A353-838E-47B7-AC33-C5F5E8C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F82AC-38DB-496B-AFF6-618A7F8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E7AE0-5D43-4407-AB1F-3FEF1F2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3FB10-DF22-4505-BD58-456BAB1E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E8FC5-DA2E-4B11-BEC2-6C8BF6E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8A3BB-0589-4790-861A-F0017094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65C10-4B70-4CBC-BEAB-6BC40037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93330-44BF-4D27-B2F8-D33D1AF2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91B62-A1D8-4DD2-A3F1-BB643384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84408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E704C-14B4-4F96-8B3C-002C6B25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E983D-059F-451D-B4EF-249C2EF6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E455E-E629-4CCC-BB9B-6F43B51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47A6D-7746-4C32-B1E6-F107C7E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C8E24-F5F2-4475-A97B-90160CCC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88139-0EC7-406D-8F87-B1DC20A6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Thermodynamics: Work, Energy, Heat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4EAB4-B39F-4AB5-9ED9-13903B2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2C2A2-A6CB-4AD9-897A-E3924733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5BDC4-2945-4FF7-B1AC-C4A3A742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92032-2233-4780-AE78-40C11D29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575A5-2418-406F-8326-C4523BD1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7182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1409C-B774-4512-8E85-58AE70BA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41633-BFBA-4DD2-9D55-41DAA7D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75417-67DA-4270-802B-FDB7E578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F065C-8372-4F79-A0B0-2F466E2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FB421-7AEB-45AF-8941-42C4516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Heat transfer: Conduction, Convection and Radiation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7873B-0496-4872-B34D-92F6B2C4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Heat transfer: Conduction, Convection and...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83CFF-0D02-4885-A9B9-B08E086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29BD5-162A-4718-A343-7207385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77837-1E9D-4974-9BDE-34257CC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3A6DE-52F3-43E2-9F80-7433B16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611B6-10D2-400A-A6BE-6EB73614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756F2-8131-4B11-932C-B4C4339E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AD9DC-1F9E-4197-A824-96C875F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51EDA-8DF4-48BA-94DA-EE85F703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5E376-AC5D-4F9E-993C-217117D1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89AA2-8E87-4114-BD02-86908FE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3191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C7DD0-301E-48BD-B5E2-1A93B235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9E1DB-1A79-4381-AE6B-F3273936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853E5-B0B7-46AB-9E87-C7CDBBE9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7C39F-F362-40B8-9F48-CA4842E0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73877-F2E5-48DB-AA39-9DE7F45F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DED1F-A954-4237-9D1D-5644D470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85381-97D5-40AA-95CA-43B1954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C27A-D079-453D-A032-D8E90285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A1B47-4A90-49F1-8B80-921F6B79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Heat transfer: Con...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E9FDA-68F7-4E31-A393-CAE5294C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795FD-875A-4A25-8C84-D167BCB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5A448-5E91-4F61-B6E3-D9BE717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Heat transf...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CF8DA-9225-4E58-A5B9-4A1A2EBF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6BA35-88F2-4859-AC16-376E408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245A0-BEA0-4266-8BA4-787B55E6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Heat tra...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19731-9CA9-4017-A13B-14E840EF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95522-086F-45FA-BA8C-A34BAC1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1C7A3-69F2-4DD0-B54E-C1E0A2C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Heat transfer: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B12F1-973D-4F70-9A64-F851591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AFC9C-19D4-44C9-B012-40D86DCC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64A81-1D86-49E4-9FEA-0323269F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Heat transfer:...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5F713-5572-417F-B46B-4AE0FC7A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8E2AD-DDA6-419F-B71E-1DF0CC30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6216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03229-9E6A-4CAD-9235-668BB94D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FBDD7-275F-44B1-BAD2-7BF0A232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265CA-6C70-4A6B-A118-3D8C15A7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C9656-A74E-498C-BFC5-C2756CB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5BD44-7A3A-4684-B86B-05346B53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F75F7-ACBC-4585-9CC9-E0AC24B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E7250-0505-4B68-AF5D-CAE01A31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D465-AE99-4BE7-9A45-E0639705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C42BC-0709-4360-9E65-04BB4A6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A1572-0386-47C0-9844-1990D31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4C79F-9048-45E1-841A-C23FC6F1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96179-B07B-488B-8ECB-9820FA9D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23181-78A1-47AF-BDE6-E13A97F6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11E5E-F46A-4C79-8553-A71D3E97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BEB2C-ACA3-4959-9173-7E8F0090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60806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FED44-FDA2-4015-BA6D-0E2F9446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368EB-D563-40AA-A4AE-90D9FE66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D4868-370E-4A6C-AAC7-02AB8DF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BC8BB-AC47-48D9-9FA5-FA8CB23B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63CFA-30B2-4721-A4EC-0F487FFD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53A17-2DAC-4BE6-A911-B565F0E9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Heat transfer: Conduction, Convection and Radiation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123F9-21D5-45EF-B5D0-351959F5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FD0B4-6AD0-4939-9FDA-E9FCFC05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C2E11-A307-40CB-AE89-E9F0F7DE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51381-4D15-4077-B7D8-20EF2B0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9A40C-D974-4AD6-A2B6-3677B59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28761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D9B60-DAC7-4422-9A74-FB1221B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C8ABB-8D6A-4F48-9ADD-AD32E281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388D0-9390-4E48-B9F7-7C021B6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7F427-056B-4339-9AD7-9F4D7D7D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2058-384D-4E2E-A2F9-1A0F60B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Steam: Formation of steam, Properties of Steam, Numericals related to the properties of steam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B5165-8148-4FC4-BD77-FC6845E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Steam: Formation of steam, Properties of...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87FBD-4F35-44D2-A206-5FBF965A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E1BDA-92F7-488F-BC1A-5794C31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A6BE9-40D2-4638-9EB8-F820C237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7A6C0-C48D-4858-B2C2-DD9B5D6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104C5-FABD-400B-BDB4-8ABCD27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3C786-AE9F-406A-8DC1-ED3E3FA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7D82B-FC1B-4B5E-BE4E-27F43708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727F1-0C9C-4EF7-ADAB-9D80E771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5AF70-755D-4196-9ADD-FE09E8E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0C902-CBD7-4E70-AFFF-1FCEE12C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10633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1358B-77C0-4991-B7B5-7939FFE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7171-26F4-43B4-8BE2-0C9FEC3F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584F1-80F1-4713-B092-84036692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BEABC-057D-4BA6-BF29-2B739F6C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5EDB4-48A4-4194-B40C-A5374D7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B063A-2F01-4383-8FB2-357AA9F7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B0525-0DE1-4D66-82EF-871CC7B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1F10-2A91-4E15-A3A4-16D81B1C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BF252-6509-4F4B-AC7A-45B705B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Steam: Formation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D27AF-8D37-4B77-92F4-06B4EC1B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83253-DD7A-422B-9264-DB38F45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EE9A0-01BD-4C41-B108-F24C593A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Steam: Form...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74058-CFF1-497A-8A25-11949EDC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23486-33F3-4253-8F14-93CBD0C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914E5-D2D5-4157-B368-130DA7A4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Steam: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3F043-A59C-4517-8091-0079205D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BDC8D-90C6-45E3-A2A5-C93FDC9E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ECF9C-4C76-445A-AE09-3D9B7CD6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Steam: Formation...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30DA2-908D-490C-A409-AC928BE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A5C5F-F757-4871-B177-AF38288F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43BA9-5D92-4454-811F-D126B7E9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Steam: Formati...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973A9-C4A5-4043-B678-8AC0892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B8958-93D7-4C60-ADEE-36C0841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973555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0AC1D-973A-4CF2-8DD0-C38A8FAE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8573-347C-4747-A730-F5C1E8A7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EBA19-9CDE-4391-ADC0-AB69B8A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7D8B-E016-4384-B796-54A19DC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AF806-C614-4E61-AAB9-0024515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5A251-062C-4CDB-81DB-21ED510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562CB-F3EB-4C21-8D75-45C47227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F4C7-363B-4485-9D2D-42E7423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25790-B61B-4D7B-BB2C-F86DB23E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8436A-F6BD-4083-8473-FBAD1F3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077D2-0067-4C05-8436-7195917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45F1D-7C41-4C45-89D1-32BA183B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44051-F9A3-4CFC-B023-40A92310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F7EC4-9CDD-4FBB-9133-35533004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444E8-867E-4ABC-8AE1-AFF5A5F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80023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430CF-72F2-4C56-8E3F-71600276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0FCE2-CE58-41CE-80D6-916A413F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94B8F-04BB-45B6-8756-16D86A2F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7157D-7752-461B-A9FE-BD832EDF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2CE81-875B-4E2D-9FB1-91F076A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BAB3B-594D-4DEB-B541-98998C8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Steam: Formation of steam, Properties of Steam, Numerical...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8DC02-2092-4C97-A3D5-0491E260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5A5A-EFA8-4DC2-8CD7-55CD4CEF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79777-ADBD-48B8-B7E7-5370455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E5CCD-E1E8-462A-8FF4-D9AC01E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3CD91-9E59-45AA-AE3F-FA685459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177133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8A6BE-3623-469A-8524-32AC526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E7EC6-CD7A-46FE-8DA9-64E10CA1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6BCEF-CE23-423E-9E0C-6927A76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0CA8F-1ABD-40F7-B885-894EED7C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787B6-2DFF-46C2-A287-FFDC9829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Heat engines and Heat pumps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86C48-6E24-46F2-AC09-9F55789B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Heat engines and Heat pum...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30FF-638D-4B70-AE4B-4867C9D2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33822-726C-4926-A66B-F83716B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A0508-F02F-4AB5-9FB9-0AB252B6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D842F-A7A8-47F5-B573-91FE1F4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456F2-09DD-41EA-B661-DF250A1A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8F63F-50C8-492D-89CF-00D5115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4D05C-94A4-4EFC-B868-BB4C3BC9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1489A-A74E-4076-9E5E-08ACBA14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549B1-DBCD-4D3E-9B0C-72FC3BB5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C2F20-1025-4B4B-8C64-89B915C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258128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4A0AF-0322-43A0-BE81-6E2DD9E5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4AA60-54E4-4ED3-8ED0-9C4C9AD4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9A40-5CA7-4DA4-92B7-C41F263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67BBB-3430-4116-AA9C-966EA430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6232-A418-48ED-9D51-E2CE1B67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1876-C0AC-42BB-9993-2901FBE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D7A1E-E32A-48E2-8709-7359A5D2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CDD22-7B4B-436C-8250-B271A42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DA4DE-0028-485F-BD74-55443C65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He...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1604E-1789-4022-A9E3-F3ABBDC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F8A29-AD5C-430D-AA06-9373D2DF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99F59-3F1A-4B95-90B9-FBD9DD0B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759EB-A853-4B72-A5D1-31F0E2D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EF1F7-8D7F-409C-B7FA-150E9949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C1772-1BF9-4BF0-8E52-52CC5A53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A90DD-87E1-41E6-B749-6D3C5C43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F7878-7234-4655-A8EE-C03A7990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E4720-3AFB-48FC-9D8C-42FCDD1D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320F8-E7F6-4B5F-A673-1551468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31319-4F61-414E-ADB1-62BB0985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757D5-0DFA-4F54-BE58-03FB88F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8EAEE-AF26-4FAC-A922-BC6D740A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CC0D3-D44C-449D-B76F-444B619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97513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830A9-4B32-4BF6-9010-27CF5C17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F417D-765F-46A4-9703-9EFE673C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52188-D7C2-42BF-89A5-FFC13036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32A2D-08C6-4F03-9C57-42578DE8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377DE-B0D6-4A01-9329-3E8751F1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C8786-DE75-488F-BCBA-490C658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AF1BD-C465-4296-86FB-46805F5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003E9-74FC-4F94-9FF7-FDE0BB0A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24798-5AAE-44F4-B3C5-DE01951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04E90-753E-4982-8BFC-43C74685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C2E38-B4B4-4860-A8E3-F38030A1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8F927-CA22-4664-9874-BFE34F61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686C1-5994-42EC-A850-F995756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A1FE7-5560-4CE5-AA98-737DC821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5924B-801A-4DE6-8D55-0F363E23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83475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44438-3F81-48A5-9137-6A1ADB8A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53642-4109-40B4-9CE7-5914D0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8424B-1C65-4AAD-9EBD-A7123DEF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6165C-D8EC-4EE8-8BD9-4362C407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E1894-2C1E-4891-9EC2-2618CA9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AD83F-536D-4E06-B9BF-3B5E161A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Heat engines and Heat pumps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797F6-7FA7-4F99-A526-E33CF57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55367-70A2-477F-B9E7-9339DE0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5CAAE-2CD4-47C7-A9B6-7C03E71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1361C-CB90-4884-81FE-BF04B490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1AA4-DE37-4B47-918E-1FC0E511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53835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C594B-49B8-473B-A20C-21C2964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282BB-F6AC-40A8-A0C7-50B4D49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1BB6A-11F7-491D-83F5-B8947D0F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043FB-EE97-42B8-888D-D0017699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96C4B-C10C-4EDA-BEDE-7C2E1D92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Combustion engines: Working principle of Two stroke and Four stroke engines (SI &amp; CI Engines), No Numericals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47515-2723-4CBF-AD0E-D941E9D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Combustion engines: Working principle of...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EF62D-A645-4923-A94F-6037C8A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88BBD-5808-49FC-8A7B-3925AC5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61EC1-E1ED-43D9-965E-7F64189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F61FD-C9CF-4FA1-880C-FAEC0BA0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C1960-26BF-422E-9B97-68A7EF60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5004B-6F66-4A0B-BC6E-C2D2BE4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F60D2-8B17-4BE0-8BA5-39169C35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C98DD-E691-4BD6-9979-56B80C62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194F0-7FC4-4C0C-90E2-6072BFA7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73C48-0289-407D-B280-62F04B14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25501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F5DF3-71AA-472D-9317-A728924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0F0EE-357C-4E74-A1C2-0CA13C4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CAC12-E375-4BCB-AFE6-9AA093FD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ADD56-F63D-4C1C-9B70-F7282B61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A332D-BB11-4567-A6C5-F742BA81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453A-2CB0-4BBA-8958-E596328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0D0F-B471-4DF6-99E2-4D40CA3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123D6-010F-4E07-813B-FCEE29A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87218-98C8-43D4-8A5E-F1EF9618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Combustion engines...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0B0F8-AA11-4888-B234-D09D121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05484-CF33-4458-944E-29395E02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88D4A-6AAD-464F-83D8-FAA26F0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Combustion...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18FC0-2E22-4D95-9D7F-4FEE9FD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1C888-0706-4223-B66D-56B0961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4966F-A56E-48B0-A8C3-869E624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Combusti...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B9431-39B7-4509-AB36-BDFED50F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5A9A2-5B37-46E4-8068-720ACB76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9DFEA-0A54-4596-BAF2-8649B618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Combustion engin...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593B7-CF4D-4CD1-99E8-F826C166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A64F9-7BA5-4D1E-9E23-73BD146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96603-5777-405E-9FA0-4995FC3D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Combustion eng...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089EB-02F3-4876-B0F7-1792D91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839C0-BCBF-43CF-82FA-A6C958BF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97117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AA3E9-C55F-4883-848B-CA9291F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987CB-116B-4A7C-9BA5-AADB44F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6D93A-9518-4886-9CDF-8A1C09E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1F01B-7660-4079-8320-E494E289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FB9E-2314-4CAC-B6FD-101AC7CD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48F8F-C6D7-4FDF-8E1E-DB68EB38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1D147-E0CB-4CD8-89D3-220ED93C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DD5AA-0949-4860-BE0B-AFEEF784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C2374-D076-4DAF-8814-AE8CB00C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12631-BF08-41E4-9051-51A31D8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38067-7753-4746-9CE5-E7B85626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91C35-9FF3-4FF9-9CA2-4CFED0B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DBCBE-E72E-45A9-8A7B-D9CCA980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088E0-BF33-4883-82A0-F8917830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A8C44-F1AA-4F78-9297-5999683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75176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22EF6-89C2-4FA3-B593-6BF1ABD4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B5544-3C1D-4C14-9BA6-F3955D2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41BCB-C194-4E42-8861-009F6FEE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B3EA5-E1C5-44B2-BF3D-EA7E243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B3B44-F735-4930-8073-7CD31361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68649-80AE-4CD9-BFAB-82B6EC9D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Combustion engines: Working principle of Two stroke and 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43904-1F2C-4FA0-9D05-989BC532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B5629-3B0D-4C94-8E4D-E56856C5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1DC96-0734-49D8-8B6E-9723A1C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FDAB6-111B-4B90-8A3D-0068EE5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5D329-C820-48E7-BFE5-63353E27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17265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CF1EE-3D06-4F7D-B61D-D75ADD36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7058F-EB24-4ED2-BA48-04D585D9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BC800-93C1-4FEE-90EE-380A3149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1273F-A6E8-4156-8861-9BDDC28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CEBC7-8EA0-43EF-8544-58BE57AD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 vehicles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05019-469D-4D34-833C-04C43A4F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 vehicles and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9E5FB-31E7-490D-8B11-19F9E2F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A466F-8EBF-4DD4-A9EF-1979A059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4879D-BD0A-4305-A76A-FABF8F8D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9FDDE-4851-4B4E-8389-A08FD38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70E27-61D5-49A2-BDEE-E7FAE9D7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C1846-A31E-4CEF-93D2-EB48868A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A617D-0986-4ED0-8485-76B471D4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758C0-17FB-4197-BCF8-A2B278B8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492ED-A277-4D4B-95FB-D6435C07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1C669-45CE-4285-9D56-745AC80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74332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3B174-B2C5-42EC-9050-CC86822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59D57-178B-4AE1-B9C3-54B0B184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6AE8C-C726-4332-A057-F607FB35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1B90A-A1CD-4F41-A9D2-9C98A08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CF61E-0D2E-434E-9AF0-6C3DB371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C9201-0683-49D4-899B-0D705CF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2C64E-F594-460C-9266-49320C53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BD777-0385-42CD-886C-A6F97834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EBF08-485A-4038-8705-410E9867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Electric vehicles...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B0960-BCD5-4618-A590-85721E4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9C1D7-927F-4556-A5E4-6DC9EA3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D7C6E-A189-4255-A931-6BDF33D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Electric ve...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8DA78-7D9C-49BF-9570-170B62C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690ED-D808-42DC-A14D-695E0311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AF570-C760-4F37-8452-84A7A3A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Electric...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9E6AC-EDA2-40DC-B7D0-B1CE0D04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90BB5-EBE2-4712-BA6E-050DCE1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7C112-421A-40E6-9CC2-BDBEBDC0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Electric vehicle...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9EF82-A970-41E8-B024-30D92A8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7E4FC-D139-45AE-87DF-47299D9A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D5686-D261-4025-9815-982CB35C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 vehic...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02613-1C4A-41AD-95F5-5D9E086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8B304-ADEB-4890-8E36-FE38DC0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79749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562D8-4840-4B04-ACF2-ED0069F9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14121-FF8A-44D6-98AC-6C54395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1775A-31A6-4967-917C-9791842E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0EDCD-2BE6-4F89-87C8-5F4CF6D1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5699D-914E-4852-9FDC-9157726F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D7C96-53D1-4F7C-AA62-6ADD9D17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C1E2D-30B0-4960-ABD7-D9E5B8B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F76FA-7028-4F56-8858-606A0B4F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45F11-0CC7-4436-9D44-D2830D10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1E40B-B173-472A-A258-EF1EA8DE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B3C76-29A3-4977-BCA0-68E961EF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F6635-7012-4A83-B29C-5B1E1144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57C51-F6BB-4C60-9401-8083890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20052-FFB7-4168-A105-860B0AFC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CC951-9546-4EF9-BA99-F07017F7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45303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D3EB7-2846-43E5-BF0A-FAD32286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495BA-4FCF-4ACA-A909-E21A8269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85A0A-6C4F-43E3-9845-68BFCB48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36979-2090-49D8-B31A-B170594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18714-D54B-400E-BD9B-F6E225A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37B1E-ED73-4695-8A74-2A6DB396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 vehicles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E5F7C-F2C2-439E-B991-13A66342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58D3F-160B-4811-A8D0-BD5E640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01082-8213-451B-8F62-9D42D757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44815-858C-4E1B-9F15-362F8F46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50FB1-C916-466D-B73D-EF99AD1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96406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2271D-591D-4F04-8E53-33847092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65C84-59E0-4FFA-AEEB-ABCBB001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71D3E-7817-4326-B7DE-0632F31B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23868-6FF0-4917-9288-6DEFC51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6D6D2-7C18-4FC0-A5CB-A07F64BF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Hybrid vehicles: Working principles, Electric and Hybrid vehicle components, Brief introduction to energy stora...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349D6-ED5A-426E-9447-4309241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Hybrid vehicles: Working principles, Elec...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C5C5F-578C-49BB-BA3E-0F259F8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B7A64-1572-463D-BEDE-A67AC003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6C13-1CC3-48B2-BC5A-BD288E56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F45E1-3448-4256-8F33-FEDE0BA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D3B8B-C8B7-4AC9-9613-0E1EDC5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FBCDD-3D0F-450C-B06C-B912AE5B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993D1-6B9F-4EB9-92E7-4C85911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C4E34-F60B-44B6-8937-FDCFC96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4B48D-321C-445D-B782-0C2970AE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1B490-3BD5-432A-B157-B31EB32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87777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03D85-DE25-40DD-AC9A-30067DEE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FCAE9-7CDD-477D-9E97-38E0EF39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665A0-4E1F-48AE-B20F-BD79685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88457-B9E0-4A3F-8C8C-300E3645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6284D-8669-4248-8175-0FD12460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C44EC-C065-4B70-B7E8-FC9F7AAE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5F3FA-3CD3-4B64-B514-5294B836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21110-4F72-40EB-AAFD-25A19016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6C210-3A8B-406B-BD0D-F07DA6D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Hybrid vehicles: 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90BBE-34DE-4BDE-BCF0-E5CD080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2B1E6-0721-402D-8C32-FF7EC6A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46E01-98A0-46C4-AEC6-1A0E1E64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Hybrid vehi...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BB88E-C3B8-4025-975C-4564A3D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FEF78-8F5D-4E72-B118-C0FC9B35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996AD-6749-4C37-9DC3-22296BD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Hybrid 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21D8E-184F-4842-9150-6F1A6A43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F777C-DD74-4BA6-A119-3DA98008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75AA2-ED0D-44A9-BD97-84F8D885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Hybrid vehicles:...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1D7BE-6CF9-4EE1-A28D-2280DDF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509D9-B5F1-4009-A906-2C2086FC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E545E-B8DF-4A87-A404-317BB37B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Hybrid vehicle...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03C18-FBA9-4090-8E94-7EDED902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5BD9D-0C40-4965-9B33-41EF1B7C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27765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6B950-23E9-4C49-844C-039E1ED8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15B0C-0124-409F-A1F6-DA0B67C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945B-B11D-4625-A9FC-92358A0F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F3CE1-5FF7-41F5-A3C4-48978749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0C8A8-1488-47A7-B78E-1E541EB8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4C0A7-83AE-4CFB-8CBD-B6D230B3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3C778-D68C-449A-AB91-5CC79729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FC5C7-6CF7-40EC-A2B2-34E4175C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CAE85-8279-4BA6-A8DD-FECAB933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BD7E7-5BCC-4C22-A53B-2F29A34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2625F-C5B8-4B50-8E3D-BC501C4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D4686-753C-4B93-8C1D-B8FBDF7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D1ECA-E6DB-49FC-BE71-3DB81C42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8D1D3-8734-489C-972B-10EAC2F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E01D7-B60C-41DC-BB72-4A9EF056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0133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16C68-FE97-4DC6-B585-FD742165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5A65C-271F-4FAA-87F8-B291AA76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BFDD-3318-440A-BDEB-8E613AB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AB22E-BD3D-4F95-B55C-A20E85A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3EE9A-EFD4-45F0-A3C4-4ABBA57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93486-76F7-4658-A9D3-C9C90438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Hybrid vehicles: Working principles, Electric and Hybrid...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4E647-8B97-4E41-BBC7-6A83BE4B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0D94A-FF9A-43AD-84BA-3903BD2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BCE0A-AF1E-4257-81D2-808F4C1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8E38E-3BE9-40E7-A293-F3443666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7E862-563D-44F6-B86B-CCAE27A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61546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8AB3C-CF62-4B9C-B2F7-6F10FBA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821AC-96B0-4D73-8A99-3CF9187C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DAE43-6CE4-4637-B1B3-83BEB8C3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B35B2-D183-41EC-8F2D-F5230AC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5ECDB-0045-4B76-AE52-765C46B4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960C8-C7DC-41EC-BC84-147E7A9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806469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DA382-F17C-41C5-A0C0-D3823ED7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67198-49C9-408D-A6E0-F4CAA30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869AD-9D85-4F16-909E-88B6B1E4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42514-1963-4452-AC78-EEA2839A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5CC0D-8AF3-42EF-B8D2-9531C36B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Thermodynamics: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Heat: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DC2FF-AA52-4C1F-9205-07D1344F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795712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9C916-A393-458B-BDFE-B80381BF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DBF66-C96A-486C-AC37-16E063E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483FB-3A0D-4183-83F3-F9E0D53C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3164D-9B4A-4A2C-86CD-F2D4663D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85414-4AA9-4891-8D13-C4EB3E30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01DC1-030F-4276-A714-E3F7DCD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21386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B1DDC-5668-4694-B998-889223E9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3A380-052A-4CAF-BF2F-47269B3A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E22AA-45D6-4CD8-9598-078FE2B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BACC0-5235-4CBE-B6AA-076F86B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01683-3D67-48CD-A69C-185C580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83A6B-CBA8-4A77-88F3-C53B2BB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628227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4FA7E-BB74-40FC-8CFF-5F8A2827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CB921-1461-4998-A276-E7556B0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495A3-9C50-4C9A-88CD-4C46AA0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43DDD-20AD-4A83-AB5D-F84AF9B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E7F29-DDB1-4A76-801A-3D22011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Thermodynamics: Work, Energy, Heat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Heat transfer: Conduction, Convection and Radiation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Steam: Formation of steam, Properties of Steam, Numericals related to 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Introduction to Heat engines and Heat pumps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Combustion engines: Working principle of Two stroke and Four stroke eng...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4C88A-87D9-4F74-86DE-938E3F6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66D14-B129-4993-8C86-7C539A38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35482-7F05-418A-8C2E-AB2ECA1A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75543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8C5AE-0B9E-4C97-874E-21FF290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D2294-8A01-498A-909B-3B979929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Electric vehicles 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A4142-BE0C-4109-9192-37914D8D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42BA8-0B35-41DC-879A-01C0CBC7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6414C-4BF6-42D3-8A3C-2A7528C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86E7E-4F83-4DBF-B48D-0CB7D998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24992-3035-4E05-9D8B-71410212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3DEB7-AFED-4C98-83C5-5D947643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149B9-67E3-4DC8-986B-DE1E241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08EE2-11C6-4765-9859-C1A4353A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6F853-156C-4C37-94E2-5A9459D8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531B8-D7EC-4F2E-8F37-2D8B71FB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B0660-7ED8-44B7-9C83-1CD130CC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EF898-82EA-4CFE-8866-F636872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CD25C-907F-4823-A04D-C72A9AD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7FCE0-D474-41AC-90FF-C10A1DC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67A58-E0F5-4187-978D-0601BEA7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4AB2E-ECC4-40A4-AAEE-835E0728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D409A-30A9-4C64-90E8-4CC4C360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B9B60-4A9A-448E-8363-473843A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B6EB1-58F7-4494-8AF7-08FF12DA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9F210-FB32-4FE6-AAE1-1473F19B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20143-61BC-4617-9C48-36647161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3B1F9-AEEF-4C97-9821-3B292DF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9007A-73A4-4B2C-BE27-3BC6C0E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423BC-5B13-4114-9C95-84DBD115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4E492-1CDE-4D0A-B3AC-0AE1E431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F6599-DE78-45CA-B502-1CEBB1C9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F1D338-CD61-4085-AC54-8C80C19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CF1CE-6996-4FF9-98D2-E245CD97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0C7D1-E82E-4457-9080-1984987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D200A-AB86-4147-9AB5-2309E7D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70635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BEF008-FBCB-4CED-BCF6-A1F7E83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00D3D-C750-476C-AAD8-94E6597E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Hybrid vehicles: Working principles, Electr...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C033D-DDC6-41E6-9304-D224EDDC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48DB8-E588-49FA-9727-DE635A6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8B4D4-E4F8-4F5D-B428-528C5984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71A27-B890-4FB5-8BF2-0122AF9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E8E75-3B7D-4A82-B031-42793C02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A99EE-718C-4B56-91D3-F2184B06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6DB72-54FD-4CE6-BB0A-D34F921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5C2BD-03A5-482F-B440-2F2BB3F5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5143C-5BF3-4293-92BC-C3132B6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FF746-6C2F-4F06-AC6D-FFFE08F0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D60E4-7DE3-42FA-A69A-D396B7C7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D53AB-2EA9-4763-910A-A832FD45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F05D1-6891-4EF3-9905-C651F6FB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75624-9A17-4291-85A0-8793855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86068-C2C1-48F0-AD91-1DE8599D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BB0DD-F0A1-4BDA-957A-8F01D20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9BFB5-FA80-4D72-9664-F39272EB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F2E82-A11F-4E7A-8F11-4BFE2E5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596C0-73C8-475E-B91A-D50D1A87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32B48-599B-4E92-A04C-69535B2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4AD9F-7EF2-49F3-A826-BC92B46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03E78-8118-4EF6-A98D-46E06C1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0E79F-2001-45E9-ACFB-95D4CC3D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6E4E8-6C17-4E18-802A-8CDDD1A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EFE3B-5C38-4879-841D-46DE48B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3D769-50B8-466C-90F5-877136D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553626-4A33-4A36-A1AE-DA77335F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93517-4689-477E-999A-85F41F6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38E89D-F4D7-4EE7-A0D7-E5C91D60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169C3-2A3C-4F86-8CBA-2D2715B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1962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2026-08-24T16:02:42.8290000Z</dcterms:created>
  <dcterms:modified xsi:type="dcterms:W3CDTF">2026-08-24T16:02:42.8290000Z</dcterms:modified>
</coreProperties>
</file>