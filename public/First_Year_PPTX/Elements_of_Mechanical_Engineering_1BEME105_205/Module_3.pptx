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901a1da0a43e5" /><Relationship Type="http://schemas.openxmlformats.org/officeDocument/2006/relationships/extended-properties" Target="/docProps/app.xml" Id="Rd6e56f40a5094a9d" /><Relationship Type="http://schemas.openxmlformats.org/officeDocument/2006/relationships/officeDocument" Target="/ppt/presentation.xml" Id="Rf46f861bf2e643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065fe40f1d4b0e"/>
  </p:sldMasterIdLst>
  <p:notesMasterIdLst>
    <p:notesMasterId xmlns:r="http://schemas.openxmlformats.org/officeDocument/2006/relationships" r:id="R472488482fd14d42"/>
  </p:notesMasterIdLst>
  <p:sldIdLst>
    <p:sldId xmlns:r="http://schemas.openxmlformats.org/officeDocument/2006/relationships" id="256" r:id="R045b392d71364eee"/>
    <p:sldId xmlns:r="http://schemas.openxmlformats.org/officeDocument/2006/relationships" id="257" r:id="R444c634ce555412d"/>
    <p:sldId xmlns:r="http://schemas.openxmlformats.org/officeDocument/2006/relationships" id="258" r:id="Rd3ff560780274e88"/>
    <p:sldId xmlns:r="http://schemas.openxmlformats.org/officeDocument/2006/relationships" id="259" r:id="R7df8a3b807cb4c08"/>
    <p:sldId xmlns:r="http://schemas.openxmlformats.org/officeDocument/2006/relationships" id="260" r:id="Rbbf00458f6ec4d3e"/>
    <p:sldId xmlns:r="http://schemas.openxmlformats.org/officeDocument/2006/relationships" id="261" r:id="R2bd3dd5312bd4afe"/>
    <p:sldId xmlns:r="http://schemas.openxmlformats.org/officeDocument/2006/relationships" id="262" r:id="Raf54fcf725284720"/>
    <p:sldId xmlns:r="http://schemas.openxmlformats.org/officeDocument/2006/relationships" id="263" r:id="Re6c9ccd57ced4979"/>
    <p:sldId xmlns:r="http://schemas.openxmlformats.org/officeDocument/2006/relationships" id="264" r:id="Rae7d0eaf9ae64148"/>
    <p:sldId xmlns:r="http://schemas.openxmlformats.org/officeDocument/2006/relationships" id="265" r:id="R891d49684df64ffc"/>
    <p:sldId xmlns:r="http://schemas.openxmlformats.org/officeDocument/2006/relationships" id="266" r:id="R90b76d51f2a348b5"/>
    <p:sldId xmlns:r="http://schemas.openxmlformats.org/officeDocument/2006/relationships" id="267" r:id="R51be9d5c6c6f4de7"/>
    <p:sldId xmlns:r="http://schemas.openxmlformats.org/officeDocument/2006/relationships" id="268" r:id="R24fdecf9b68b4a3c"/>
    <p:sldId xmlns:r="http://schemas.openxmlformats.org/officeDocument/2006/relationships" id="269" r:id="R8031e36cde0b4265"/>
    <p:sldId xmlns:r="http://schemas.openxmlformats.org/officeDocument/2006/relationships" id="270" r:id="R4b0d194d6e164499"/>
    <p:sldId xmlns:r="http://schemas.openxmlformats.org/officeDocument/2006/relationships" id="271" r:id="R39ea141710474ec8"/>
    <p:sldId xmlns:r="http://schemas.openxmlformats.org/officeDocument/2006/relationships" id="272" r:id="R7cacb6f30b884bd3"/>
    <p:sldId xmlns:r="http://schemas.openxmlformats.org/officeDocument/2006/relationships" id="273" r:id="Re6f09bdd9c454688"/>
    <p:sldId xmlns:r="http://schemas.openxmlformats.org/officeDocument/2006/relationships" id="274" r:id="R3b17f2d3fe7d4090"/>
    <p:sldId xmlns:r="http://schemas.openxmlformats.org/officeDocument/2006/relationships" id="275" r:id="Rfcc95adce11b47d0"/>
    <p:sldId xmlns:r="http://schemas.openxmlformats.org/officeDocument/2006/relationships" id="276" r:id="Re0c2399640d94985"/>
    <p:sldId xmlns:r="http://schemas.openxmlformats.org/officeDocument/2006/relationships" id="277" r:id="Rded3b18ede18401f"/>
    <p:sldId xmlns:r="http://schemas.openxmlformats.org/officeDocument/2006/relationships" id="278" r:id="R9a3c5aa9cca04040"/>
    <p:sldId xmlns:r="http://schemas.openxmlformats.org/officeDocument/2006/relationships" id="279" r:id="Ra355e201154d479b"/>
    <p:sldId xmlns:r="http://schemas.openxmlformats.org/officeDocument/2006/relationships" id="280" r:id="Re0ce835c13804857"/>
    <p:sldId xmlns:r="http://schemas.openxmlformats.org/officeDocument/2006/relationships" id="281" r:id="Rb0cfe96898ce426a"/>
    <p:sldId xmlns:r="http://schemas.openxmlformats.org/officeDocument/2006/relationships" id="282" r:id="Ra6db7484a13041cb"/>
    <p:sldId xmlns:r="http://schemas.openxmlformats.org/officeDocument/2006/relationships" id="283" r:id="R4e5062350cff467e"/>
    <p:sldId xmlns:r="http://schemas.openxmlformats.org/officeDocument/2006/relationships" id="284" r:id="Rd34ba301737c4ae7"/>
    <p:sldId xmlns:r="http://schemas.openxmlformats.org/officeDocument/2006/relationships" id="285" r:id="R10387805a3794e4d"/>
    <p:sldId xmlns:r="http://schemas.openxmlformats.org/officeDocument/2006/relationships" id="286" r:id="R6295f11e9e744305"/>
    <p:sldId xmlns:r="http://schemas.openxmlformats.org/officeDocument/2006/relationships" id="287" r:id="Rad796a9c944147ee"/>
    <p:sldId xmlns:r="http://schemas.openxmlformats.org/officeDocument/2006/relationships" id="288" r:id="R4eca422ee7504656"/>
    <p:sldId xmlns:r="http://schemas.openxmlformats.org/officeDocument/2006/relationships" id="289" r:id="R8facb069724e48d0"/>
    <p:sldId xmlns:r="http://schemas.openxmlformats.org/officeDocument/2006/relationships" id="290" r:id="Rad3e1812371f471b"/>
    <p:sldId xmlns:r="http://schemas.openxmlformats.org/officeDocument/2006/relationships" id="291" r:id="R704ab56e3d8948cc"/>
    <p:sldId xmlns:r="http://schemas.openxmlformats.org/officeDocument/2006/relationships" id="292" r:id="R3bfa1531bf124e2c"/>
    <p:sldId xmlns:r="http://schemas.openxmlformats.org/officeDocument/2006/relationships" id="293" r:id="R35056051597b406a"/>
    <p:sldId xmlns:r="http://schemas.openxmlformats.org/officeDocument/2006/relationships" id="294" r:id="Rf5612852d9b242c6"/>
    <p:sldId xmlns:r="http://schemas.openxmlformats.org/officeDocument/2006/relationships" id="295" r:id="R5536b477ce8c4a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d3af8d165e4af7" /><Relationship Type="http://schemas.openxmlformats.org/officeDocument/2006/relationships/slideMaster" Target="/ppt/slideMasters/slideMaster1.xml" Id="R9a065fe40f1d4b0e" /><Relationship Type="http://schemas.openxmlformats.org/officeDocument/2006/relationships/notesMaster" Target="/ppt/notesMasters/notesMaster1.xml" Id="R472488482fd14d42" /><Relationship Type="http://schemas.openxmlformats.org/officeDocument/2006/relationships/presProps" Target="/ppt/presProps.xml" Id="R48fa711f723841d6" /><Relationship Type="http://schemas.openxmlformats.org/officeDocument/2006/relationships/tableStyles" Target="/ppt/tableStyles.xml" Id="R7d528cfae19e4b0c" /><Relationship Type="http://schemas.openxmlformats.org/officeDocument/2006/relationships/slide" Target="/ppt/slides/slide1.xml" Id="R045b392d71364eee" /><Relationship Type="http://schemas.openxmlformats.org/officeDocument/2006/relationships/slide" Target="/ppt/slides/slide2.xml" Id="R444c634ce555412d" /><Relationship Type="http://schemas.openxmlformats.org/officeDocument/2006/relationships/slide" Target="/ppt/slides/slide3.xml" Id="Rd3ff560780274e88" /><Relationship Type="http://schemas.openxmlformats.org/officeDocument/2006/relationships/slide" Target="/ppt/slides/slide4.xml" Id="R7df8a3b807cb4c08" /><Relationship Type="http://schemas.openxmlformats.org/officeDocument/2006/relationships/slide" Target="/ppt/slides/slide5.xml" Id="Rbbf00458f6ec4d3e" /><Relationship Type="http://schemas.openxmlformats.org/officeDocument/2006/relationships/slide" Target="/ppt/slides/slide6.xml" Id="R2bd3dd5312bd4afe" /><Relationship Type="http://schemas.openxmlformats.org/officeDocument/2006/relationships/slide" Target="/ppt/slides/slide7.xml" Id="Raf54fcf725284720" /><Relationship Type="http://schemas.openxmlformats.org/officeDocument/2006/relationships/slide" Target="/ppt/slides/slide8.xml" Id="Re6c9ccd57ced4979" /><Relationship Type="http://schemas.openxmlformats.org/officeDocument/2006/relationships/slide" Target="/ppt/slides/slide9.xml" Id="Rae7d0eaf9ae64148" /><Relationship Type="http://schemas.openxmlformats.org/officeDocument/2006/relationships/slide" Target="/ppt/slides/slide10.xml" Id="R891d49684df64ffc" /><Relationship Type="http://schemas.openxmlformats.org/officeDocument/2006/relationships/slide" Target="/ppt/slides/slide11.xml" Id="R90b76d51f2a348b5" /><Relationship Type="http://schemas.openxmlformats.org/officeDocument/2006/relationships/slide" Target="/ppt/slides/slide12.xml" Id="R51be9d5c6c6f4de7" /><Relationship Type="http://schemas.openxmlformats.org/officeDocument/2006/relationships/slide" Target="/ppt/slides/slide13.xml" Id="R24fdecf9b68b4a3c" /><Relationship Type="http://schemas.openxmlformats.org/officeDocument/2006/relationships/slide" Target="/ppt/slides/slide14.xml" Id="R8031e36cde0b4265" /><Relationship Type="http://schemas.openxmlformats.org/officeDocument/2006/relationships/slide" Target="/ppt/slides/slide15.xml" Id="R4b0d194d6e164499" /><Relationship Type="http://schemas.openxmlformats.org/officeDocument/2006/relationships/slide" Target="/ppt/slides/slide16.xml" Id="R39ea141710474ec8" /><Relationship Type="http://schemas.openxmlformats.org/officeDocument/2006/relationships/slide" Target="/ppt/slides/slide17.xml" Id="R7cacb6f30b884bd3" /><Relationship Type="http://schemas.openxmlformats.org/officeDocument/2006/relationships/slide" Target="/ppt/slides/slide18.xml" Id="Re6f09bdd9c454688" /><Relationship Type="http://schemas.openxmlformats.org/officeDocument/2006/relationships/slide" Target="/ppt/slides/slide19.xml" Id="R3b17f2d3fe7d4090" /><Relationship Type="http://schemas.openxmlformats.org/officeDocument/2006/relationships/slide" Target="/ppt/slides/slide20.xml" Id="Rfcc95adce11b47d0" /><Relationship Type="http://schemas.openxmlformats.org/officeDocument/2006/relationships/slide" Target="/ppt/slides/slide21.xml" Id="Re0c2399640d94985" /><Relationship Type="http://schemas.openxmlformats.org/officeDocument/2006/relationships/slide" Target="/ppt/slides/slide22.xml" Id="Rded3b18ede18401f" /><Relationship Type="http://schemas.openxmlformats.org/officeDocument/2006/relationships/slide" Target="/ppt/slides/slide23.xml" Id="R9a3c5aa9cca04040" /><Relationship Type="http://schemas.openxmlformats.org/officeDocument/2006/relationships/slide" Target="/ppt/slides/slide24.xml" Id="Ra355e201154d479b" /><Relationship Type="http://schemas.openxmlformats.org/officeDocument/2006/relationships/slide" Target="/ppt/slides/slide25.xml" Id="Re0ce835c13804857" /><Relationship Type="http://schemas.openxmlformats.org/officeDocument/2006/relationships/slide" Target="/ppt/slides/slide26.xml" Id="Rb0cfe96898ce426a" /><Relationship Type="http://schemas.openxmlformats.org/officeDocument/2006/relationships/slide" Target="/ppt/slides/slide27.xml" Id="Ra6db7484a13041cb" /><Relationship Type="http://schemas.openxmlformats.org/officeDocument/2006/relationships/slide" Target="/ppt/slides/slide28.xml" Id="R4e5062350cff467e" /><Relationship Type="http://schemas.openxmlformats.org/officeDocument/2006/relationships/slide" Target="/ppt/slides/slide29.xml" Id="Rd34ba301737c4ae7" /><Relationship Type="http://schemas.openxmlformats.org/officeDocument/2006/relationships/slide" Target="/ppt/slides/slide30.xml" Id="R10387805a3794e4d" /><Relationship Type="http://schemas.openxmlformats.org/officeDocument/2006/relationships/slide" Target="/ppt/slides/slide31.xml" Id="R6295f11e9e744305" /><Relationship Type="http://schemas.openxmlformats.org/officeDocument/2006/relationships/slide" Target="/ppt/slides/slide32.xml" Id="Rad796a9c944147ee" /><Relationship Type="http://schemas.openxmlformats.org/officeDocument/2006/relationships/slide" Target="/ppt/slides/slide33.xml" Id="R4eca422ee7504656" /><Relationship Type="http://schemas.openxmlformats.org/officeDocument/2006/relationships/slide" Target="/ppt/slides/slide34.xml" Id="R8facb069724e48d0" /><Relationship Type="http://schemas.openxmlformats.org/officeDocument/2006/relationships/slide" Target="/ppt/slides/slide35.xml" Id="Rad3e1812371f471b" /><Relationship Type="http://schemas.openxmlformats.org/officeDocument/2006/relationships/slide" Target="/ppt/slides/slide36.xml" Id="R704ab56e3d8948cc" /><Relationship Type="http://schemas.openxmlformats.org/officeDocument/2006/relationships/slide" Target="/ppt/slides/slide37.xml" Id="R3bfa1531bf124e2c" /><Relationship Type="http://schemas.openxmlformats.org/officeDocument/2006/relationships/slide" Target="/ppt/slides/slide38.xml" Id="R35056051597b406a" /><Relationship Type="http://schemas.openxmlformats.org/officeDocument/2006/relationships/slide" Target="/ppt/slides/slide39.xml" Id="Rf5612852d9b242c6" /><Relationship Type="http://schemas.openxmlformats.org/officeDocument/2006/relationships/slide" Target="/ppt/slides/slide40.xml" Id="R5536b477ce8c4a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11f933908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e348a9b3240f7" /><Relationship Type="http://schemas.openxmlformats.org/officeDocument/2006/relationships/notesMaster" Target="/ppt/notesMasters/notesMaster1.xml" Id="Re566bdf6ed36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8dfb520d7484e" /><Relationship Type="http://schemas.openxmlformats.org/officeDocument/2006/relationships/notesMaster" Target="/ppt/notesMasters/notesMaster1.xml" Id="R7851d165947d40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ee5e7541ef494d" /><Relationship Type="http://schemas.openxmlformats.org/officeDocument/2006/relationships/notesMaster" Target="/ppt/notesMasters/notesMaster1.xml" Id="Rceda34edb652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b2aa7dae54496" /><Relationship Type="http://schemas.openxmlformats.org/officeDocument/2006/relationships/notesMaster" Target="/ppt/notesMasters/notesMaster1.xml" Id="R7252ba81a2b1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53d8cab05048a9" /><Relationship Type="http://schemas.openxmlformats.org/officeDocument/2006/relationships/notesMaster" Target="/ppt/notesMasters/notesMaster1.xml" Id="R18bf8813a85b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b6ff39f474f6f" /><Relationship Type="http://schemas.openxmlformats.org/officeDocument/2006/relationships/notesMaster" Target="/ppt/notesMasters/notesMaster1.xml" Id="R7491f494def841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cb2689e294e62" /><Relationship Type="http://schemas.openxmlformats.org/officeDocument/2006/relationships/notesMaster" Target="/ppt/notesMasters/notesMaster1.xml" Id="R20781081cab84a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a1c7a2ec604998" /><Relationship Type="http://schemas.openxmlformats.org/officeDocument/2006/relationships/notesMaster" Target="/ppt/notesMasters/notesMaster1.xml" Id="R58c8156a4c9741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8dcd58ce040c7" /><Relationship Type="http://schemas.openxmlformats.org/officeDocument/2006/relationships/notesMaster" Target="/ppt/notesMasters/notesMaster1.xml" Id="R855e08f370a4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73d6d112964b8f" /><Relationship Type="http://schemas.openxmlformats.org/officeDocument/2006/relationships/notesMaster" Target="/ppt/notesMasters/notesMaster1.xml" Id="R931876b03a9142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1681e19bd14637" /><Relationship Type="http://schemas.openxmlformats.org/officeDocument/2006/relationships/notesMaster" Target="/ppt/notesMasters/notesMaster1.xml" Id="Rc1926d77dd6a45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c971c64bb440fb" /><Relationship Type="http://schemas.openxmlformats.org/officeDocument/2006/relationships/notesMaster" Target="/ppt/notesMasters/notesMaster1.xml" Id="Ra7868c4369304e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88e3cbf5a44eab" /><Relationship Type="http://schemas.openxmlformats.org/officeDocument/2006/relationships/notesMaster" Target="/ppt/notesMasters/notesMaster1.xml" Id="Rad9ab5f58fff45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a7057e3ffd4293" /><Relationship Type="http://schemas.openxmlformats.org/officeDocument/2006/relationships/notesMaster" Target="/ppt/notesMasters/notesMaster1.xml" Id="R4b1dde63bc7549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982cbf9cb240b4" /><Relationship Type="http://schemas.openxmlformats.org/officeDocument/2006/relationships/notesMaster" Target="/ppt/notesMasters/notesMaster1.xml" Id="Rabe1c7d580704c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7f64444add4fb9" /><Relationship Type="http://schemas.openxmlformats.org/officeDocument/2006/relationships/notesMaster" Target="/ppt/notesMasters/notesMaster1.xml" Id="Rc944f4f4c3944f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d2ac030dff459a" /><Relationship Type="http://schemas.openxmlformats.org/officeDocument/2006/relationships/notesMaster" Target="/ppt/notesMasters/notesMaster1.xml" Id="R846c7c5f54a345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ba9223866e462b" /><Relationship Type="http://schemas.openxmlformats.org/officeDocument/2006/relationships/notesMaster" Target="/ppt/notesMasters/notesMaster1.xml" Id="R59ee0621de6445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755508a68a4045" /><Relationship Type="http://schemas.openxmlformats.org/officeDocument/2006/relationships/notesMaster" Target="/ppt/notesMasters/notesMaster1.xml" Id="R757fde9a475b47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de677f901641ba" /><Relationship Type="http://schemas.openxmlformats.org/officeDocument/2006/relationships/notesMaster" Target="/ppt/notesMasters/notesMaster1.xml" Id="Re3b4aced41314c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6771dd1d83493e" /><Relationship Type="http://schemas.openxmlformats.org/officeDocument/2006/relationships/notesMaster" Target="/ppt/notesMasters/notesMaster1.xml" Id="Rf74054db54d143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f7040222d44ec9" /><Relationship Type="http://schemas.openxmlformats.org/officeDocument/2006/relationships/notesMaster" Target="/ppt/notesMasters/notesMaster1.xml" Id="R982a374bc11541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f3e9580a4f40df" /><Relationship Type="http://schemas.openxmlformats.org/officeDocument/2006/relationships/notesMaster" Target="/ppt/notesMasters/notesMaster1.xml" Id="R47dab91e5f8e41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1bb09bcdc647e1" /><Relationship Type="http://schemas.openxmlformats.org/officeDocument/2006/relationships/notesMaster" Target="/ppt/notesMasters/notesMaster1.xml" Id="R31e80ddb5fbe40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60b20db5da499c" /><Relationship Type="http://schemas.openxmlformats.org/officeDocument/2006/relationships/notesMaster" Target="/ppt/notesMasters/notesMaster1.xml" Id="Rdb050c0cd3d44af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7b82622061d4c6e" /><Relationship Type="http://schemas.openxmlformats.org/officeDocument/2006/relationships/notesMaster" Target="/ppt/notesMasters/notesMaster1.xml" Id="R7c0e8cff020348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b2ab4aac5274166" /><Relationship Type="http://schemas.openxmlformats.org/officeDocument/2006/relationships/notesMaster" Target="/ppt/notesMasters/notesMaster1.xml" Id="Rc44020352baa4c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5cc2334a554b8f" /><Relationship Type="http://schemas.openxmlformats.org/officeDocument/2006/relationships/notesMaster" Target="/ppt/notesMasters/notesMaster1.xml" Id="Rf2fbbb28587842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a7afc422bbc4dd0" /><Relationship Type="http://schemas.openxmlformats.org/officeDocument/2006/relationships/notesMaster" Target="/ppt/notesMasters/notesMaster1.xml" Id="R8b348c0e1523452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eb5513c97946d7" /><Relationship Type="http://schemas.openxmlformats.org/officeDocument/2006/relationships/notesMaster" Target="/ppt/notesMasters/notesMaster1.xml" Id="Rb85a5fdf717c437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a3373738504fa4" /><Relationship Type="http://schemas.openxmlformats.org/officeDocument/2006/relationships/notesMaster" Target="/ppt/notesMasters/notesMaster1.xml" Id="Redf645e0d2d44b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f09d97d0d324b4a" /><Relationship Type="http://schemas.openxmlformats.org/officeDocument/2006/relationships/notesMaster" Target="/ppt/notesMasters/notesMaster1.xml" Id="R0c963347f2774da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cd0744fda34f29" /><Relationship Type="http://schemas.openxmlformats.org/officeDocument/2006/relationships/notesMaster" Target="/ppt/notesMasters/notesMaster1.xml" Id="R75284bf39b1849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ad224d319b4347" /><Relationship Type="http://schemas.openxmlformats.org/officeDocument/2006/relationships/notesMaster" Target="/ppt/notesMasters/notesMaster1.xml" Id="R2fab901c30224f8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1d81a1ec384ab5" /><Relationship Type="http://schemas.openxmlformats.org/officeDocument/2006/relationships/notesMaster" Target="/ppt/notesMasters/notesMaster1.xml" Id="Re4efb43245b04e2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904648c7ca54730" /><Relationship Type="http://schemas.openxmlformats.org/officeDocument/2006/relationships/notesMaster" Target="/ppt/notesMasters/notesMaster1.xml" Id="R4712e51c3e9a42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93a50fc1d7d4319" /><Relationship Type="http://schemas.openxmlformats.org/officeDocument/2006/relationships/notesMaster" Target="/ppt/notesMasters/notesMaster1.xml" Id="R778740d6675348b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273e619f29d43c4" /><Relationship Type="http://schemas.openxmlformats.org/officeDocument/2006/relationships/notesMaster" Target="/ppt/notesMasters/notesMaster1.xml" Id="Rac8180a53f424d5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ba8590fa27a450a" /><Relationship Type="http://schemas.openxmlformats.org/officeDocument/2006/relationships/notesMaster" Target="/ppt/notesMasters/notesMaster1.xml" Id="R943d0771e78b4b0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cfa87838d7b4bf7" /><Relationship Type="http://schemas.openxmlformats.org/officeDocument/2006/relationships/notesMaster" Target="/ppt/notesMasters/notesMaster1.xml" Id="R4ce459c7ff684a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3b262486641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40286e4c44b95" /><Relationship Type="http://schemas.openxmlformats.org/officeDocument/2006/relationships/slideLayout" Target="/ppt/slideLayouts/slideLayout1.xml" Id="R60b26abf9abb4a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26abf9abb4a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a7b887b114ab6" /><Relationship Type="http://schemas.openxmlformats.org/officeDocument/2006/relationships/notesSlide" Target="/ppt/notesSlides/notesSlide1.xml" Id="R2700af9264d5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fa63564084f29" /><Relationship Type="http://schemas.openxmlformats.org/officeDocument/2006/relationships/notesSlide" Target="/ppt/notesSlides/notesSlide2.xml" Id="Rb09a73192458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068055bf942b7" /><Relationship Type="http://schemas.openxmlformats.org/officeDocument/2006/relationships/notesSlide" Target="/ppt/notesSlides/notesSlide3.xml" Id="Ra2acabfd2b17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31df9f1a4521" /><Relationship Type="http://schemas.openxmlformats.org/officeDocument/2006/relationships/notesSlide" Target="/ppt/notesSlides/notesSlide4.xml" Id="Rff9d4926571e45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57045fa954ab5" /><Relationship Type="http://schemas.openxmlformats.org/officeDocument/2006/relationships/notesSlide" Target="/ppt/notesSlides/notesSlide5.xml" Id="R3cc767700cd746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2c35e372d4cd7" /><Relationship Type="http://schemas.openxmlformats.org/officeDocument/2006/relationships/notesSlide" Target="/ppt/notesSlides/notesSlide6.xml" Id="Reca6637aa6df40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aefb6567c4fb7" /><Relationship Type="http://schemas.openxmlformats.org/officeDocument/2006/relationships/notesSlide" Target="/ppt/notesSlides/notesSlide7.xml" Id="R611e53853ed74c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5ea7c131a487e" /><Relationship Type="http://schemas.openxmlformats.org/officeDocument/2006/relationships/notesSlide" Target="/ppt/notesSlides/notesSlide8.xml" Id="Rdf77204cd6cc4d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62906c5c4cc3" /><Relationship Type="http://schemas.openxmlformats.org/officeDocument/2006/relationships/notesSlide" Target="/ppt/notesSlides/notesSlide9.xml" Id="R7828b1dd0fd340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6f1968fb64174" /><Relationship Type="http://schemas.openxmlformats.org/officeDocument/2006/relationships/notesSlide" Target="/ppt/notesSlides/notesSlide10.xml" Id="R5a25f8714027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7867d593a477c" /><Relationship Type="http://schemas.openxmlformats.org/officeDocument/2006/relationships/notesSlide" Target="/ppt/notesSlides/notesSlide11.xml" Id="Rd99e8e2073534e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a2f12477c44ac" /><Relationship Type="http://schemas.openxmlformats.org/officeDocument/2006/relationships/notesSlide" Target="/ppt/notesSlides/notesSlide12.xml" Id="R4cb9efbf52b846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eee00ff45421f" /><Relationship Type="http://schemas.openxmlformats.org/officeDocument/2006/relationships/notesSlide" Target="/ppt/notesSlides/notesSlide13.xml" Id="Ra3ac73acc4c648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7578e852435c" /><Relationship Type="http://schemas.openxmlformats.org/officeDocument/2006/relationships/notesSlide" Target="/ppt/notesSlides/notesSlide14.xml" Id="Rabb157b704064e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37f284ffe4da2" /><Relationship Type="http://schemas.openxmlformats.org/officeDocument/2006/relationships/notesSlide" Target="/ppt/notesSlides/notesSlide15.xml" Id="R2675eff0956040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d9a654bc4211" /><Relationship Type="http://schemas.openxmlformats.org/officeDocument/2006/relationships/notesSlide" Target="/ppt/notesSlides/notesSlide16.xml" Id="R6957ba6f83a442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520931f1946a3" /><Relationship Type="http://schemas.openxmlformats.org/officeDocument/2006/relationships/notesSlide" Target="/ppt/notesSlides/notesSlide17.xml" Id="R3ba6058d30034b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d6dfc6f3c4714" /><Relationship Type="http://schemas.openxmlformats.org/officeDocument/2006/relationships/notesSlide" Target="/ppt/notesSlides/notesSlide18.xml" Id="Re9e4b49e22d14e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94a959784aff" /><Relationship Type="http://schemas.openxmlformats.org/officeDocument/2006/relationships/notesSlide" Target="/ppt/notesSlides/notesSlide19.xml" Id="R7e35f3f0f17845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2d38be0f146f5" /><Relationship Type="http://schemas.openxmlformats.org/officeDocument/2006/relationships/notesSlide" Target="/ppt/notesSlides/notesSlide20.xml" Id="R7972596e65f644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1f512533345e2" /><Relationship Type="http://schemas.openxmlformats.org/officeDocument/2006/relationships/notesSlide" Target="/ppt/notesSlides/notesSlide21.xml" Id="R30ade5066e9348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48f5508d34579" /><Relationship Type="http://schemas.openxmlformats.org/officeDocument/2006/relationships/notesSlide" Target="/ppt/notesSlides/notesSlide22.xml" Id="Ra0373a76e56843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c65ecaaff45b8" /><Relationship Type="http://schemas.openxmlformats.org/officeDocument/2006/relationships/notesSlide" Target="/ppt/notesSlides/notesSlide23.xml" Id="R26ab252d72f64d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b116ea6644c11" /><Relationship Type="http://schemas.openxmlformats.org/officeDocument/2006/relationships/notesSlide" Target="/ppt/notesSlides/notesSlide24.xml" Id="Ra85653467fe74a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f86868b394fe8" /><Relationship Type="http://schemas.openxmlformats.org/officeDocument/2006/relationships/notesSlide" Target="/ppt/notesSlides/notesSlide25.xml" Id="R2d0ca23121d04a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fd01aaa2f401d" /><Relationship Type="http://schemas.openxmlformats.org/officeDocument/2006/relationships/notesSlide" Target="/ppt/notesSlides/notesSlide26.xml" Id="Rb122269a53bb44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1bdde8ce647f9" /><Relationship Type="http://schemas.openxmlformats.org/officeDocument/2006/relationships/notesSlide" Target="/ppt/notesSlides/notesSlide27.xml" Id="Rd43753126da74ae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8702248e943cd" /><Relationship Type="http://schemas.openxmlformats.org/officeDocument/2006/relationships/notesSlide" Target="/ppt/notesSlides/notesSlide28.xml" Id="Ra171375e650e4ce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ca006842946cf" /><Relationship Type="http://schemas.openxmlformats.org/officeDocument/2006/relationships/notesSlide" Target="/ppt/notesSlides/notesSlide29.xml" Id="R694673561dc4406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ba5514fcc4ec5" /><Relationship Type="http://schemas.openxmlformats.org/officeDocument/2006/relationships/notesSlide" Target="/ppt/notesSlides/notesSlide30.xml" Id="R931346c1e5854eb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0343be584b0c" /><Relationship Type="http://schemas.openxmlformats.org/officeDocument/2006/relationships/notesSlide" Target="/ppt/notesSlides/notesSlide31.xml" Id="R48a9bf92c322464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9eac8c6a64bb8" /><Relationship Type="http://schemas.openxmlformats.org/officeDocument/2006/relationships/notesSlide" Target="/ppt/notesSlides/notesSlide32.xml" Id="R936da1656e8f4c7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3cef5bb1a4067" /><Relationship Type="http://schemas.openxmlformats.org/officeDocument/2006/relationships/notesSlide" Target="/ppt/notesSlides/notesSlide33.xml" Id="R79fab6f3d636453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9077dba704285" /><Relationship Type="http://schemas.openxmlformats.org/officeDocument/2006/relationships/notesSlide" Target="/ppt/notesSlides/notesSlide34.xml" Id="R52433df9cf834a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1cf7a5d564b5f" /><Relationship Type="http://schemas.openxmlformats.org/officeDocument/2006/relationships/notesSlide" Target="/ppt/notesSlides/notesSlide35.xml" Id="R92e1084cd01642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842af7b2440e" /><Relationship Type="http://schemas.openxmlformats.org/officeDocument/2006/relationships/notesSlide" Target="/ppt/notesSlides/notesSlide36.xml" Id="Rcff5daae5d3d4c3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6b9e08f1a4691" /><Relationship Type="http://schemas.openxmlformats.org/officeDocument/2006/relationships/notesSlide" Target="/ppt/notesSlides/notesSlide37.xml" Id="R848e0059477a4ff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df083cbeb418f" /><Relationship Type="http://schemas.openxmlformats.org/officeDocument/2006/relationships/notesSlide" Target="/ppt/notesSlides/notesSlide38.xml" Id="R7e76fd91c0b1485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2a2f98cc649e3" /><Relationship Type="http://schemas.openxmlformats.org/officeDocument/2006/relationships/notesSlide" Target="/ppt/notesSlides/notesSlide39.xml" Id="R41ed66d9d0e241d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06526c9454146" /><Relationship Type="http://schemas.openxmlformats.org/officeDocument/2006/relationships/notesSlide" Target="/ppt/notesSlides/notesSlide40.xml" Id="R5fb4425d3eea40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8F23A-E823-4CF0-9D3C-33197F0B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FA0A4-1899-40BE-8B82-7C4F43CA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Machine Tools: Lathe: Working principle, Specifications, Operations performed - Turning, Facing, Taper turning by swivel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86CE6-7AC7-4C20-86D5-7D19EA3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5B54F-8499-4D91-936D-F9C23969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D599C-C720-46AC-A9FE-19C731D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A9676-236D-4631-8B75-4C7FA48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699FC-A616-4A18-8B4E-50CF59B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E1B56-3090-42AA-824A-1373228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9851F-9059-41A2-8915-479B41A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EEA4F-C8FA-4998-94BE-D1A437AA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0E81C-675F-44B3-93FF-E3F00120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C4E72-5A25-41DF-A7C7-CBFFBDC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D031B-62A6-431D-8EF1-B6BB366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6901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CF787-E723-4BFD-8ADC-FB5A123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60AFD-42E5-4337-9CF8-897750F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17ED3-2B5E-4E8F-9F12-ABB960F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FF7D4-BCD3-4CF6-966F-47B71980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E6987-7680-4492-ACAE-063EFE9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192BA-19D4-4599-8AB8-076F8722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9CE80-5629-43BF-BAD9-3321A4E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F6A41-6F0E-489A-9EF2-440D2B5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ECB0-D634-4B0C-B98A-835C0AF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C8201-BA84-4721-9D5B-E30F3DF0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77E5C-B37D-4EDE-BF19-CED3675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02B7C-C3BA-4844-959B-05470FB2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FBB8-A3CF-4256-98C9-753FBE5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A7A8C-A313-4D85-BED1-581BAC6C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A70F0-2D12-4844-A195-D09A174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4739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14345-9DB5-4DA1-932F-22CD22B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6FC8F-08F0-497E-B4FE-45C3BEAF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63F0D-3052-4A9D-98C6-310CC43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D0CB0-B1E7-49ED-A2AF-87515B3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34CEB-EC8C-4390-9703-BF30B732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83DB0-0EAB-4F54-89A7-3CFF8AB1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33F9A-A467-4BE4-8160-19D6320F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7C248-920D-47D5-88A9-D5A1DDAD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95836-A9EC-4FE1-8476-A1635840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Lathe: Working principle, Specifications, Operations perf...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D2D37-A846-47A2-A6DA-1F5D960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C1C83-03F7-474D-B3F3-B9C22A92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5336F-AFA5-495B-9296-67037586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Machine: Working principle, Specifications, Operations pe...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FBBDA-C2CA-481E-938B-47AAD22B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06804-9376-4EFC-8769-049B7F7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5EA38-3DBF-4303-8DE6-94237D2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Milling machine: Working principle, Specifications, Opera...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C498A-DC61-4EB5-BEBE-0BF25B4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BB537-7A2F-4669-82E7-AD3F896E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1ED77-BA6C-4A56-9F7E-1A9D322A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(Sketches of machine tools not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CA2E5-3F31-432E-B7B4-C132C58B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6E37F-AA29-4991-A1D2-E7B1FB3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6ED41-9E6C-4FC7-8521-301030B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Sketches to be used only for explaining the operations)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F1C14-C3A0-453E-8765-23B8A2E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ED265-3EE3-4ECD-80EA-276B7AA1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A7FA5-8EA8-4CD7-874E-5A69767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Processes: Introduction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DAA4B-D51F-47C9-8904-6C17BD34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6DDDD-149F-4B0B-AC44-3B47BC4E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DF19E-4D6C-4CFB-9EDF-1224962B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Permanent joining methods: Working principle of Soldering...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760A3-E003-476B-89B0-8C4895C6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3FEFF-BF8C-4F72-8FAA-74A99D5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1425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9C592-073F-45FB-A6E6-F84579A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533C5-89A5-443B-92C7-8B789977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CF55F-CD57-471A-B15C-5F74E12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D53FC-7C55-49EC-9579-684F1922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EBB7B-F0DD-4E05-B41B-4B937410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6EAA7-41B3-4B14-AE3D-AB64165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6182F-4BC4-4F83-BFB7-7E8DB2B2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AFAEA-C00D-4D33-8BE1-AB6C7D7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Lathe: Working principle, Specifications, Operations perf...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41690-B402-4B9A-85C8-A7C706EE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1F8EA-8BF1-4DCB-8E85-D5F6D459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05CEE-6828-44C4-8E3F-85487B73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Machine: Working principle, Specifications, Operations pe...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99E85-47E4-41B9-8048-B2258F7C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2731C-DEE4-48D0-BF99-0183C662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F409-AC5C-4627-BB3E-B55ABEB8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Milling machine: Working principle, Specifications, Opera...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242A3-FE2F-473D-9141-779AA83C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37001-DA7C-4DC9-A3DB-F96F64C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38A96-31D2-41DE-8607-AC72C05A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(Sketches of machine tools not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C2283-F819-43A9-AB68-8900888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1E755-DA1A-40F2-8CC0-E62F8164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66940-C51B-48C0-9E45-7FE97A7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Sketches to be used only for explaining the operations)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9FB8B-91D0-44A7-AAF4-676386A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DD8A4-E39A-49A2-AAF8-3479876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C994E-EBF3-4DA1-9922-C503CE1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Processes: Introduction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E381A-6172-4C1B-BB1D-D2E76D78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77D35-16B4-4514-8A01-2B31D158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F9E36-768D-45EC-8FD6-D72C4FF3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Permanent joining methods: Working principle of Soldering...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7355E-3098-4090-9A3C-76E28B2D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2B86BD-578F-4BA8-AE0C-7EBDC24C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2F843-6AA0-4AFD-8D70-F2DBE5B4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3919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CD825-A8B4-49AA-9684-239D57B7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8D4D5-FF3F-4C89-83AD-79194136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D71B7-E60F-4AC7-8E49-C26D1E2F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5284-E814-4894-96EE-35F41195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99203-8733-4555-8913-C99EC770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1051D-6DC9-4044-9114-8B30B476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32954-223B-4FB2-9D6A-E950877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Lathe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4E845-07CF-41FE-B57C-9AA8C84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7F034-DAEF-42AC-A902-3B201F96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Specifications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57130-87A4-46FA-8F76-9079A05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BDE44-29B2-4062-A843-73692401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performed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6CE04-BE9E-4708-874C-477A531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C58AB-38D7-42C2-A236-3F19C39B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FB71B-03EA-4287-B88D-895CEF53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6EC8F-3818-4669-9005-D2E7222F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CFFC2-1F8A-41D3-B4A6-57081CE8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5087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D5B33-5C7F-4890-8607-E360C943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5A5C0-2584-4ABF-A658-136E44C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5FC77-1F77-426F-BD5F-14C7628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7D9CD-8722-4778-AC1A-FDB0ECD1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3C496-A0EC-4B1C-898E-1FD3692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Lathe: Working principle, Specifications, Operations performed - Turning, Facing, Taper turning by swivelling 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25424-147B-4F0E-9262-CECAE28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Lathe: Working principle, Specifications,...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B2A7A-E3FE-4699-B19B-09F11127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98852-8531-4DD9-9897-2CF0E0D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F99BE-9198-4B03-A32F-1F993D0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0C4A4-E194-42AD-936B-66C570F8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E5C61-F6BE-463D-8A0C-FB58965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3130F-3D3C-4C39-B918-4AA223BC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11315-3B54-4E4D-B625-78A568D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83465-6507-4847-97DC-4AE1730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1FADC-0FF1-4CE4-BC1F-E63DF15D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3437E-B30A-49D4-8F02-4B3276A2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412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84D46-B1BF-478F-9FD6-D78A1138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52302-D9FD-4ABB-8FF6-65A935A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EB12E-35DB-4C1E-9CE5-A03C355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74342-4458-43BD-9E3C-4F5FE98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38237-4C70-40DC-A07B-A75F4CF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A9F8B-3487-43C8-A1A5-A149DF00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CFD32-14ED-465A-9213-8784D687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30FB2-0056-4AB7-9173-01D4D867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25404-CD2B-4AD7-ABAD-65B3BC95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Lathe: Working pri...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88E6F-B137-44FE-9D80-B79A24DC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3B455-8C6E-43AB-A3B6-9E4C6B5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5E6AB-F2C7-4628-95C3-2462D53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Lathe: Work...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78119-44AC-4E6A-AA16-DD343AB0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837B8-FCDF-4BF6-845E-34E8B1B7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20611-F3D1-42A9-9CC1-F3381B6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Lathe: W...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1766E-98BB-4512-A773-79938F1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EC770-63C8-40C0-B5FF-F9810ED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91803-741C-41C5-AFA9-7BEAF053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Lathe: Working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01784-9D58-4838-A057-E6B39147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D7708-7D04-491F-BBB2-E78920D3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9F458-1364-4B8D-A0AD-D00622B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Lathe: Working...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57C01-06B7-4B47-8E39-8CDBF34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CB5B0-D171-4AA3-B7C4-1DBC112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7344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E7DF-CF1B-486A-A4D0-ACE692BA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3F1F1-8678-42DA-A33A-6D929A40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63576-8962-4347-A049-B3EBEB65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01C5E-9A07-4F9A-B286-64493117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4EB7A-E540-467F-9A99-0254FAD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D58F6-9FA7-405D-8014-10B60C06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F760F-5394-4E2E-810F-3117EB59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BE7D-73E0-48AC-9A9C-B177F01E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E4C3E-7ECA-47B4-BF72-CC77952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62208-5757-41DC-AC9A-A47E46C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18A1C-E84A-4F76-BF67-0A35CD06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25E1D-1D9C-4BD3-90C6-29424067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F1B16-8072-44DC-80EF-7912F17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66D6D-BC81-4470-BD74-F2C0CAD4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D993F-112A-4236-88BF-F7B569E6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413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154FF-A83A-450C-A39F-C00437F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507DF-7CF7-4DA8-BEF0-ED261FD5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710A8-3E97-4704-9184-2C0CB34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38B7F-EC35-4F9C-9A8E-62810F6A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18746-18B2-4C9D-825B-85367FD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C0EB7-135C-439B-B086-8D62419B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Lathe: Working principle, Specifications, Operations perf...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A481E-FFEC-40D2-9A8F-9506B0CE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EEECB-B43A-43C9-ADA3-9B0B326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82789-348B-436A-82F7-5AEA2A4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560A6-939B-408B-9EC6-EB42AEE4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AB404-B9D2-4458-A828-E75A5B92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3126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A853A-298D-453C-A1C2-9EA486A9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7487F-78C9-463D-B7EE-71B90BD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AEC87-F4BE-4E60-9A23-D3494A9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8E254-1E19-4A5D-A574-BDFAF0FF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2C91A-9D6B-470B-B0CB-449E7190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Machine: Working principle, Specifications, Operations performed - Drilling, Reaming, Boring, Counterboring, Co...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DC526-4D3A-422E-A36C-24F50894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Machine: Working principle, Specification...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5C089-AC98-4CB9-90E2-CB6187F5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3A3D7-633F-4F3C-858B-14825D2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DAA10-ED84-4639-B460-D241298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19FA6-D079-4394-BC7B-65629F95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E249B-5169-4913-A529-3AA85963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5715A-BC64-43EE-88FA-37093BD4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F6F17-C084-42DD-B241-1A3AE73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8DB05-1075-4E90-8371-8BBB856F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FF0F2-6FA6-43FF-8D86-4C504814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82A96-C219-4AAA-855A-BE0A817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41189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CAADE-5AE1-4B82-B5A4-171EF78B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4F55B-C32F-4758-862E-0586782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2FDF5-2C29-44CC-9187-B256EFFC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A95C9-8435-4D30-94F2-07E2E89A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F20E8-9321-4F4F-8B7A-1861211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5BB07-C13F-498D-8FF0-CD1DFB08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3664B-283D-4286-8A98-C0C456FF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E8699-8AFB-4F20-B974-6277E66B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87368-12BC-4EDF-BB6C-9B6C5774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Machine: Working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EFCB6-DE2B-415A-92B0-D6707A7B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AF1CC-03D6-4C15-B892-4CE249A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9784F-D140-4EEE-97AE-E84EB08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Machine: Wo...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E1C3B-B2BF-44B5-A827-B72DA689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E0A39-8586-478F-9C33-191E1D4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0F1A0-2579-4AD6-9EF6-455925C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Machine:...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F0962-6ADC-448E-A5AE-E648FB3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E74D0-BBF3-40BE-88B4-5E80810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120A8-307C-4590-8B49-A6A8DBA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Machine: Working...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3C7A0-3DDE-4591-9C3F-C415740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E19FE-B76D-4338-BC4B-DB8CD446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E84AA-842D-4410-874B-195DBA23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Machine: Worki...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4BCE4-CA43-4A32-96D2-8DD6E2CF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5FAAB-B982-4C8C-B723-25B7875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4390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A6369-AC36-4BE5-AF76-603207A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0399D-BF1B-4509-9BC1-BD0076A7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79238-30BC-49FF-889A-DE5C5F6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271F5-ECA9-4EA2-91A1-28F72D14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D8E78-08D0-4925-AA90-013C2E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FB775-50EF-43E9-BEAE-E1884D15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5E4B-F64C-441E-B5A3-677B2AD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712B9-11B6-48BC-B13D-8504722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AF2DE-0793-4667-8424-3FB0A40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80665-BAE6-4EE6-B3AE-56765154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633D-8718-411D-83FA-1290ED2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194BD-129A-4AD2-9797-905EE9D5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07BCD-1ACC-47A4-AE2D-B9FD55B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3AA95-D3AE-4C0C-8A92-EE1C864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A8080-9C25-4C60-A129-4B2A2CF6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0500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37CA0-07EF-4B1E-9C35-B34F2AD6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25F15-BD94-4AEC-88B4-9731FD64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882AA-38B3-40CD-8B92-A1AFC5D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64F2A-C587-462C-A0E8-DC92AD4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9D37-A360-4339-9BE6-504C82D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B4930-E8A4-47E8-BFDA-DA807130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Machine: Working principle, Specifications, Operations pe...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4B19A-E9EA-4986-B6B3-BEF025D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4ACB4-37E4-4901-94B4-FB15C256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71C17-94A5-40CD-9D95-F951F152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9FB49-FF55-4990-BF0C-D9498FDA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40922-7FCC-4732-98F4-A316367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61545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675AA-ACCE-4A7E-AD11-5241A066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3DD52-C1BB-46A3-9117-B32045A8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D6CD6-D7EA-4842-A0FD-52B81B19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C80F2-BEFD-413C-8F7D-D4A7607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7757E-F041-483C-949B-36678A68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Milling machine: Working principle, Specifications, Operations performed - Plane milling, End milling, Slot mil...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A2763-193E-4FA1-8DA9-F69EAA38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Milling machine: Working principle, Speci...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58D4E-CCA3-42A9-9FC0-02FEB7AA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419F2-964A-4FD0-AC32-EAECF8A8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5427C-E01A-43D6-A243-447A8518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A5FC3-7B4E-4698-9A9F-C3B4ADFC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64F16-2438-447C-8782-AE97B57A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5BD2B-B9D6-48A1-A1FD-602D57B8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6F64B-5462-4176-B44D-74CC447F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EEE51-9B84-4DB1-AE47-187FE5B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EA789-C443-4DB2-8B9F-18944BAB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A30A9-0073-4362-9863-5280E3A9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17138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C603C-06E6-4BBC-97C2-70AC3C9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69BF1-191B-4517-8928-F680CEF1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6ABEF-4568-4F17-AAAA-944005B1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C1E7F-04C2-42DE-9517-87E2C380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F5AFD-05FE-4FC7-AE08-5368CBC6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FDCEC-E084-4832-9E2B-5A968F95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F5AC2-330C-4BB0-BE28-28C02FFA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8BFF2-E237-43A2-964A-42D6E46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B2D4B-9297-4C92-908C-D613DEC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Milling machine: 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72E67-92A5-4AB7-B68D-F10EBF07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F793D-618A-4E16-9221-A5A9D4DD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5B064-E558-44C0-85D1-A1A6BD7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Milling mac...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A31D8-834C-4F6B-90D2-5EF483B2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07EEA-C7B4-41CC-A487-A2FEBEB7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07789-90A9-4F68-BD65-3DF13241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Milling...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311A8-AA5A-4D8E-A6AF-8965AA2D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893EE-CCC1-4BEF-B0F3-0C360FA2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923CE-5380-4E0E-87A8-76558DF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Milling machine:...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83C17-EC9A-457D-A360-6341199D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5991A-46C8-4106-9155-D81B8C1F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C11F4-A493-4831-86D5-F9FF2E61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Milling machin...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D40EA-6606-40B7-AB59-8F7A9B3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58322-BE5E-4883-AEF0-ADB2085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344820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2DA4B-0616-4028-8F95-6C6B576D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434EA-045A-4366-A10D-ECD8F361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DE17E-C9A3-4B5A-AEE8-71E9F33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85682-5569-48C8-8D17-CC72DE79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DA5EB-36D3-4A23-BB52-B63095B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87E07-93E5-4C32-8442-38C91737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D6FEB-74C3-4744-A1C6-DBFFC9CE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EE865-A608-4E05-B3CE-2AFB3B4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708D0-53AD-4663-8FAE-C338E17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5021-93CE-4BCC-A69C-099CB83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38DFD-C6F3-471F-A163-F6AC180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2FD99-015B-4215-952C-22FF9A5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55E4B-E4FE-4CC6-A7AB-A7A20C88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25AC1-19DC-44F7-8DE6-7BD747B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6BF02-1F3F-4E49-A759-2335966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75235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DCCE2-4602-459B-9324-B14CF5EE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5E90A-B8EA-4821-B4CB-A0ED245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723CA-EAE7-466B-8DA0-BF4B299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6AF19-3DA8-4E6D-8094-A1089777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CB212-C975-4D96-8FC5-AD72779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A71F7-BACB-4916-856F-5E04D073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Milling machine: Working principle, Specifications, Opera...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637EE-5C3B-4589-8D64-357D43DE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469C1-9EFB-46DA-9CB2-A2E791F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F694A-10C9-43DC-A66D-211D7B15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753DE-2BB6-481A-A541-9E7E70DC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21BD1-C1C1-44E5-9E42-D1B2528C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93037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DDAEE-DED6-4C00-A42B-7A2F9B3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C7B08-2701-4B8B-B38E-C355201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10FBD-2D70-444C-A2F5-C5BDC6B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0B2E-C385-4589-95AE-C4390330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BCB54-9364-4BEE-9A30-DF4F7A2F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(Sketches of machine tools not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AA5B9-FC25-4E36-B24A-221F11D6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(Sketches of machine tools not required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B7365-295C-4351-AA54-01A452AE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36F68-30EC-42D7-9A68-A7C3C6F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E24F1-1FFB-400F-8F3F-3D8CA307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4BDDB-05A8-4EA9-9885-A3476783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3324A-DA3A-45FF-9555-78909E90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A5186-A113-4BB7-A1F9-05C50211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8A444-B786-40CD-B035-6609E3E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D38D7-982F-4942-AF90-82B6A2DA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F1B4E-C11B-4210-8354-F87BF81A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FDBBA-80AE-416A-82C2-C5DD5291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262210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01D30-5422-40C6-9DF7-BA8B064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75AFC-FEF0-4B6D-AC8F-BE106C3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BFD48-5727-4F32-8E4F-DA0054B1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34B4B-7835-472C-A73E-76BC9BFC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8532A-BB0E-4875-8F40-D4B8B11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F2A2D-DC1D-4859-AA87-D06EC34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085F1-2B5A-48E7-B8C7-A0BB8F3C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B8C0-DA8D-40DE-921E-3A2FE50E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AC9A9-1DBF-4D3B-9B76-8A971D4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(Sketches of machi...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26AA4-99CC-4408-B4C8-CE820D0F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BA403-2CE4-4BAA-A002-901244D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B037E-BCA9-4BC3-B557-091501C8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(Sketches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FA34D-B889-4CFD-AD7D-E66ACFCA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B66CD-580B-4445-8AC2-7B81AEA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868BE-EA95-4090-9252-8B7A506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(Sketche...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97D85-F71D-4026-B577-ADA3C48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75AFE-AE40-4EAE-A646-C50B8D09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9F7F1-8823-45DD-B4D3-DB7A028E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(Sketches of mac...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329E2-A6F4-459A-8478-0C6728C0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4C43E-5B52-4B30-BEF7-7392B41F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6D64F-9F16-4E59-9ACE-D372D1B1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(Sketches of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CDEBF-A71F-4C08-9DCB-F6981ADF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D23AA-FCFB-4877-99FB-9D61530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22611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5FB24-D74A-40CB-A33A-1786470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D447A-98AA-4EF8-99D1-62D4A5DB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10E9E-6DB6-4F41-967F-C23FF41B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F3092-FB2C-44FF-8F1A-6F4BCBD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3F2A-3550-413C-9E0E-31E176C2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85F31-B16F-421A-A378-C7C5E6F7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D6F71-8AFB-4100-AA96-AA633B8E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1EEAD-3400-4CE2-9372-DDC565A2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6ABE1-E5CA-4080-8C09-2F0C2CF6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23B69-5296-40DF-8906-CC99302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96D37-EF98-40DC-BC9C-69B1F240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D47B5-0371-400C-A8D2-D6496CE5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EC124-0D9C-4E85-BD51-5F923FCE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D6A6D-0778-47C7-AB0A-D580BFE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BAE75-7507-43B5-B8F3-4A6201A1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35597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DA700-E3BD-4C62-89DB-765A928A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D8C51-4572-43DC-A8D7-C7017E4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DA43A-D8E6-452C-BBE3-75111C86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BA54E-4221-4AD0-B3EE-C3CB9B81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F00C-E382-42EA-8136-933BA66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357E-4D8C-4D87-8861-5325EF4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(Sketches of machine tools not required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D1B36-A13B-484D-AF88-2406509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C1240-4503-4831-98F8-85136A5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04F45-DCCB-4ACB-8FD4-768317B6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A28D0-FD38-4ED5-8A4C-B63AD885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8E149-2983-4650-AB6A-5D29692D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031626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D5117-5F2F-4FC3-BBAD-74837109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D70D1-D9B8-4E84-9DAB-7B731CC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363CE-A941-49F0-8F35-AFEBB6C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A4351-C016-42DA-A057-CD9F5A67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21D58-35A9-48EB-9799-A46D45CA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Sketches to be used only for explaining the operations)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7A4D3-4052-49F8-B235-3012F0B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Sketches to be used only for explaining 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BA34-BD3F-4F4E-A2D1-5BC3B78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92FDA-44D7-426D-83BB-D83F029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6C30-50CB-477F-BFCB-C829EAF0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0A2AE-C3F8-4678-91B6-1634A505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35040-EF19-404C-8291-131469B8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B4483-2C88-4D51-9094-74DB24B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BED70-F2D8-43E9-A5EC-FA6EAD9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39433-E2B0-48D6-8F05-900545F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41550-B463-4188-8176-9A04893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AD625-B599-422E-AC7F-5937CED5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95891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B1B17-0BB3-4484-B589-E04156E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A3174-E19B-40CD-BAD2-23414E2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4E3CE-5C84-4A59-ACA5-3AA134C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5B355-2B4B-4288-9FB7-5A06980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56BAB-3CC5-4E41-AE19-F811EECC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A2395-728F-4FDA-BA51-22BC2A8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D3750-00F7-4CF1-98DA-7DD62EAC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A4518-54BD-4658-85DF-CD05F34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63BC1-17E8-4318-AF18-B707348B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Sketches to be use...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1C6AF-34A5-402C-9206-03EBC793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2EA2E-B9A1-445C-9BF1-22C5A46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1AC50-66C6-4DD5-B6B3-7AA053D8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Sketches to...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CF9C9-0CFD-4B24-9464-8CAABC78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BE44F-575B-423C-B7D0-45747700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B539E-8B42-468A-94E7-C304E79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Sketches...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1CBAD-D9DD-4251-A465-AE63092B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68FD2-994C-4F48-851B-C5E0F18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E81B1-5102-4F7C-8D61-83428ED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Sketches to be 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C7067-2360-4A9C-98D5-AC6E159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855BC-EF5A-4642-BF5C-23C9E50E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766E5-1083-43C3-BC7C-C2F4A517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Sketches to be...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DF3AA-3071-4454-915A-49620DF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8103E-B669-4A6D-9B32-660C51C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94472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9DEB1-E7F8-4BF1-9189-CFCB013A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6B4CD-BA33-4727-A269-65DBEDC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BD6C6-D05A-4A8D-B45F-4CF7E54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78528-6200-4D37-9B26-37B5FAF0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8578-F114-4678-87FE-34940F5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833F1-BB78-46E9-B0A5-736EEF4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08C26-9785-4541-9418-82A27DE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A1FCF-32FE-4B6D-B0F9-76C291E1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B3F1E-49CC-4BDE-A021-DD6C91E5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D54D6-A47C-4B16-BB32-A9F11197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59A0C-7880-486D-AAE7-46042E88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DCB89-D1A2-4FE4-A575-1BB48A8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92AC6-4520-4CF5-84C6-39E9393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D3B20-60AC-4D76-BA84-1E94D73B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F397D-7151-47BB-8337-867A7FA3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67815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902AB-0610-41A5-9D9C-6291795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D21F4-D55F-4F99-BFB3-7FD36D3E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77387-3B06-4D98-8F18-7E5B7ADA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8F2D1-1D35-4F81-A9C4-9977F3F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F618F-682C-4BA1-A844-E2DE89C7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81192-7A82-45A3-80C4-A4FD864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Sketches to be used only for explaining the operations)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230E3-71BD-4E69-ABA3-A0D4AEB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8A21B-FBFE-49C1-B727-53B1BE9F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0E855-35F5-4FBF-BD63-1F9C1C6E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9323C-9730-4D17-BBDA-CDBD2C62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84608-8584-4631-A9BA-E8F1D17C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62591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A243D-D694-4536-A759-AB4FA2D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586B7-F6D4-4A32-B79A-CB24841F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EA3FA-5A7A-4816-AE08-F765FB1F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0438B-2CE8-4135-820E-A41E3A42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47382-91B7-4160-8A73-3F3998A6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Processes: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E832C-948F-4B78-8C32-A2F3B8F1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Processes: Introduction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79A47-4F02-421E-BB22-4EE2CD83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96E8B-438E-4264-8583-DCFEBC8C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C83E5-D9D6-45CB-930B-CFD61E58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3FE3E-0403-40FE-80D1-A3A62BC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2CA8-9DED-4ECC-AD8D-1D48A54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0E180-D92F-4F7B-8927-418BBB0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DFBE4-D3D0-40E9-8435-13F71C2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BF227-1DD3-41AF-A30F-F84CECF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DDC2C-644E-48BB-8027-A6B296A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66397-B37C-4568-9907-4B23E68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09403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3032C-204B-4876-BB75-B9B1203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5CCFB-0124-4124-AC39-B56E642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E1C70-C178-4F0A-B936-37E4B12D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CB04F-BB91-47BC-8F05-4B83323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7B5EA-55FA-468B-879F-43E7187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DC889-9DF5-432A-8667-60E757DA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CDF14-A58D-4A48-A760-E8B4294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D02EC-8775-4095-830F-7AFF9B1C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34E60-1C8F-437E-AA0B-F5B13B3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Processes: Introdu...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7320B-508A-4EB2-B4E7-977EE467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5B17C-4BCB-4921-8ACD-6AFB405C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E532C-FFB4-4D23-8C23-B9318B2F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Processes:...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BE4FB-8279-40DD-BA2B-7DC7F47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90141-74F3-4107-8074-D23250D7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E4521-180E-4644-B4A5-4AEE7B3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Processe...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9FD1C-74FE-4954-9F28-B473A754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BC265-FB6D-45FD-B62A-81A44924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8AB2E-6541-4666-87B1-8CF050F3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Processes: Intro...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FB257-0C6C-44F1-9368-25A4486C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C0C7D-48BD-4C07-B165-91077BAC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8C5CA-4B40-4FF0-B63B-24E5D27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Processes: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2EC4E-A0AE-4AE5-A7E4-7AF26484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3EB57-FC12-4B0F-A1DC-E7CCB422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32020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AA8E9-09A7-4A44-AA7D-A4E3887E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B0E0B-BBA8-4054-9378-67F8173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22C14-DA7E-4572-9713-4B9E2881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FFF1A-7644-44A0-920A-6ADC55FA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4489E-7241-407B-B9BF-F412550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B7215-1706-4B62-AE0E-661E75E8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0A4DC-B8CE-4E50-99C9-F36E09B0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417EE-022A-4559-9C2D-749107B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27C47-F657-4C2E-AA49-E3662EEA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D4111-30DD-41A7-8816-1EBCC1C8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9A096-B53C-47A9-9357-226C9D9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75C31-0A92-431A-A83F-3AAC853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C0358-CC0B-4685-B63C-7AD72023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2A409-AE59-49C7-AE52-E4F3860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7E29B-26B6-4669-B8D8-F5794E89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86693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3FD75-1D89-4BEB-8176-A6C45B7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A1909-ADC3-4DDC-83AF-510B0B54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21E63-081B-4412-9157-28FC8E3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99D1A-51B4-4AA2-894A-7AA317A8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4885E-9524-42BE-84CC-F652463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548C-C642-4580-8BD4-F0D3B52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Processes: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683F3-0D53-4831-94B5-97010A2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04999-7C87-4CAE-8807-F4B75A6A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5B8D8-4BB6-4F09-827F-186A948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DF478-67A6-49A4-9EF8-D56E3B9F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0B8A7-33A6-45A4-91FB-578CF920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64552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91820-26FE-4AA2-BCC1-040C4D1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D5894-1B10-419D-908F-1C4C877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73636-A49A-45EF-A261-26345B8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2101D-DAD5-4747-83F1-0C46F240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43938-8FDF-4C5F-BB5B-D4A1E35A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Permanent joining methods: Working principle of Soldering, Brazing and Electric Arc welding, Advantages, Limita...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15235-D928-419E-8F0A-ABB0681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Permanent joining methods: Working princi...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5037A-DDFB-47C7-865E-173D0EC9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A6204-067F-4860-BEF0-7F36154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2744C-4C9A-49FD-AF99-36F4A8A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6DD68-E3B5-404B-A31C-C6A08733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01AE9-F44D-4E9E-B380-9DC2E519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77F84-D69A-465D-B07D-3A2495F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3746F-8618-47B4-8532-AC529E97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6FA92-2FC5-4DA3-A95E-56DF07F0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773A6-069B-42C8-9B70-C6F16458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E110D-0C25-4124-B201-3941CF9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25282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C7737-A9E0-4C1F-8AD4-07F46B0E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D2CD8-4497-4C62-AAE9-87AACFAF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E1EEB-1FFE-47BC-B255-2DCA135A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8AB2A-97CE-42E6-B95F-D4391E5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D5A3D-2835-4C92-94D3-15A582C1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CE456-6901-41AC-80E1-993EFDEF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E3DD5-1901-45C9-808A-7BA40027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E898D-7AD4-451E-834C-A0C3800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56E9D-17FF-4C23-BED6-E0B0E2B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Permanent joining...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3B2F4-F368-4D78-BD1A-2F0FFCC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26DEA-92C8-4A8A-87AF-84221E8C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6992A-715B-466F-8E7E-1F2B2895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Permanent j...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63FF3-A99D-45ED-9050-BED87C91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3999A-00AB-4F6B-8E2E-FE8AB32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4F686-367E-4567-A827-A25A9B43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Permanen...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53FA0-6A5D-4422-BA53-37E6F119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7E833-6342-41C0-BBFB-122D78B3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0BD3B-3D58-48BC-A082-2E28B775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Permanent joinin...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D1410-243C-4D02-9C02-7D874E5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5852A-82BC-43CC-8658-2675BC8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CD2B3-D93A-4865-8148-DDB0E83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Permanent join...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64A09-C0E0-43B8-BB8E-354D6592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E9DAF-90B0-4D04-A186-EDEA8D87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98546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07D45-DE26-4922-AA4B-91CFB0EC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5C10F-0672-4906-BE75-A5122F48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EF6EB-90A8-4881-BD2F-1A894F6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83698-484C-4B82-9001-BF2C742C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E5D56-E245-4AB3-9484-0ECD6CA1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43D3A-3638-4394-8EF2-E5FDB1BF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041D-D047-4DA4-B5EB-C003915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0977C-04B7-4501-B8F2-6761926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069B7-E643-41C9-A7E8-0DF03F2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652D5-4281-4DC2-9433-B1536381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F2CBD-5C46-411A-A82D-88807E0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16B0E-C8C9-4916-8F48-37592B94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8AC0E-0EB3-45A5-811D-5098941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B0FBE-D541-41C0-A011-4D7B8CA1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C98C4-D133-4B8B-963D-7339BA4C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90368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C6F66-403E-45E5-9802-DE55073A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61945-2F76-467A-9CD4-22778CD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8DA48-91FE-4C2A-8B1B-345CD67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574A0-190F-4AEC-A850-6FE1F62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CAE1F-E28D-432C-8E24-5EE542B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56C43-6A63-418C-96DE-D909255E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Permanent joining methods: Working principle of Soldering...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49CDF-9552-4C95-9559-AE57A82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EF8E0-49B0-43C3-8696-B16B1916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B78A2-1819-4202-914A-AFE75B0D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504E2-9DB4-4F22-919C-DFCA2B76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E6666-1780-4AA6-8E51-41FFDB4F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4905776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B987B-FB13-48DB-BA00-C365F45D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A4BD1-0F2F-42B9-BFAD-ABF8135E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29069-4EE4-47C0-BB77-E7892D37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C663-8D7A-4FFA-BED4-C1619CD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6F72F-7DFE-41D0-AB90-972FB1A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C0DF0-3122-4441-96FF-DEFF5D53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882152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D988A-1005-4114-B1AD-4019DF48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ED93C-8F21-42EB-9B31-37B3AC14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9FD89-2142-4942-B8A0-7F4EA0A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0DC69-E5D1-4237-947E-BC78C5D8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32FB0-B058-4D4E-AE41-FEA8E1D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Machine: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Tools: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Lathe: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Specifications: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A8D90-9842-4B8B-906B-DDC565A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00393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EF424-90CF-4A39-A794-8BEEA811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26D29-8E4E-4701-A0B6-705181FD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9D358-1E7C-4979-A579-4A296F5F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60A3E-C3F2-4A51-A38F-AAFBCAF0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E6F15-AED9-40D7-82F3-FA5015F4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88389-D23E-406F-B90F-97EF82C7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518465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F6EF1-3BDF-4302-A098-F455D599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5FA53-B359-4035-8AF0-9E02A3C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EF03B-FF77-4710-AFAB-9084315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549F7-F529-42F9-A3FF-1978EE6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816D5-D211-4E58-AEBC-07C406E3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6D9E1-072E-4265-A666-10C2261B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69579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3A14E-BD21-4BE3-BD06-C82CF9C9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1B025-8432-4A14-A405-64F93DA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5039C-FD1D-4EF8-A4D9-3BD80B82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CA3E-3252-4D21-ADD0-0BD1C9CE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6231B-32E5-4DDB-B630-F1DAD99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Lathe: Working principle, Specifications, Operations performed - Turnin...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Machine: Working principle, Specifications, Operations performed - Dril...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Milling machine: Working principle, Specifications, Operations performe...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(Sketches of machine tools not required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Sketches to be used only for explaining the operations)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90F54-8845-4932-8AEE-EA1DF990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DC164-8AE9-43B3-B7BF-38E3AC29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FE7F5-C201-4510-B52D-37688520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17446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4664C-A40B-431E-83A8-37DFF7A5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D4A13-81F9-455D-8A35-D084CCD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Processes: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AAA4-C59F-4105-A808-7CE5983D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1EE1C-D106-4597-95F0-136D809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C3DEA-5F8B-422E-8243-A6EF142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EAE8B-BE21-4EA1-B66F-90CF08F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A8B59-59BC-4286-B256-9168A09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9BBF9-3C09-469B-ADF6-EDA48B5F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7014A-C7B2-44C1-B281-CF594D8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1C279-37F9-4880-B09B-8BCE445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23860-E66C-4F3D-897E-75DE80E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2EDCE-A063-4A82-B2F7-AF9E33D4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D9D9A-22C6-4176-83C1-3238034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9B8FF-AB27-4950-B4A1-756B260D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D9DFD-E34F-43A8-85F1-D4C76E26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5A42E-74F6-4FED-8825-9EA6BC4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2EC76-25F6-43E5-AD46-273D10C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D5AE1-647F-42CD-80BC-FF1AD0F8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341F7-FC5E-48CA-A59D-9D379B6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975ED-6BBD-4BD7-9BD5-3DB79F95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85029-11B1-410D-AB26-D6E366B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DB2F0-8634-41F4-B5D8-9CCF21BE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83FF4-82A3-4542-8862-08C984F4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F8B53-43C9-4DF3-B6BC-3A623C4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14851-04FA-465E-BA99-6B1A3BB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B7D04-A914-4435-813A-ADC5207A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97324-04CC-4BDC-A26D-8CD62F3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EFE72-5619-4ACE-A08C-275CDB7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68021-15D6-4D57-B5A5-CDA0496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13766E-2CB5-4856-91C6-9490692D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777A5-F1AA-47A1-B7B0-F8A11C9A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1DB98-5BDC-461A-A8BF-3FE295CE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81118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9E2C0E-D4E8-4E8B-AF34-DE11E86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6E7D6-EEBF-4FAE-8EAE-BDE8E287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Permanent joining methods: Working principl...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3B285-C3D5-4F55-8CBE-F0B9D6D3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1565A-BCBC-4620-9471-B3CA5A13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3482A-23D6-4B55-9336-5E47913A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9D11C-6677-4D85-B4F8-6433F24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10902-9E33-4167-9252-8775E5C9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178BA-409E-4AC3-9F54-3DAAC03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10C29-72EC-40D0-AD9C-E68D9A93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6E4F6-588A-44D7-B008-2ABBCBFF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64FD7-E90A-4A3A-B959-3BFC6E72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8318B-79EB-4EEC-A2DD-CF8BF9E8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BFBB0-B64D-4ECE-A455-7004A2F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7B129-537E-4133-801A-1AEB9F81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CDA82-BF12-40D0-A829-BC283421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6AC7C-E43C-4E52-AC51-AD1D36E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C4E79-8FE3-4DB6-9A18-65448856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9D98C-8068-41B6-99B5-C6ADC78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A1ECA-29C9-40C1-B84D-5D0A3B7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AD6CD-FE87-4E99-89CD-27426244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B36D2-78EA-4833-AC57-54599FF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29B01-DD00-4321-B5AE-2F555CEB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8D6A9-625B-4B4B-AB1D-CC2741FD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8F8A1-0B9A-4BC1-8604-AD07D05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94EFB-232A-45C2-8675-56BFD12A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09487-D246-46F5-AC92-AE2B55A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3F5D6-809C-4417-A6DA-70A6C44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3314AD-8C24-4496-8128-3816E873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12CE9-1823-436F-B58A-02E4E85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A0CEE-B7B5-49CD-8E57-4C22FB2C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7E15B7-B95B-47CC-9974-A6F476D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66B68-94C9-4E2E-8DFE-48041162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7269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2026-08-24T16:02:43.0530000Z</dcterms:created>
  <dcterms:modified xsi:type="dcterms:W3CDTF">2026-08-24T16:02:43.0530000Z</dcterms:modified>
</coreProperties>
</file>