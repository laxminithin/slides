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63ce99dd54115" /><Relationship Type="http://schemas.openxmlformats.org/officeDocument/2006/relationships/extended-properties" Target="/docProps/app.xml" Id="R9274b611ff44466d" /><Relationship Type="http://schemas.openxmlformats.org/officeDocument/2006/relationships/officeDocument" Target="/ppt/presentation.xml" Id="R6478d30317a0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36c7b3f6942c5"/>
  </p:sldMasterIdLst>
  <p:notesMasterIdLst>
    <p:notesMasterId xmlns:r="http://schemas.openxmlformats.org/officeDocument/2006/relationships" r:id="R80d7b1f5df534969"/>
  </p:notesMasterIdLst>
  <p:sldIdLst>
    <p:sldId xmlns:r="http://schemas.openxmlformats.org/officeDocument/2006/relationships" id="256" r:id="R3dabfb4118d34538"/>
    <p:sldId xmlns:r="http://schemas.openxmlformats.org/officeDocument/2006/relationships" id="257" r:id="R645190b8b09e46d4"/>
    <p:sldId xmlns:r="http://schemas.openxmlformats.org/officeDocument/2006/relationships" id="258" r:id="R259307834155437e"/>
    <p:sldId xmlns:r="http://schemas.openxmlformats.org/officeDocument/2006/relationships" id="259" r:id="R21b448e101a144cb"/>
    <p:sldId xmlns:r="http://schemas.openxmlformats.org/officeDocument/2006/relationships" id="260" r:id="R6779b1c07dc644a4"/>
    <p:sldId xmlns:r="http://schemas.openxmlformats.org/officeDocument/2006/relationships" id="261" r:id="R3ce71b16c9bc49ab"/>
    <p:sldId xmlns:r="http://schemas.openxmlformats.org/officeDocument/2006/relationships" id="262" r:id="R0d1087c37b7f4a99"/>
    <p:sldId xmlns:r="http://schemas.openxmlformats.org/officeDocument/2006/relationships" id="263" r:id="R9c1170f85dee49b7"/>
    <p:sldId xmlns:r="http://schemas.openxmlformats.org/officeDocument/2006/relationships" id="264" r:id="R9f3be1efbfd148a9"/>
    <p:sldId xmlns:r="http://schemas.openxmlformats.org/officeDocument/2006/relationships" id="265" r:id="Rf6566f80d7b34540"/>
    <p:sldId xmlns:r="http://schemas.openxmlformats.org/officeDocument/2006/relationships" id="266" r:id="R42c5f20665464753"/>
    <p:sldId xmlns:r="http://schemas.openxmlformats.org/officeDocument/2006/relationships" id="267" r:id="Rd744bf8c53564429"/>
    <p:sldId xmlns:r="http://schemas.openxmlformats.org/officeDocument/2006/relationships" id="268" r:id="Rfbfe8bb74bfc43ec"/>
    <p:sldId xmlns:r="http://schemas.openxmlformats.org/officeDocument/2006/relationships" id="269" r:id="Ra919e24a83cf4dcc"/>
    <p:sldId xmlns:r="http://schemas.openxmlformats.org/officeDocument/2006/relationships" id="270" r:id="Rd5b5fb383af64c1d"/>
    <p:sldId xmlns:r="http://schemas.openxmlformats.org/officeDocument/2006/relationships" id="271" r:id="Rb5b0626bafe544be"/>
    <p:sldId xmlns:r="http://schemas.openxmlformats.org/officeDocument/2006/relationships" id="272" r:id="Rd580ff1506db43ec"/>
    <p:sldId xmlns:r="http://schemas.openxmlformats.org/officeDocument/2006/relationships" id="273" r:id="Re8a242eff21a41fa"/>
    <p:sldId xmlns:r="http://schemas.openxmlformats.org/officeDocument/2006/relationships" id="274" r:id="R249da6aa30164639"/>
    <p:sldId xmlns:r="http://schemas.openxmlformats.org/officeDocument/2006/relationships" id="275" r:id="R4822dbe5f2604938"/>
    <p:sldId xmlns:r="http://schemas.openxmlformats.org/officeDocument/2006/relationships" id="276" r:id="Red87b118da7545fd"/>
    <p:sldId xmlns:r="http://schemas.openxmlformats.org/officeDocument/2006/relationships" id="277" r:id="R500b13c98fe04b06"/>
    <p:sldId xmlns:r="http://schemas.openxmlformats.org/officeDocument/2006/relationships" id="278" r:id="R4b7ef52d46a14f2c"/>
    <p:sldId xmlns:r="http://schemas.openxmlformats.org/officeDocument/2006/relationships" id="279" r:id="Rae6c7b1aad3149e5"/>
    <p:sldId xmlns:r="http://schemas.openxmlformats.org/officeDocument/2006/relationships" id="280" r:id="R2072ba0efb4c428e"/>
    <p:sldId xmlns:r="http://schemas.openxmlformats.org/officeDocument/2006/relationships" id="281" r:id="R3152d767f01749c4"/>
    <p:sldId xmlns:r="http://schemas.openxmlformats.org/officeDocument/2006/relationships" id="282" r:id="R1f90e83f72f844c6"/>
    <p:sldId xmlns:r="http://schemas.openxmlformats.org/officeDocument/2006/relationships" id="283" r:id="Rb962c885e64549d5"/>
    <p:sldId xmlns:r="http://schemas.openxmlformats.org/officeDocument/2006/relationships" id="284" r:id="R9c5738f5b6874610"/>
    <p:sldId xmlns:r="http://schemas.openxmlformats.org/officeDocument/2006/relationships" id="285" r:id="Rac92529dd7914210"/>
    <p:sldId xmlns:r="http://schemas.openxmlformats.org/officeDocument/2006/relationships" id="286" r:id="Rb721d2f6e6fb4d4c"/>
    <p:sldId xmlns:r="http://schemas.openxmlformats.org/officeDocument/2006/relationships" id="287" r:id="Rbccf24ce4df942c4"/>
    <p:sldId xmlns:r="http://schemas.openxmlformats.org/officeDocument/2006/relationships" id="288" r:id="R43761c8d97b24a2e"/>
    <p:sldId xmlns:r="http://schemas.openxmlformats.org/officeDocument/2006/relationships" id="289" r:id="R45bd660d630e4bef"/>
    <p:sldId xmlns:r="http://schemas.openxmlformats.org/officeDocument/2006/relationships" id="290" r:id="Re3fbcc00055c48fa"/>
    <p:sldId xmlns:r="http://schemas.openxmlformats.org/officeDocument/2006/relationships" id="291" r:id="Rfe222814905745a2"/>
    <p:sldId xmlns:r="http://schemas.openxmlformats.org/officeDocument/2006/relationships" id="292" r:id="R48be7e6df4e34a0b"/>
    <p:sldId xmlns:r="http://schemas.openxmlformats.org/officeDocument/2006/relationships" id="293" r:id="R42471ab4c2274f31"/>
    <p:sldId xmlns:r="http://schemas.openxmlformats.org/officeDocument/2006/relationships" id="294" r:id="R5b846ce84460420b"/>
    <p:sldId xmlns:r="http://schemas.openxmlformats.org/officeDocument/2006/relationships" id="295" r:id="Rfc5e84a5a090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8c1525e8894868" /><Relationship Type="http://schemas.openxmlformats.org/officeDocument/2006/relationships/slideMaster" Target="/ppt/slideMasters/slideMaster1.xml" Id="Re9636c7b3f6942c5" /><Relationship Type="http://schemas.openxmlformats.org/officeDocument/2006/relationships/notesMaster" Target="/ppt/notesMasters/notesMaster1.xml" Id="R80d7b1f5df534969" /><Relationship Type="http://schemas.openxmlformats.org/officeDocument/2006/relationships/presProps" Target="/ppt/presProps.xml" Id="R4d238b77ab9a4cd9" /><Relationship Type="http://schemas.openxmlformats.org/officeDocument/2006/relationships/tableStyles" Target="/ppt/tableStyles.xml" Id="R784307acefac4634" /><Relationship Type="http://schemas.openxmlformats.org/officeDocument/2006/relationships/slide" Target="/ppt/slides/slide1.xml" Id="R3dabfb4118d34538" /><Relationship Type="http://schemas.openxmlformats.org/officeDocument/2006/relationships/slide" Target="/ppt/slides/slide2.xml" Id="R645190b8b09e46d4" /><Relationship Type="http://schemas.openxmlformats.org/officeDocument/2006/relationships/slide" Target="/ppt/slides/slide3.xml" Id="R259307834155437e" /><Relationship Type="http://schemas.openxmlformats.org/officeDocument/2006/relationships/slide" Target="/ppt/slides/slide4.xml" Id="R21b448e101a144cb" /><Relationship Type="http://schemas.openxmlformats.org/officeDocument/2006/relationships/slide" Target="/ppt/slides/slide5.xml" Id="R6779b1c07dc644a4" /><Relationship Type="http://schemas.openxmlformats.org/officeDocument/2006/relationships/slide" Target="/ppt/slides/slide6.xml" Id="R3ce71b16c9bc49ab" /><Relationship Type="http://schemas.openxmlformats.org/officeDocument/2006/relationships/slide" Target="/ppt/slides/slide7.xml" Id="R0d1087c37b7f4a99" /><Relationship Type="http://schemas.openxmlformats.org/officeDocument/2006/relationships/slide" Target="/ppt/slides/slide8.xml" Id="R9c1170f85dee49b7" /><Relationship Type="http://schemas.openxmlformats.org/officeDocument/2006/relationships/slide" Target="/ppt/slides/slide9.xml" Id="R9f3be1efbfd148a9" /><Relationship Type="http://schemas.openxmlformats.org/officeDocument/2006/relationships/slide" Target="/ppt/slides/slide10.xml" Id="Rf6566f80d7b34540" /><Relationship Type="http://schemas.openxmlformats.org/officeDocument/2006/relationships/slide" Target="/ppt/slides/slide11.xml" Id="R42c5f20665464753" /><Relationship Type="http://schemas.openxmlformats.org/officeDocument/2006/relationships/slide" Target="/ppt/slides/slide12.xml" Id="Rd744bf8c53564429" /><Relationship Type="http://schemas.openxmlformats.org/officeDocument/2006/relationships/slide" Target="/ppt/slides/slide13.xml" Id="Rfbfe8bb74bfc43ec" /><Relationship Type="http://schemas.openxmlformats.org/officeDocument/2006/relationships/slide" Target="/ppt/slides/slide14.xml" Id="Ra919e24a83cf4dcc" /><Relationship Type="http://schemas.openxmlformats.org/officeDocument/2006/relationships/slide" Target="/ppt/slides/slide15.xml" Id="Rd5b5fb383af64c1d" /><Relationship Type="http://schemas.openxmlformats.org/officeDocument/2006/relationships/slide" Target="/ppt/slides/slide16.xml" Id="Rb5b0626bafe544be" /><Relationship Type="http://schemas.openxmlformats.org/officeDocument/2006/relationships/slide" Target="/ppt/slides/slide17.xml" Id="Rd580ff1506db43ec" /><Relationship Type="http://schemas.openxmlformats.org/officeDocument/2006/relationships/slide" Target="/ppt/slides/slide18.xml" Id="Re8a242eff21a41fa" /><Relationship Type="http://schemas.openxmlformats.org/officeDocument/2006/relationships/slide" Target="/ppt/slides/slide19.xml" Id="R249da6aa30164639" /><Relationship Type="http://schemas.openxmlformats.org/officeDocument/2006/relationships/slide" Target="/ppt/slides/slide20.xml" Id="R4822dbe5f2604938" /><Relationship Type="http://schemas.openxmlformats.org/officeDocument/2006/relationships/slide" Target="/ppt/slides/slide21.xml" Id="Red87b118da7545fd" /><Relationship Type="http://schemas.openxmlformats.org/officeDocument/2006/relationships/slide" Target="/ppt/slides/slide22.xml" Id="R500b13c98fe04b06" /><Relationship Type="http://schemas.openxmlformats.org/officeDocument/2006/relationships/slide" Target="/ppt/slides/slide23.xml" Id="R4b7ef52d46a14f2c" /><Relationship Type="http://schemas.openxmlformats.org/officeDocument/2006/relationships/slide" Target="/ppt/slides/slide24.xml" Id="Rae6c7b1aad3149e5" /><Relationship Type="http://schemas.openxmlformats.org/officeDocument/2006/relationships/slide" Target="/ppt/slides/slide25.xml" Id="R2072ba0efb4c428e" /><Relationship Type="http://schemas.openxmlformats.org/officeDocument/2006/relationships/slide" Target="/ppt/slides/slide26.xml" Id="R3152d767f01749c4" /><Relationship Type="http://schemas.openxmlformats.org/officeDocument/2006/relationships/slide" Target="/ppt/slides/slide27.xml" Id="R1f90e83f72f844c6" /><Relationship Type="http://schemas.openxmlformats.org/officeDocument/2006/relationships/slide" Target="/ppt/slides/slide28.xml" Id="Rb962c885e64549d5" /><Relationship Type="http://schemas.openxmlformats.org/officeDocument/2006/relationships/slide" Target="/ppt/slides/slide29.xml" Id="R9c5738f5b6874610" /><Relationship Type="http://schemas.openxmlformats.org/officeDocument/2006/relationships/slide" Target="/ppt/slides/slide30.xml" Id="Rac92529dd7914210" /><Relationship Type="http://schemas.openxmlformats.org/officeDocument/2006/relationships/slide" Target="/ppt/slides/slide31.xml" Id="Rb721d2f6e6fb4d4c" /><Relationship Type="http://schemas.openxmlformats.org/officeDocument/2006/relationships/slide" Target="/ppt/slides/slide32.xml" Id="Rbccf24ce4df942c4" /><Relationship Type="http://schemas.openxmlformats.org/officeDocument/2006/relationships/slide" Target="/ppt/slides/slide33.xml" Id="R43761c8d97b24a2e" /><Relationship Type="http://schemas.openxmlformats.org/officeDocument/2006/relationships/slide" Target="/ppt/slides/slide34.xml" Id="R45bd660d630e4bef" /><Relationship Type="http://schemas.openxmlformats.org/officeDocument/2006/relationships/slide" Target="/ppt/slides/slide35.xml" Id="Re3fbcc00055c48fa" /><Relationship Type="http://schemas.openxmlformats.org/officeDocument/2006/relationships/slide" Target="/ppt/slides/slide36.xml" Id="Rfe222814905745a2" /><Relationship Type="http://schemas.openxmlformats.org/officeDocument/2006/relationships/slide" Target="/ppt/slides/slide37.xml" Id="R48be7e6df4e34a0b" /><Relationship Type="http://schemas.openxmlformats.org/officeDocument/2006/relationships/slide" Target="/ppt/slides/slide38.xml" Id="R42471ab4c2274f31" /><Relationship Type="http://schemas.openxmlformats.org/officeDocument/2006/relationships/slide" Target="/ppt/slides/slide39.xml" Id="R5b846ce84460420b" /><Relationship Type="http://schemas.openxmlformats.org/officeDocument/2006/relationships/slide" Target="/ppt/slides/slide40.xml" Id="Rfc5e84a5a090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48e5f6b34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0b9a128c942e8" /><Relationship Type="http://schemas.openxmlformats.org/officeDocument/2006/relationships/notesMaster" Target="/ppt/notesMasters/notesMaster1.xml" Id="R08ff43133999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89dec84e04349" /><Relationship Type="http://schemas.openxmlformats.org/officeDocument/2006/relationships/notesMaster" Target="/ppt/notesMasters/notesMaster1.xml" Id="R458f3ca39e31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ab86c82ed4607" /><Relationship Type="http://schemas.openxmlformats.org/officeDocument/2006/relationships/notesMaster" Target="/ppt/notesMasters/notesMaster1.xml" Id="Rb807cc57aeb149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fa2c2ce204595" /><Relationship Type="http://schemas.openxmlformats.org/officeDocument/2006/relationships/notesMaster" Target="/ppt/notesMasters/notesMaster1.xml" Id="R91771c85df034f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b124dbd46049be" /><Relationship Type="http://schemas.openxmlformats.org/officeDocument/2006/relationships/notesMaster" Target="/ppt/notesMasters/notesMaster1.xml" Id="R00e1f3b11857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3e778784eb4928" /><Relationship Type="http://schemas.openxmlformats.org/officeDocument/2006/relationships/notesMaster" Target="/ppt/notesMasters/notesMaster1.xml" Id="Rae8ef56c74094a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435ae0f4504e2d" /><Relationship Type="http://schemas.openxmlformats.org/officeDocument/2006/relationships/notesMaster" Target="/ppt/notesMasters/notesMaster1.xml" Id="R5d6c57ba9179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0e124c9734f7b" /><Relationship Type="http://schemas.openxmlformats.org/officeDocument/2006/relationships/notesMaster" Target="/ppt/notesMasters/notesMaster1.xml" Id="R47684c5e125541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a3d27d92ab4f3d" /><Relationship Type="http://schemas.openxmlformats.org/officeDocument/2006/relationships/notesMaster" Target="/ppt/notesMasters/notesMaster1.xml" Id="R0a20ef06e587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666e8d1af34d10" /><Relationship Type="http://schemas.openxmlformats.org/officeDocument/2006/relationships/notesMaster" Target="/ppt/notesMasters/notesMaster1.xml" Id="R9e43402fa37a42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d4399a659a46e7" /><Relationship Type="http://schemas.openxmlformats.org/officeDocument/2006/relationships/notesMaster" Target="/ppt/notesMasters/notesMaster1.xml" Id="R1082fb13f21b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bb61f9195454e" /><Relationship Type="http://schemas.openxmlformats.org/officeDocument/2006/relationships/notesMaster" Target="/ppt/notesMasters/notesMaster1.xml" Id="Rd3992c6f530842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6b2623764d4269" /><Relationship Type="http://schemas.openxmlformats.org/officeDocument/2006/relationships/notesMaster" Target="/ppt/notesMasters/notesMaster1.xml" Id="R8e8a724be93042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73c6463014a68" /><Relationship Type="http://schemas.openxmlformats.org/officeDocument/2006/relationships/notesMaster" Target="/ppt/notesMasters/notesMaster1.xml" Id="R18d8dfb3749d4a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538022e3634771" /><Relationship Type="http://schemas.openxmlformats.org/officeDocument/2006/relationships/notesMaster" Target="/ppt/notesMasters/notesMaster1.xml" Id="R424a5e9a943449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f80e83be664180" /><Relationship Type="http://schemas.openxmlformats.org/officeDocument/2006/relationships/notesMaster" Target="/ppt/notesMasters/notesMaster1.xml" Id="R09b4558b024d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6ec47510ea4129" /><Relationship Type="http://schemas.openxmlformats.org/officeDocument/2006/relationships/notesMaster" Target="/ppt/notesMasters/notesMaster1.xml" Id="Rb76c0c734d8a4c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a66880cb184173" /><Relationship Type="http://schemas.openxmlformats.org/officeDocument/2006/relationships/notesMaster" Target="/ppt/notesMasters/notesMaster1.xml" Id="R70583ed6e58144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d646d46c9a41f0" /><Relationship Type="http://schemas.openxmlformats.org/officeDocument/2006/relationships/notesMaster" Target="/ppt/notesMasters/notesMaster1.xml" Id="R01d861997f684f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77f38dec7343bb" /><Relationship Type="http://schemas.openxmlformats.org/officeDocument/2006/relationships/notesMaster" Target="/ppt/notesMasters/notesMaster1.xml" Id="R4d46fe4cd6fa43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dae8908f6e46f1" /><Relationship Type="http://schemas.openxmlformats.org/officeDocument/2006/relationships/notesMaster" Target="/ppt/notesMasters/notesMaster1.xml" Id="R9d85de884c7d46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9cfe7018b1485b" /><Relationship Type="http://schemas.openxmlformats.org/officeDocument/2006/relationships/notesMaster" Target="/ppt/notesMasters/notesMaster1.xml" Id="R153a7375f4e249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5c7aa1e92c4260" /><Relationship Type="http://schemas.openxmlformats.org/officeDocument/2006/relationships/notesMaster" Target="/ppt/notesMasters/notesMaster1.xml" Id="Rc358bab869a74b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c1fbbe8f7a4bfe" /><Relationship Type="http://schemas.openxmlformats.org/officeDocument/2006/relationships/notesMaster" Target="/ppt/notesMasters/notesMaster1.xml" Id="R25b4e99bc8cd4b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190553f4ae4e2b" /><Relationship Type="http://schemas.openxmlformats.org/officeDocument/2006/relationships/notesMaster" Target="/ppt/notesMasters/notesMaster1.xml" Id="R950bffa7e53340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6d14059f9d4fd0" /><Relationship Type="http://schemas.openxmlformats.org/officeDocument/2006/relationships/notesMaster" Target="/ppt/notesMasters/notesMaster1.xml" Id="Rca62ce8b7e6544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3d694ed29647f1" /><Relationship Type="http://schemas.openxmlformats.org/officeDocument/2006/relationships/notesMaster" Target="/ppt/notesMasters/notesMaster1.xml" Id="Ra69a4391969e45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7ba684d068428d" /><Relationship Type="http://schemas.openxmlformats.org/officeDocument/2006/relationships/notesMaster" Target="/ppt/notesMasters/notesMaster1.xml" Id="R81a1e9a77a434d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7963373a364206" /><Relationship Type="http://schemas.openxmlformats.org/officeDocument/2006/relationships/notesMaster" Target="/ppt/notesMasters/notesMaster1.xml" Id="Rd1996d4047934b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872909c442b465f" /><Relationship Type="http://schemas.openxmlformats.org/officeDocument/2006/relationships/notesMaster" Target="/ppt/notesMasters/notesMaster1.xml" Id="R09331e2f3fce42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25bb2222854680" /><Relationship Type="http://schemas.openxmlformats.org/officeDocument/2006/relationships/notesMaster" Target="/ppt/notesMasters/notesMaster1.xml" Id="R6db0c32f5854451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b02f15006d45e3" /><Relationship Type="http://schemas.openxmlformats.org/officeDocument/2006/relationships/notesMaster" Target="/ppt/notesMasters/notesMaster1.xml" Id="R6940ebe7400445b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091b09e373498f" /><Relationship Type="http://schemas.openxmlformats.org/officeDocument/2006/relationships/notesMaster" Target="/ppt/notesMasters/notesMaster1.xml" Id="R01c0bdc2cf3445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b0314b23b4435f" /><Relationship Type="http://schemas.openxmlformats.org/officeDocument/2006/relationships/notesMaster" Target="/ppt/notesMasters/notesMaster1.xml" Id="Rd604817acde943f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1ee5961283446b" /><Relationship Type="http://schemas.openxmlformats.org/officeDocument/2006/relationships/notesMaster" Target="/ppt/notesMasters/notesMaster1.xml" Id="Rbad85e65286b46a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ec395045554501" /><Relationship Type="http://schemas.openxmlformats.org/officeDocument/2006/relationships/notesMaster" Target="/ppt/notesMasters/notesMaster1.xml" Id="Ra3036a27e9e74a9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92f71d381cd4ed4" /><Relationship Type="http://schemas.openxmlformats.org/officeDocument/2006/relationships/notesMaster" Target="/ppt/notesMasters/notesMaster1.xml" Id="R5cc4de715f6c403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b1d531067be4685" /><Relationship Type="http://schemas.openxmlformats.org/officeDocument/2006/relationships/notesMaster" Target="/ppt/notesMasters/notesMaster1.xml" Id="Re920dc53484247f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a9a44d1a4754749" /><Relationship Type="http://schemas.openxmlformats.org/officeDocument/2006/relationships/notesMaster" Target="/ppt/notesMasters/notesMaster1.xml" Id="R6fe43591dd5244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b0a5677135404c" /><Relationship Type="http://schemas.openxmlformats.org/officeDocument/2006/relationships/notesMaster" Target="/ppt/notesMasters/notesMaster1.xml" Id="R466356ae2ae9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f4de6d2fb40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6499c1c2a94b6a" /><Relationship Type="http://schemas.openxmlformats.org/officeDocument/2006/relationships/slideLayout" Target="/ppt/slideLayouts/slideLayout1.xml" Id="R66c4d004481f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4d004481f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df0791efc4495" /><Relationship Type="http://schemas.openxmlformats.org/officeDocument/2006/relationships/notesSlide" Target="/ppt/notesSlides/notesSlide1.xml" Id="Rd86d29c117134a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1f842c23e4cdb" /><Relationship Type="http://schemas.openxmlformats.org/officeDocument/2006/relationships/notesSlide" Target="/ppt/notesSlides/notesSlide2.xml" Id="R6f811ca31fda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4503992e44785" /><Relationship Type="http://schemas.openxmlformats.org/officeDocument/2006/relationships/notesSlide" Target="/ppt/notesSlides/notesSlide3.xml" Id="R16e6adff494c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12812a44e412d" /><Relationship Type="http://schemas.openxmlformats.org/officeDocument/2006/relationships/notesSlide" Target="/ppt/notesSlides/notesSlide4.xml" Id="R00feb41f8098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e5b6f64fb4772" /><Relationship Type="http://schemas.openxmlformats.org/officeDocument/2006/relationships/notesSlide" Target="/ppt/notesSlides/notesSlide5.xml" Id="R19d4813f4fdf46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d532caa60473b" /><Relationship Type="http://schemas.openxmlformats.org/officeDocument/2006/relationships/notesSlide" Target="/ppt/notesSlides/notesSlide6.xml" Id="R320cef432a2942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30186d524565" /><Relationship Type="http://schemas.openxmlformats.org/officeDocument/2006/relationships/notesSlide" Target="/ppt/notesSlides/notesSlide7.xml" Id="R985b5819bdcb49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9392c749d48aa" /><Relationship Type="http://schemas.openxmlformats.org/officeDocument/2006/relationships/notesSlide" Target="/ppt/notesSlides/notesSlide8.xml" Id="R387045985b4b4d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56b9c8e8940a6" /><Relationship Type="http://schemas.openxmlformats.org/officeDocument/2006/relationships/notesSlide" Target="/ppt/notesSlides/notesSlide9.xml" Id="Rbf40d0d84bf9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f32b823a4a92" /><Relationship Type="http://schemas.openxmlformats.org/officeDocument/2006/relationships/notesSlide" Target="/ppt/notesSlides/notesSlide10.xml" Id="R3519e50fa0224f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dccc5351c4b84" /><Relationship Type="http://schemas.openxmlformats.org/officeDocument/2006/relationships/notesSlide" Target="/ppt/notesSlides/notesSlide11.xml" Id="R8e88c084f74b42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83e0ee8bc4e9b" /><Relationship Type="http://schemas.openxmlformats.org/officeDocument/2006/relationships/notesSlide" Target="/ppt/notesSlides/notesSlide12.xml" Id="R050c9e1ee4b647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8dcc51b0f494b" /><Relationship Type="http://schemas.openxmlformats.org/officeDocument/2006/relationships/notesSlide" Target="/ppt/notesSlides/notesSlide13.xml" Id="R7f753848f4834f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1e8f3816041c1" /><Relationship Type="http://schemas.openxmlformats.org/officeDocument/2006/relationships/notesSlide" Target="/ppt/notesSlides/notesSlide14.xml" Id="Ra42b5a6c05d64c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c5b1e92464a90" /><Relationship Type="http://schemas.openxmlformats.org/officeDocument/2006/relationships/notesSlide" Target="/ppt/notesSlides/notesSlide15.xml" Id="R824cc572193b4f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7b99a1e443f6" /><Relationship Type="http://schemas.openxmlformats.org/officeDocument/2006/relationships/notesSlide" Target="/ppt/notesSlides/notesSlide16.xml" Id="Rf1ea3c8b69774b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9e82c11584669" /><Relationship Type="http://schemas.openxmlformats.org/officeDocument/2006/relationships/notesSlide" Target="/ppt/notesSlides/notesSlide17.xml" Id="R184ab1179ac042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eef007b144192" /><Relationship Type="http://schemas.openxmlformats.org/officeDocument/2006/relationships/notesSlide" Target="/ppt/notesSlides/notesSlide18.xml" Id="R4b8ecb8e9b1b4d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eb92494d84c72" /><Relationship Type="http://schemas.openxmlformats.org/officeDocument/2006/relationships/notesSlide" Target="/ppt/notesSlides/notesSlide19.xml" Id="R3e9285379d104a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f365d82814df0" /><Relationship Type="http://schemas.openxmlformats.org/officeDocument/2006/relationships/notesSlide" Target="/ppt/notesSlides/notesSlide20.xml" Id="R401ac5e78e0c43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6c2f024fe4678" /><Relationship Type="http://schemas.openxmlformats.org/officeDocument/2006/relationships/notesSlide" Target="/ppt/notesSlides/notesSlide21.xml" Id="R2a86273d1f5044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8fc41fc6f47e5" /><Relationship Type="http://schemas.openxmlformats.org/officeDocument/2006/relationships/notesSlide" Target="/ppt/notesSlides/notesSlide22.xml" Id="R6b5e0f6d445043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f7cbc9dc84870" /><Relationship Type="http://schemas.openxmlformats.org/officeDocument/2006/relationships/notesSlide" Target="/ppt/notesSlides/notesSlide23.xml" Id="R920c3545c5a24e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fa6ddc6ed4ef7" /><Relationship Type="http://schemas.openxmlformats.org/officeDocument/2006/relationships/notesSlide" Target="/ppt/notesSlides/notesSlide24.xml" Id="Rfa49f90d38dd4f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ebbc32f0f41c9" /><Relationship Type="http://schemas.openxmlformats.org/officeDocument/2006/relationships/notesSlide" Target="/ppt/notesSlides/notesSlide25.xml" Id="Rf9936734dfaf4a5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154e908df49a5" /><Relationship Type="http://schemas.openxmlformats.org/officeDocument/2006/relationships/notesSlide" Target="/ppt/notesSlides/notesSlide26.xml" Id="Rae79ef186a7b47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6df2da1ff43b6" /><Relationship Type="http://schemas.openxmlformats.org/officeDocument/2006/relationships/notesSlide" Target="/ppt/notesSlides/notesSlide27.xml" Id="Rc72565603f3e49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8c2a727e243dd" /><Relationship Type="http://schemas.openxmlformats.org/officeDocument/2006/relationships/notesSlide" Target="/ppt/notesSlides/notesSlide28.xml" Id="R9d10ed3d463f409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92b1c71bc48eb" /><Relationship Type="http://schemas.openxmlformats.org/officeDocument/2006/relationships/notesSlide" Target="/ppt/notesSlides/notesSlide29.xml" Id="R68d5e104a90f4fd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8bb36486c4f98" /><Relationship Type="http://schemas.openxmlformats.org/officeDocument/2006/relationships/notesSlide" Target="/ppt/notesSlides/notesSlide30.xml" Id="R9953a5efe62049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df0b1aed74966" /><Relationship Type="http://schemas.openxmlformats.org/officeDocument/2006/relationships/notesSlide" Target="/ppt/notesSlides/notesSlide31.xml" Id="Rba003b87ca0e44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9bb8cc39b4ca1" /><Relationship Type="http://schemas.openxmlformats.org/officeDocument/2006/relationships/notesSlide" Target="/ppt/notesSlides/notesSlide32.xml" Id="R063148de91c5444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758f53cf4f24" /><Relationship Type="http://schemas.openxmlformats.org/officeDocument/2006/relationships/notesSlide" Target="/ppt/notesSlides/notesSlide33.xml" Id="Rf5f3391c1a0247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31270c9524087" /><Relationship Type="http://schemas.openxmlformats.org/officeDocument/2006/relationships/notesSlide" Target="/ppt/notesSlides/notesSlide34.xml" Id="R5e57cf3513654b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590ef96354373" /><Relationship Type="http://schemas.openxmlformats.org/officeDocument/2006/relationships/notesSlide" Target="/ppt/notesSlides/notesSlide35.xml" Id="R7cbcb28649fb4a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338962db64115" /><Relationship Type="http://schemas.openxmlformats.org/officeDocument/2006/relationships/notesSlide" Target="/ppt/notesSlides/notesSlide36.xml" Id="R73b0fa8b2bee4a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e7c1a8fb842cb" /><Relationship Type="http://schemas.openxmlformats.org/officeDocument/2006/relationships/notesSlide" Target="/ppt/notesSlides/notesSlide37.xml" Id="R48aae2c9db614a8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f0b4e642c40d4" /><Relationship Type="http://schemas.openxmlformats.org/officeDocument/2006/relationships/notesSlide" Target="/ppt/notesSlides/notesSlide38.xml" Id="Rea5bb5aeb56e4cf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0d13d3f574ffc" /><Relationship Type="http://schemas.openxmlformats.org/officeDocument/2006/relationships/notesSlide" Target="/ppt/notesSlides/notesSlide39.xml" Id="R05a2ebe973a043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3d8a5734744be" /><Relationship Type="http://schemas.openxmlformats.org/officeDocument/2006/relationships/notesSlide" Target="/ppt/notesSlides/notesSlide40.xml" Id="Rcfd91801c8ce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6903A-64F7-486F-94F5-40EC14C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BA909-C5FA-4913-A10C-98E0659D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Belt drives: Introduction, Open and Cross belt drives. (No derivations and numericals), Flat belts and V belts. Gear Dri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EBC98-3589-4FAF-9700-10178C5B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FF0A2-76E7-4E94-BB5B-190B8E7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6175B-8D78-4647-AC50-5176548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6536-B9F9-4797-9537-1B80D0DF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5F6C3-7B1A-4E60-924C-A496608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6C44D-13C0-41DB-999C-C4FD879D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5980A-4718-45C8-B8F8-A92C0EB0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EC2C6-57BE-4422-8AE2-F9B8E06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5908E-3B2B-428E-9F0A-9F5BAF44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7F492-A700-4BEE-ABE0-F57DB19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DA790-8CC0-4B56-A052-4D8FD1F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7426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7C9EE-BEF3-4A7B-8993-D2C50828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9BFEE-2308-4C75-9E16-8BA7A6E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DAE50-C8C9-47FF-88A8-8DC5119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BA8E1-E45F-46EE-A5F6-E7F63EB1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2A48D-95A5-47CD-8A54-4AA8E99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47A86-DF19-4E68-9529-5DF908F9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D25A-0D37-43A9-AFF5-01B0A81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DC7CC-D2AD-47B3-9609-D5FB1A4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F3108-3B73-43B2-9EB3-F13C76BF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6EDCE-9AA5-4C71-9688-6D3C404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83917-6FDE-4433-88DF-6EBF01FD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42471-F91C-4559-84EC-0314B717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A6F9A-E7A3-49C5-BB81-C651A04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54876-D3A4-451A-B2C8-7A92DD7B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78556-2BFA-4480-BC61-9C72F0F0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998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8737E-64FD-47CC-ACDB-6A95DDF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59BAD-BBFE-4DA4-9D35-B3E83753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82AA2-FE56-4508-AA34-19758F6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A849F-52C6-4917-A333-C68DDFD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3578E-0625-4192-8FAB-0C1CEC0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0634-94E1-4768-B075-2711F7D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8B92C-76C2-4543-9430-1D129D3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48FFB-6059-4634-A5D4-DC2626D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1B260-9916-4217-AF53-8876CB2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Belt drives: Introduction, Open and Cross belt drives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94BDE-B4B0-478D-9DE4-AC8BA60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A5C48-075B-4571-93F6-A12FB00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46E5B-B52B-4BB1-95FB-3331EA04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(No derivations and numericals), Flat belts and V belts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D65F5-E0C4-4D4B-BA2D-EC72A35C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26613-BDAE-40F8-B0D4-6C7C8A3B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BCB95-C803-4AE8-8020-8F609FA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Drives: Types of Gears , Velocity ratio, Gear Trains - 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4AB2B-92A1-4AE5-AA40-5D38DE62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E886A-12C8-4909-BA8B-AB81645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9BE1B-640C-4A0B-B702-0C5ADBB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Robotics: Introduction, Generation of Robots, Asimov's la...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F39C8-B48B-4FD8-B35D-8298E2E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135D8-5433-475C-8748-4DB4BBC8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7BAF0-0E55-4DC6-923E-DB8A91F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Robot sensors: Tactile, Force, Proximity and Vision senso...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2088D-29DE-4C7D-BB51-93702081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BEAF9-078A-4E63-AE6A-1933582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0118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33E49-B0E0-4E5E-92D7-587B32CA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03909-2637-43DF-A0D9-54892C7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FFAF2-E1BC-4F07-BE6A-B6BFFFB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703B6-D55E-4AD6-A3BF-0F9EA9D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FE468-CBD8-44DA-8C96-45FBB9D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153A-BF2A-45E6-9EFF-9ED7E902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2DAE6-F03E-4013-9965-DFC4356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93F17-C3E7-4E0F-95C6-DC70C7D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Belt drives: Introduction, Open and Cross belt drives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AC69C-25D5-4460-907C-DFF595B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92F47-C3D4-4EE7-A67C-0610A2BD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04183-8874-4818-803D-C1A56CF1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(No derivations and numericals), Flat belts and V belts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320EC-5F9D-4CE2-B2E0-F9F2B6F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EFE62-DAA0-4291-9B01-31EEBD24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10330-6B33-4093-9E79-1F3F1862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Drives: Types of Gears , Velocity ratio, Gear Trains - Si...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5CBD7-44F9-4B49-B104-613E737A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A1929-C013-468B-A53B-027DA724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B2657-6E06-4058-946C-89EB8368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Robotics: Introduction, Generation of Robots, Asimov's la...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85BC1-47C9-4477-A5B7-EAF476F9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F808B-1E49-4B14-9EBA-1D839D7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CE917-23E3-49B1-891F-BEDF247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Robot sensors: Tactile, Force, Proximity and Vision senso...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E04BB-A371-4439-9199-E243E5E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12ED5-0CD0-4BEA-892C-74770E7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E5F71C-C853-49A8-8732-4FA2278E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4310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14744-30F9-47D0-8DFE-C7C69BC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09BF-07F3-4C48-B0BE-E9B30045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B2EB-1E79-4AF8-9E63-AF82272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0B923-FFD0-4FFA-BA86-43AD5A1C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07714-ECEA-401C-BF58-5651399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E4E46-4139-4A70-BEF8-8B013424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1637B-27B9-41A2-A959-3C1EA6A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6A43A-B42F-4001-9C57-EDE5AD2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3E4E4-8248-4072-B7A8-CB6F92CC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0B38C-FF39-45B1-B616-EFE7271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81875-CC16-4680-9A71-9BC5ECD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0B282-00E8-4A6A-9D74-566CE0C8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1258E-73E5-40BF-B6E6-7F600B9E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8B670-7D4D-44F2-9C8B-B9FEEB7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7D92A-66DA-46B2-AB67-524C1396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6F5CA-8F05-45B6-BC7C-757EEFFD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9399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B4804-8F7D-4C7F-BC9A-8A8A02A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9E817-7905-4316-9935-4C5B982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7417A-2C13-4BDE-8E37-11C25618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A5561-4F5C-4BE1-88B5-17CAEB4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1B86F-4827-43B0-BA0C-C08F680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Belt drives: Introduction, Open and Cross belt drives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27804-9963-4634-A57C-5E68958E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Belt drives: Introduction, Open and Cross...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CCF7C-5182-4346-AB66-B6949892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C45F-D1CD-4BA9-8504-CB6B189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9AA93-BD57-4B0B-955E-CF50E2C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CA9DC-A3C3-4059-850A-57000277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41180-145E-4671-8320-DAAC578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35E74-42BF-43B5-B226-1777240A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03128-5FC3-4899-945E-3E052255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58334-401F-4135-9C10-AEEDD7CA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BF6C-7BBE-46C6-8716-39D779F0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D5225-C1A8-4EE7-BA7D-F0D67B52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6113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ED119-E8ED-4723-951C-39F4D66D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0BFFB-4F98-473F-82C7-6158686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5366-7C69-41A0-A2FC-072E4B22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D830A-9BBE-4A3E-95A3-AC3F7B2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CE111-9E81-4E93-BA97-B11FEF6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BFDD6-5EC6-4D3D-8D3E-A4FB947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DCA78-4C1C-477A-BE28-88B7753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A4743-8FAE-45BB-93B3-DCDA0DA2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898E-46F1-4A44-ADA1-309E501B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Belt drives: Intro...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CBA18-A2DF-4839-B2D4-3CA2401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06648-CBD8-48D4-A548-1FE9CBBC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FFB38-A7F8-4858-A347-D63E60FA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Belt drives...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3A7D2-6D46-435B-BE19-56BE4A8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53D4F-CCC2-4EAE-96C7-FEE71963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CADA9-F08C-499C-BD15-509A90E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Belt dri...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8CCF4-4BBD-46D5-976A-423C9FA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B9F07-0931-432C-BCF7-4754500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28F7F-12C5-41A7-9F0D-44A8983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Belt drives: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DB587-D573-4A68-A737-1BDE29C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B4A6A-AF12-4FB1-B3FB-5555051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E8900-DF5A-43D3-B48D-E24E081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Belt drives: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C6E2F-CDD9-4A49-9802-5B3EBC98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E5947-39DB-41A3-8310-5A985488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7203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7D64B-3378-439C-AEC3-BCBA262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2C6E7-2455-4BF7-A601-E48BE590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EFC07-E555-4688-8B80-91C9D549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C46DB-4D28-4182-8FCC-CDAA144F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C9F8E-7585-4424-88EB-838EAAB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F4461-A403-49C7-8CBB-9BC69BD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7FC96-B4EB-4220-95F3-5A9898A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260B1-7237-4271-BEF9-D3A9A18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56956-9F67-4079-80A2-D8022F3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20D25-3237-44F0-A4D6-E68BF27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5CBE5-5AB3-4F04-A7E6-EC47A449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27AFF-6157-45BF-9FDD-4C2E574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98A1A-E842-464C-9415-0886103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96DCD-EEA0-4C2F-8B84-CF29935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BE8E3-0D7E-4299-8B7A-7BB2E95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5060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6127D-08B2-4D12-9D99-75E3BCD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AB0EE-30D8-4B7E-B6AD-5C7BAEB2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18F2E-553A-4A2E-983B-936C6CA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BE92-2789-454F-9863-C96407B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74194-0B68-46FB-9459-8D21476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AE193-EF90-4B14-867A-DE2E68F3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Belt drives: Introduction, Open and Cross belt drives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395A5-9C24-4B2E-AB53-CC249B38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A2D33-E702-447B-ACF8-C6E0A7AA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1AB63-4F91-49B2-8A46-5A1DFDF3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976EE-A95A-404E-960A-679C5B6B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FAE53-65A1-4875-9A84-DF971DA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7687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A1F89-72F4-4B91-8A72-3AE0B33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C696C-059C-43A2-89CB-D4028D0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49A21-28E0-48CE-9680-299C97DE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5535E-9D31-4EF3-AA4D-CCD8D08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324F8-831F-44DC-A28E-46AE3E11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(No derivations and numericals), Flat belts and V belts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A2A86-3E57-404A-BF37-DE8A22B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(No derivations and numericals), Flat bel...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4D103-3C98-417F-B93F-3939F88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DEA9B-50CD-4844-9466-136A999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A3028-14CF-4457-8035-AC7185D2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7FD98-A4D7-4E5B-8B7B-72DA52C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276A-FECB-4006-8A51-A1CF15EF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ECC89-015B-4410-B56E-ED066414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8AA1D-602A-4D3C-AFA7-07B505C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7CDBB-0E13-425E-8560-547B911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D4B09-FBA5-4848-82C9-292AD889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6E41F-2524-4FFF-8B99-F21C4C3C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4177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2FD4E-0717-4E82-AF48-7BCDCE0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FAD70-4288-49D9-9B4C-5C13C15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BA15C-38B4-4A71-AD68-AB452B6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DD7FE-D077-4562-ACB0-9C56957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E3A1C-EF2C-4782-A51B-59030E3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6AE0F-9EFD-4B05-92B4-B1A3E041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A1EB6-68A6-41EE-A334-DA153565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80895-0E74-4B6B-9307-38F5677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47AA3-E4C9-43DD-A32F-AB6E2BFE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(No derivations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18DF4-D3C4-42F4-BC6A-7503166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F9786-DA4E-4FBD-BBD8-973E71A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4ADE5-5BD9-4629-A720-CF49930A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(No derivat...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2498C-B45E-4EA2-AC06-AEF86EED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4A418-0E92-44E7-BDB3-3B387BE0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CC37-CF1A-4AD1-A7D5-D5995B89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(No deri...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AF5EC-A2DA-4ABC-A86A-8FC86B6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50632-3252-4F22-9A55-5E6978B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2C00F-2BD4-4014-AE4D-6931748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(No derivations...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BD7FE-76C2-425B-909A-40027F3F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85964-4F7B-4497-A0FE-A6D3261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A0DCC-9DEC-4700-A069-0A274ED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(No derivation...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FF4B2-979F-4441-9A4B-FD5C4DD5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E99E4-7AAF-4521-A378-1C8B0D6D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3477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D8275-7E41-41BD-816E-8CB8AC6E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08210-826B-4596-A46D-316879F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0DAD5-DC39-4980-9DB1-9743B2E9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8DB1D-DC85-4C07-9F54-A593BC26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DBB5A-4900-4E0E-B829-5B50F9B4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BBF89-481F-4FAE-A976-F272893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DC171-42CB-408F-9D1A-1CDA105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32D95-CFD8-40DC-A204-33DA088B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46E5-32E0-483D-8676-00DC56AD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FB340-E9AA-4475-82BA-3B4C14D3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0D6D0-1CD0-4FE0-A2E4-C73C778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168DF-009F-4368-9E8D-D981D91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C0417-D1BB-40BC-B7AC-12B4CB89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E2183-8B57-48C0-90B4-7824D9A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825B9-8188-4387-AFB6-6BE09E7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8135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9D47D-48AF-4094-8D23-9E5AF66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D3500-F7B1-48B6-9F16-5739562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4CF97-9D47-4F52-89EF-1BF7174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C2921-8DE9-42A6-85B1-857F885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004C9-DCBB-4A58-A480-6369C94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88259-1F91-495A-9DC3-642A6A1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(No derivations and numericals), Flat belts and V belts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D34BA-AE5E-431D-B4DB-1FAD4E7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BC13C-955D-410F-9520-35B6301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52249-5FDB-4255-9E8B-DAC2757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4ADE8-DB7E-46F1-9F3D-ED35D82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0D391-9D76-407B-82FC-E5B4ADB0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928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551F5-EA59-4B00-8F5A-454C519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93AB8-E133-4F25-BC4E-2DC8D481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FE893-0B5A-418D-93E3-1D3185B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387BC-674A-48B9-B2F3-4F9F3B1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FFFA6-3BF2-4960-8338-65A1F77B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Drives: Types of Gears , Velocity ratio, Gear Trains - Simple and Compound gear trains and Numericals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CD64F-AC67-4F34-8177-E042291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Drives: Types of Gears , Velocity ratio,...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9179C-632A-49A2-AE6A-13A85FC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C687A-C2B8-4AF4-8063-7159648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72DAF-63B2-449C-880D-CBA67E67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70970-6CE3-49D5-AA2A-54D5E551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CF674-3078-461B-BDA4-39C1279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9BF89-195D-41D0-9774-DE2E1A4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4951E-05E8-45C0-88F7-27FDA674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6077-D567-4804-AD30-77DD87A8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8FADA-65B4-47BB-BCEB-03913D7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E272D-5912-4B6C-B250-3CAAC354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9146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24A8F-247B-4A83-87D4-53669F0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E3E5C-5314-4B7D-8DE1-46FBC38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0B19-00B0-4E76-A7EF-8C4F53B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3DD2E-37A1-4D66-9AAB-6E2C08C6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EC530-7F50-4249-B80A-36128F9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181C5-4814-4E41-A7F9-D3881AC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9D267-B1DA-4219-93D0-02ACA7AA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21222-112A-41C4-9365-50BD1E3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BE091-4E18-4B31-9DB0-65069491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Drives: Types of 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2BBD2-1131-405E-8A55-B11E33E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229EB-EE39-4A0A-BCB8-DA42CC99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22ED1-92AA-4AC3-8FCC-73F7770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Drives: Typ...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CE42-2673-4DAA-8CB0-81212B8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78BB6-A445-4872-91D9-05963AA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F598D-7344-477F-B1DE-935DEEAA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Drives:...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6843D-EC1D-4E84-AA37-B5BA48F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08497-9B34-42C1-A240-E66AC8A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7D64B-8B49-4E24-A5BC-82AA3CE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Drives: Types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3BB7D-874D-443A-80C3-313D253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74E43-922F-415F-8ECF-6605709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A694D-10BC-4463-A5D3-8739A44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Drives: Types...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A7D6F-548A-401E-88CD-57845ACF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7522C-B771-4A80-AB79-E876BAC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4428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B172D-0FB4-47FE-ACC3-31CDB29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43D8C-B9BF-42DA-ACCB-A8711C2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EE927-4752-4674-A555-4B3809D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694E1-34F3-4C46-A4DF-A1C4F01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D136B-0AB2-4253-B385-92B1F90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A2671-95F5-4CEE-9757-DB488D3B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F09BA-9813-41E5-8FFA-A5969177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865DC-2CE3-45C4-B01D-43D04BB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FE187-57E7-46E6-BFD4-8C8B1D0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310C4-D5B8-4AE2-AEF1-3F16E50B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ECC32-56F7-44C5-A1D3-F80A7CFF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DEF7E-EDC6-4779-94C1-523EF39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7D437-08C7-4E31-B183-9F40CE41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71B76-B0F9-44A9-AC71-98D4D45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85B5A-40E9-4D99-A586-1F014E1F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23040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2214-BE8E-4F8B-9859-AC10E7B6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1CFF1-3F7A-4C4B-BBF0-F6A1F36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87FDD-9E21-45D6-AE4D-06831DE4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0F268-9617-4CC3-8FC4-D3DB9716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7233E-1D27-4D3F-89E3-C2ABB8F7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E4A61-A7E6-42CC-9935-EC19BFF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Drives: Types of Gears , Velocity ratio, Gear Trains - Si...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DE151-1279-444F-841F-22DE5AA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72600-15F1-4E76-9CC0-0A7BB5A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505E-CEE2-41CE-A81E-E6DBEDC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62A7A-CEB9-4E38-94AE-BF224E8E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19BF1-3399-4D1B-9B8A-D4D42B7B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0976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85B2A-CC35-4EC5-8EA7-410B0F36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C9615-B8DB-4FC3-8A68-DE3A300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4354D-3F6E-49F9-AB91-459A9319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B2F95-6CFF-42EA-AEEF-DB161532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051B4-6BD4-4B4A-A8F7-80D15B3D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Robotics: Introduction, Generation of Robots, Asimov's laws of Robots, Robot anatomy - Links and Joints, Types...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F9BD7-981A-46E3-924F-8D49575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Robotics: Introduction, Generation of Rob...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09CC8-A458-40CD-ACE7-B662FA02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72BC-E418-4D9A-BE56-7A84168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E4087-5A41-4724-921A-6A5967F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F6733-2FA5-4CFC-BF76-5088CD5E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11C53-FD8F-40FD-8CDD-3B67B1EF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12A08-C48F-47C2-B81E-EF932522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C6ECE-5091-446B-8396-E20FA681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2939A-4D4B-435C-BD36-A81A875E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19051-3FE9-4DD2-BACB-D77B262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8DB92-BB8B-432D-BAE6-DFC2B16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0566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39731-38B6-4177-BD5D-89B6EDF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C408-61EE-4049-AB35-55A0CBC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15C98-B700-49BD-82C7-CE825C2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92F7D-1DEB-4ACE-8540-DA8586E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853DA-5E91-49EB-9A9A-292DBD3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6D2C-7306-444B-B776-AD3D7275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6807A-5CC0-49B5-ABCB-888C9554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4877F-B08B-45F6-8F9E-30F2272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6CB21-5EF8-4510-9AC9-BE2ED5C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Robotics: Introduc...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BBC68-9049-4295-992A-E666BD1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258FE-6581-4767-8AFF-19352D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6509C-EDAE-45D8-83B7-DF2E3A6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Robotics: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65968-B7AD-4DA1-99DB-CF0E4C9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1D327-21FE-4258-9470-6DA2C89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62CFC-632C-408E-9805-1869351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Robotics...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8EBBF-EBFF-40ED-9915-5FC44E4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366ED-7174-4790-A019-55BC5FB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BB707-ED0B-4F73-AB2B-3BEF9F8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Robotics: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08618-D1A7-4AD2-8EE3-A3EDB8AA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B4E1C-8E77-49BF-832C-E90913D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9912C-8D95-4AE7-8FE1-1C26E561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Robotics: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2AFCB-45BB-4C34-8C9D-160FFF3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D75DD-FD2A-43B5-8F9A-757C964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90736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20BCC-5173-4557-95A2-0C4E3EF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D05D1-0C79-45A3-9C3A-15D87EA1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AF72B-116B-49CD-99BA-438EEBE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C028-C557-4AFF-82B8-5282CD6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59172-ECCC-4DE2-B40D-703B8EF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034EE-1DCD-45CD-8F98-CA229EBC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199EB-D325-4724-9A04-70A02A17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A90BB-C5FA-4CCC-A045-5B30ECA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1992C-1BC1-4C58-9C4B-5D230B2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974AD-BC4C-4D00-B827-BFDAD2D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E8976-918D-41C6-88ED-DD9FAC5B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D4282-72AB-4A46-9EF0-248F885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BC468-E2F3-4825-AFC2-2945B8A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2324F-C083-445C-966A-D7DB17C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CD1B9-0ADC-45F4-A474-F75488A2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35454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FD0B7-8E0A-4136-9BFB-8B8582F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EF4FF-1EE1-482A-981E-29341324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FEF48-0645-447D-AC7A-61C7F5B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002BD-F9BC-490E-AD16-9F334648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DAAB9-B208-417A-9D84-3D10CC7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054C4-01A5-4FDC-80EE-CCB25F3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Robotics: Introduction, Generation of Robots, Asimov's la...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9EAC8-EC9D-4F62-8C26-EFB6A90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1ED88-1079-44A6-9557-C90A4A5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1C618-2E60-45AD-BE59-E799B06D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77C40-31CC-4419-A6D2-AEADF610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253E7-1B49-422D-BB15-E642556D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16803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B00FB-F4E9-441D-83DC-53588B2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0908A-7285-45D6-B0EA-4E437B75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1E7A6-751A-4AB9-9F39-10AC939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078D8-4B6A-47DF-A36C-DF2A8A1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6E0A2-2A22-4DD2-88CC-B15AF70A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Robot sensors: Tactile, Force, Proximity and Vision sensors , Definition of Work volume, Accuracy, Precision, 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75E5F-9622-44AE-93F3-AA34D5F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Robot sensors: Tactile, Force, Proximity...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D05E8-D0CE-4F03-9EDA-767312A9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8D155-AB34-4E88-B9BA-FDA6BC9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3A298-36C2-4452-A62C-CFC07DE5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EE057-1768-4F4C-A009-6C0A4EF8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DC16-E11E-4E8A-8B47-E8303A21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F929F-9BEE-4278-A69B-9D12EBE0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69187-3C8F-4ED5-B379-30343132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93904-BD11-476D-8206-205C87A6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E3FC2-F0E8-4433-8B64-9EE1B99C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D7A2F-EB02-4ACA-8F05-4CF1C67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772395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B45E9-C1C8-4216-9668-B680F1B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85644-90E2-45CF-B764-94772B02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3E074-97E7-48C5-B6A5-2E7DD0D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9433D-3647-4FC5-8232-A5FA6141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9AC02-05A6-4333-9D3C-AA5CEB5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93D0F-F1BA-479C-B75B-2A177FAF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F1F66-5F72-4D9A-A42F-78DD83A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D965C-1424-47E0-A727-E1A2908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DBAA4-1C6E-47BE-9867-DE6A501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Robot sensors: Tac...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874E4-5EBC-430F-8A8C-AB1CB6A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F035-A2DE-40FF-A8B8-2A110DD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EA6E4-9F08-439D-B7E0-5C99269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Robot senso...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0CC2C-8442-40E8-AEEB-9F380223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8C101-BF14-4F2D-ADA1-C629DE95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B9B02-08E1-4D2A-A59B-6C27BCEC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Robot 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4AE29-FAFF-4E1D-99AC-BABF9BF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A53DC-6786-4188-AF0F-1E0E0AA2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9FD8A-05B0-44F1-946A-8EE59FD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Robot sensors: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90EB2-21E8-4BF4-875D-1F5BF66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83790-5989-42E5-A044-1BCED74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400D8-E509-4322-AD89-D1AE9E34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Robot sensors:...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B6C1A-A4B0-41DD-8683-594B9C8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0E27C-EA21-4E5B-8ECC-33F58A3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793197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634DE-99C9-4740-88C9-E6471D4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EDAB3-71CB-489A-AFC8-085C0006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C405E-B61C-47B9-82CA-DC1A602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46766-107F-4B81-BFCA-5A99D44A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BC5B-4920-4540-BEB3-B1B5B02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CD173-A748-47C1-89A3-849B121A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25CFD-0DCE-471D-BEE0-098E16D2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6D2AE-6827-429A-85F5-D061FB0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1D00F-5018-435C-867F-0C84A49C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E8D2C-B1E0-44F9-B4CB-BCDFDD64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3CE83-11E2-4E77-9642-7BE20FA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93A77-BB3C-4BA8-81F2-84C514E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F28B9-5862-46A3-9BD5-D516885B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55C38-7921-483A-91EA-FFEF8DE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42D3C-9067-4682-86D3-A722A54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68361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6403B-4FDF-4128-93EC-3413CBBB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8404F-2764-45A7-BAF0-4967C0CF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6C67-CC10-42A8-BEF9-C789AD8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B693-3217-4F21-8AD3-C5B07E81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E362-CD02-442B-8691-8086E69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4C784-B5A3-49CC-B889-A907696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Robot sensors: Tactile, Force, Proximity and Vision senso...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1B627-4EF3-4C2A-B2ED-E4A735BA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AF485-2A24-46B9-B90B-D970511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319FB-E832-4418-9270-DDCA5191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A312-ED30-440D-A111-04ED20CB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0E4D7-14E5-4E62-87EC-61E4F9D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0381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821C-BE53-4F1E-9B45-0C2CAFC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C5EE9-CA98-49A9-B836-FDF50A05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AF58B-F471-457C-8845-C0BC6F2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1CE81-F9BD-4309-9AF0-9452EDE7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D68EB-FBD2-4AA7-9D9E-B711D88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AF109-2A25-4472-B2B7-F54548D4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89932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47854-7D41-43BB-B637-4F26ECFA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D44AD-F55B-4451-847E-5B4F61D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73646-89E4-4C96-8C34-AA36A90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772D4-A642-42CA-B7F8-63712D3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B38C4-EE56-4DDC-9AD1-FDF48EC2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Belt: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drives: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Cross: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derivations: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D6CA3-516E-419B-BDD8-87728366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20269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6ED9F-9CE3-4A06-891F-6C828132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98BA-00E9-4DAA-991D-290AD26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3A897-09D2-4188-ACE6-2A3A372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F84AA-BE58-47BA-B773-6C3C93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39AF3-58AE-4324-9CD8-40DEA01A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0C94B-49AF-402A-9F86-E8ADE04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13683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49E85-A03E-4488-A88A-71CC94D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305A4-7359-40FA-B7BC-144DC845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BB230-52D9-4CA1-B0AA-A420427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411F8-05B0-4CC1-85F9-4B3F364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6B424-6A67-46B2-9621-E8E825E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1D843-C915-4379-8966-5BDA6F3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6009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23406-E120-4810-861C-967F430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2ED1-B864-4BD8-ACB5-D0F071AB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6444D-8298-4B53-B555-5563BFE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CACEA-6CC8-498A-A114-AE459D7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014B-4A84-45EE-A452-D1EAAEC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Belt drives: Introduction, Open and Cross belt drives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(No derivations and numericals), Flat belts and V belts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Drives: Types of Gears , Velocity ratio, Gear Trains - Simple and Compo...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Robotics: Introduction, Generation of Robots, Asimov's laws of Robots,...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Robot sensors: Tactile, Force, Proximity and Vision sensors , Definitio...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FBFB5-DD28-4929-A4F9-A650D2A6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FAF8A-D9AA-4E2A-BC46-12E2786F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A7F13-89DC-4422-8FDC-C24C424E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176680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4B52B-2275-4921-AE42-7B8DB351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0D0A9-BD34-4AEF-85A6-679C3FB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Belt drives: Introduction, Open and Cross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58B5B-0C29-497A-95E2-60735BE5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BAD81-281C-4C34-AB07-D536320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A08CA-6E14-48BA-99D4-11D4C4FE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5855D-4888-4D90-AE88-65ABC607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1AC0F-AA45-49AB-A8F7-FB88736C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FA1D-3245-438A-9B17-C7FD6AC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235CE-D782-45A3-8DB8-287C8D1D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2D880-FE9D-43B0-9750-B5849A77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7AA83-31E3-4043-AB20-7137C15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582A7-653C-4077-83A1-82A0266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23609-BDDD-4E68-8926-36498579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6962C-93B0-4009-A80E-F88DD37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779B6-6E65-4043-BE70-6EB934F1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CDA9B-38E3-41FF-9A1B-F81BFBC5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94AAB-02E0-4631-B9A0-00246CB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07621-69EA-403A-8115-01345F49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BAB0A-6BDE-41B1-AF7A-9EB46B4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1369B-DAE1-45E6-8476-22E024C6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8BA40-1362-4CFE-8622-61F3684F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7F6B9-D6E4-41C3-85A3-B85C0877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D2E44-B9D0-4FF8-BB06-392E342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A722D-939A-4AB9-8C8B-B3DAF4B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0C166-825E-4E14-B0F2-4E202295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6C115-D73D-4137-B7B0-5129235A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82128-E52E-4025-9E4C-D25407E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06763-2B07-4CB9-94CE-12F53CF2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22E6F-2137-48DA-81B3-8D00812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FFAB4-26D2-4302-B104-2D4A9E2E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30C0B-8858-44EA-BE5E-973303C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1C097-E20D-4D33-9027-64D8A7D3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145657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CE584-6A50-4988-BF7E-5820F95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D39E8-626A-4952-AFDE-6AD34C8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(No derivations and numericals), Flat belts...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4DED1-FFD2-4C2A-9A22-84D7F90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FB5CF-793D-4BB9-8347-F1C97B0F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53EB1-B015-445E-805D-73F25FBC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7D6B9-5ED7-4C89-8C88-D0687AE4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48EE0-D4AF-42FF-B94D-B44E477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877A4-4096-4D65-8AF1-6FBE83F8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D8FA2-B248-4FE2-838F-A95CA2C6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0DCA1-8631-4AE4-BD96-9909306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75ACA-0C24-4615-ABF5-4EF8BDA5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35BA4-7020-4F18-8257-02B03DE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1F08B-81F1-46F6-81DE-BF51628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D9D60-8548-4DCD-A847-10846F5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2A830-4E8A-4B84-BA57-4F96BBE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77B4E-558F-4A4F-9391-E742D376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7BFFF-0EB8-4358-A2B6-3B535574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C570A-FB53-4F24-9918-E73DA848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F1816-9532-42F6-8556-47C8FB5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F488E-F86A-4569-A7EB-AF3E52AA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ED417-2ED0-41D2-81F3-D13824E9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17B83-5BB1-4E23-B528-3EB2373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D65C8-E3C7-49F5-896F-4B63E9D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5720C-1B36-45EE-A6CA-C5F316F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239B0-FA43-47BF-95FF-0C07740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F746F-6AE8-4453-ACD9-6243DAA7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7105F-0C16-4480-821C-A6749BD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89423-EC80-4A1E-AD16-0975459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B5C8D-E416-41CD-AC14-12158AE8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10F27-54F7-465F-963D-CFB5B54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3AE54-D90D-45C8-A9D1-9396F768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79EF4-6A0D-4281-8B41-DEDFC9ED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94134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70B380-616C-4AED-8CCA-9A8F97B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37ED-3D10-4BFD-A5E0-1704AA9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Drives: Types of Gears , Velocity ratio,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B26D2-DE38-4E0D-90C9-E1DF5641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2A455-AFFF-4386-91D3-5D67F71A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89957-1181-4930-87EB-3B746C4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59590-7CF9-4141-98D4-22287BF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B5A05-D81F-4F2D-A196-1D2A932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18A1B-7D64-435C-9650-F8292B63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176DB-36C5-4B2C-81D6-8DCF00E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8ADA4-A47A-45EE-870D-32EC5BD6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42849-E101-4336-9EA8-72DF64F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28359-3330-4D53-A9C5-2DD3C34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829CF-7425-4DB5-A7B1-103CA13E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CBE76-B818-4E05-8084-65356F79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C1936-11BE-493D-8007-4F6E4D84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AF338-D656-4180-924E-62BFD260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09C86-E64D-4B19-AE47-BE368317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73888-CDA3-43C0-9923-DD2A4A2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749AE-919B-409B-B572-A40F07E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4CA42-9678-48CE-8B57-BC09A83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D690D-A314-4418-BBE5-5A4339F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955DF-9C0E-4150-A520-F8EC1CC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1EADF-54F4-4E83-86D5-FDEF17A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75F0D-F254-4A6D-A8C0-BCE0DCE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59931-7045-4759-970E-2529EF3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C4C7C-4650-451A-B793-784F458D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57B02B-D5FA-4E01-A1D8-444B2C41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2469B-A6E8-451B-94E9-C2F42F6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B6951-2050-40AD-9CE1-73651C2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5B2CD-A5F9-49D9-B2B8-3176ECB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CBC81-57C6-4508-893F-B77D3EC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5353FD-A90A-48E7-B7FA-AF805F5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71048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73822-B0F4-4C9F-913C-DE803E83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99AA0-3109-4BC1-A579-D863275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Robotics: Introduction, Generation of Robot...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83A12-BA9C-468E-BEDA-0E462AF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940A3-50EE-43BA-ADB2-FDFE486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F0B51-DBCC-406E-8480-3998204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54D99-EEFF-4E57-BB54-2B7F879D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8F7A5-463C-4E0E-90BC-BE42016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8D052-7CB1-4C95-B9D6-6CF4A04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F2528-5E78-4B32-8547-AC3FF93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1E808-0BFB-475F-AF88-35E10BD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FB878-A287-4A8D-9317-96407B6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91CF6-5499-47F4-8420-2A61BD56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C9075-1124-4EFC-957F-F999491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27765-C633-4F17-A4DE-DC0DB6A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35948-D87B-4A7D-B82F-F96F39FB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BFD35-4F26-40F5-965C-400876F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4275B-0BCD-40D9-AEF3-894318B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1D93D-28C2-4F1F-B8DE-5E4468FA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91823-CC38-49A2-947F-43051AD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B8FB2-06BD-40BC-ADBA-0355A41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1E5FA-8108-461D-A72C-01BA64E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FFC44-BBE7-48B2-89EC-2CFE8D3D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8652D-12BB-409D-93AF-DC95D98A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251D6-CD91-44BE-A046-B30251F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43448-EC8E-41ED-BABA-4D01836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0EF91-FEC6-42A8-9084-74E6379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627DD-7F51-492E-9249-56FF1982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E9511-ED95-4254-B102-C3FB7FD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04BB90-46FF-4ED3-985F-69EA902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38D09-2C04-43D5-8E50-976BAD4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FEC23-78E1-408F-8D17-E3B0B899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85F166-30A8-470A-89A8-27931115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644038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E7189-1386-425B-80B4-3BF653FF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CBF6C-A90C-45DD-BC01-20B114E2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Robot sensors: Tactile, Force, Proximity 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8BF36-9AB8-41A9-B15D-4BF70637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01253-40FC-411F-BC9E-CE3188E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D6C5C-FFCC-42E7-ACC6-914C298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F8A06-71F7-4AB7-A70B-1BB5C96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863AF-FA55-4106-9A60-B0DD6E94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96374-D41C-4D6D-9FC0-814374E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EEA32-AD5E-4CD6-85EC-2C9B30CA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9E6E6-ABC5-4E41-83EA-673EE72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BD1BA-6C97-466E-8DBB-1C3E075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06674-6ABC-4AA1-B5C9-EA66569C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B8DBC-34DC-49A7-A10B-E926DBA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C43BC-5CC4-4748-AB91-0ADB999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86FCE-4F54-4ED4-B5D2-4D00E12A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FCD5C-05E6-486F-AC64-EBBBD19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2AD00-1369-48DC-B698-0DAAD0F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AD497-7A16-470E-9C75-7047207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E3F06-4D15-493E-BE2A-4ABF431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CE637-FFA2-47AE-99EB-A5616992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300FC-DF21-4D9F-9FD4-7F77CFE1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86D3B-957A-444B-969F-679AC69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1E9F5-B661-48F2-A1E8-7BC81E1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D48BC-6578-4B30-9A8A-F8347E2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25359-25BA-4ADB-B1D6-B0506F58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7DC40-DEFF-49C8-9406-F360BC6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89865-74FA-4FAF-829B-52B4BEAD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FE444-2B31-478D-AA59-CA5D6348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3FB00-75EB-41CC-A9B2-25DA33EE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DD64F-44F6-4004-B5CF-BA46789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09CB4A-AF6D-4EE7-8191-E65C002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B5A27-484D-4C1D-81A6-E2275EA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151422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F11B2-2C2B-47A0-9DEA-56ABF691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BB5F6-6092-40FE-8186-30BA5DE8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Belt drives: Introduction, Open and Cross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60698-DA08-4CAA-BC3D-B0A7A1BE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6B478-257A-45E6-ADCC-D3E8657F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49B91-CF25-4AC7-B00A-4830FAED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4E364-BDD1-49DD-9018-A09BC52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81E0F-8C86-427C-9581-1B3D9618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AA397-76F6-40DA-BA80-0710A81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E3222-F1B8-442D-869D-C8CB0DE2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7B49C-E5D5-48DB-B0F4-58B72337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60B96-CE3D-4C17-8571-D55CB26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4AF78-AA54-4D3B-B805-B22F359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F93D6-F91E-4C1D-8A12-B2C7657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AA0AE-0653-407A-8FE7-D81AEB5C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AE216-25D4-4F5D-B522-657A7038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74CA3-C624-4413-9E38-8B00B60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BDABE-CB8E-4079-A403-1BF71888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C721A-8783-4626-A559-6E519E5D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BB918-A7B6-4D92-A21E-D9E20405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84C61-5FAA-43A5-B16B-227801D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552AB-BD11-417E-9387-6CA1741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03DB8-A684-42E1-A354-BF4413C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514DD-7B3F-4B31-972B-F6682FCF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A269B-38A4-4CA1-A728-4B20FC77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F70E7-932C-42A6-B643-24C697D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E3BCD-FDFF-46CA-A068-011291DD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70A3D-457F-4965-BCE8-D4269BD4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64B41-A86C-466A-8ACD-C767DAD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CD3B6-2C5B-4B83-89F7-4054EDB2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5C2A2-7F2C-472F-AB07-95323A52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4F30C-86E9-4B6B-9209-7E02B16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1AD39-1D57-4560-9CEC-87D716D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66207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A4C1F-927D-4BAB-9EB7-AB9D32F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F918B-CF4F-4011-A742-F01554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(No derivations and numericals), Flat belts...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CAEEA-35B0-4622-B72B-EC14DA83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F4CFF-220D-4944-8EB6-970676D9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D47E7-300B-4617-878F-4B7FCEE7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90EB9-2381-4C68-8D4D-D7F6E58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99609-8317-4270-B3D0-0D3F30B4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DAC27-CA8D-4281-B3C8-AF4F6FD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8FF17-E0CB-4F27-BD4A-865AB66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05A30-D840-4B62-8711-E5B5F259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1585C-19C1-407A-BF20-8BF504CA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C7023-94EB-4DC1-A702-2292836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2B54B-0F71-4580-A906-D49544EA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BA2D3-F170-4583-BF6D-2F9A5C91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D424A-DC06-4EA9-A0AA-1AEE8F82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FC605-CF90-4AB0-8464-ADF36F1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E34FA-5693-4C03-9893-B20F5B4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E9EE1-F62C-4035-B16E-A71DD16C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522A3-8161-4B7D-BC84-A932BFC8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C82A9-D11E-4237-930D-139AA2F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FF241-95EC-4501-91B2-0ACCDEB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A8C9A-55B5-4F6C-92E5-86218742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652FA-37B3-4FEE-A3EF-09726FA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89A3E-D187-43FE-AA3C-865FFD0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38C3D-143C-4F44-9DFB-B33F065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4C2C6-8298-4E58-BA5A-AE4C2D3C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2C04B-7E87-4E18-B133-DFCDCAFC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4F9A3-A01C-4C3F-A1D2-3ADEF7A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D8886-03B6-484C-A6B7-7AA4D2E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8F2BD-DC22-4D8F-8FAF-083D66A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EEF4F-1CAC-4267-A734-1162A40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DCF28-A2D5-4ABD-9BAB-1B11368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21322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7F1695-84F6-47E2-854C-3BB25142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D77D5-637F-4EF9-AC52-26BA3C5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Drives: Types of Gears , Velocity ratio,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A4A75-20F0-4073-888F-09BE5AA7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1789A-93F5-498E-87F0-5335F73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50240-8309-49B7-8384-DDDAFD2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1DC1B-D911-4FA1-9E88-88368209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3E7F6-4949-49CF-B882-4E38C82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934AB-0F3B-464F-813D-E3FA6EC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265B0-8B3D-4A3E-BD48-2D77EE26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1A5CE-400D-41AB-B900-23495003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B5EE9-F10C-47AA-94AD-8C25AB97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641F3-B310-4D66-BCE8-08E3B00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040E7-3F91-415E-A6A9-79A255B3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F782A-9845-453D-AB68-BA72933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09176-72B4-4DAB-80A6-9AEBCCF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30301-D51F-4BC0-BB68-2E380A6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C0002-1EF4-4BEF-9460-E2D4A82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3C20-40D4-4C23-AD73-279677A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91D0C-7BA0-4AAD-BA47-25220AB9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02E49-4A1A-466E-8ACD-7633BE6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E6E83-5F91-465A-8309-4D0A1F0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BAD6F-D0EF-496F-A4C7-53E0E30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CB8C8-7E46-4702-9662-8441DD1F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6261A-CB56-4D5A-AD63-6512399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A8F71-6424-4E5C-B533-EDCE128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2FA0C-601E-495C-8C20-BB2F94EB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43016-3892-4C3A-8858-74ACF26F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0A40E3-9269-450E-A9B9-3CC97610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A2663-AC97-4201-911F-4920C49F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381D1-6E34-4EE4-AE91-CEA1162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70257-3415-4C82-BDCC-33B8D679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BA5FC6-AD71-4AA3-923E-86252E7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171980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D4DF5-0D88-4B6C-833D-FC11D35F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463A7-9108-4704-937C-A7BCAD3B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Robotics: Introduction, Generation of Robot...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53A7E-55C4-4019-806F-2644FC16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04715-A4B7-419C-96C4-097121ED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21B29-ED23-4AC0-9F47-A27AC95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9CE89-9E0B-4807-A0DD-82D9301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DD3F7-33F9-4CC7-833E-5E96F2A5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548BC-C816-4470-9EDC-B9BDA05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58282-6941-4ED2-9EE6-31EDAED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D2F82-62C4-494A-8F6C-E9B8CAB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587F5-8068-4FF9-8587-24B57C4A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157E-7884-450D-A05E-631C6C0D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95256-35AF-4756-A839-7143DCB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5AF58-28EE-45B1-A4F2-342A378B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86669-0A97-4E44-8723-2E4D4630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7AD53-D013-4D18-B4B0-CD67D3F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D3224-90A5-437F-B292-00E8BCCE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07501-C1D4-46CF-A728-32E2A20F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D75C0-29D7-4A9A-915A-D0F2FB5D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A6954-C369-47AB-B159-F29E9955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4F30C-5130-4CCD-88B1-58A7112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CC211-B7E1-4C3A-80C5-6D1A0510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29FDC-D8C1-4BD7-9D83-A7E5ABDC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AC639-34ED-4D03-A675-778BCFF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AAEA5-E3D7-42D8-ADD6-2B7512C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386E0-CBC7-4669-9854-850F6E7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8A481-AEFE-4F50-8039-4FED08E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D57C5-29C6-40F0-9530-216724C5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58456-C798-4053-BD85-7A6F251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16359-5091-489E-9EC8-59CEBAF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1A2095-7AD8-49F0-9AF6-3FD9453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31852-6B94-43B2-8762-97F39CCC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61519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347F1-0547-4D37-8DFA-B4ECD3C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D5672-EE15-454D-AA28-5C61531B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Robot sensors: Tactile, Force, Proximity 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6ACF0-226D-4848-BAA4-1F7B6E42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E22-D354-4611-9845-0F824F6E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ADB72-0917-43E6-B293-FA18D67B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6C105-5A2A-440D-8605-9F7611B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480A-D8D4-4C92-9833-9690766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D7BC-7674-4495-A356-C1CB1353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EF9CE-DD7C-44C4-87E4-BC78A19C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F00DB-31D7-4465-8929-190C31E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2AA38-250A-488B-BF13-9FE1E512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EE408-733E-4445-8313-2828B7F5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40244-2B79-4D8F-AFE3-36B7598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0F666-669C-4A79-8A66-C221C960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C939A-7283-4D1F-B8DF-2A4003F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B5EC7-4CB6-4971-8BA1-D4B767D2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02D38-B0C4-4C8A-AF29-B21088A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1FB36-C5AF-40A8-B300-0051E9E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7D5E3-4375-497E-9CD4-48960CA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8EA90-0982-4F2E-AA70-CAE7906C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64652-70BD-4FD1-8AF5-FBAE275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D21A5-6B75-4373-A273-53DDB8F9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A48F4-6C1A-4D89-86FF-63153AD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06AF5-FE73-4122-836D-A08E1B0A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C19F5-8B7E-495A-B6C3-725A3AC9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3054A-2016-4511-956D-602F3BA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A8E5A-7450-4B96-899A-1483869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4D5CE-A00A-4C87-A0E0-56D8393C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B4864-D44A-4C52-B4ED-D13403C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AC69E-E997-47BC-BB27-D039600A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46FEF-2AB8-4981-9022-6ED0DFE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410D9-B63E-4A18-AA15-3B1FF738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1860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2026-08-24T16:02:43.2860000Z</dcterms:created>
  <dcterms:modified xsi:type="dcterms:W3CDTF">2026-08-24T16:02:43.2860000Z</dcterms:modified>
</coreProperties>
</file>