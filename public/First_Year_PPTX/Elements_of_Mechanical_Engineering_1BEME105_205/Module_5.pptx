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2e3f38d8dc4e7d" /><Relationship Type="http://schemas.openxmlformats.org/officeDocument/2006/relationships/extended-properties" Target="/docProps/app.xml" Id="R86d1727b53e549ed" /><Relationship Type="http://schemas.openxmlformats.org/officeDocument/2006/relationships/officeDocument" Target="/ppt/presentation.xml" Id="R4529fcd8c9bc4d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5ef7d9c61343a9"/>
  </p:sldMasterIdLst>
  <p:notesMasterIdLst>
    <p:notesMasterId xmlns:r="http://schemas.openxmlformats.org/officeDocument/2006/relationships" r:id="R51aedf1de1614dd5"/>
  </p:notesMasterIdLst>
  <p:sldIdLst>
    <p:sldId xmlns:r="http://schemas.openxmlformats.org/officeDocument/2006/relationships" id="256" r:id="Rac8be606e2f54ad6"/>
    <p:sldId xmlns:r="http://schemas.openxmlformats.org/officeDocument/2006/relationships" id="257" r:id="R40fc5e39bfe04e78"/>
    <p:sldId xmlns:r="http://schemas.openxmlformats.org/officeDocument/2006/relationships" id="258" r:id="R7be3153421ff4a50"/>
    <p:sldId xmlns:r="http://schemas.openxmlformats.org/officeDocument/2006/relationships" id="259" r:id="R848a4e8f0ace4071"/>
    <p:sldId xmlns:r="http://schemas.openxmlformats.org/officeDocument/2006/relationships" id="260" r:id="R910b9eb969584c49"/>
    <p:sldId xmlns:r="http://schemas.openxmlformats.org/officeDocument/2006/relationships" id="261" r:id="Rc8c894e05c2143d9"/>
    <p:sldId xmlns:r="http://schemas.openxmlformats.org/officeDocument/2006/relationships" id="262" r:id="R1bba2c4919a14e23"/>
    <p:sldId xmlns:r="http://schemas.openxmlformats.org/officeDocument/2006/relationships" id="263" r:id="R8eba3723eb944271"/>
    <p:sldId xmlns:r="http://schemas.openxmlformats.org/officeDocument/2006/relationships" id="264" r:id="R2f11b60770fc4709"/>
    <p:sldId xmlns:r="http://schemas.openxmlformats.org/officeDocument/2006/relationships" id="265" r:id="R2771901218684038"/>
    <p:sldId xmlns:r="http://schemas.openxmlformats.org/officeDocument/2006/relationships" id="266" r:id="R419af74d67c54b8c"/>
    <p:sldId xmlns:r="http://schemas.openxmlformats.org/officeDocument/2006/relationships" id="267" r:id="R4d2661e67eb44c3a"/>
    <p:sldId xmlns:r="http://schemas.openxmlformats.org/officeDocument/2006/relationships" id="268" r:id="R0cb2dca2e9c049ac"/>
    <p:sldId xmlns:r="http://schemas.openxmlformats.org/officeDocument/2006/relationships" id="269" r:id="Rfd1bdc934c2c4f76"/>
    <p:sldId xmlns:r="http://schemas.openxmlformats.org/officeDocument/2006/relationships" id="270" r:id="R6b42f42bbcc8459a"/>
    <p:sldId xmlns:r="http://schemas.openxmlformats.org/officeDocument/2006/relationships" id="271" r:id="Rc171f3590f064ff2"/>
    <p:sldId xmlns:r="http://schemas.openxmlformats.org/officeDocument/2006/relationships" id="272" r:id="Rac8e24db4b264713"/>
    <p:sldId xmlns:r="http://schemas.openxmlformats.org/officeDocument/2006/relationships" id="273" r:id="R68138eb7ac2c4c13"/>
    <p:sldId xmlns:r="http://schemas.openxmlformats.org/officeDocument/2006/relationships" id="274" r:id="Rca4141eec32c4d47"/>
    <p:sldId xmlns:r="http://schemas.openxmlformats.org/officeDocument/2006/relationships" id="275" r:id="R137a5b622c724a1c"/>
    <p:sldId xmlns:r="http://schemas.openxmlformats.org/officeDocument/2006/relationships" id="276" r:id="R8179a698c39a4591"/>
    <p:sldId xmlns:r="http://schemas.openxmlformats.org/officeDocument/2006/relationships" id="277" r:id="Rb457ceb1a45c4982"/>
    <p:sldId xmlns:r="http://schemas.openxmlformats.org/officeDocument/2006/relationships" id="278" r:id="R48438005270841c5"/>
    <p:sldId xmlns:r="http://schemas.openxmlformats.org/officeDocument/2006/relationships" id="279" r:id="R4158556332b94a0b"/>
    <p:sldId xmlns:r="http://schemas.openxmlformats.org/officeDocument/2006/relationships" id="280" r:id="R9e90e0efbbb64072"/>
    <p:sldId xmlns:r="http://schemas.openxmlformats.org/officeDocument/2006/relationships" id="281" r:id="Ra07fd6e355d24cb1"/>
    <p:sldId xmlns:r="http://schemas.openxmlformats.org/officeDocument/2006/relationships" id="282" r:id="R7144537604e94313"/>
    <p:sldId xmlns:r="http://schemas.openxmlformats.org/officeDocument/2006/relationships" id="283" r:id="Read31d05d89846e5"/>
    <p:sldId xmlns:r="http://schemas.openxmlformats.org/officeDocument/2006/relationships" id="284" r:id="R0505045ba6d048f3"/>
    <p:sldId xmlns:r="http://schemas.openxmlformats.org/officeDocument/2006/relationships" id="285" r:id="R8c212a63535a43e3"/>
    <p:sldId xmlns:r="http://schemas.openxmlformats.org/officeDocument/2006/relationships" id="286" r:id="Rf13a265a19424411"/>
    <p:sldId xmlns:r="http://schemas.openxmlformats.org/officeDocument/2006/relationships" id="287" r:id="Re0951d328c654ab9"/>
    <p:sldId xmlns:r="http://schemas.openxmlformats.org/officeDocument/2006/relationships" id="288" r:id="R4b8c73de0a684b1d"/>
    <p:sldId xmlns:r="http://schemas.openxmlformats.org/officeDocument/2006/relationships" id="289" r:id="R1a5849d940714805"/>
    <p:sldId xmlns:r="http://schemas.openxmlformats.org/officeDocument/2006/relationships" id="290" r:id="R6738f526c4f142a2"/>
    <p:sldId xmlns:r="http://schemas.openxmlformats.org/officeDocument/2006/relationships" id="291" r:id="R243cb0a6b4914755"/>
    <p:sldId xmlns:r="http://schemas.openxmlformats.org/officeDocument/2006/relationships" id="292" r:id="Rc151d9d179bc419b"/>
    <p:sldId xmlns:r="http://schemas.openxmlformats.org/officeDocument/2006/relationships" id="293" r:id="R2fa1e2b108054385"/>
    <p:sldId xmlns:r="http://schemas.openxmlformats.org/officeDocument/2006/relationships" id="294" r:id="Rbcf0e1a1c3544d55"/>
    <p:sldId xmlns:r="http://schemas.openxmlformats.org/officeDocument/2006/relationships" id="295" r:id="Rcea9f298533a42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e70f834e864a67" /><Relationship Type="http://schemas.openxmlformats.org/officeDocument/2006/relationships/slideMaster" Target="/ppt/slideMasters/slideMaster1.xml" Id="R135ef7d9c61343a9" /><Relationship Type="http://schemas.openxmlformats.org/officeDocument/2006/relationships/notesMaster" Target="/ppt/notesMasters/notesMaster1.xml" Id="R51aedf1de1614dd5" /><Relationship Type="http://schemas.openxmlformats.org/officeDocument/2006/relationships/presProps" Target="/ppt/presProps.xml" Id="R65ce3d7597db44b1" /><Relationship Type="http://schemas.openxmlformats.org/officeDocument/2006/relationships/tableStyles" Target="/ppt/tableStyles.xml" Id="Ra5e634e093244144" /><Relationship Type="http://schemas.openxmlformats.org/officeDocument/2006/relationships/slide" Target="/ppt/slides/slide1.xml" Id="Rac8be606e2f54ad6" /><Relationship Type="http://schemas.openxmlformats.org/officeDocument/2006/relationships/slide" Target="/ppt/slides/slide2.xml" Id="R40fc5e39bfe04e78" /><Relationship Type="http://schemas.openxmlformats.org/officeDocument/2006/relationships/slide" Target="/ppt/slides/slide3.xml" Id="R7be3153421ff4a50" /><Relationship Type="http://schemas.openxmlformats.org/officeDocument/2006/relationships/slide" Target="/ppt/slides/slide4.xml" Id="R848a4e8f0ace4071" /><Relationship Type="http://schemas.openxmlformats.org/officeDocument/2006/relationships/slide" Target="/ppt/slides/slide5.xml" Id="R910b9eb969584c49" /><Relationship Type="http://schemas.openxmlformats.org/officeDocument/2006/relationships/slide" Target="/ppt/slides/slide6.xml" Id="Rc8c894e05c2143d9" /><Relationship Type="http://schemas.openxmlformats.org/officeDocument/2006/relationships/slide" Target="/ppt/slides/slide7.xml" Id="R1bba2c4919a14e23" /><Relationship Type="http://schemas.openxmlformats.org/officeDocument/2006/relationships/slide" Target="/ppt/slides/slide8.xml" Id="R8eba3723eb944271" /><Relationship Type="http://schemas.openxmlformats.org/officeDocument/2006/relationships/slide" Target="/ppt/slides/slide9.xml" Id="R2f11b60770fc4709" /><Relationship Type="http://schemas.openxmlformats.org/officeDocument/2006/relationships/slide" Target="/ppt/slides/slide10.xml" Id="R2771901218684038" /><Relationship Type="http://schemas.openxmlformats.org/officeDocument/2006/relationships/slide" Target="/ppt/slides/slide11.xml" Id="R419af74d67c54b8c" /><Relationship Type="http://schemas.openxmlformats.org/officeDocument/2006/relationships/slide" Target="/ppt/slides/slide12.xml" Id="R4d2661e67eb44c3a" /><Relationship Type="http://schemas.openxmlformats.org/officeDocument/2006/relationships/slide" Target="/ppt/slides/slide13.xml" Id="R0cb2dca2e9c049ac" /><Relationship Type="http://schemas.openxmlformats.org/officeDocument/2006/relationships/slide" Target="/ppt/slides/slide14.xml" Id="Rfd1bdc934c2c4f76" /><Relationship Type="http://schemas.openxmlformats.org/officeDocument/2006/relationships/slide" Target="/ppt/slides/slide15.xml" Id="R6b42f42bbcc8459a" /><Relationship Type="http://schemas.openxmlformats.org/officeDocument/2006/relationships/slide" Target="/ppt/slides/slide16.xml" Id="Rc171f3590f064ff2" /><Relationship Type="http://schemas.openxmlformats.org/officeDocument/2006/relationships/slide" Target="/ppt/slides/slide17.xml" Id="Rac8e24db4b264713" /><Relationship Type="http://schemas.openxmlformats.org/officeDocument/2006/relationships/slide" Target="/ppt/slides/slide18.xml" Id="R68138eb7ac2c4c13" /><Relationship Type="http://schemas.openxmlformats.org/officeDocument/2006/relationships/slide" Target="/ppt/slides/slide19.xml" Id="Rca4141eec32c4d47" /><Relationship Type="http://schemas.openxmlformats.org/officeDocument/2006/relationships/slide" Target="/ppt/slides/slide20.xml" Id="R137a5b622c724a1c" /><Relationship Type="http://schemas.openxmlformats.org/officeDocument/2006/relationships/slide" Target="/ppt/slides/slide21.xml" Id="R8179a698c39a4591" /><Relationship Type="http://schemas.openxmlformats.org/officeDocument/2006/relationships/slide" Target="/ppt/slides/slide22.xml" Id="Rb457ceb1a45c4982" /><Relationship Type="http://schemas.openxmlformats.org/officeDocument/2006/relationships/slide" Target="/ppt/slides/slide23.xml" Id="R48438005270841c5" /><Relationship Type="http://schemas.openxmlformats.org/officeDocument/2006/relationships/slide" Target="/ppt/slides/slide24.xml" Id="R4158556332b94a0b" /><Relationship Type="http://schemas.openxmlformats.org/officeDocument/2006/relationships/slide" Target="/ppt/slides/slide25.xml" Id="R9e90e0efbbb64072" /><Relationship Type="http://schemas.openxmlformats.org/officeDocument/2006/relationships/slide" Target="/ppt/slides/slide26.xml" Id="Ra07fd6e355d24cb1" /><Relationship Type="http://schemas.openxmlformats.org/officeDocument/2006/relationships/slide" Target="/ppt/slides/slide27.xml" Id="R7144537604e94313" /><Relationship Type="http://schemas.openxmlformats.org/officeDocument/2006/relationships/slide" Target="/ppt/slides/slide28.xml" Id="Read31d05d89846e5" /><Relationship Type="http://schemas.openxmlformats.org/officeDocument/2006/relationships/slide" Target="/ppt/slides/slide29.xml" Id="R0505045ba6d048f3" /><Relationship Type="http://schemas.openxmlformats.org/officeDocument/2006/relationships/slide" Target="/ppt/slides/slide30.xml" Id="R8c212a63535a43e3" /><Relationship Type="http://schemas.openxmlformats.org/officeDocument/2006/relationships/slide" Target="/ppt/slides/slide31.xml" Id="Rf13a265a19424411" /><Relationship Type="http://schemas.openxmlformats.org/officeDocument/2006/relationships/slide" Target="/ppt/slides/slide32.xml" Id="Re0951d328c654ab9" /><Relationship Type="http://schemas.openxmlformats.org/officeDocument/2006/relationships/slide" Target="/ppt/slides/slide33.xml" Id="R4b8c73de0a684b1d" /><Relationship Type="http://schemas.openxmlformats.org/officeDocument/2006/relationships/slide" Target="/ppt/slides/slide34.xml" Id="R1a5849d940714805" /><Relationship Type="http://schemas.openxmlformats.org/officeDocument/2006/relationships/slide" Target="/ppt/slides/slide35.xml" Id="R6738f526c4f142a2" /><Relationship Type="http://schemas.openxmlformats.org/officeDocument/2006/relationships/slide" Target="/ppt/slides/slide36.xml" Id="R243cb0a6b4914755" /><Relationship Type="http://schemas.openxmlformats.org/officeDocument/2006/relationships/slide" Target="/ppt/slides/slide37.xml" Id="Rc151d9d179bc419b" /><Relationship Type="http://schemas.openxmlformats.org/officeDocument/2006/relationships/slide" Target="/ppt/slides/slide38.xml" Id="R2fa1e2b108054385" /><Relationship Type="http://schemas.openxmlformats.org/officeDocument/2006/relationships/slide" Target="/ppt/slides/slide39.xml" Id="Rbcf0e1a1c3544d55" /><Relationship Type="http://schemas.openxmlformats.org/officeDocument/2006/relationships/slide" Target="/ppt/slides/slide40.xml" Id="Rcea9f298533a42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733147bcc545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a2dcec6e714d66" /><Relationship Type="http://schemas.openxmlformats.org/officeDocument/2006/relationships/notesMaster" Target="/ppt/notesMasters/notesMaster1.xml" Id="R3493f0cc1b8a4a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6bcab55381404e" /><Relationship Type="http://schemas.openxmlformats.org/officeDocument/2006/relationships/notesMaster" Target="/ppt/notesMasters/notesMaster1.xml" Id="R3daf5c6bc8294e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d41d9587bb4ab6" /><Relationship Type="http://schemas.openxmlformats.org/officeDocument/2006/relationships/notesMaster" Target="/ppt/notesMasters/notesMaster1.xml" Id="R12bb774e5c6b4e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1a675579f44f1a" /><Relationship Type="http://schemas.openxmlformats.org/officeDocument/2006/relationships/notesMaster" Target="/ppt/notesMasters/notesMaster1.xml" Id="Re235a061393446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d97956e1644bf9" /><Relationship Type="http://schemas.openxmlformats.org/officeDocument/2006/relationships/notesMaster" Target="/ppt/notesMasters/notesMaster1.xml" Id="R8fd875297f9540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dfe00b9549462b" /><Relationship Type="http://schemas.openxmlformats.org/officeDocument/2006/relationships/notesMaster" Target="/ppt/notesMasters/notesMaster1.xml" Id="R5a8563a5369b4c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a4982022974104" /><Relationship Type="http://schemas.openxmlformats.org/officeDocument/2006/relationships/notesMaster" Target="/ppt/notesMasters/notesMaster1.xml" Id="Rd30031b0a20344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85a922b75c4f34" /><Relationship Type="http://schemas.openxmlformats.org/officeDocument/2006/relationships/notesMaster" Target="/ppt/notesMasters/notesMaster1.xml" Id="R4a291a03df1141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324e98afd74b27" /><Relationship Type="http://schemas.openxmlformats.org/officeDocument/2006/relationships/notesMaster" Target="/ppt/notesMasters/notesMaster1.xml" Id="Rd3d01f3074a04a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a968311dbf4729" /><Relationship Type="http://schemas.openxmlformats.org/officeDocument/2006/relationships/notesMaster" Target="/ppt/notesMasters/notesMaster1.xml" Id="R2797c7c199ae44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ecc11f20cb4224" /><Relationship Type="http://schemas.openxmlformats.org/officeDocument/2006/relationships/notesMaster" Target="/ppt/notesMasters/notesMaster1.xml" Id="R75b2f592e2b84e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be238fc93d4873" /><Relationship Type="http://schemas.openxmlformats.org/officeDocument/2006/relationships/notesMaster" Target="/ppt/notesMasters/notesMaster1.xml" Id="R574544b653ce4a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91835e57ab472e" /><Relationship Type="http://schemas.openxmlformats.org/officeDocument/2006/relationships/notesMaster" Target="/ppt/notesMasters/notesMaster1.xml" Id="R6e0339debd5e4a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cd616057ec4ccf" /><Relationship Type="http://schemas.openxmlformats.org/officeDocument/2006/relationships/notesMaster" Target="/ppt/notesMasters/notesMaster1.xml" Id="Rb7918339598249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feaea63207c4af5" /><Relationship Type="http://schemas.openxmlformats.org/officeDocument/2006/relationships/notesMaster" Target="/ppt/notesMasters/notesMaster1.xml" Id="Rf542aa3a5cd24e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38e523576b43c7" /><Relationship Type="http://schemas.openxmlformats.org/officeDocument/2006/relationships/notesMaster" Target="/ppt/notesMasters/notesMaster1.xml" Id="R2f05b632740040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303ffed8e6349cf" /><Relationship Type="http://schemas.openxmlformats.org/officeDocument/2006/relationships/notesMaster" Target="/ppt/notesMasters/notesMaster1.xml" Id="R37a1ccd2754140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1e6f08e7884119" /><Relationship Type="http://schemas.openxmlformats.org/officeDocument/2006/relationships/notesMaster" Target="/ppt/notesMasters/notesMaster1.xml" Id="Rcdd83e8e61e74f9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3b62130a084fcd" /><Relationship Type="http://schemas.openxmlformats.org/officeDocument/2006/relationships/notesMaster" Target="/ppt/notesMasters/notesMaster1.xml" Id="R6aa8dd7506b341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722f61f062348ce" /><Relationship Type="http://schemas.openxmlformats.org/officeDocument/2006/relationships/notesMaster" Target="/ppt/notesMasters/notesMaster1.xml" Id="R58fd9b72e4f34c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0e4ba9501046df" /><Relationship Type="http://schemas.openxmlformats.org/officeDocument/2006/relationships/notesMaster" Target="/ppt/notesMasters/notesMaster1.xml" Id="R1e2ba46487294e8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13b9ff2d6db49c8" /><Relationship Type="http://schemas.openxmlformats.org/officeDocument/2006/relationships/notesMaster" Target="/ppt/notesMasters/notesMaster1.xml" Id="Rce46e66886e345b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302a4af0904a6c" /><Relationship Type="http://schemas.openxmlformats.org/officeDocument/2006/relationships/notesMaster" Target="/ppt/notesMasters/notesMaster1.xml" Id="R5fd59acbb7ef474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083c824173a4daa" /><Relationship Type="http://schemas.openxmlformats.org/officeDocument/2006/relationships/notesMaster" Target="/ppt/notesMasters/notesMaster1.xml" Id="R1669cbfde94f478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ca3f2a44065479f" /><Relationship Type="http://schemas.openxmlformats.org/officeDocument/2006/relationships/notesMaster" Target="/ppt/notesMasters/notesMaster1.xml" Id="Rbedf7d7af9ae403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4b5f72bd56f4bcd" /><Relationship Type="http://schemas.openxmlformats.org/officeDocument/2006/relationships/notesMaster" Target="/ppt/notesMasters/notesMaster1.xml" Id="R58990c7d8ef4446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601b4b7479f49ba" /><Relationship Type="http://schemas.openxmlformats.org/officeDocument/2006/relationships/notesMaster" Target="/ppt/notesMasters/notesMaster1.xml" Id="R4da9d6b8dc04410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94920d2e22842b2" /><Relationship Type="http://schemas.openxmlformats.org/officeDocument/2006/relationships/notesMaster" Target="/ppt/notesMasters/notesMaster1.xml" Id="R536a186931d344f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6db4cc068a94101" /><Relationship Type="http://schemas.openxmlformats.org/officeDocument/2006/relationships/notesMaster" Target="/ppt/notesMasters/notesMaster1.xml" Id="R93f7caee73eb423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9db912dc9d74a21" /><Relationship Type="http://schemas.openxmlformats.org/officeDocument/2006/relationships/notesMaster" Target="/ppt/notesMasters/notesMaster1.xml" Id="Rc73d5b2fc07340c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3061e9f9a314588" /><Relationship Type="http://schemas.openxmlformats.org/officeDocument/2006/relationships/notesMaster" Target="/ppt/notesMasters/notesMaster1.xml" Id="Re3a2f96967164a2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7df122fde1f492f" /><Relationship Type="http://schemas.openxmlformats.org/officeDocument/2006/relationships/notesMaster" Target="/ppt/notesMasters/notesMaster1.xml" Id="R901c45d096fa4fb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3461d918c6b44db" /><Relationship Type="http://schemas.openxmlformats.org/officeDocument/2006/relationships/notesMaster" Target="/ppt/notesMasters/notesMaster1.xml" Id="R5eb9f69190f14bd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c4acf20cfba4e2b" /><Relationship Type="http://schemas.openxmlformats.org/officeDocument/2006/relationships/notesMaster" Target="/ppt/notesMasters/notesMaster1.xml" Id="R00f38e0a9e3d435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a5d12313592474c" /><Relationship Type="http://schemas.openxmlformats.org/officeDocument/2006/relationships/notesMaster" Target="/ppt/notesMasters/notesMaster1.xml" Id="Ra325d247c430432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2628d01467d4c82" /><Relationship Type="http://schemas.openxmlformats.org/officeDocument/2006/relationships/notesMaster" Target="/ppt/notesMasters/notesMaster1.xml" Id="R26d0c09c78fc4f9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bbc28665b264efa" /><Relationship Type="http://schemas.openxmlformats.org/officeDocument/2006/relationships/notesMaster" Target="/ppt/notesMasters/notesMaster1.xml" Id="Rc0b8df8e2e894ed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fb1d3d1cf3a4e63" /><Relationship Type="http://schemas.openxmlformats.org/officeDocument/2006/relationships/notesMaster" Target="/ppt/notesMasters/notesMaster1.xml" Id="Rcd7ffde59789448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1f6e26281d74eca" /><Relationship Type="http://schemas.openxmlformats.org/officeDocument/2006/relationships/notesMaster" Target="/ppt/notesMasters/notesMaster1.xml" Id="R3a4fda70d4c34e5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8c07149d71041b5" /><Relationship Type="http://schemas.openxmlformats.org/officeDocument/2006/relationships/notesMaster" Target="/ppt/notesMasters/notesMaster1.xml" Id="Ra1d0e8a4f9ce4b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93229eb464e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49ff464eb44061" /><Relationship Type="http://schemas.openxmlformats.org/officeDocument/2006/relationships/slideLayout" Target="/ppt/slideLayouts/slideLayout1.xml" Id="R9aa9f1f4178a40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a9f1f4178a40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54307453944a0" /><Relationship Type="http://schemas.openxmlformats.org/officeDocument/2006/relationships/notesSlide" Target="/ppt/notesSlides/notesSlide1.xml" Id="R43b7f16faae848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475d76aff4dcb" /><Relationship Type="http://schemas.openxmlformats.org/officeDocument/2006/relationships/notesSlide" Target="/ppt/notesSlides/notesSlide2.xml" Id="R3cd1be73cea047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ffb08f6f8477e" /><Relationship Type="http://schemas.openxmlformats.org/officeDocument/2006/relationships/notesSlide" Target="/ppt/notesSlides/notesSlide3.xml" Id="R36c536e9bed644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2ca5658924c11" /><Relationship Type="http://schemas.openxmlformats.org/officeDocument/2006/relationships/notesSlide" Target="/ppt/notesSlides/notesSlide4.xml" Id="R1ca526d217df46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4c4d4fdb34070" /><Relationship Type="http://schemas.openxmlformats.org/officeDocument/2006/relationships/notesSlide" Target="/ppt/notesSlides/notesSlide5.xml" Id="R65810ff00bed43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7d7a68f4e48ad" /><Relationship Type="http://schemas.openxmlformats.org/officeDocument/2006/relationships/notesSlide" Target="/ppt/notesSlides/notesSlide6.xml" Id="R9a860457152d42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abaabb8d94a9d" /><Relationship Type="http://schemas.openxmlformats.org/officeDocument/2006/relationships/notesSlide" Target="/ppt/notesSlides/notesSlide7.xml" Id="Rbfbee6468e8a48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b6c07dbba4b29" /><Relationship Type="http://schemas.openxmlformats.org/officeDocument/2006/relationships/notesSlide" Target="/ppt/notesSlides/notesSlide8.xml" Id="R9ca56783047c48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c208c716d497d" /><Relationship Type="http://schemas.openxmlformats.org/officeDocument/2006/relationships/notesSlide" Target="/ppt/notesSlides/notesSlide9.xml" Id="R9a52a64fc0f44e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82917c776458d" /><Relationship Type="http://schemas.openxmlformats.org/officeDocument/2006/relationships/notesSlide" Target="/ppt/notesSlides/notesSlide10.xml" Id="Rc65b55f9c06342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d891a2faf421f" /><Relationship Type="http://schemas.openxmlformats.org/officeDocument/2006/relationships/notesSlide" Target="/ppt/notesSlides/notesSlide11.xml" Id="Rac40fd5a317c44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d64cea08d4289" /><Relationship Type="http://schemas.openxmlformats.org/officeDocument/2006/relationships/notesSlide" Target="/ppt/notesSlides/notesSlide12.xml" Id="Rd1dca07927d044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3ef1ffa9445e5" /><Relationship Type="http://schemas.openxmlformats.org/officeDocument/2006/relationships/notesSlide" Target="/ppt/notesSlides/notesSlide13.xml" Id="R0f87af9ce21c44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92f8b51d34cec" /><Relationship Type="http://schemas.openxmlformats.org/officeDocument/2006/relationships/notesSlide" Target="/ppt/notesSlides/notesSlide14.xml" Id="R9a1daea3058e4e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6ca57550d463f" /><Relationship Type="http://schemas.openxmlformats.org/officeDocument/2006/relationships/notesSlide" Target="/ppt/notesSlides/notesSlide15.xml" Id="Rf6a8a749c47b4f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a02a3dcb7499b" /><Relationship Type="http://schemas.openxmlformats.org/officeDocument/2006/relationships/notesSlide" Target="/ppt/notesSlides/notesSlide16.xml" Id="R52d8c98f54e749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7075b83f34739" /><Relationship Type="http://schemas.openxmlformats.org/officeDocument/2006/relationships/notesSlide" Target="/ppt/notesSlides/notesSlide17.xml" Id="R082016100d2e45e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034f239874780" /><Relationship Type="http://schemas.openxmlformats.org/officeDocument/2006/relationships/notesSlide" Target="/ppt/notesSlides/notesSlide18.xml" Id="Ra89d255b3d9443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04877018c4a57" /><Relationship Type="http://schemas.openxmlformats.org/officeDocument/2006/relationships/notesSlide" Target="/ppt/notesSlides/notesSlide19.xml" Id="R2309a408ec504f7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986c34558400f" /><Relationship Type="http://schemas.openxmlformats.org/officeDocument/2006/relationships/notesSlide" Target="/ppt/notesSlides/notesSlide20.xml" Id="R3c32f90b24ac4e1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fb8887ce54fb4" /><Relationship Type="http://schemas.openxmlformats.org/officeDocument/2006/relationships/notesSlide" Target="/ppt/notesSlides/notesSlide21.xml" Id="R4e3083dbf6814ad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3e0460e904137" /><Relationship Type="http://schemas.openxmlformats.org/officeDocument/2006/relationships/notesSlide" Target="/ppt/notesSlides/notesSlide22.xml" Id="Rceff565f4ded405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2df5b286f45ae" /><Relationship Type="http://schemas.openxmlformats.org/officeDocument/2006/relationships/notesSlide" Target="/ppt/notesSlides/notesSlide23.xml" Id="Rdbdc8fc6c9b1427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dc541560d4ac0" /><Relationship Type="http://schemas.openxmlformats.org/officeDocument/2006/relationships/notesSlide" Target="/ppt/notesSlides/notesSlide24.xml" Id="R409809a681d0421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7b6c9ca5647e1" /><Relationship Type="http://schemas.openxmlformats.org/officeDocument/2006/relationships/notesSlide" Target="/ppt/notesSlides/notesSlide25.xml" Id="Rdbf7808ea51c4c2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a719712634f3d" /><Relationship Type="http://schemas.openxmlformats.org/officeDocument/2006/relationships/notesSlide" Target="/ppt/notesSlides/notesSlide26.xml" Id="Rd0f459d540be41d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8adc5b0704b83" /><Relationship Type="http://schemas.openxmlformats.org/officeDocument/2006/relationships/notesSlide" Target="/ppt/notesSlides/notesSlide27.xml" Id="R281f597001e844b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0bb4c7fd249fc" /><Relationship Type="http://schemas.openxmlformats.org/officeDocument/2006/relationships/notesSlide" Target="/ppt/notesSlides/notesSlide28.xml" Id="R0b900b5e8d9b4bf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13951ac4846fe" /><Relationship Type="http://schemas.openxmlformats.org/officeDocument/2006/relationships/notesSlide" Target="/ppt/notesSlides/notesSlide29.xml" Id="Rbc39f6f22231491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65c553ecd4d27" /><Relationship Type="http://schemas.openxmlformats.org/officeDocument/2006/relationships/notesSlide" Target="/ppt/notesSlides/notesSlide30.xml" Id="Rbf3d0b0a030649f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a612d1e5e454c" /><Relationship Type="http://schemas.openxmlformats.org/officeDocument/2006/relationships/notesSlide" Target="/ppt/notesSlides/notesSlide31.xml" Id="R471a7ebf403b47b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3adf2af4c4a52" /><Relationship Type="http://schemas.openxmlformats.org/officeDocument/2006/relationships/notesSlide" Target="/ppt/notesSlides/notesSlide32.xml" Id="Ra69c9180240248c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59400bd6b41c6" /><Relationship Type="http://schemas.openxmlformats.org/officeDocument/2006/relationships/notesSlide" Target="/ppt/notesSlides/notesSlide33.xml" Id="R006c909d8527466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559a00026422a" /><Relationship Type="http://schemas.openxmlformats.org/officeDocument/2006/relationships/notesSlide" Target="/ppt/notesSlides/notesSlide34.xml" Id="R84bf6265ba624f6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4e90954824575" /><Relationship Type="http://schemas.openxmlformats.org/officeDocument/2006/relationships/notesSlide" Target="/ppt/notesSlides/notesSlide35.xml" Id="Rac1358696b6a40d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dadbebb924aed" /><Relationship Type="http://schemas.openxmlformats.org/officeDocument/2006/relationships/notesSlide" Target="/ppt/notesSlides/notesSlide36.xml" Id="R649d31d5d54341b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23c0941494011" /><Relationship Type="http://schemas.openxmlformats.org/officeDocument/2006/relationships/notesSlide" Target="/ppt/notesSlides/notesSlide37.xml" Id="R3997773e5ea74c2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f301bd5c84f1a" /><Relationship Type="http://schemas.openxmlformats.org/officeDocument/2006/relationships/notesSlide" Target="/ppt/notesSlides/notesSlide38.xml" Id="R31dfb7b2051744d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0da8dbf174c39" /><Relationship Type="http://schemas.openxmlformats.org/officeDocument/2006/relationships/notesSlide" Target="/ppt/notesSlides/notesSlide39.xml" Id="R15979627d542414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fbcaf58da4f08" /><Relationship Type="http://schemas.openxmlformats.org/officeDocument/2006/relationships/notesSlide" Target="/ppt/notesSlides/notesSlide40.xml" Id="Rf9b80f8dabf64b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61501-DE76-4C5D-8FBB-2A43983E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208BB-63DE-4D60-8EFB-786A10DA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Computer Numerical Control (CNC): Introduction, Definition of NC and CNC Components of CNC. Definition of CAD, CAM, CAE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24A44-371B-414D-B870-2AF57C85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Mechanical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1BEME105/205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DCDCB-3BAC-4185-ADBE-8E5CC322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54E64-3CD1-42F3-BEBD-E08D6C17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17DB6-0691-4FA8-B91B-B1115E18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76F25-D7EE-498E-BC58-096E51DF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48C56-4B83-405C-A46B-17C633E3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4393C-0970-46DE-BE72-11932228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607A9-ED75-4F61-9758-5E1CD1B9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1DF4B-A567-4BC3-9526-19C446C7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80546-8AB9-4C67-BFA7-A9011782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ADC63-8894-440D-8439-DFE7FB1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09788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7D091-E882-401E-B874-102C1980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C917D-83AE-49B7-9E55-C63C8FA3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610BD-8E5F-4F9A-84DA-84F70DF1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586F0-FF41-4D5C-8D24-1F8BD6B6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5A4CC-E697-4EE0-BB33-A7FBF38F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D4FF8-98FF-4437-84EF-C3C8BA1B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695B3-AF99-4BD4-91C0-FFE0FF15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FA262-D6EF-44B9-80C4-7EC9F038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C91EC-2D27-48E8-BD90-C7EC3638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2A1B3-F22E-459B-A07D-1DC1495E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4CEB1-F0C2-4B31-9228-ACF088F0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D6DD6-A9F9-49D8-85C4-9A615C14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5BFA9-B49D-454B-B4F8-5D3A6FED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987B9-937F-412F-871B-20474FC7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8F8D6-38F8-4B3A-A615-55AB2149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70297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999C7-64FA-4995-BC69-E531BA44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6F904-F4E6-42D8-B4AA-CAD3FC1B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7EC64-A2C9-488C-932F-F6C7DF1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90911-945F-48EA-ABA8-EB1B2434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48510-4500-4940-B705-2D4968A7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D519C-D2D8-4F16-8F2E-36A06273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01DF3-043B-485C-8DB3-7F39BA49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10FD9-FDEC-4BB3-8FDF-3602C8D1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B026B-A407-4832-87DF-CD16AB8E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NC): Introduction, Definition of NC and CNC Components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DACC9-1AD8-4434-A9A3-CADE01C7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0D83B-63BC-40FE-92AC-6EF819FB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003BA-0F44-4F79-843B-A68C1F40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Definition of CAD, CAM, CAE and CIM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AEBDF-6CE2-4094-8F60-198957B5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9B17F-E311-4A33-968F-5B64FF4E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0FF29-0018-4382-9E03-B5A26260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Automation: Definition, Types of Automation, Reasons for...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0727A-A7D8-4D6E-9DAF-B75783CC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CD258-50FC-4520-B25C-93585C82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5468-D01E-480E-A680-142C9EBE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Additive manufacturing: Introduction, Basic principles (S...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4C196-7B98-48F5-81BF-9EE1642F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6D588-DB50-472D-9F61-365C2291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F8FF6B-4678-4522-A458-CDDDE85F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Engineering: Automobile industry, manufacturing industry...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B177B-BA39-45C4-977E-0CD6DB74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1AFBDC-1D31-4461-8B05-0982E521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5749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B9E94D-69FE-448C-8A3A-C903D89B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C1F51-B4CF-4F1A-8635-DDB29E36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02CC9-5E62-45E1-B5A8-58F07795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47EF2-9E86-4240-B72A-C7A7B058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5C0CF-DC99-42E2-91E8-B9F642D9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E8972-1452-463C-B3C4-A0BCCE5F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441EA-6951-43B0-B636-CB03200A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C887F-CCCB-4CB8-ABBD-228BCA75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NC): Introduction, Definition of NC and CNC Components of...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F45F5-FE5F-43B0-80E4-9FA7B7BC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F3AC6-13BB-49D7-B712-12AC29FC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F4DC8-24CC-43BB-A977-77E0973E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Definition of CAD, CAM, CAE and CIM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833BF-CDD9-4070-A381-33F68668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A4FA7-D418-4683-A555-921DC39A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6D85E-0E11-428A-88BB-B6855122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Automation: Definition, Types of Automation, Reasons for....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CD231-E7EE-49BB-89E2-40F8BAA6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37D95-BD0D-4CCF-8ADA-C1B12F21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DA2D4-34C1-48AC-82F1-B5633D6E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Additive manufacturing: Introduction, Basic principles (S...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F2207-28A2-4315-AAAA-078335CF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384999-6D3A-4998-AAA9-07D30AA4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352DF-D209-469F-AC00-F88EC2A3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Engineering: Automobile industry, manufacturing industry....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6B763-92C5-480D-A07B-56899D61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0DA3F4-706A-415A-9628-982DB5F3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F47FF-1E56-4558-AC76-22A98C0B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02321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4D4EF-B135-4A68-96D2-244C4E6D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FA3DD-95A0-4648-BB4B-3E79BCBF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DA77F-A98E-4CE3-8D31-B0AAB2CB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53841-9A29-47E6-B1BF-AD139EAD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8165E-4912-4E72-B438-2B8A3368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Computer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D309F-9D05-4360-BDF4-12EC3C8D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Numerical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F4780-1157-4151-B00F-2A246298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7E6E9-FB7D-411B-91AB-F385770E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CNC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9B5D7-B207-411E-887D-33642511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A29E9-EAC1-4DD8-8FAD-8C6406F5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Components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8E19A-2D4B-4515-AA4F-1A8B3F41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Automation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586F8-32FF-4DEC-BAAD-ACB47040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FCD8D-B648-48C9-82FC-62A12B89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Reasons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BE27B-50B9-42AA-A6F0-DFBBA83D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Additive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AE4F3-58F8-4DA7-BBA7-EBA915A0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E59E5-600F-4D7F-BA65-CD57F70C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7663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7248A-45B9-4DC1-894E-434128EE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79037-B16F-4ED7-A39F-E8EAC317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5EB53-B68E-4E60-8C9C-EF21C740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E86CF-CCFE-4315-B77F-255B590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FFAD6-59F4-471B-9C96-0B098B9B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NC): Introduction, Definition of NC and CNC Components of CNC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099BE-EE29-437E-AA2B-34D779D8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NC): Introduction, Definition of NC and C...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0FF5E-7449-402E-A6E6-5E4B39A5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39B4E-CA2F-49C6-8F9D-B28F2EA3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D951B-970D-47B4-8373-EBDFA6E1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5F68E-F89C-41BB-9BF8-13D87AE9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CF0CD-7CA2-4050-9740-AA45C7AC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2D75E-5893-4398-8D75-81E712C5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3DB41-7417-4A37-987A-2F220D8A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C35DD-2B0E-48DF-9C85-56B79CD0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ECB95-DBD9-45EC-976B-781CAFA4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B2D2E-F59F-4D9C-86C3-2544EF1D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247546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15CAF2-4FEC-46FB-81BB-3D75510A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04E5C-D096-4B58-AB47-012C00EE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DD1B4-FED9-4B91-967C-8894AE77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20256-BCC4-41B6-8370-7768A807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E7C71-F115-434C-B077-D9D3F151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9A74B-E39D-41C9-9EED-0EFFE7E8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77624-131D-46AB-9794-72B8BA75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33246-F909-4D8C-A059-126881E4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B8D0B-E95F-4994-80BE-0A20034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NC): Introduction,...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BC6E8-81FA-4D52-A870-A2123FE4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4A09F-90B4-438A-8F91-24B4D479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CE0EB-889C-4D8E-A356-0B743ED2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NC): Introd...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C296E-BCED-4BBB-9AFB-C8D1E964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B5EBE-4A2E-4FEC-AC86-4DCB51AB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27ED9-F13D-4262-A852-1EB32580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NC): Int...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B6860-B2C4-434C-808E-85650E5D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BB03C-E6C7-41F0-B22A-238A5DFE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E55CB-A41C-4026-B167-72E298D8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NC): Introductio...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5BEC4-0408-4565-8557-367E50A5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330DA-4F20-42EA-A73D-9F486AD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A98714-834D-4711-BC47-50AF821B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NC): Introduct...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C36AC-9EBF-4AC4-B6C1-BDF6F7AB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7CE68C-F396-417E-B5CE-4B3E9CBA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028985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1ADE9-F555-4950-B952-9AEAF8AA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03983-5414-4276-BA9D-199D95A6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EA594-E4E4-4FEB-8CAC-FB828E90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951FE-F3F6-4F59-946B-EF1115A5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32232-3C6E-4E35-AEDF-B9F71A20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A8A23-3703-4B1C-B761-434082B6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01511-A0E8-4B6F-B366-B89774DF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7B5CE-7506-4AFE-BF55-2FBF6FBA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E8348-8C12-4A1D-B725-A00CB2B4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2B91A-0508-4E99-8F65-6739C4BA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D13AE-9C6E-4AE0-8AC2-93D0400F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D0506-F47A-400C-A8F5-AB626933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F898E-A34D-401D-8AFA-062CD40F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25D88-2B26-4A0B-9EF7-B915C56A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9B032-E226-48E8-8642-EDB19E75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26011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12F32-FF93-4674-94C2-B706E0D5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D4002-FA3F-4479-9091-0CC9E42B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5BE27-4171-42C4-80FF-F639F1D5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44C17-094B-4C59-813B-89481A10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E13A6-CF2B-49A3-9E62-0DC9F3E5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657F8-DA11-4312-BCFC-7B82615C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NC): Introduction, Definition of NC and CNC Components of...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9D8A2-D22F-4047-A505-CF75C0F8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8345D-4E3E-478C-BF59-EA49579E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3BE0D-EFC4-4F1A-8649-3CDE4651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830E9-32BD-479E-BDEC-E02C1E63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D3BA7-1E2D-49EA-99FC-144D3203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96047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E7B86-993B-4950-A8F9-662D46B6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3B4B4-FD99-4A07-8C69-7517B2BF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45428-E24F-41C3-B548-782FB1ED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5BCC6-9523-452C-91DD-D01A11AA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D6CE3-EEEA-4910-A604-481DD3CE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Definition of CAD, CAM, CAE and CIM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4ACB6-3F07-4636-B2AC-95A277DB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 of CAD, CAM, CAE and CIM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9B993-4AC1-40B8-B60A-E222DB69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14A8D-2924-44D6-A787-2F32824A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146B6-C42C-4954-9C02-78B7BA5E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4A715-0310-4611-A7B7-3D399BB6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BF9A5-18EE-4212-81CA-EA704EDE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84C42-D3A7-4949-8E0F-E0F5AA53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792E3-1D84-438A-8ADC-214524A2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FFF49-E0D5-450E-B793-11C929C0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1C3B4-3987-4D1C-8C16-67D6D7ED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CFFD6-2D84-4264-BEA5-76E828B0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027537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BA950-3387-4BCA-8617-F6E0F81C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B6ED9-A2C2-4C96-88FB-B0A9761F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0BF3A-3B47-446A-A1E0-3FB6D02D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ACC9D-05BC-47D0-9EBE-C1C0E315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11E1D-44D9-4DC2-B1D5-20947527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FA078-00CD-4D44-9CCF-CF8A6673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48BA1-788B-4940-8777-49057155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D9987-BDCC-447C-9908-684B6AC7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1D6A5-C8EB-4809-A40D-33B1A90A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Definition of CAD,...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8677B-DF36-462B-8349-69376D4E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651E9-8B91-4742-A7A0-BF447624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11FCB-3F74-45F6-9E3B-55D61F67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Definition...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D9EE4-52CE-43B6-B386-02DCA8AC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BB888-9342-4839-BBA6-4D9C2F43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29EF2-CAB2-42AE-98A3-DFB32199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Definiti...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A2B0F-580D-4188-842A-9D07F7BE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F126B-FAD1-42A8-9772-788421AB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54602-1ADF-4BF3-8CE4-3FD84A2F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Definition of CA...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0A2C8-6D2E-4C0C-ABD1-E5ED9362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27E7CD-7966-4EE7-AA10-97D8C3CE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F14C4-B22C-483E-9F42-A85D395C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Definition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75BFC-21D0-423D-80F6-A0A5572A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BC1A0-304D-451A-A8BE-24BDE210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997251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A7018-F42B-4192-99CB-FBD4C763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14396-0547-48E7-9B4B-E9A9ED19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3F3A5-3099-4ABA-B421-53D20FC5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D4648-AEAD-4B03-9748-EF1EDDAD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FDEB7-9D23-4B63-BBA6-B543B5F1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4FB05-B9EE-4832-9AA1-FE05E73A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4BAED-8B15-4EEA-B059-D9A927AC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88F8E-570E-414F-884D-6E05C605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BE544-ACEF-4D1C-AA0B-0E196B6D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5C707-5A5D-45B6-9515-A9709848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AB32A-8FF8-4182-9668-FD5CD679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087A9-2D2C-4D0D-AD39-584CC25A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DE17C-93EF-4D47-9AEE-5B38945C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DE25F-1496-4A4D-8509-73AAB384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078BE-18D8-4F02-8DFC-CE1938CC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624101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5D5B5-A1F2-40B5-837C-F63EE0D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2A19D-69EC-41E5-A696-DE7E6925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3F7F3-724F-46C6-8EE9-2C95C817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A8844-EFD8-497E-AD80-1EB6A399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785D6-73E1-442D-9FA6-1CA52EB4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C4DD0-C0D0-4DBE-889B-8B88947D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Definition of CAD, CAM, CAE and CIM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AC1D0-87AA-4024-8674-DE9058A6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2E634-C786-4A05-876A-695BC33F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B5E95-4107-4AA2-9917-35DADF90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034C9-8136-4C16-BE40-34B830BA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31CE3-EEA4-4A3D-909E-C01161F1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707366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DDA88-8C43-4F5E-A5DF-7C9E0EE2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C3646-F657-4582-8D80-F635E63D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A56F8-236D-47BA-B507-F3FB92C3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1FFDF-E7EC-45DA-9CAA-7680CFF8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C91DC-96FA-43F4-899B-09924C69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Automation: Definition, Types of Automation, Reasons for Automation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550FA-C7FE-4224-9855-D0700F5E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Automation: Definition, Types of Automati...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26302-9B69-4DC8-8931-AB22A710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AB316-2570-4278-BA5D-9A8CB4C5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A44DC-D197-4057-8D0E-A81BED66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8AA5A-95BE-4ABA-AF69-AD8776C1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9CAC6-46E4-44F8-95F5-98FF59E1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909C4-48F7-426B-A1AC-95FE27F7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13003-DD43-40D1-800F-C4D2916D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50AC6-6602-4519-8D2D-46C83301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6C8FA-C1EB-4019-BF33-6A6081CB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1C9FE-259C-49B6-B7E9-544F6B9A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769855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BF59F0-90DA-494A-95F5-6F626D1D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A350D-2E31-40EC-BBC1-CB73900A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401B5-F649-477C-9A3B-E8A94846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FD53F-6F3D-4FD8-89FF-5576CB14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1E850-0527-40D1-8EAC-B79457D0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16B2B-B591-489C-A805-79D37C3A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9CD7D-3476-416A-AEF4-067011EB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EA6D6-66F0-46F0-995D-D1FE2916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1ACFD-159D-4D17-8C99-8F1126A7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Automation: Defini...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9C664-9AB0-4CFB-9CD3-BE701A99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60900-790F-4B92-94AE-FC1041D5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767DA-69CC-45B3-AA14-B6259BAB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Automation:...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54CB9-0E3E-48C4-AF7B-981D1FF7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1522E-22A1-4105-9124-CC1404AC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19344-3D46-4674-B8FD-FA8FED33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Automati...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86EB4-4B90-4E04-9653-52217D34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C43E0-EEFB-4E1E-B5D0-AF304E35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CCCC7-9DEF-485E-9A63-485B5A2A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Automation: Defi...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13BC9-8D4A-45F6-93F9-A256F584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48565-F17D-41E2-8610-91C28C31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8AF44-27B5-4240-B6EE-48F77F85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Automation: De...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E1DBE-C5C4-494F-8304-0767F3A7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A95E76-6326-4E40-BF30-0507779D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117889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7515C-9837-431D-8658-A2DBA19B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12531-9B71-4307-B824-62397978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C7898-D9CC-4CDA-A2F6-520168A1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658AF-89B0-4EAC-8E5D-E70BCCDD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18981-1A27-4E6A-9896-A721152E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B7DDD-2D39-4311-9495-7E4B52F4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696DC-F7B6-4E7D-A353-E0504C83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2317F-1E6B-4FF8-9AEA-C10ED07A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5A715-DD18-4FFF-B645-6647F7BF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60282-EA2D-4C90-B67A-710CBF8F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4966B-D4A4-4CE5-BA16-2DD71242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DDC6A-33E5-44B4-890D-E9217053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8038B-0A8A-4C55-8CC2-1EC78279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FE0EF-DC78-464D-99F2-B5CE974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8B1FC-A194-47C1-AF1F-CF992A02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925909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CF79C-B7A8-438D-B250-DAEFA5DF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38462-1560-4648-B906-D9151542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10865-5FE9-4467-8D20-464681BB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02773-AFAD-4E9D-AE8D-DB983E36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5C0C5-B57A-4D1C-B992-A41DDF3C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D98C6-F8B2-4C3D-AA24-DB6C104D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Automation: Definition, Types of Automation, Reasons for...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1B358-0316-40D5-B2F0-30965551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B103C-C64F-4110-9BE8-E9B8A71B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6A2D4-AE8C-444A-A4B2-F3BC85B8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FFC60-E7B6-4EDF-8101-34298F1E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6D592-069E-4877-B587-6B1DCB92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234324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7E2F4-9B32-4928-861B-88FC16E5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A7968-7C99-4316-8004-32A75C6D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BF010-BFF0-4EE8-AB4A-CB8D24B6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088FE-B365-4D4B-B1D3-86D91785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6FA37-A685-4BB6-BB6E-CA726B8F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Additive manufacturing: Introduction, Basic principles (Steps in additive manufacturing), Additive manufacturin...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B259D-AD5B-4005-9CBD-6508B535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Additive manufacturing: Introduction, Bas...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1EA20-AA0A-4F3C-8072-22DD0EF3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74A4B-B367-4715-AA93-7C6C8FBF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7FC1C-52E8-4826-8FAF-F28431AA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6FBF0-8BB3-4ED4-B2E8-C6ADC8B1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FBCEB-A586-428A-A64D-F8E9915A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A19F7-6452-4ECE-AB11-95EA97B2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5E9F1-03EB-4A99-A5E9-4BA1840C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D3071-F20A-4171-9856-92767279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1ADAE-8BD8-4F90-854D-3D31FFA0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C7848-E0F7-4EE8-9CA9-D5F9FA65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891082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589AC0-751A-4423-8812-1906159C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6A849-8EAD-4A70-9CA5-24088583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33F61-C507-4ED1-A954-6436529A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ACF21-CE23-41FE-A24D-6EDDE0BA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11FD7-6DBB-4B87-8FE4-978FEE88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F8FD7-64A8-46E3-82EA-A5421A10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CF191-00D1-4D65-A73D-33CBB374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0B8F8-249B-4AA7-B42A-75A542C8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09836-0519-4D6E-BC52-7AA0F949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Additive manufactu...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5F0F5-75EC-4048-A147-E284F7B3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E9DE5-D5FC-417C-B9A9-8860B4B5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271FE-52F4-42B2-8EC1-AB73A072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Additive ma...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BA17E-CA2C-41CB-961D-65216E04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67A50-0F62-4469-81B1-FD85A1E3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7763F-9FBA-44D4-97B1-B32A7A1D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Additive...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583A3-5ACB-483E-B39E-2F4B75E1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4B32D-54C8-42E4-A1C4-43FC0537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D3371-9B1F-46B3-A4B1-F95320AC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Additive manufac...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68FAD6-13AA-4844-8DCB-2CDEE60F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A9648-2F34-4E84-92F8-F7E567FD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7FF9E-C690-403A-BD1F-1423862A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Additive manuf...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D0F468-ECFC-49CA-8302-6688B1DA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E46C6-2C82-4502-9B7A-F39A72CA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090694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EB4FB-E909-417D-A35A-B9B0DAF6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C4A88-FA82-476B-B91F-CA096797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17518-51BF-4B2E-A48C-048EAF81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7894B-2CEF-498C-A531-7E48A57F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B5DAA-1B1D-4B8D-9FD8-7141D641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AF566-305C-458C-BBB4-397029BF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EC5E5-EB32-49CD-A903-436B2E3D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3DA12-EDEF-4332-83FE-CF8DB2F7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43A93-7B21-49DD-A4B1-0EE4801F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87BC0-8323-4184-8C46-AE63BAD4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F2A33-265B-49C2-AD27-EDE08ECB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F42F5-B57D-4D67-AE71-4A1DABFF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C8B3B-E077-479F-BC65-7A11706E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194F4-4028-437C-8B42-404AEC40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BC402-02FE-4371-BD95-76EBC074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352714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7A876-F4EC-4D85-A554-E57FE6ED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28016-C275-4F14-845B-E23128B1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A852C-9EA2-4DE4-A520-299F0318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7FE5E-0A3E-4E17-A283-5B69A387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A31A6-5DB9-4084-A339-17640CB8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3872C-F8CD-495D-B89F-AFA0374F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Additive manufacturing: Introduction, Basic principles (S...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0EADF-7175-4DF9-8077-5A36C610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5E7AF-310A-47C1-8DC6-ECE97302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7DB05-96C9-4CAB-91FE-E44669EF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14D2F-1F20-4FC1-BB3F-51C8D4BC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89EF4-408A-4450-A6BF-2983E527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881235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036BB-35BB-4DF5-98EA-5CC11649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B0054-95FC-4EA3-9CC8-458AE8F8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55E61-FD3D-4F3F-A781-07F95058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895E1-3407-4247-898A-AB801B15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3F2CA-277C-4752-BC30-35E90A29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Engineering: Automobile industry, manufacturing industry and Mechanical 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2670A-9F9A-42D6-9C16-8F5C8641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Engineering: Automobile industry, manufac...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0D16B-53DE-413E-BBCE-009AE4FB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65D6C-83FE-436F-BD28-877624AC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59222-F3B1-461E-BAEC-F9126DEE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D624A-20FE-40C4-81CA-90B7C59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296CF-2CAF-4CFD-95F9-F8E71A14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E5930-0AE1-482F-A456-B91CFD4B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99DF6-0FE0-4453-90D8-DA60FEDD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5D386-2187-4F3A-BA39-232A8D5E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833BB-9289-4924-83FB-6E7BB667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2D252-6734-4667-A0BF-91DF9A04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571267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FA3E32-C6FD-4DD5-803C-774C828A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F5416-121E-4003-AF0B-047C72B2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60DDB-D01F-418A-938F-19DF98E7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5F8CC-11E1-4789-A653-07A0EB35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DCB04-2503-444E-8DC7-C43057A8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FF947-8D9F-445A-A9BF-32EDEE9F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B8130-6F14-44BF-B1F8-3C600FFC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13093-C640-4689-8381-E5628DFF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304A8-7629-49E7-9C57-BBD91617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Engineering: Autom...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86A58-7BD1-4047-A4CD-4FE8E1B9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8E941-8E74-4559-8CA0-8791E9BE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11720-C628-4282-8167-B243F363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Engineering...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9363F-5879-4785-8DA7-744C7F2C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26A80-52B7-4668-A67C-D154A548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5A474-9F76-4DF3-96C4-04EF8821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Engineer...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262A8-D959-4340-BDA0-24ECA551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253A6-E575-4645-B641-E6032A45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075C0-9C79-4B5C-8DBE-D186C90F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Engineering: Aut...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C45A0-9871-475F-AC7A-ED972DAC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F476AD-D1BB-4534-855C-BB79DEB8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A7CB7B-0A87-492B-96AC-1D2B8E58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Engineering: 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17F58C-62E2-4252-9E14-75A0D163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5DF131-8062-4954-9A76-61B66B7B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5190211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CCCF1-64A6-434E-957D-8880C29B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D8E12-87C1-4D27-8654-5AB303D9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8348B-AA3D-4234-966A-120A123D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DD8F8-E789-4B0A-9C46-8026F9DE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55CEF-D24E-4F73-899E-CBE0BEFB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B8EDE-121B-4134-B526-A6240294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DFCB2-F895-49BD-89E5-83FFF9DF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10A4B-792E-44A1-ABC4-66753587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DAFE2-AAA5-41C5-A598-62377876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FB32E-F7D3-4E4F-9422-943FE58F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5DFA1-52E4-4000-9C7C-30307D31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C7B68-1C94-4191-B546-20359B82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A04C5-CD47-43ED-9882-281A6E7F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F8773-6690-4E26-ABF5-0B4CEEBF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44918-0C65-48D1-B70A-8FDED2F8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548245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D9693-F538-42F9-8FCF-2A1198E4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664DF-2E3C-4BD2-9CA9-7CCE42D7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8DA6E-634E-49A6-8F7D-0A226340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46F79-E13A-45B5-BED4-C929E69C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5766B-0379-4726-A23A-22213A85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66561-42F6-4855-8F71-C884A9BD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Engineering: Automobile industry, manufacturing industry...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53788-005C-49E9-89D1-8001AD5C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E0244-22D9-488C-AAFB-329792FF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C75C4-CBC4-4470-A427-7E789E62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39625-CA5C-469B-B99A-F8023A3B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0FC0C-BCB8-449A-9725-F6A11603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1907981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3B162-4CB9-494F-8D53-E2CB7E3A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8BF0D-AC66-4DAD-AB1C-D5840E87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073C8-503C-46F8-A0D0-B87A62A5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65860-DCA5-4E21-9EDE-1F23E2EF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CC211-3C2A-4D6A-9DB7-78E2E811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AFBF9-72D6-4011-90AA-EC7CCA9D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8142746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C8C06-E9EB-414D-92BF-611DB73A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684E7-FD91-4F86-80E0-F42C0735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8B4EC-11EB-4700-8772-74F44B8C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FE256-5962-4D99-B1CE-1666DA45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B8B87-8ED0-4BDF-806E-AF02EE3F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Computer: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Numerical: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Control: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CNC: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Definition: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C278C-EF51-4912-AD01-952F16B8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035727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D302E-2D3D-4A40-A7D3-11FA7313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CC11C-E175-4174-A357-A652802B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327B7-F116-4C39-89B0-E1C4B053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765F2-733B-4F20-91A8-172FFEB6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4F7A4-B7C4-47E4-9FD7-165ED224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95976-5621-4FEA-A291-12B822AB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6588153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F2173-BCA7-47AD-ABFC-1949B719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A3C73-1735-45F5-83AA-409D21A0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4B679-51FD-411E-9AD8-67A02188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9A222-A905-470D-AD64-01204BD5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4BF07-BF4D-49A6-A0A1-2BA18F6E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D1B5E-8F92-4DA2-BA97-9AA45D8A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889917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33BDB-5A4E-4246-BB24-6B7A4E45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C912B-B5FB-4505-A5AA-040BF5E1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9A208-84A8-445A-8C8B-950BF380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63E0A-ADD2-4AE5-8119-26D2E63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1F332-5745-4113-9C3B-11E6F9F5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NC): Introduction, Definition of NC and CNC Components of CNC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Definition of CAD, CAM, CAE and CIM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Automation: Definition, Types of Automation, Reasons for Automation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Additive manufacturing: Introduction, Basic principles (Steps in additi...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Engineering: Automobile industry, manufacturing industry and Mechanical...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4AC67-A8E8-454D-A819-B95490FF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7CEB4-FEDA-4721-9FEC-6FE7EC5F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7EFDC-530F-43FF-8141-7DA58E3A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0231760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6CD344-2D04-4544-B4BC-020E0236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C6904-6934-4C72-89D8-4A4DDFAC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NC): Introduction, Definition of NC and CNC...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40A8F-4381-4712-8335-55C7B07C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52094-5FF6-45ED-84A4-5E509FB6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986E2-96A4-44EF-92C7-38BDB888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578B6-5F7B-48DC-B8F9-69BF35DC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03673-65F5-43F5-A98C-28FA6CE8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03D5-8DBA-469A-A013-B348B980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C089C-FF14-4F8A-ACBB-AC8961C6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CFB42-C1EC-418E-B345-EEBAB80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6D79D-2F44-4F68-B204-0D799998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F5601-038B-47FA-BC6E-EDDA407F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3C5D9-23FE-4308-B1FC-18136914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40FAA-965D-4E0B-9C6A-2E31A023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20201-854C-4203-ADD8-6024FF45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311E8-5A88-4B5E-AA42-889A76BB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ABBEE-9BEA-4FD0-BC9F-1B5221AA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28FD9-6BD0-4361-BFE8-F08D3FF6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64D2E-C222-42C3-A8D4-A57F1E23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9B16F-A026-4C80-BBF8-FD91452A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99664-3604-43CC-A322-E6BA9CBF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CF755-26CB-4F14-AF54-47811BF0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8FA6E-31B0-4BA5-AC25-B91591E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A62495-AEFE-40F0-9D01-F664A431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5C655-6D3F-4983-8E12-8A071CB6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359A79-42F1-4891-9DB8-5B434F9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96E3F9-A916-497C-ADDD-AE3ADE9B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2DEA52-4E94-4C3A-85EC-0FD114DB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F1BC99-20A2-4650-9849-7BB7FCD2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2804D4-6D52-47C6-86FD-3C6C1CFD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2F07A6-3D15-4BB7-8C27-CBC1DD11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39468-78FF-4EF1-A32E-14331191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6373126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E3C075-7C7A-4130-AFE0-6E7DBA39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FB109-A392-4B27-8806-4FAC7229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Definition of CAD, CAM, CAE and CIM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38045-0A2B-476E-971E-C2F91B75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E3182-A1ED-42D1-88C3-96B42506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3CF60-8791-41A3-B454-6936564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FBEB8-3D80-4B20-9A3B-F3DFD384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22D49-4090-4A36-9581-A034AB82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37FE7-F77F-4CC9-9089-480D468B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C33A5-8F3D-4B48-B89C-B35EC159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8737A-8300-4928-A3A5-A2A61D99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B19C5-E221-4BF0-9D2F-AB72E286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8811E-7DB1-45B9-AF36-1D009897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98203-8F08-4BBF-81ED-BA665A40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D9FBC-3A7C-4676-A7EB-B5167816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80F1ED-4582-4936-9275-5315311C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DB045-647F-4645-B554-920282C8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92F7A-612C-4552-8AD2-92B9C9BB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CD763-44A5-4710-A383-2A7C8C39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17699-B28A-4C04-9A40-638D26EA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F0DF3-1347-4794-B240-7162329B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32A7B-79CF-4F73-B2BC-A2EE27F4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20178-E999-4E49-9C58-BFBC13F9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18607-3C90-482D-A908-BCFB2A67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9145E-6901-424E-9933-C0F61816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1191DB-9D13-42E4-89E1-2323165E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AFAD8-9DBE-40C0-AF26-33CD7F80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1DAA60-A039-431E-A997-29162CC2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76E9F0-F686-43E3-B3C3-56AA957C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2419C2-CC7E-460E-BDCE-23CD3482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AF163D-8077-466F-8DC7-54479636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32D621-42C6-4196-BF23-252D1A62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255947-F1E4-4E1E-A541-B0E6B8D3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581073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29E582-C39C-4BCE-A196-2B0E82B5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9FF58-841B-4D25-B35A-017D2331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Automation: Definition, Types of Automation...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526B8-7315-4B1F-80A1-FD1BEF49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084FE-677C-4FD9-8B9B-CBE0A015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CB13E-F696-402E-A9EC-8BAD2955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C2AA1-2FB7-47B1-B9EF-240C1B52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0C1D5-E757-4839-998B-D66CECA4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97F4A-1D90-4518-AA92-7BD842A3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2ECE6-CD69-45A0-8794-045472E9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B36C6-4703-4546-9BB6-F2AD6F2B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9F0DA-116B-4CC3-9DAC-E7BBD21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E6BE4-49AE-4E2E-9333-F80128FE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E2F4E-6CEB-4EB6-8C8B-6D54AD2C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4B93C-C4A5-4172-A94A-81814C35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31FA5-8C0F-4884-A891-D05B39D2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1F6FC-0E46-4BCE-837B-21EA76B7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E20EE-3C21-4B02-AFA0-74BA08FC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F7FE3-D46A-4547-BC28-9F0EDD28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F7974-FA00-46D1-B1CD-BF67D6C0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D8414A-A514-46BF-91FD-F6E80065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C06FF-21FE-493A-A087-4723037E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5B902-3425-4E5C-A7A9-8CD863BF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35955A-B2E2-4959-855D-E7262C51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0E0030-D3B3-4859-80D6-0F9BE998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2D4F02-7468-40BF-8866-59EFBE12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05EC00-F136-4182-AA79-8CCE38F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7D7089-47B8-47C9-9226-8E031254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32941-4B46-4239-AD4B-AD6BE21B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0484AB-D2AB-4B8C-9B1A-5034EF4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F7C467-E7CF-441E-AD64-AF4AA6BC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F324AB-EED8-4717-96DA-0F2A28C2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FF73B0-3B0E-457E-AA97-C88FCE67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3236288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940DED-14DF-4D39-B6F2-DB81AF13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F7296-92EA-4DD9-8E02-97C8483B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Additive manufacturing: Introduction, Basic...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CB06F-0DB5-4DAE-A522-50B84B1B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7CD74-C61A-4D67-A1BF-745F5458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C796C-8A36-4AAC-B9C5-2B241BCD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14A98-49E4-4DCA-A660-9E264F7F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F24B5-D5DA-4940-8A47-5E1B4194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21B50-AA09-4991-B5AD-989EDBFB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EC6F8-2B03-44F1-AB9A-688A7ED6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F43AD-21C0-493C-A18D-CE0C0A08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D76A4-5C57-403E-93C5-C5E24ADA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EF54C-04D0-435D-840C-F2E792E9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1C729-7F1E-4856-8782-F207E3F8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49C0E-D4ED-4552-B751-CB1188EF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7E966-B6E5-4DB0-88D6-FFAC9CFD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7657A-3B87-4255-B1DB-A7AF713A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A62B2-C112-41D7-9A47-9D56B850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39B73-F016-4836-B3A7-61F5A3CE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6EA7E-BE70-45F9-B87E-0D7F457D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158778-5C52-41A6-8277-3BCE4926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49DF68-56C3-4AAC-96E0-C7BAFB38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871CD-4DC8-4FB2-9128-DD2F1DB6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798F05-2E30-4A68-8BBD-D7573C80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CD9D3-2563-473E-A335-72995600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B38D01-2C95-4625-98B8-17C874FA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881B22-2787-4378-BA96-D661310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48505F-CD8C-49F4-92F8-183D055D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4E8BDE-A345-4FD0-A15D-32A987AA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CBC84-A07A-48C5-B9AC-C0BC762D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152DF-9A88-406B-B4CF-37B5F574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796689-5ACA-41B7-BC23-2DC3AFAF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3DD743-C5E1-47AD-AD72-AC3264B0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9288047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A0BA82-0390-4CAD-8F28-876D09EF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353CF-DC9B-443F-BD12-C18BEF2A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Engineering: Automobile industry, manufactu...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D0B96-AA9F-420C-BD5F-89EEC008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89497-DEBC-4C8D-AA68-6D3E4AF7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3A783-7F66-4064-90F6-2C41D9B3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289C3-71F6-4C67-AAFB-1FDB66F4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D2E3B-008F-4A22-892B-F0784DEE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9B6AD-6E01-4F37-9788-080B053B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16D02-1A15-407D-A15D-0E0101AD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7A0A3-245A-4FCB-A18C-6F4ECE17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E22C5-8739-46D4-BE9B-21588847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8C9FE-DAD2-423D-8B41-B807CA2E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E81B7-A2F9-45FA-A0CA-D51DD448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4C81BE-849B-412F-9067-D4DD7392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BD42C-02E9-47BE-A482-260AC10B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13929-0A8D-4D4E-8045-AF1F7F01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053A9-124B-41DE-A82E-CB3F4D3D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5332B-2E60-4A87-AAFF-F908C83B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58731-52C9-40CA-8FA4-846C481E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3BB59-D493-484B-BFCC-D0217A8B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66314-F709-422D-BF47-ABFD41C5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4F83C5-9FD6-4297-8884-6DF43773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B1537C-614B-4CB1-AD4D-735F1AC6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9FF56-08BF-45F6-8C00-80F394B3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876765-2E17-46B1-B038-E06F3674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B3A604-531F-47FD-AFAA-629CC52E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51F7E-2EFF-4AF1-88BE-5FC7FED9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54347E-DC84-4342-9338-C64F7181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144AE2-5737-468A-A8A9-B86D99C3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7FEC91-20DE-4E94-BE73-87B86F52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34FBCA-7F73-4B3C-9DFA-7CDE101E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2E2A6F-DC63-40B7-B8DC-9FB498D8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0052401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633272-C3E0-4C1C-8D37-D50B3816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CD161-846D-41FF-B9AA-65398B64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NC): Introduction, Definition of NC and CNC...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4BFAF-42B0-45C7-A7FB-00FACB27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A7246-E4CA-415E-BB15-B34707F1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E9B56-083A-4B8D-8D58-BD6B4901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38DEC-0A7E-4A87-8551-4A155C55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43AE9-8BB5-4B0B-A055-EE3C9051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FA401-ADDB-4698-9331-B58D8FC6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3584F-C711-4578-8A73-AFEB8990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C16FE-A212-4396-8AC8-F89BD042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3166A-6714-4ACB-83D9-36A1CD12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FEE8C-CE7D-4811-943B-43B01A5F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A47F0-BE8E-49F2-AF49-EC398819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7250E-FDBE-44E4-BC14-9A1D1FB6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62857-CC7E-446E-9CA7-EB4074C6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3A597-171D-4393-A867-6B535F47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F21AB-5931-4D35-8D68-FE7B1863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1FC9E5-AFC8-4033-AB68-110BB5CD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574776-C0DF-41A6-B10F-EB645E47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9FEA37-E3CA-490C-86AE-54F8F01E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BFC48-1819-4AED-8FD1-528C1722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FA00B-710E-4B15-AE74-2C313FCD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37A126-76CF-4A3E-AD35-03BCFB00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8AFC3-A2A5-4698-9F85-E373C242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F924EF-66B8-4FB0-A37D-32877C06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A7EE50-242D-4204-A00E-BB7E644D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D4D5BC-27C3-480B-B182-24E42C71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4DB891-86DF-4B86-834F-94D25E38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2AF380-6FFB-4C58-94EA-671BD036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379DD8-E160-4127-AC9D-D96BE676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40D96E-151E-4B5E-B651-495052B8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321722-87F7-4C79-8F4B-46371754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0901117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29F006-439C-4561-91D6-48A72E3F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B9397-F1AF-46FD-ABAD-5885279D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Definition of CAD, CAM, CAE and CIM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230F0-D8DB-429A-9BFE-45CC80A7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41355-4724-4A04-9FF9-D7A4CA6B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06CA8-3433-4CB4-A46C-B952A21E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E5F57-B285-4AF0-B47E-E99A6B44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C3CE5-3A5B-41C2-8908-1DCFAD2D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BFB8E-B96E-4348-B439-D731EB24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0B804-7E97-43CD-83A5-76054183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655B4-3B39-4F3A-8405-4CBA51FF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ABA19-20B3-42A0-9064-83C1EE81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A8FDD-CA69-4AE5-A7A8-E7D8DED5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1D0C4-B50D-431B-9DC5-093DBB1B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0DE78-E5CC-424E-A0CA-FE5D9B49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F1E63-8B1B-47C7-AD20-BD370744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60B6C-07E3-4ADA-8E51-F7680F23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AE2A1-D23D-4F86-B53C-BAEFCCA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525A5-7EEA-4211-AE01-FF569985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DE5B8-8C53-4686-A28B-43CDFC6F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CF095-31A1-440D-AC09-8FD1EB11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E7C54-9979-42EA-BCCB-77BE3744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F2712-F57A-448E-8931-40B681E3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7E323-5670-4532-AA2F-2D7FE802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549C08-78FA-4DED-8517-B6C6DBE4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3878D9-FE5E-43FF-B1FE-A8E9704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DFE22E-CF9B-4E94-9C97-840D4AE1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32E6FF-EDE7-4299-B852-A9B37F40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619858-4DBA-4682-AAC5-726AA99F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3D8B7-E9A6-4D4C-B45C-D09C3453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21F792-E4A0-46CB-B96F-C83A592E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E9A5C2-2703-4418-81D2-D3AC45CF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D530D4-28D6-45BD-B6FD-BD4C4456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5001779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7B9332-C398-4847-B141-6006FCDF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214DB-2751-4B9C-835C-DF660064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Automation: Definition, Types of Automation...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5D7CF-261A-4BB2-A5D3-30B96958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03389-B055-4110-B9D4-17F4B120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2426E-16D5-4705-995C-D2B9EBEE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AD04C-54B4-4152-8DF7-8D123008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6F562-1E9B-4AA8-9DD8-E90E749B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7273F-A31B-4220-AEE7-9A18AA64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086E8-53FD-4DDB-B319-569B3C49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7A452-DF62-446B-AB2D-A2B71E5E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1E760-0933-4656-A201-8CFD9242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F9553-2B75-4FB0-ADD5-309D4B7D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915F2-4E77-4417-AFDD-04D5B004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EA5D9-6697-4C35-8DB2-317BA7D2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34BF7-4A16-48A1-84FF-3C6E8377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DEB3E-E924-4AEB-A006-D71C3982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C357DC-43A6-4AE8-ADA2-45438048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01ADE-99E7-4A52-8B96-13B7F4AE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511FA-6DF4-4E3C-8D86-BE25FD0A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35E33-8A66-4463-8379-FF9D4F10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6F8C3-53A2-4D21-85A6-F80CBB26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6E543-4B2E-405E-914E-78585564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6FFDE-3460-4919-B9B4-B21E53D8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664CFC-D209-4CE2-95C5-5A01F9CF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4385B2-2FD1-474A-BDB7-8AEF68D8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8D966-208C-424E-B606-F1281E00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1FC17A-3AB0-44BB-9C00-8C0408DB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4DC2D3-6338-4A8B-A06F-1058A71F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56110B-5445-4154-BA3A-7BEB686E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2F4C61-AD02-4D3B-B52D-6DAD2705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D44F3D-84CA-45B1-94E7-67E78A02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9664AC-A9AD-43D5-841B-E93AEF14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0179620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7C0B3F-1314-4A37-8BAC-64C76D35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9ADB4-9933-457D-BAAD-8E29ADD0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Additive manufacturing: Introduction, Basic...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9C8C4-6FF2-4A1D-871D-0D27FF86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046B7-E612-4F59-A851-5A04C256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1E148-A6EA-4344-811A-033EB955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63BF5-873E-458E-91A0-2679619F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33575-26B2-4F77-8C98-2A1B2F10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7F456-71CD-4209-A417-17557493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328DB-EE9F-4554-979A-80913ED0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EEA73-7424-438E-95DC-62ED450A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D04C3-5DCC-4CCF-B9A0-3AE88AAE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E2814-C9EA-48E0-AFE6-7F635748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98A88-9E28-4264-8A89-15A0275E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DDE7B-004F-4F6E-94F2-7B8381B2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DF821-D672-4935-8701-7475E677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08C0B-CD86-4B32-9D35-509BC4A0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4D84E-5B67-43E1-A206-1EEC9CB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6990A-8CA3-4FC7-A741-B40354C2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0A960-7966-4DFC-B49D-CA1B1E41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EF7AA5-8F76-421F-8F74-15E38C85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14395-1670-4518-A466-F9EEC295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C3FB7-A28D-4914-9FAF-99227FE2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3333A-134C-4064-9EEE-80574BEF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4FF19-7E7C-43F2-9ABF-69D0B760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C81042-D138-4247-BF49-94F74106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4294D-243F-4BC1-9B09-8B051B34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4D8A41-4BAA-4DB6-9F48-C78F2A68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E704E0-5A6D-49B0-B01D-6EBED832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405A86-D223-4DF3-8FD3-CC2FDA49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ECA8AF-89A6-4D84-B18E-99BCE374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D34EE6-E0B5-4B9E-979A-28131232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D06FCC-39FD-4363-A36C-9EE5C295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1012452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FA084C-9E71-4410-923D-4C9B3BD9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A13EC-903E-4CF2-A9E1-A1C51E09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Engineering: Automobile industry, manufactu...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ED17E-C571-4BCD-B925-0116535F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F07FB-70AC-4B66-A305-7FCB7295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FAEE7-5A01-4506-9E5C-8D8DE3A3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52C7E-45DB-49CE-85CE-EFA6DACD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1AA03-F438-434E-8E8C-6D0CA119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E3140-2060-44A3-9152-49442569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119C1-9A45-4001-9AA1-7D5C7E18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2F999-2B2A-4AB4-ACEC-D8A4C1D4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5D94A-C861-4690-AB57-B9D46C7E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895DA-4809-4384-B1A2-8BF3E155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94442-AC38-4C3F-B61B-9F8ED31A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3908B-97DE-4061-B547-1DCA58E9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8B4BD-DA7E-4702-A7E0-E3718AE3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7DC04-7040-4A03-8435-20066D55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410E1-CE45-4014-93A3-2E5137B0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5C8B6-2B56-43F5-B199-2255BE26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E11BC-D7E6-4FD2-87E1-E6DC70D6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935B67-F345-420E-B03B-071D782C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9F2691-FBE4-4F96-ADBC-62E66A04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4BC64-45F6-4E1E-84D3-0C831898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E8EB6-E7D2-483E-BA48-C87ED3BD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78589F-DE24-403F-AD50-DF2FBA73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3C083D-0409-4130-8F13-E60294B4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CEAAF-E95E-43A5-B11C-0B86C617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4C611D-D670-4EA0-A6B1-BF8081AD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0E0613-44A9-4588-89AF-AD9547F5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7E6F5B-1BC2-4D67-A50E-C903124B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140F19-5C09-48D2-AC2E-35C4B8F0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DC9501-95AD-4401-9740-C9DA31DD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F22E72-E4BF-4921-AE6B-6279F197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988128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2026-08-24T16:02:43.5380000Z</dcterms:created>
  <dcterms:modified xsi:type="dcterms:W3CDTF">2026-08-24T16:02:43.5380000Z</dcterms:modified>
</coreProperties>
</file>