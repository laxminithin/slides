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bdbd135a08459f" /><Relationship Type="http://schemas.openxmlformats.org/officeDocument/2006/relationships/extended-properties" Target="/docProps/app.xml" Id="Rcfc26461c2bb47eb" /><Relationship Type="http://schemas.openxmlformats.org/officeDocument/2006/relationships/officeDocument" Target="/ppt/presentation.xml" Id="Reaacabe3cc2344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7b1aff523f4115"/>
  </p:sldMasterIdLst>
  <p:notesMasterIdLst>
    <p:notesMasterId xmlns:r="http://schemas.openxmlformats.org/officeDocument/2006/relationships" r:id="R44d51966a8c34b43"/>
  </p:notesMasterIdLst>
  <p:sldIdLst>
    <p:sldId xmlns:r="http://schemas.openxmlformats.org/officeDocument/2006/relationships" id="256" r:id="R3c027b48e7884f21"/>
    <p:sldId xmlns:r="http://schemas.openxmlformats.org/officeDocument/2006/relationships" id="257" r:id="R8e39de7da467413b"/>
    <p:sldId xmlns:r="http://schemas.openxmlformats.org/officeDocument/2006/relationships" id="258" r:id="R81c8a9ba2fa44c16"/>
    <p:sldId xmlns:r="http://schemas.openxmlformats.org/officeDocument/2006/relationships" id="259" r:id="R73fbf45c7de14ad1"/>
    <p:sldId xmlns:r="http://schemas.openxmlformats.org/officeDocument/2006/relationships" id="260" r:id="R27bc00c202164094"/>
    <p:sldId xmlns:r="http://schemas.openxmlformats.org/officeDocument/2006/relationships" id="261" r:id="R4a122b03b5254f85"/>
    <p:sldId xmlns:r="http://schemas.openxmlformats.org/officeDocument/2006/relationships" id="262" r:id="R69bf25a0cc8046aa"/>
    <p:sldId xmlns:r="http://schemas.openxmlformats.org/officeDocument/2006/relationships" id="263" r:id="R856e820fc0124bb9"/>
    <p:sldId xmlns:r="http://schemas.openxmlformats.org/officeDocument/2006/relationships" id="264" r:id="Rdaecec7d07524ad7"/>
    <p:sldId xmlns:r="http://schemas.openxmlformats.org/officeDocument/2006/relationships" id="265" r:id="R441d7b832d9d4869"/>
    <p:sldId xmlns:r="http://schemas.openxmlformats.org/officeDocument/2006/relationships" id="266" r:id="R1ddf9f63d49340e6"/>
    <p:sldId xmlns:r="http://schemas.openxmlformats.org/officeDocument/2006/relationships" id="267" r:id="R69a65e416f254308"/>
    <p:sldId xmlns:r="http://schemas.openxmlformats.org/officeDocument/2006/relationships" id="268" r:id="R9f61159a1d674630"/>
    <p:sldId xmlns:r="http://schemas.openxmlformats.org/officeDocument/2006/relationships" id="269" r:id="R40c582145314446f"/>
    <p:sldId xmlns:r="http://schemas.openxmlformats.org/officeDocument/2006/relationships" id="270" r:id="Rd3f7d7d6c9e74283"/>
    <p:sldId xmlns:r="http://schemas.openxmlformats.org/officeDocument/2006/relationships" id="271" r:id="R2d218fd4cc564ca6"/>
    <p:sldId xmlns:r="http://schemas.openxmlformats.org/officeDocument/2006/relationships" id="272" r:id="R4a7e9d21f4cf4805"/>
    <p:sldId xmlns:r="http://schemas.openxmlformats.org/officeDocument/2006/relationships" id="273" r:id="Ra1494667b917434e"/>
    <p:sldId xmlns:r="http://schemas.openxmlformats.org/officeDocument/2006/relationships" id="274" r:id="Rbcef3c028aed4c6d"/>
    <p:sldId xmlns:r="http://schemas.openxmlformats.org/officeDocument/2006/relationships" id="275" r:id="R0a94b6d478f24aaf"/>
    <p:sldId xmlns:r="http://schemas.openxmlformats.org/officeDocument/2006/relationships" id="276" r:id="R750e07f4dfed43c0"/>
    <p:sldId xmlns:r="http://schemas.openxmlformats.org/officeDocument/2006/relationships" id="277" r:id="R134b27b6aa0e4266"/>
    <p:sldId xmlns:r="http://schemas.openxmlformats.org/officeDocument/2006/relationships" id="278" r:id="R7d2d9112ab984600"/>
    <p:sldId xmlns:r="http://schemas.openxmlformats.org/officeDocument/2006/relationships" id="279" r:id="R796f51c52d014983"/>
    <p:sldId xmlns:r="http://schemas.openxmlformats.org/officeDocument/2006/relationships" id="280" r:id="R819ec1be8575412a"/>
    <p:sldId xmlns:r="http://schemas.openxmlformats.org/officeDocument/2006/relationships" id="281" r:id="Rcf848d76f1344777"/>
    <p:sldId xmlns:r="http://schemas.openxmlformats.org/officeDocument/2006/relationships" id="282" r:id="Ra8fd9902b6004668"/>
    <p:sldId xmlns:r="http://schemas.openxmlformats.org/officeDocument/2006/relationships" id="283" r:id="R3f3b93f3eeff443a"/>
    <p:sldId xmlns:r="http://schemas.openxmlformats.org/officeDocument/2006/relationships" id="284" r:id="R8d917c449c2f4ca2"/>
    <p:sldId xmlns:r="http://schemas.openxmlformats.org/officeDocument/2006/relationships" id="285" r:id="R0d5520c989104260"/>
    <p:sldId xmlns:r="http://schemas.openxmlformats.org/officeDocument/2006/relationships" id="286" r:id="R8b51336839084188"/>
    <p:sldId xmlns:r="http://schemas.openxmlformats.org/officeDocument/2006/relationships" id="287" r:id="R8dc53598726a4d45"/>
    <p:sldId xmlns:r="http://schemas.openxmlformats.org/officeDocument/2006/relationships" id="288" r:id="R18922d5e76204f54"/>
    <p:sldId xmlns:r="http://schemas.openxmlformats.org/officeDocument/2006/relationships" id="289" r:id="R9e73acdd86c44f8b"/>
    <p:sldId xmlns:r="http://schemas.openxmlformats.org/officeDocument/2006/relationships" id="290" r:id="R43806fa7fbb9441a"/>
    <p:sldId xmlns:r="http://schemas.openxmlformats.org/officeDocument/2006/relationships" id="291" r:id="Reb23e0a5a9b74b13"/>
    <p:sldId xmlns:r="http://schemas.openxmlformats.org/officeDocument/2006/relationships" id="292" r:id="Rddb9b7de85f34a2e"/>
    <p:sldId xmlns:r="http://schemas.openxmlformats.org/officeDocument/2006/relationships" id="293" r:id="R9320b908506e473f"/>
    <p:sldId xmlns:r="http://schemas.openxmlformats.org/officeDocument/2006/relationships" id="294" r:id="R54fcb8aec9ac4383"/>
    <p:sldId xmlns:r="http://schemas.openxmlformats.org/officeDocument/2006/relationships" id="295" r:id="Rdc3e3ae4c1714b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9e4215a2ed422c" /><Relationship Type="http://schemas.openxmlformats.org/officeDocument/2006/relationships/slideMaster" Target="/ppt/slideMasters/slideMaster1.xml" Id="Rf37b1aff523f4115" /><Relationship Type="http://schemas.openxmlformats.org/officeDocument/2006/relationships/notesMaster" Target="/ppt/notesMasters/notesMaster1.xml" Id="R44d51966a8c34b43" /><Relationship Type="http://schemas.openxmlformats.org/officeDocument/2006/relationships/presProps" Target="/ppt/presProps.xml" Id="R69aa599732464602" /><Relationship Type="http://schemas.openxmlformats.org/officeDocument/2006/relationships/tableStyles" Target="/ppt/tableStyles.xml" Id="R117de48e344e4a0f" /><Relationship Type="http://schemas.openxmlformats.org/officeDocument/2006/relationships/slide" Target="/ppt/slides/slide1.xml" Id="R3c027b48e7884f21" /><Relationship Type="http://schemas.openxmlformats.org/officeDocument/2006/relationships/slide" Target="/ppt/slides/slide2.xml" Id="R8e39de7da467413b" /><Relationship Type="http://schemas.openxmlformats.org/officeDocument/2006/relationships/slide" Target="/ppt/slides/slide3.xml" Id="R81c8a9ba2fa44c16" /><Relationship Type="http://schemas.openxmlformats.org/officeDocument/2006/relationships/slide" Target="/ppt/slides/slide4.xml" Id="R73fbf45c7de14ad1" /><Relationship Type="http://schemas.openxmlformats.org/officeDocument/2006/relationships/slide" Target="/ppt/slides/slide5.xml" Id="R27bc00c202164094" /><Relationship Type="http://schemas.openxmlformats.org/officeDocument/2006/relationships/slide" Target="/ppt/slides/slide6.xml" Id="R4a122b03b5254f85" /><Relationship Type="http://schemas.openxmlformats.org/officeDocument/2006/relationships/slide" Target="/ppt/slides/slide7.xml" Id="R69bf25a0cc8046aa" /><Relationship Type="http://schemas.openxmlformats.org/officeDocument/2006/relationships/slide" Target="/ppt/slides/slide8.xml" Id="R856e820fc0124bb9" /><Relationship Type="http://schemas.openxmlformats.org/officeDocument/2006/relationships/slide" Target="/ppt/slides/slide9.xml" Id="Rdaecec7d07524ad7" /><Relationship Type="http://schemas.openxmlformats.org/officeDocument/2006/relationships/slide" Target="/ppt/slides/slide10.xml" Id="R441d7b832d9d4869" /><Relationship Type="http://schemas.openxmlformats.org/officeDocument/2006/relationships/slide" Target="/ppt/slides/slide11.xml" Id="R1ddf9f63d49340e6" /><Relationship Type="http://schemas.openxmlformats.org/officeDocument/2006/relationships/slide" Target="/ppt/slides/slide12.xml" Id="R69a65e416f254308" /><Relationship Type="http://schemas.openxmlformats.org/officeDocument/2006/relationships/slide" Target="/ppt/slides/slide13.xml" Id="R9f61159a1d674630" /><Relationship Type="http://schemas.openxmlformats.org/officeDocument/2006/relationships/slide" Target="/ppt/slides/slide14.xml" Id="R40c582145314446f" /><Relationship Type="http://schemas.openxmlformats.org/officeDocument/2006/relationships/slide" Target="/ppt/slides/slide15.xml" Id="Rd3f7d7d6c9e74283" /><Relationship Type="http://schemas.openxmlformats.org/officeDocument/2006/relationships/slide" Target="/ppt/slides/slide16.xml" Id="R2d218fd4cc564ca6" /><Relationship Type="http://schemas.openxmlformats.org/officeDocument/2006/relationships/slide" Target="/ppt/slides/slide17.xml" Id="R4a7e9d21f4cf4805" /><Relationship Type="http://schemas.openxmlformats.org/officeDocument/2006/relationships/slide" Target="/ppt/slides/slide18.xml" Id="Ra1494667b917434e" /><Relationship Type="http://schemas.openxmlformats.org/officeDocument/2006/relationships/slide" Target="/ppt/slides/slide19.xml" Id="Rbcef3c028aed4c6d" /><Relationship Type="http://schemas.openxmlformats.org/officeDocument/2006/relationships/slide" Target="/ppt/slides/slide20.xml" Id="R0a94b6d478f24aaf" /><Relationship Type="http://schemas.openxmlformats.org/officeDocument/2006/relationships/slide" Target="/ppt/slides/slide21.xml" Id="R750e07f4dfed43c0" /><Relationship Type="http://schemas.openxmlformats.org/officeDocument/2006/relationships/slide" Target="/ppt/slides/slide22.xml" Id="R134b27b6aa0e4266" /><Relationship Type="http://schemas.openxmlformats.org/officeDocument/2006/relationships/slide" Target="/ppt/slides/slide23.xml" Id="R7d2d9112ab984600" /><Relationship Type="http://schemas.openxmlformats.org/officeDocument/2006/relationships/slide" Target="/ppt/slides/slide24.xml" Id="R796f51c52d014983" /><Relationship Type="http://schemas.openxmlformats.org/officeDocument/2006/relationships/slide" Target="/ppt/slides/slide25.xml" Id="R819ec1be8575412a" /><Relationship Type="http://schemas.openxmlformats.org/officeDocument/2006/relationships/slide" Target="/ppt/slides/slide26.xml" Id="Rcf848d76f1344777" /><Relationship Type="http://schemas.openxmlformats.org/officeDocument/2006/relationships/slide" Target="/ppt/slides/slide27.xml" Id="Ra8fd9902b6004668" /><Relationship Type="http://schemas.openxmlformats.org/officeDocument/2006/relationships/slide" Target="/ppt/slides/slide28.xml" Id="R3f3b93f3eeff443a" /><Relationship Type="http://schemas.openxmlformats.org/officeDocument/2006/relationships/slide" Target="/ppt/slides/slide29.xml" Id="R8d917c449c2f4ca2" /><Relationship Type="http://schemas.openxmlformats.org/officeDocument/2006/relationships/slide" Target="/ppt/slides/slide30.xml" Id="R0d5520c989104260" /><Relationship Type="http://schemas.openxmlformats.org/officeDocument/2006/relationships/slide" Target="/ppt/slides/slide31.xml" Id="R8b51336839084188" /><Relationship Type="http://schemas.openxmlformats.org/officeDocument/2006/relationships/slide" Target="/ppt/slides/slide32.xml" Id="R8dc53598726a4d45" /><Relationship Type="http://schemas.openxmlformats.org/officeDocument/2006/relationships/slide" Target="/ppt/slides/slide33.xml" Id="R18922d5e76204f54" /><Relationship Type="http://schemas.openxmlformats.org/officeDocument/2006/relationships/slide" Target="/ppt/slides/slide34.xml" Id="R9e73acdd86c44f8b" /><Relationship Type="http://schemas.openxmlformats.org/officeDocument/2006/relationships/slide" Target="/ppt/slides/slide35.xml" Id="R43806fa7fbb9441a" /><Relationship Type="http://schemas.openxmlformats.org/officeDocument/2006/relationships/slide" Target="/ppt/slides/slide36.xml" Id="Reb23e0a5a9b74b13" /><Relationship Type="http://schemas.openxmlformats.org/officeDocument/2006/relationships/slide" Target="/ppt/slides/slide37.xml" Id="Rddb9b7de85f34a2e" /><Relationship Type="http://schemas.openxmlformats.org/officeDocument/2006/relationships/slide" Target="/ppt/slides/slide38.xml" Id="R9320b908506e473f" /><Relationship Type="http://schemas.openxmlformats.org/officeDocument/2006/relationships/slide" Target="/ppt/slides/slide39.xml" Id="R54fcb8aec9ac4383" /><Relationship Type="http://schemas.openxmlformats.org/officeDocument/2006/relationships/slide" Target="/ppt/slides/slide40.xml" Id="Rdc3e3ae4c1714b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1ce4c2999341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70af54cd40450b" /><Relationship Type="http://schemas.openxmlformats.org/officeDocument/2006/relationships/notesMaster" Target="/ppt/notesMasters/notesMaster1.xml" Id="Rab666d1ae51a42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e29a4467184094" /><Relationship Type="http://schemas.openxmlformats.org/officeDocument/2006/relationships/notesMaster" Target="/ppt/notesMasters/notesMaster1.xml" Id="R2c0e2c7d1bbd4e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8894b1afbd4df3" /><Relationship Type="http://schemas.openxmlformats.org/officeDocument/2006/relationships/notesMaster" Target="/ppt/notesMasters/notesMaster1.xml" Id="R0079e60db3da4f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e4df679e12474a" /><Relationship Type="http://schemas.openxmlformats.org/officeDocument/2006/relationships/notesMaster" Target="/ppt/notesMasters/notesMaster1.xml" Id="Rf7df9dd6c7fa4a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9aae69f9064df1" /><Relationship Type="http://schemas.openxmlformats.org/officeDocument/2006/relationships/notesMaster" Target="/ppt/notesMasters/notesMaster1.xml" Id="Rc4193417f3104b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d5e7bb27b64b76" /><Relationship Type="http://schemas.openxmlformats.org/officeDocument/2006/relationships/notesMaster" Target="/ppt/notesMasters/notesMaster1.xml" Id="Rf32e361c880641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efe4f4c35f4327" /><Relationship Type="http://schemas.openxmlformats.org/officeDocument/2006/relationships/notesMaster" Target="/ppt/notesMasters/notesMaster1.xml" Id="R5e95dd97fe2448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c0eb52880049a4" /><Relationship Type="http://schemas.openxmlformats.org/officeDocument/2006/relationships/notesMaster" Target="/ppt/notesMasters/notesMaster1.xml" Id="R9918b253fac74f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2c84d72a3e4a14" /><Relationship Type="http://schemas.openxmlformats.org/officeDocument/2006/relationships/notesMaster" Target="/ppt/notesMasters/notesMaster1.xml" Id="R12fbf8ce0a2f4b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6220d9f7194238" /><Relationship Type="http://schemas.openxmlformats.org/officeDocument/2006/relationships/notesMaster" Target="/ppt/notesMasters/notesMaster1.xml" Id="R0d0a9317f63543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9eb1edad894543" /><Relationship Type="http://schemas.openxmlformats.org/officeDocument/2006/relationships/notesMaster" Target="/ppt/notesMasters/notesMaster1.xml" Id="R92ce25b7f4f34b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b60510fe7641f9" /><Relationship Type="http://schemas.openxmlformats.org/officeDocument/2006/relationships/notesMaster" Target="/ppt/notesMasters/notesMaster1.xml" Id="R2dd1445c26ab4e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ea1ffbcde44df1" /><Relationship Type="http://schemas.openxmlformats.org/officeDocument/2006/relationships/notesMaster" Target="/ppt/notesMasters/notesMaster1.xml" Id="Rfd610348b6314cb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f9e1669812482d" /><Relationship Type="http://schemas.openxmlformats.org/officeDocument/2006/relationships/notesMaster" Target="/ppt/notesMasters/notesMaster1.xml" Id="Rac02ce055b804b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fcfb072e1241af" /><Relationship Type="http://schemas.openxmlformats.org/officeDocument/2006/relationships/notesMaster" Target="/ppt/notesMasters/notesMaster1.xml" Id="R37014500aac34b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d3ba2f2ec54eef" /><Relationship Type="http://schemas.openxmlformats.org/officeDocument/2006/relationships/notesMaster" Target="/ppt/notesMasters/notesMaster1.xml" Id="R4bb3da4b6fba4c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f31eb66fd7c49f6" /><Relationship Type="http://schemas.openxmlformats.org/officeDocument/2006/relationships/notesMaster" Target="/ppt/notesMasters/notesMaster1.xml" Id="R6922d70324bd440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347fba313cc44c9" /><Relationship Type="http://schemas.openxmlformats.org/officeDocument/2006/relationships/notesMaster" Target="/ppt/notesMasters/notesMaster1.xml" Id="Rc543c7adc1b74c0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8183c485ff4c61" /><Relationship Type="http://schemas.openxmlformats.org/officeDocument/2006/relationships/notesMaster" Target="/ppt/notesMasters/notesMaster1.xml" Id="R1b299709bb3d46f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70821e27c67461e" /><Relationship Type="http://schemas.openxmlformats.org/officeDocument/2006/relationships/notesMaster" Target="/ppt/notesMasters/notesMaster1.xml" Id="R946066ec82fa4c2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9ce87c7dd6e4855" /><Relationship Type="http://schemas.openxmlformats.org/officeDocument/2006/relationships/notesMaster" Target="/ppt/notesMasters/notesMaster1.xml" Id="R7c161b3d35bf44e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7a89f44d78b41ac" /><Relationship Type="http://schemas.openxmlformats.org/officeDocument/2006/relationships/notesMaster" Target="/ppt/notesMasters/notesMaster1.xml" Id="R77970702366343e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fa9f3f850b7446f" /><Relationship Type="http://schemas.openxmlformats.org/officeDocument/2006/relationships/notesMaster" Target="/ppt/notesMasters/notesMaster1.xml" Id="R5e7631455d5e4fc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a07a7d0960944d9" /><Relationship Type="http://schemas.openxmlformats.org/officeDocument/2006/relationships/notesMaster" Target="/ppt/notesMasters/notesMaster1.xml" Id="R00d55c3a11a8498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595322290c94af4" /><Relationship Type="http://schemas.openxmlformats.org/officeDocument/2006/relationships/notesMaster" Target="/ppt/notesMasters/notesMaster1.xml" Id="R37c182e5548547b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05d9ebf31244c6c" /><Relationship Type="http://schemas.openxmlformats.org/officeDocument/2006/relationships/notesMaster" Target="/ppt/notesMasters/notesMaster1.xml" Id="Rcb5589a90a93437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ed0f8352ac34459" /><Relationship Type="http://schemas.openxmlformats.org/officeDocument/2006/relationships/notesMaster" Target="/ppt/notesMasters/notesMaster1.xml" Id="Ra1dafce0b188489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092aa1e2b3d4473" /><Relationship Type="http://schemas.openxmlformats.org/officeDocument/2006/relationships/notesMaster" Target="/ppt/notesMasters/notesMaster1.xml" Id="R21164fa68ae84cf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ab793846fa046dc" /><Relationship Type="http://schemas.openxmlformats.org/officeDocument/2006/relationships/notesMaster" Target="/ppt/notesMasters/notesMaster1.xml" Id="R2372b12f013f442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51e2c3813b94ef8" /><Relationship Type="http://schemas.openxmlformats.org/officeDocument/2006/relationships/notesMaster" Target="/ppt/notesMasters/notesMaster1.xml" Id="R8fb7df9d17e24e6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f52ff56a86e43e0" /><Relationship Type="http://schemas.openxmlformats.org/officeDocument/2006/relationships/notesMaster" Target="/ppt/notesMasters/notesMaster1.xml" Id="R9f88be46b61d49b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dcebe2305df414b" /><Relationship Type="http://schemas.openxmlformats.org/officeDocument/2006/relationships/notesMaster" Target="/ppt/notesMasters/notesMaster1.xml" Id="R3946ec90db914ba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7a8b43918c149a4" /><Relationship Type="http://schemas.openxmlformats.org/officeDocument/2006/relationships/notesMaster" Target="/ppt/notesMasters/notesMaster1.xml" Id="R5a4fc16cf3b64fe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3edcbd1e0bd4d7f" /><Relationship Type="http://schemas.openxmlformats.org/officeDocument/2006/relationships/notesMaster" Target="/ppt/notesMasters/notesMaster1.xml" Id="Re68b39a2f58d4cd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f33f005bb90459d" /><Relationship Type="http://schemas.openxmlformats.org/officeDocument/2006/relationships/notesMaster" Target="/ppt/notesMasters/notesMaster1.xml" Id="R32b799df51d24d5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a4629a326c6480b" /><Relationship Type="http://schemas.openxmlformats.org/officeDocument/2006/relationships/notesMaster" Target="/ppt/notesMasters/notesMaster1.xml" Id="R7a00a431eb144a4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9281ef319654d48" /><Relationship Type="http://schemas.openxmlformats.org/officeDocument/2006/relationships/notesMaster" Target="/ppt/notesMasters/notesMaster1.xml" Id="R6e81c51e5081451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f6c4d2e358d4a61" /><Relationship Type="http://schemas.openxmlformats.org/officeDocument/2006/relationships/notesMaster" Target="/ppt/notesMasters/notesMaster1.xml" Id="R21a45490886a4aa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f6535fca9524d66" /><Relationship Type="http://schemas.openxmlformats.org/officeDocument/2006/relationships/notesMaster" Target="/ppt/notesMasters/notesMaster1.xml" Id="Rb65933f6510b48f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e1e350a005144bd" /><Relationship Type="http://schemas.openxmlformats.org/officeDocument/2006/relationships/notesMaster" Target="/ppt/notesMasters/notesMaster1.xml" Id="Rcb241fc1fee84c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5e4c568c341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81fbb903634aa2" /><Relationship Type="http://schemas.openxmlformats.org/officeDocument/2006/relationships/slideLayout" Target="/ppt/slideLayouts/slideLayout1.xml" Id="R6042c05e5b5e49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42c05e5b5e49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74450e506473b" /><Relationship Type="http://schemas.openxmlformats.org/officeDocument/2006/relationships/notesSlide" Target="/ppt/notesSlides/notesSlide1.xml" Id="Rbdf0c38623fa46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1d8a3aa3945a2" /><Relationship Type="http://schemas.openxmlformats.org/officeDocument/2006/relationships/notesSlide" Target="/ppt/notesSlides/notesSlide2.xml" Id="Ra540b0cf03054d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4fef791dc4a83" /><Relationship Type="http://schemas.openxmlformats.org/officeDocument/2006/relationships/notesSlide" Target="/ppt/notesSlides/notesSlide3.xml" Id="R721973a29a0142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55f85e3f74608" /><Relationship Type="http://schemas.openxmlformats.org/officeDocument/2006/relationships/notesSlide" Target="/ppt/notesSlides/notesSlide4.xml" Id="R7c14c69e3ed14f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4a1e767af490c" /><Relationship Type="http://schemas.openxmlformats.org/officeDocument/2006/relationships/notesSlide" Target="/ppt/notesSlides/notesSlide5.xml" Id="R4429d297b2b04b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08822ea244d10" /><Relationship Type="http://schemas.openxmlformats.org/officeDocument/2006/relationships/notesSlide" Target="/ppt/notesSlides/notesSlide6.xml" Id="Rbd2e4247b26144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a8161a2a84f6f" /><Relationship Type="http://schemas.openxmlformats.org/officeDocument/2006/relationships/notesSlide" Target="/ppt/notesSlides/notesSlide7.xml" Id="R415711ddf44f45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3064817f64c89" /><Relationship Type="http://schemas.openxmlformats.org/officeDocument/2006/relationships/notesSlide" Target="/ppt/notesSlides/notesSlide8.xml" Id="R71095cb3cbe548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54dfc7c684114" /><Relationship Type="http://schemas.openxmlformats.org/officeDocument/2006/relationships/notesSlide" Target="/ppt/notesSlides/notesSlide9.xml" Id="R9cc59f92878e4f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4025a7c1f45cb" /><Relationship Type="http://schemas.openxmlformats.org/officeDocument/2006/relationships/notesSlide" Target="/ppt/notesSlides/notesSlide10.xml" Id="Rf9fb1f6da53c4d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640d4fe674cc1" /><Relationship Type="http://schemas.openxmlformats.org/officeDocument/2006/relationships/notesSlide" Target="/ppt/notesSlides/notesSlide11.xml" Id="R3cd9e8c66e0946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b4653751d4bdf" /><Relationship Type="http://schemas.openxmlformats.org/officeDocument/2006/relationships/notesSlide" Target="/ppt/notesSlides/notesSlide12.xml" Id="R7a06bc76a06742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fdca495134a46" /><Relationship Type="http://schemas.openxmlformats.org/officeDocument/2006/relationships/notesSlide" Target="/ppt/notesSlides/notesSlide13.xml" Id="R287265703cb64c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fe39cc8b74749" /><Relationship Type="http://schemas.openxmlformats.org/officeDocument/2006/relationships/notesSlide" Target="/ppt/notesSlides/notesSlide14.xml" Id="R5c6155ecf2e340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c1ba562f84681" /><Relationship Type="http://schemas.openxmlformats.org/officeDocument/2006/relationships/notesSlide" Target="/ppt/notesSlides/notesSlide15.xml" Id="R56244454319e4b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52fbee6df45fc" /><Relationship Type="http://schemas.openxmlformats.org/officeDocument/2006/relationships/notesSlide" Target="/ppt/notesSlides/notesSlide16.xml" Id="R45e8ed79f25c45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4e77f54b7430b" /><Relationship Type="http://schemas.openxmlformats.org/officeDocument/2006/relationships/notesSlide" Target="/ppt/notesSlides/notesSlide17.xml" Id="R9bafc85f0d8a40c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c6c7a996c4650" /><Relationship Type="http://schemas.openxmlformats.org/officeDocument/2006/relationships/notesSlide" Target="/ppt/notesSlides/notesSlide18.xml" Id="Rfb73e03867234ed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0e6773e2b4d29" /><Relationship Type="http://schemas.openxmlformats.org/officeDocument/2006/relationships/notesSlide" Target="/ppt/notesSlides/notesSlide19.xml" Id="R985aad21158b469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3c56a070e4e2d" /><Relationship Type="http://schemas.openxmlformats.org/officeDocument/2006/relationships/notesSlide" Target="/ppt/notesSlides/notesSlide20.xml" Id="Rdb37ca917f52448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27140fdf1423d" /><Relationship Type="http://schemas.openxmlformats.org/officeDocument/2006/relationships/notesSlide" Target="/ppt/notesSlides/notesSlide21.xml" Id="R249d084c1f1d4d7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a73b76c254687" /><Relationship Type="http://schemas.openxmlformats.org/officeDocument/2006/relationships/notesSlide" Target="/ppt/notesSlides/notesSlide22.xml" Id="R21fcef168fec4fd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06f41cfa846f8" /><Relationship Type="http://schemas.openxmlformats.org/officeDocument/2006/relationships/notesSlide" Target="/ppt/notesSlides/notesSlide23.xml" Id="R8009e0ce933e465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5a9ba70ff4937" /><Relationship Type="http://schemas.openxmlformats.org/officeDocument/2006/relationships/notesSlide" Target="/ppt/notesSlides/notesSlide24.xml" Id="Reac206411f984ff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46443c2c94de0" /><Relationship Type="http://schemas.openxmlformats.org/officeDocument/2006/relationships/notesSlide" Target="/ppt/notesSlides/notesSlide25.xml" Id="R8137b446dc3f4f9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bdaaded384db1" /><Relationship Type="http://schemas.openxmlformats.org/officeDocument/2006/relationships/notesSlide" Target="/ppt/notesSlides/notesSlide26.xml" Id="Rc6c27f710f8d41c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3b693183d4b19" /><Relationship Type="http://schemas.openxmlformats.org/officeDocument/2006/relationships/notesSlide" Target="/ppt/notesSlides/notesSlide27.xml" Id="R63ed8451680e454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6787fd9a446c6" /><Relationship Type="http://schemas.openxmlformats.org/officeDocument/2006/relationships/notesSlide" Target="/ppt/notesSlides/notesSlide28.xml" Id="R72d5a985e07b46a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e960d4b9f44c0" /><Relationship Type="http://schemas.openxmlformats.org/officeDocument/2006/relationships/notesSlide" Target="/ppt/notesSlides/notesSlide29.xml" Id="R4f19aaa5ae8d4ed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b2afb2f854114" /><Relationship Type="http://schemas.openxmlformats.org/officeDocument/2006/relationships/notesSlide" Target="/ppt/notesSlides/notesSlide30.xml" Id="R4099846e1ee942d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9f976f7414c6c" /><Relationship Type="http://schemas.openxmlformats.org/officeDocument/2006/relationships/notesSlide" Target="/ppt/notesSlides/notesSlide31.xml" Id="Rb2f057a5ee0546e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8f18b00244147" /><Relationship Type="http://schemas.openxmlformats.org/officeDocument/2006/relationships/notesSlide" Target="/ppt/notesSlides/notesSlide32.xml" Id="R98054bd23c48477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0e3fcca4e48fd" /><Relationship Type="http://schemas.openxmlformats.org/officeDocument/2006/relationships/notesSlide" Target="/ppt/notesSlides/notesSlide33.xml" Id="R27816f43457f4a2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39d59f06e456a" /><Relationship Type="http://schemas.openxmlformats.org/officeDocument/2006/relationships/notesSlide" Target="/ppt/notesSlides/notesSlide34.xml" Id="Ra2f4d425835f4a6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093ecb27b4113" /><Relationship Type="http://schemas.openxmlformats.org/officeDocument/2006/relationships/notesSlide" Target="/ppt/notesSlides/notesSlide35.xml" Id="R614dd60acdec488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a1062f4ac4f62" /><Relationship Type="http://schemas.openxmlformats.org/officeDocument/2006/relationships/notesSlide" Target="/ppt/notesSlides/notesSlide36.xml" Id="Rd0c90de46bd146e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fc19821684fc4" /><Relationship Type="http://schemas.openxmlformats.org/officeDocument/2006/relationships/notesSlide" Target="/ppt/notesSlides/notesSlide37.xml" Id="R7173ef275c5a42b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b35da7c2048ae" /><Relationship Type="http://schemas.openxmlformats.org/officeDocument/2006/relationships/notesSlide" Target="/ppt/notesSlides/notesSlide38.xml" Id="R0da2889bb5c647f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6d77fd7584754" /><Relationship Type="http://schemas.openxmlformats.org/officeDocument/2006/relationships/notesSlide" Target="/ppt/notesSlides/notesSlide39.xml" Id="R7d6dc93143b44f4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243e87c844c70" /><Relationship Type="http://schemas.openxmlformats.org/officeDocument/2006/relationships/notesSlide" Target="/ppt/notesSlides/notesSlide40.xml" Id="R8b8dfe64b75c4e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82DDB-643F-4C24-AF35-D81E8680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28704-DEC7-4104-AAE9-FBA87958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Engineering materials: Introduction, Classification, Ferrous and Non -Ferrous metals: Types, Properties and their applic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A208F-818D-4AD9-99FA-4BDB9631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Mechanical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1BEME105/205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08324-E3D2-4191-A252-62EB1C4F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82AAA-9BB6-4B56-AB37-2F3DC011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73D93-0984-4D6E-BFF7-55E52EF9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3D91B-A0E1-4A61-B80E-965A426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F2452-BC8F-41EE-ABB2-F9AD40DE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A6414-4325-4F78-9427-4B705365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8E3B9-20CE-4C41-A3C2-9BCF16FE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4703A-693E-4EC7-8A7E-864E5DE7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F1D57-EEB4-467A-8019-7185FE0B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FA1A2-A4DD-4A44-BF6F-208D3ECC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480644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52D16-F895-4C33-8087-0B51DEC2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40E09-32F5-4E86-84A2-25854F22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23FF4-D411-4638-BD2C-BD7978B1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4DD28-3067-4553-87C3-FC391D74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8B402-1314-46C2-9E80-F1346628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12638-3AAF-4B84-8B5F-B6BE3D40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899C7-8150-48AE-97FD-4E4D9113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26B4C-E8F0-4183-A32F-592C427C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1FA2B-C52A-4D5A-A024-17D2EB25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262DB-EA18-404E-BDC2-B574B91A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33952-C13A-4FEE-80BB-64C9D117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3F8E8-A997-4D4D-BA95-2E07B7DD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6B245-4E6A-4478-BB8E-10BA0F66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904CF-092C-44C3-A1E2-240AADA9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BF5BD-A796-4545-A318-56D29D8F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3296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5A7331-6EBC-48E3-A5D5-5E2F0ED6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4E689-0C6A-4512-94B0-4ACE241D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B2C28-01F6-4535-B163-3DCFEC2B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4D37C-1197-4D82-A96A-1E725FFC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38B5E-769A-4203-A096-2C9939AE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C53FC-CE40-449F-8873-C499D228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CAE7C-864D-4371-BB5F-96AA7A4E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795F1-A7AF-4B87-8F17-032B533D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BFF8E-262A-4222-8452-5FFFBF97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Engineering materials: Introduction, Classification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BC97A-F5BB-4C81-A238-0B0BD011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8AE16-85D5-4CF4-BF7A-9EB0A909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0D509-B4B8-4A03-9ABB-6834BD77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Ferrous metals: Types, Properties and their applications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E756E-06CD-4EAC-8263-B4121ECC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E7EDA-B4F7-4F8B-8771-27AD9F68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058DEE-CC25-4A60-83D5-83B71921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Composite materials: Introduction, Constituents of a comp...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CC21A-0937-48E8-98A7-5C91F0B7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4F4D8-063F-4AA6-87D0-C3B68E68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B4824-37D6-4445-9448-89D83347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Smart materials: Introduction, Types - Piezoelectric mate...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E3A91-E356-4130-9691-B7DD876A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F35FA-4400-491D-9D70-6C4F7BBA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3103CD-8424-460F-BD4E-A31615BB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Nano materials: Introduction, Types of nano materials, Ad...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8E8D2F-EDD4-4D0B-BC4C-2F5A9E0E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A58A0-226E-4455-B902-DA18F9E7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15106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442B68-E215-4828-8AD8-91358085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F33EB-A679-4291-9E09-E89BF3F3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47390-89B3-48F0-9E24-36CCA270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77724-E344-413E-9D81-12FB37D6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694E1-0D74-4D27-946B-F1660A7F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214E5-9690-4AE5-A8B4-3BA4B8A5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BBB94-A07D-4D22-A6EC-8A145CAE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CA2A1-AC8C-4136-93D0-99B2EB4A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Engineering materials: Introduction, Classification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3C88E-062C-4057-A386-0D1BAF46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9ADC0-5C58-43C7-8775-0C687E6A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16055-EB86-490B-A9FD-C942ACAC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Ferrous metals: Types, Properties and their applications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2D364-6AEB-47D4-912C-2565661E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6B34D-B264-4BD3-8E4D-C24B40ED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B9406D-B86A-4911-AECB-8719AF1B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Composite materials: Introduction, Constituents of a comp...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904A6-6C00-4200-BFCB-482A2FA7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32126-38F8-4719-A27D-20A5ECD5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BCB0B-25A9-4D42-A160-EE164C91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Smart materials: Introduction, Types - Piezoelectric mate...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DC3D5-1C7D-40AB-9824-FB5138D5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78BB96-725B-4822-8159-2F4E3347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C4EC47-0D43-49C6-85AA-76B4FFBB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Nano materials: Introduction, Types of nano materials, Ad...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F2EF6-AED2-4A67-A948-8B6550D2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D4289A-7E49-495A-B9F0-BC156119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38F618-B5FB-486C-B7D6-F51BC600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26054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3C94F-B234-45E3-B69D-BF206085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C9AE4-73CB-4B6F-898B-DC33E3EC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0E5FB-4EA7-4512-A911-843934AE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26ECE-403B-434E-843E-733A5E2A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B495F-5905-4DA6-9EFA-FC5DC474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34C3A-2917-4490-A687-A9E77538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Classification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316BA-12DF-4717-B9EF-FD1CCC22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Ferrous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65BAE-B6E7-4AA7-B0B4-4FE47BDC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42342-B51C-49B3-8986-882622D4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1EB9F-B4AB-409C-9594-AD79F762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Properties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0CBC4-CC1A-4716-99AD-88F28F1C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their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BC515-17B6-457A-A218-488A3D3B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applic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18B08-5A01-4036-9CC1-33709EBF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applications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86228-D703-4644-B7AA-C353DBE2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Composite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A1214-1536-42ED-9FCD-CF3A6B37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F4266-F229-46FC-8168-52D74FEE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30143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5D23F-DBEB-479B-A8C1-91B0A6CB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7471D-3F3A-49A6-A03C-350E1364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8406E-8940-4C50-A561-B03494F9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08C49-86F1-4682-BA70-00F85DCB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C11C5-7F0F-4ECB-8063-5212D381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Engineering materials: Introduction, Classification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C7EE4-1309-4566-8413-0FC0E448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materials: Introduction, Clas...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2A60E-0901-432C-B674-DF69E192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47761-0762-40E4-9A4E-46321F93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3E964-D726-4154-8F73-EDA9513E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7BC37-93CE-457A-942D-8ABCC6CC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EBD12-D7CA-4432-83B2-81D6A71E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3AAC2-6D83-482B-9714-25BFC775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C02F5-5565-490C-BFDE-D65B4778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17E6A-6BC2-4B51-BDBF-E8920FAB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ABCA8-CE95-4524-8E0B-13C78976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ED3E89-EE44-450F-8453-F5E56BAF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821290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BCF11F-DC3E-4935-BF09-00A0071E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2E968-B1BC-4458-906D-0CDFAB93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8D2EA-94D9-410F-836B-91931501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83AEA-07CB-433F-92B3-87A6B53B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CDE19-935F-4F65-9C21-80A44844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2DEA9-D65F-44E3-B1CC-72F4C82F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FA324-643B-43FB-B0B0-2D43BE30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D57AE-916F-4268-A56E-3AFBF5AC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21F6F-9C4B-48EC-ADAA-645A8BD2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Engineering materi...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AF48D-FB82-46A0-828C-FA8ED1C6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B9424-D18D-4B83-8B88-635D0121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0E7E7-646E-4A50-B755-F6841849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Engineering...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52E93-29B8-41E5-987B-B1C47E53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8FC38-E5BF-4D0A-B0E6-69BC003E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C8AE1-D8FA-4C3D-BE70-61F85217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Engineer...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64EE52-72FA-4F47-9F51-72F74806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C3125-F314-4C43-838B-466AA13D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68E6F9-BBC0-46FA-87FC-6C81FDD9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Engineering mate...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4330B-0BCA-4B3D-B685-83F7DFC6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83EA8-1AE9-48F9-9831-29AB0EAC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0E29A-E204-4E35-8C9E-EF565FCD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Engineering ma...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A85226-A692-4B67-A0E4-20CC3027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017D95-E4AC-4117-9F04-06289837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409660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AFDA5-9EA8-4CB2-B0D3-DC8B7EEF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9D979-B6E5-46A0-BEC7-F3E48966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B0F24-6DA9-450C-9B3A-962D3F2D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F9527-F10D-45FE-8A44-03CC68F2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D57CE-7A17-452E-89E3-BC3D421C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F349C-D3A6-42E4-AA5B-437FBBC0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F5A49-3206-425D-9869-7AC30D55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86917-9EF3-4499-8E18-F4325D1D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79DC2-2D5A-483D-8E44-78ADEDA6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E8442-3415-434D-8ABA-824C5530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80F54-F149-41FD-8212-329F9D64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E22E3-FA76-426D-A76E-DDBF916D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CF8F8-6084-4921-AC89-E13A0001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8CF246-246B-4B68-A21C-162DD2AE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3F95C-F2C1-44EA-9ECF-ACD3D335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893022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0C10F-7607-4B5B-944D-11E8711D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4E730-1EF2-4C1C-8A9D-60E91E3E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5926D-FD93-496B-BD9A-D297982A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49518-60DE-45FA-8B68-3B5FF753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7B374-19A1-43CD-A2AE-5CE2F481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D2511-A583-47DB-8AEA-133EABC8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Engineering materials: Introduction, Classification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3A625-7FFA-4E0C-ACF0-5FABB5D5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C5EC6-31B9-4D97-A924-DEB5CCAC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CABC4-ED34-420F-9C7B-FB468756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1EEF8-344C-4B2C-BD9D-8B2D44A0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F4C39-BA11-476E-8480-AED97A1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167749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D17A8-B63B-4B99-88C6-5C9F484A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351A7-0C57-46C3-AAA3-0714FE5E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99066-3D70-4990-B700-92C6C21F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0DD4D-808F-49DE-8FCF-34D85336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8BC99-B8EF-429E-AC72-F2089F82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Ferrous metals: Types, Properties and their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22820-5205-412A-9E01-D8D57677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Ferrous metals: Types, Properties and the...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DA86D-D0BC-4BB4-B18E-7836DE9C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F9CDC-DA5B-4954-91C5-454B02AC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9AF78-2C76-4000-AB83-1FE1BBE2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3711C-E376-4271-BCBB-0E793B77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23972-C4B9-49BE-85D8-6C903620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C5247-0704-4C06-B3A6-F08F8266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59EFD-A4FD-4054-8318-8CF17981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85C0B-DB4B-4081-BA5F-8A1A3B4A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51DCD-E629-4A76-A4B2-48BF20B6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6A0BB-DC15-4B22-8EC2-241B9EB4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113337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2EBD70-D324-4896-A291-78953C42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9350B-47BD-49E7-A22C-7A07B5B6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914D8-D83B-4380-B4EC-E2088EDC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E94EA-421F-4902-93AB-ADB1F191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DA9CD-50BD-470E-89B4-04E3B0A8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3D49E-C4B8-41A5-9631-AFC0D2D3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1DA57-84C8-4414-88F3-8C03440E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453F1-834E-4443-8EBC-0A1B8C88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121A0-02F5-4CBA-BCCF-B4C30F40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Ferrous metals: Ty...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0ADC4-F49E-4865-B571-EC88CA83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7EC8F-200F-4986-BCB6-2E708B02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45E08-8150-469B-86A6-CF5E331F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Ferrous met...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872C8-8DC1-4D4A-9A55-70768CD2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04F87-D0D8-46D5-A0CD-ADEA15ED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5A731F-16CF-473D-AA42-34D5B07F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Ferrous...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7ECE4-12BC-4B34-8FFC-C6190F8D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663AEA-6B15-4BA0-8239-C53D0D28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0FEA7-D400-4A73-BFEF-EBE1C68B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Ferrous metals:...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02AF4-9145-49D2-8CC9-993AB4E6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8956E-066E-4953-863C-E34447E1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3FF5AC-3028-444E-AD09-203EECED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Ferrous metals...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EBBDC1-B694-46AD-875F-FD12903E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276AB5-6706-429B-BA4C-D3F7E162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408327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898A6-EDBA-439E-AADB-12EF9DFD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064EA-0456-4455-AE8C-918D0ADC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B5F64-435A-4BF7-80F5-1B5F4561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FE77B-4D86-48CE-A85D-41BB7C6F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E7B55-3EEF-4692-8000-732ACE48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5BCA9-B912-49B5-8723-ED2473BB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2062B-1E80-4745-911A-40C53492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C5A68-D7A9-4074-B5EF-AC95098C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DFDAA-7E46-4340-90B2-BA8DCA94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E21B0-2B80-4EE7-99BE-C95DA0BE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06D7E-F88C-418B-BC6D-A8007799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7EE17-CBFA-4534-BB1D-B1C9FB2E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DBF74-81F3-4DCA-AD37-CEB65F27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F426A-34C7-4570-8886-49C91763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365C0C-5BB2-4DD3-A480-BF061BF3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816623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DB817-4A69-4E64-BB6B-835E262A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B002D-C932-4851-B200-80D2430E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37D8A-8C59-4D53-AC26-DCB4C758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79219-D1BD-4DC7-9BF9-DC02D3CE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502BC-D807-4385-B4EA-8DFB1562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90259-65FA-48E2-966E-E7CD434E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Ferrous metals: Types, Properties and their applications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F0D9B-3653-466C-BCFC-69C20091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6BC57-B9C7-4157-BB43-F6BB7E4A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34E25-B42F-4D40-AB6F-82898824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EE9BB-809D-4AF2-A02E-DD7A0CB7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4FFED-FD3B-4757-BF4E-AB5EC69D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566675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4B739-2605-402B-9D01-D5EF1B14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F81E2-C1FA-41F4-B95D-0C3C01EE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94905-0431-48E8-AEDA-B2D8740B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E9C6D-EEEB-43DA-8258-32F6AA5A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BC6CC-8E60-4DE6-B15F-531096D8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Composite materials: Introduction, Constituents of a composite, Classification, Types of Matrix and Reinforceme...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DD996-0F2C-48EE-BBB2-86DAEFC9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Composite materials: Introduction, Consti...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46933-F3B6-4E7E-81E7-1370A11F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04AB5-A10D-47BB-AA01-28EA3400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71B70-067C-443B-AA14-65675898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1CF29-7C6B-42DF-8241-8AB87CE7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BF4D4-13F9-4821-9C22-84B20082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1EDB1-F52F-45D9-BC0B-1542861D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3D299-EBEB-49C8-949A-6AD9C5ED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9D7EBB-5702-4BA1-9BA0-7C33EDDE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C3393-C1BD-4CC3-B44A-93AD003D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9FA9F-111A-4891-9B2E-5C4833A3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194900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7B7F75-B9EF-4CD0-AE45-C8A77054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314AB-E139-41E6-81B3-4FEA0418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A8CC8-347F-483D-9163-5FBAC1E2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413E6-94AF-4E20-9FBC-0BFEA990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5CF13-5616-4FDC-B84B-C6E77A5B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228CC-A310-40BA-812D-F759EB9F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54395-E636-4C5F-924D-0E12A950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DE975-C213-41CE-A291-ED4EDBBC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920D1-05C3-4881-B1AB-B76FF324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Composite material...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0E74E-DC34-40D8-9B2A-1FDB3102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97E4F-3A95-4B76-9DA4-A9B39C65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82A1F-6BDF-484C-BD16-B6234ACF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Composite 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8B8CB-3F9E-43D5-9A13-57757901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9583A-69DC-45FD-9BE2-94E20B65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67476-892E-4CAE-9F20-8717DFA3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Composit...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13F18-EFBA-4486-B98E-1AAB3634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EFA651-65B9-4A3D-8B4F-941908F1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D9216-AD18-4BFA-A080-4F4439C3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Composite materi...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6104E-99AE-4F6B-AC62-C6E24BC9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770236-8BD2-4691-AB75-F81F026D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CE17C-236C-4204-A7CB-444D06A6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Composite mate...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53B91-44BE-4F26-BC5D-FD60C5AB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5F96EF-8DB6-4C8F-918D-470C1C6E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199836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E9142-CBAF-49A8-B503-8F38B6FC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1C96F-B2E7-4DDC-9BD4-525C6A58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E77BB-E003-4E8A-97A0-D7EB45DE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B1DCF-B1AC-47CE-A6B9-35071957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2DDC2-7952-44C7-AED1-F9CCFD89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0CE3E-A257-4B8C-BD5D-55E8B0D4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AE79B-245B-4984-9670-92E69335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87F32-5188-4ABA-9A6F-BB900385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BD0D7-50F0-475E-AE95-59675537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785EE-50F1-490A-8011-B750FD48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2AF5E-73C2-4F7B-9455-FA71CD08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5B955-0505-4D0A-BAD1-34855F7A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C8DCD-6C2C-4B71-B811-371953B5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5F65B-14D1-4299-A7CD-B1AE0D31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E03C1-AA95-4B9B-84DE-16DD76EB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405053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080CE-3F59-4467-8A3A-B2E727CE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BCBBB-4D07-430F-9002-0FC5AF00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CA14C-8B6A-4AE6-9984-6975B805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291E7-7DED-4E60-B977-9C49123C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5A2E0-FD14-42E5-BA7E-C56B5CDE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88F45-E4DB-499C-AA5A-4997820B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Composite materials: Introduction, Constituents of a comp...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03101-EE37-4682-B9E9-CCCDC006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CF8B4-04A6-4946-A99E-C5FE3A92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9D064-A3BB-42CC-923A-4DD8BF3D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A2DA7-70CF-4D7E-A181-35434149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59038-D79E-4C8D-960B-73BD8DFA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310095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9C962F-3BEB-4B2C-8628-3CB5D940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63E13-1E07-4DDB-8132-ED7F913D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46113-DBD0-4208-84D6-B5BFB4B1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7BEAF-70F0-4725-B2B4-5A4C894E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ED459-4476-4BC1-9CDD-4A03ABFF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Smart materials: Introduction, Types - Piezoelectric materials, MR fluids, Shape memory alloys and Advantages,...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C7EEB-F1E0-4AF8-AA84-EC69CEC9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Smart materials: Introduction, Types - Pi...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A0F5A-C011-4FE1-B4A4-55DA3BC7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EB30C-6CBC-478C-8716-E9950747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D29BF-C9B8-496D-9785-5DAA36AF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24997-F8E0-4DE2-B03D-B4355064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DC956-C2E3-47BB-8FE1-C254651B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99366-F495-4A92-8236-EF6DAC1C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3B740-B1D1-4B9A-B865-DCBBB0B4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FD1B5-2EF6-4B4F-98D7-A8B9C49C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E98B9-04E7-4446-A684-7EC43D1A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B1C76-B5D6-4C33-B94D-8AEEDA9F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074874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A0E7A4-9DA0-47CD-9B2A-A8AF08B7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FC76E-0779-4CE5-BB98-716C364E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8F3E8-E763-4E94-BDB9-D644F790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D6E68-5E55-48FD-9739-4CB64891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32ACA-5295-4753-96B2-F72B0D20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38304-42C2-4D9E-92D5-40A92D4D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CB7B3-AFF0-42F1-A77B-0E785E31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9BA6B-5147-4272-8BBE-FA518764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F3675-13F2-4C94-AC64-B6000E09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Smart materials: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797D5-1143-4C66-AEEE-4E422C59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B0DB9-FBD4-46BA-815D-3B7CF2F5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389FA-3FE0-43CD-859F-91601799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Smart mater...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FFF95-9F11-42D6-83F2-D511E8C3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CBCB1-62AD-482F-9E22-B2F4389C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7B2C6-92E5-4E49-9070-921F5297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Smart ma...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52A38-FDCD-4796-8CDF-67025D43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04AB4-4D10-471A-AB15-76367FB7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A22A8-AEC1-4596-AA7E-C0AF0DA2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Smart materials:...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FB890-18F5-48B9-A377-0297C494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7870AC-62D6-442A-AD49-1A005407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51AF3-EDC2-462D-9584-C81B7E83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Smart material...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350D03-62A4-49F1-8697-873D68A1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462528-075E-4C46-B614-7C3078EC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85182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E2B62-5148-46A8-8820-CCF30376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CD748-7F19-4853-BFBE-0A15A92F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B3453-5E79-4871-8530-F10DB31B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CB5D6-422F-4BEB-B326-1B19B24F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FDA8F-A63E-4387-93A6-C6BD4B9E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675EA-CEDF-450D-8A49-BDF65FCB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C4F2A-1A28-48AE-90F2-5ABF7C4A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06CEE-0B0C-4BF9-A56E-8E9E6C31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DE502-026A-471F-B554-782B2F11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A015F-02DC-4737-B0E0-38F60A23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96963-A0D3-422F-B101-4A4E726D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382C0-9428-4051-92DD-FB0C511C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8FE58-FA3A-4C0F-BB10-FE0968D0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93DF6-8612-4F03-A4BD-72467980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415EC-142E-4EB2-858D-9A827ABB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841515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FEA8E-6029-4196-B1EA-5050F7AB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FA2A6-CFB9-44AA-83EE-86BBA51C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190D2-CADC-467A-A408-EF01076E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0784B-CB00-4D87-A61B-49C7BEE7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0DD1C-0FC6-4245-AC30-864043BC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872AF-84FE-4E56-B898-347FE84E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Smart materials: Introduction, Types - Piezoelectric mate...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5CDDC-ADE2-46C6-AA9D-83D28756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127A3-C923-4964-89CB-22FADC9B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6865B-7A08-4EC0-859A-32C453F5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D7FD0-5161-49C5-899D-496ADA9A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8F07F-F918-421E-A2BF-123743DC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471578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72222C-D1B5-4CD9-901F-032792A2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EDDE4-E53A-46CF-A4A7-4DE3585F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476DE-3FA8-483E-A15C-012063DF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8C943-EEA6-4F54-8BC5-0015FE97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A3DBE-3B95-445D-BC5E-2C10A5E7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Nano materials: Introduction, Types of nano materials, Advantages, Disadvantages and Applications.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EE922-7CD3-441F-A484-EDBDA402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Nano materials: Introduction, Types of na...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3D914-708F-40CF-B5CE-0179E555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285E6-9F0B-4C79-BB7B-B471D214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D94C6-FBA8-4F0A-B769-B874D8F9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3B4E2-36D8-4DA7-858E-60A0CE52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D5593-532B-41FA-B177-AF2A8049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FEF79-DCF3-490D-8D5F-5C83DDC9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E2CDE-BFB5-4BAE-B626-3F032AC3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F3B55-A25B-43A8-BC86-54C42ADD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8DB3D4-5BC2-4FC3-838F-DE33ADF6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AD51E-1EB5-411F-91C7-F7DB8EEB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363296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9BFE54-9788-43A2-B27F-551F1FA6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AA6B3-FD39-402C-81BD-15EA3E2D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5608A-A3E2-4196-90C6-83BD3853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4DA01-1424-4C76-B18F-576D063D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BC458-A7B6-407D-9336-27FAD6F3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1A9B4-7CE0-40B8-A7A5-DE7272E6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B395D-246C-487F-8B41-0493FCC9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9A87E-31C0-4D7A-B533-19D74D20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29FAE-3EB2-4652-B04F-2E13A5C4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Nano materials: 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8B5FE-6548-4FE2-BDAE-B6D2E99C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3C64E-8EBB-4D17-9CC2-7F202590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5B875-179B-43B5-8A8B-1DB552AD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Nano materi...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A95AE-B5C3-404E-83A5-B0E05B08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06515-68EF-4A5B-8D43-2C616137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83000-AA4F-45D9-A9B6-5ADE5619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Nano mat...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F7857-925F-4B06-A8A1-E491AB12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65B35A-5458-4203-BDEC-9D320B86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C24B19-417E-45C8-9658-90EA813F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Nano materials:...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15674F-7A49-46DA-A41F-CA37F99A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C55F38-3566-480D-AD3E-A3EBFB96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1C70E-5FB0-4BEA-95D0-FA83ACDF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Nano materials...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7DBAB4-BDCC-45CA-BF30-856C9685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277720-F258-404D-A6B5-E82C198F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2601358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E5177-52EB-4A44-9004-8B99ECCA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3C14D-1D75-424A-8AC7-148B1BD4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D28FC-311C-4842-9135-B90F705D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73343-17BD-4B14-933C-E3386A71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AF4A3-330E-4138-AB5B-AEC4857E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CEBD6-435C-4F99-AF7D-A8872846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6B42E-7415-49B8-8140-991AF1F4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E3569-0B1F-4C92-AC47-390F825D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81753-0749-419D-9C3C-02A252D8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E0288-D773-49D8-94F7-CA0C8129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16A9B-DA27-45DB-B4F7-43C9BA38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CD34D-9B34-4E09-AEB0-6AA4A2CB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90C4B-8F41-41EF-84DC-455C88F7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C5C1A-7BD3-4221-BC78-AF6777BA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274A9-105F-4A14-9029-4CAF7764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5799448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3E5C0-EFDD-4227-A489-0919B522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94E01-ECBD-41DE-A91C-B0664AB5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2CC46-5555-4865-9769-79C8E95E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C352A-9A96-444E-A916-52CE9D72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315A9-8F97-4A7F-A2C0-6C557C4B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4CB6F-D942-498E-96E7-2888A8FD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Nano materials: Introduction, Types of nano materials, Ad...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79E34-35A2-4BD1-BA57-49D76A26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30886-6731-4AB3-88C0-CF914842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A48C0-5A9C-49DB-907C-7EAFD02D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11ACE-384A-4E84-97BF-CDC5931C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C1E71-209F-4BB2-B029-9225F94C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260583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29477-5CF6-4030-8306-0B06F6CC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C1957-D21D-4D08-A2BE-DE1AC0EF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C3777-B828-411D-A924-03BCA1A2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EEED9-8A59-49C8-B967-24696105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60331-C507-4245-8ABF-F8ADFB77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B7FF7-CB4B-4465-A56B-6E0631C0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5639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506D9-DFC6-4577-A083-72A48664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9DFC1-3434-40D1-8338-14217E9F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BCDC1-7F32-417D-8C51-31192830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2C393-4274-48DE-AF15-B3BA2B52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5AB91-3BD4-4599-804C-099C6CCB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materials: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Classification: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Ferrous: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metals: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Types: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F16B9-0E96-45DA-B53A-CBFEEED4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6870736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9C591-09C7-42C3-83EB-FE74FA21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01665-4139-491B-9FB1-A82A6669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6CD33-C9BC-4890-88D3-242DB408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4F376-9170-4352-A316-9EC13E63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EC512-346D-4009-8811-836850B3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F6F30-B175-4F69-9B3D-AB87E319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082320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F6F31-E623-4904-B141-8856CEA3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061CB-F1D1-431A-BCF3-FC36C1F6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388E3-16A2-43F0-93C1-11184103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E87FF-C9C5-4A29-95FD-455CCFB7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7F4EB-119F-460D-A75B-4432F02D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2E959-D486-4EC6-B817-25F506A0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1365763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D43D0-2629-4F0E-BBBE-30521268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F5CE6-BB65-4338-AA44-5EDE4B12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D8A89-AB55-4585-B6AC-9D311EE9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732B1-955B-4E95-AE0D-0E87F1DD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CB22B-CA50-4A53-8453-D6C7D1FA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Engineering materials: Introduction, Classification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Ferrous metals: Types, Properties and their applications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Composite materials: Introduction, Constituents of a composite, Classif...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Smart materials: Introduction, Types - Piezoelectric materials, MR flui...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Nano materials: Introduction, Types of nano materials, Advantages, Disa...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F8304-1B3D-4EF3-B2A6-49F297AA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40E1C-F638-4E96-91A0-4E662717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4C55D-2A5A-4ABD-92FB-DE806C8D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143320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8983BD-4004-4F3D-86ED-DBD934F0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3F3EA-0B54-4B6C-9FBE-A224CCB3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Engineering materials: Introduction, Classi...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CC92E-92D5-49C7-8604-D73F2205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9A4BA-999B-456E-8504-ABE948B8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39299-DAC7-4498-AB3E-2C59A904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EC039-35F7-4389-A102-2DF63DEC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50338-F584-4BBC-ADB9-75BD89DE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00D02-1B75-40D5-8D8C-63E1EA96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F14DA-919D-4814-BB23-57674ADF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8D6A9-A4D0-4DD1-AB9B-11BB3C50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44B20-196F-4A72-B8A9-18E21189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4AA7A-1D4E-4946-9755-C7379264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D3ED1-7173-4CB1-A0CF-F79B489B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4B039-D033-4BB3-9ACD-7AA1C383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48A02-9D0B-4FDC-BBF4-EFEA74AB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B36BA-82AA-4698-A2F1-E5CC187D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D86A0-3AC4-4CD5-880B-0319796C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9C923-A90C-48AA-88D7-23A07009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19B97-B10F-431E-B6ED-5F269E0F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C35709-B512-4BAA-B3ED-224943A9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A3DF15-E8C0-436C-85AD-4FDAABB6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F0BB5B-B520-4121-826A-B0E0049D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16137E-10A5-46B0-AAB7-D5831D74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3B23C7-2A39-43B0-B604-C2D05B28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67FA27-A5F4-4BE5-AF68-30A7A4B3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BCF06-C2D6-40DB-A3E5-56806CF0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DCD5CC-8836-4EB2-8F23-18E6C515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DC2623-DBAA-4806-AB42-E9515C51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47F303-DF8B-4B6D-86C1-539DC036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A39BFD-572C-4DE7-8046-1B73F7FD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1E4239-5C90-4366-A931-3D0BE6F2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CCBE86-DAAA-460A-8024-C2BF421F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3457943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F1EE34-A3A1-4D99-A029-8C949EF7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BA8A7-C9AC-467F-B528-BD84CD2D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Ferrous metals: Types, Properties and their...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86BAE-49CF-493B-B554-C75247A5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B62A3-9212-4F48-A547-D6DE42D5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9E5B1-1D9E-4F21-8061-1C9644D1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DCC17-E377-4449-A182-30615FD9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1CFEC-1213-4E17-93FB-6AEF1863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CA8A3-FA21-473B-9DA0-B0F1A1BA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D433F-0792-4D4D-AC09-8BBD7ABB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BFF99-2D87-4E15-806E-986A8F15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E2076-A47E-4398-B10E-FBE94BAF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97E9E-086F-4F2A-A0C6-152C7100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1A05E-F271-4B49-8C06-B9A1BD6B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0E528-9E13-4AB4-BD85-B9466D8E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8729A-1644-47F5-915A-7C220C1C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DFB55-05B5-4008-B627-C7A01604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CEEB5-6094-4ECA-BB18-53B1DC52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4799AB-E071-418E-8506-0B8D234C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CA92F-865B-4B61-9CD0-F1B85F2C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B8DDA7-E554-4708-B538-CBE619DD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5BF287-5FD2-4EE5-BC41-8FA494DE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643CDC-D495-46D0-A929-F83602AB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33F200-CBFA-494E-896C-52E46B65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E304D-84DC-42AA-B4C8-0674C6BE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8BCC3E-2558-42C3-91EC-2F2D4C5E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40070-8E1C-43CF-8516-738C51A9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777D24-4341-42F1-B69C-9BD15944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6029F2-20EC-4A93-84F1-DA483442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7F2C64-A848-45F6-A644-53179847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F08367-6F5E-47D8-9262-F9561F90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949B21-9396-416B-B829-F52C5596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3A07E1-3B57-40F3-8718-143F15BF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3945239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84CDE9-1273-4863-8673-D93BF4C0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71723-A8CD-4419-A1E5-D80975BC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Composite materials: Introduction, Constitu...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77BB2-5826-462F-89D4-F06A4F9C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5DF2B-F555-4F4D-BCB1-9D68A050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45714-13FE-4368-BF91-5F30E191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F0F5F-3E1C-4B25-8215-F655DDC8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96C34-0264-4A99-8E7E-53DEAC14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B195B-6C92-4927-8C85-1E4FD344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4D483-0900-4EAD-B4A8-22ECED39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F1C3C-3A84-49B8-8E20-7ADF3AE9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C1C00-AC30-4FD1-BD33-55ACDBAC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A68EA-A8B0-406E-A3ED-E508C8B6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B7657-7039-4EE5-82B7-EFEEF09B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D50C8-6ED3-47D7-AEBD-F29D3C23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B1D8B-728F-4460-B447-37F32010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B9719-9194-4E58-A4FA-0693EF7B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BADB3-FE19-401B-9233-814FC4EF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FB52B1-7F84-438D-ABAD-D832A6DC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5113C-9E53-4E77-A26E-DD72C7A5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63C042-6DA3-4391-A115-8269CD7A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F1ABE8-ADCB-4D28-9041-F116DAB6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39B920-2777-4DC8-86A2-C1968960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10C1B-985A-454A-973F-B86A7424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9C836B-47AB-4628-A673-0EA83442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34A64E-8B2B-4182-8683-239B1053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F7CA39-3D64-474F-8AA9-527E2E21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484A47-50C2-42D3-A27C-70F6A09C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DA90DE-0F63-42B1-8839-EA9ED115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D87CA6-0B9E-4A94-B2F0-E13FA823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CF921B-4D20-4881-97B1-92B4287C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0A437C-D7BB-4290-973B-46B28368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310675-76DF-483C-9CE3-1149FB1E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1282004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6A85A5-E2A6-484C-8689-817C2EF0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374B8-4AD7-4890-A4BB-DBED2354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Smart materials: Introduction, Types - Piez...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C5091-E43E-4498-AD01-3E65600B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3EE1B-EC70-4330-BB28-1570EE28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7FDD6-5742-4C3A-AEDB-5B3FC807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D7DF5-7031-4133-A490-1B4A2D2C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601BF-4CD4-4A99-9971-28399D4A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9DC40-E456-4D75-B309-B3F8773D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EBF1B-8979-433C-A718-1C289993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22F80-4216-4127-988C-9F2CF5B5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A645C-E617-410B-B4BD-0E75B387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FA190-AC5D-4F6B-A466-24FEEAA5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1B130-4879-4291-873C-922D7394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2253A-B207-438A-93C2-1B443520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C48AA-D305-40C7-A807-298E160D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43734-373B-4DA2-BE52-DF177252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190393-59F1-4069-B9E5-3E859B34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38A52-E0E6-4AE9-8CCA-0D4EF0FF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F3D91C-E71C-4F8A-8166-787B56AC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CADC0-101D-483A-BBF9-36658C56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57E3AB-6E62-4361-98B7-CCC04C73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47A424-45CD-4880-8A20-558138F1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4877BB-5212-4768-A063-BECD6442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CCCA55-6B85-4377-999F-95CE7580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F2D693-971A-4417-B897-56F30900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AEA2C7-A6F5-488A-BAFC-8A96DDB2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66BAD1-5D91-42FD-895B-A92103DB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600E80-F953-48E9-91E2-1521017C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8EB8D8-0312-48FF-8867-5D1AD6D8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49D657-41E8-4366-9DB4-FAB99056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2BB3A0-7B16-4C2B-99DE-DC3797C3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98C778-02BB-4448-952F-31FC2473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1747012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2447BA-58A0-4353-A6DE-954C7139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15BD6-0EE7-4180-8941-4B90983E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Nano materials: Introduction, Types of nano...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13E6D-D097-4F2F-8D5C-94AB5E0F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FE635-6AF3-4B5A-A47E-DA7AD198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5C695-86E6-4B3C-A8CB-E932E633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15AD9-EE40-486D-879F-D09880ED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E0389-DC05-40BC-B862-1AC48AD0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1B673-C159-42FA-9F4E-074EE5A8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6D2FD-83EC-47D8-B501-35A26205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C2B8F-4D9F-4D15-8A92-11B1AF48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A5F0F-DB1A-4CF6-A8BE-51495C9A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40224-1994-4EBA-8923-61499B28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90CE6-B52D-4EBA-800E-4A2412AA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12A92-9CFE-4F0C-8D9E-0D058C18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BDCD5-897B-4345-A5CB-43DB4A4B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E5D47-EC9B-4D94-9F89-A875C038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273CBF-6C4D-4FB3-A08B-4A03A53D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697C0-15EB-44E2-8AF6-8FC51220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B5031B-E038-40E3-BBDB-0FF54CAD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4FA9EA-2A83-42D3-8E9A-02070714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E504A4-9139-41BE-A5B3-E17FEF3F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6D653E-06EF-4C1C-B0F8-D7676E0F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8AC434-B22F-4A86-8F14-7452BDC8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72F368-5332-454D-8960-9C7C4049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5B1897-CBA7-4225-9B47-A7B611C7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27931C-98EA-450C-9777-A069C6C1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D2CD39-88C0-435B-B08F-D4C636B1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474BAB-663D-43ED-B00E-0DE6C1D6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BDE9A5-F473-47DF-8633-9EFFBE19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886930-AA81-407A-A35B-1395FEC1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555F7C-FE0F-4374-BBB7-6D2DC355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D54E8C-5F2D-4800-A4B3-AD013C3F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4787308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D4C04B-4B3E-46A9-9663-680C3D0F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5E64A-4422-45FA-B4F6-A5053B53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Engineering materials: Introduction, Classi...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5D948-0017-44CC-BB6B-C57611DA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84442-DB9C-46E6-B9EF-689D44A7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4A59F-71CD-4C58-A280-7C94960C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EC08B-1F5C-480C-A642-6E25EEE1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72D50-E8BA-43CA-BA0E-295D6D89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20BF2-3D7B-47AD-854C-9C9B9156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17EE3-8EE3-469D-A2F1-C9BA9AFF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49A7F-E953-4AA7-B73C-135438D0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6B44C-C0F9-4A61-92F3-D9C39FE7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0D64E-DA7E-4C0F-8F88-EE2C0604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55A8D8-15C7-4ED3-90FF-AEF9DE34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48932-0DAA-417D-99F2-E87A90FF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69ED9D-4C2E-46F8-BAA3-7F3C313E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17059-1ED7-4DED-BB5B-3200BFBD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342A0-B7F3-4E9C-9A41-BF6770EF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2D952-68F5-46F5-B8B5-6AA7A0F1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B4857-84D7-4F29-9BC9-DFE4FE29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82EDA5-96D0-47C9-86BF-B4396726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4C1830-FC74-49B2-A889-2850AC97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2449CC-4E57-43CA-84D3-AD9ECA3D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B2A785-631B-4753-A8AC-B8D4D05E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AA7D17-50C6-4FC4-A43B-5CB2FAE4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EF3C72-4C4F-42E6-9234-3C1FDDAD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E308D8-2207-4C19-8AA7-391B3163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1AE29-922B-4602-84BF-2C77347D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17F4B7-F041-4B37-AA7A-19683EE8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B87C0D-CF76-44A2-A2AB-BB7781D8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37327B-C375-4C6B-8847-F8CB9934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AD740D-5C45-4655-8ABB-A88ECE4C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32F114-EAB8-406E-BAB7-0494CE4D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8603466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6FA0BB-08A5-4301-8E5D-96473A67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2B225-439C-471A-ABC1-C6203D51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Ferrous metals: Types, Properties and their...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8F6B4-4DCD-4A1B-82C3-C13E102B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A8CEB-6D69-49A7-B264-1593827A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D14A5-58D2-45BA-9EFB-3CA5EB4B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DD1FA-10D9-425E-84CE-8F490831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D3A40-D3A2-4E02-8EE8-BD152D17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62225-556D-4A73-872F-8F5B6BDD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FBD32-8D08-4CA2-A1D1-A91D2A48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1FBB6-18AC-4BC7-8B61-F1CB4DB3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07515-0A8B-4E2C-B230-17584CE8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9F5B5-B100-41D2-94C6-F04A2231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6790E-6AC0-4C2A-9F29-39A4C6A3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B820C-2584-40B7-9C6C-7CD774A2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40D8D-28FF-46EF-B0C8-ED51BE45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FC68D-F5A9-45AF-AF3F-0DC8C702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11A93-2BB8-4F1D-9A86-D3BD6CC5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B44A6-5B5D-42EE-9578-03597344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1594A-8AEE-4A92-AE53-078E9E06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2E6E9-0E2B-40A6-91D7-22DA8007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9BF59D-BAD0-46D5-9017-E0B3E661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58A22E-1A71-429A-B3CA-D65A4D3C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5B4A91-5D57-4A81-91BF-CB4362BB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2DD2F4-E1E7-4E1A-B986-CDE824F8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070B7D-FA01-4B6E-AC0B-2844AD55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2A56B3-2598-415B-9720-70AFDFD1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3FCCDD-6806-4239-95AB-DA4713C1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A4F203-2D67-4A16-941B-2549C54C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A16F21-82C4-484D-BBB9-B82BE885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7DD75E-BF51-47BB-8829-8CFBB8AC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346273-C94D-4046-A835-3F9BD5F3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08C248-188E-42C9-ABE9-0545C008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098049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4AA0CF-EE40-4ED1-B9C5-F8B79F43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9C693-B4ED-42AE-B9AB-F0C9B5A7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Composite materials: Introduction, Constitu...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BB8AC-DFFB-44FF-ADDF-FDE91E66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788E6-9A3B-4B92-9F2F-B08CD3AB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BD30D-82CE-4765-9E1C-2F6FA801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AFB2A-6F0A-439A-9CAC-F4685C6B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13B3A-126C-4E3B-A55B-CB3F5D5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A1BB5-07F1-4303-B6DE-6E5093CE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0AFE4-13E9-4101-85F5-DBCC7C64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189C6-1767-497C-977E-CC8039D2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27A27-899D-4F04-8D68-A53B9681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0DB17-22D2-46B5-BA13-82482BD9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6D998-7315-4FA2-902B-62FB4E5F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F57B8-B626-4613-A587-F3E363FB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B4413-5F78-483B-9A3E-AB859012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0E1E7-6D9A-498F-97B5-5E99452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B757E-58D3-4030-9107-4C3134FE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E4CAC9-2B67-4BDE-A098-8A2DB09C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F5A8F-0AFA-43AA-8E84-D3DE2F43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63743-1752-4240-BC5B-C2864438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7E2AA2-1F54-41D0-A9B8-17DFB4AA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76E4AA-9129-4F16-8F3E-34A1FF2D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ED2E6-4CB1-407E-A13D-E0F98D72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805A64-222A-47EF-8DFA-7EE42C70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90F1A4-AA14-41C9-934C-14E87CDE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A17BDC-3800-4741-AEDD-AF1FCBE3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2BD3DB-FFC8-4446-AE70-AF4A2B2E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C2D9A6-01BC-4833-B597-63218A28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8F3CC8-C0D0-4D61-9F83-9FB2D912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5E9750-0152-4F87-8618-C3A96B95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6BAD74-0C5F-4434-8993-E934DC3B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D9A3E7-F780-4045-BDF7-45CFC7F0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5626096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26A532-2F44-4B51-9F99-BFBD7CC5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FD840-8E5A-4EFC-8108-01FEE9AD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Smart materials: Introduction, Types - Piez...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8AEFE-BD5A-4877-BF6A-F094E133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621EF-9469-4876-908B-77EFC8AF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90EA0-6927-47B3-AC83-C5CCA924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BC8DE-A45F-48BC-8A50-4ACA1316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969FE-CCD0-4355-8B1C-764CC961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60EB5-16C7-4998-92D8-571F22A3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8A6C1-F201-4F63-AFA4-EFCDA3E5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9AABD-3D9E-4707-B19C-3D532B93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168EC-F0C5-4A09-8F68-F21639E3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D56A4-B49F-4ABF-AD9B-985F876D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E3840-26C4-4235-AC8E-DEEFCA68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2705D-7774-42E9-B658-933F31B2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333F8-3CEC-4FEB-BABC-2D4DD9F8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FD414-395E-41CA-9A5A-0A6934B6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EEE5C-EFF1-4DA5-80C9-981E3482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5C904-D12E-4868-A8F1-4899E472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8B1F1-5E46-4716-8606-4105B7F2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E34C3-9B6D-4FA2-8399-983F30A6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5A9E5-DA88-4E03-B80E-F413C66C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340810-A535-4F9E-995E-5026B1E2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41256D-82F2-4EC6-87AF-CA7CD471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DB5AE1-3B6E-48AE-BB70-D8C161A8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9F6B7C-1B47-48F0-B7D2-6CAB05E8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20F118-8ADD-4FC9-8C0A-EE08D697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EDCE90-3431-4874-B410-36E5DB49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939D1C-3467-457C-8990-4D6C571A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9FEC33-115C-4010-AE46-A7A87646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8E4374-B670-4EC4-9DCC-CF6BFCC6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214C38-BBFB-4C58-BD4D-70996E5A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8D76D2-FC77-42ED-8B3E-17D2715C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3537912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88129C-88B5-4D9A-944F-28A4E96E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E5125-7FF3-468C-81B1-A22934C6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Nano materials: Introduction, Types of nano...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27FE6-6213-4A34-BF19-BD05411F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F72C4-8538-4C3E-8F99-D2FDA300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3468E-3AFF-4004-A3FF-3ED92F79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9623E-2A1B-4A4E-A8FD-A264AB9C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C7A77-BAEF-4094-9B3B-C4F2ABAF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F508E-D5F5-4BDE-BDCD-A19F3209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2689B-2653-44A3-BB8E-E4090622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80F83-29B6-478D-8E14-1057122E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467EF-3DA9-4347-8A1B-A6512DDE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AFC89-042F-4652-96EB-FF024D47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FF1DF-5AE5-40E2-A2CC-8B77BC05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89E3E-5D12-42F8-B5BE-9C8F1EC2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AF245-DD2D-461C-9A8E-577B5A0A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37716-C0B3-46D6-AC2E-E03D14A2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DB35EE-4648-42CD-9657-A53B4849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A9C35-879D-47D0-824E-5430A57E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EBB7A1-10DA-411F-953A-8C0979DF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5E3DF2-EF3D-4D89-AB23-1C3A9CB1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7FFE15-6A2F-4D04-9CD9-B7CE4FBB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984A70-7365-43A5-8ACB-89EF58CC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9BA9AF-787A-471D-8B6E-CB24D010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8A1FD7-8DEC-4CCA-BAD0-D046FD5F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94EF81-4646-4E33-8E05-31141B22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962B0B-EC8B-44A5-8AC1-D1ECE821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C79C6A-65FE-4E24-BCFE-0550F347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DD79D0-5550-47BF-897D-45D1163D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091307-A368-4DDA-AC40-5406B008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BA944F-A538-4246-BEC3-F1CC8B47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0F4A64-6C2D-4AF5-8728-998E8E7B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EAE501-AC25-4D37-B2CE-A2F60C4C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57738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2026-08-24T16:02:42.5770000Z</dcterms:created>
  <dcterms:modified xsi:type="dcterms:W3CDTF">2026-08-24T16:02:42.5770000Z</dcterms:modified>
</coreProperties>
</file>