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509c89885b14833" /><Relationship Type="http://schemas.openxmlformats.org/officeDocument/2006/relationships/extended-properties" Target="/docProps/app.xml" Id="R46f27c93c50540bf" /><Relationship Type="http://schemas.openxmlformats.org/officeDocument/2006/relationships/officeDocument" Target="/ppt/presentation.xml" Id="Rac09a2b1a65841b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5ece92d141d4e04"/>
  </p:sldMasterIdLst>
  <p:notesMasterIdLst>
    <p:notesMasterId xmlns:r="http://schemas.openxmlformats.org/officeDocument/2006/relationships" r:id="R480343f716dd49f8"/>
  </p:notesMasterIdLst>
  <p:sldIdLst>
    <p:sldId xmlns:r="http://schemas.openxmlformats.org/officeDocument/2006/relationships" id="256" r:id="Rd070958bf2fb4135"/>
    <p:sldId xmlns:r="http://schemas.openxmlformats.org/officeDocument/2006/relationships" id="257" r:id="R9497fbe241224bce"/>
    <p:sldId xmlns:r="http://schemas.openxmlformats.org/officeDocument/2006/relationships" id="258" r:id="R12a50c68945c4ee3"/>
    <p:sldId xmlns:r="http://schemas.openxmlformats.org/officeDocument/2006/relationships" id="259" r:id="R3901cc2edba54f4b"/>
    <p:sldId xmlns:r="http://schemas.openxmlformats.org/officeDocument/2006/relationships" id="260" r:id="R14fe3fee8f3849aa"/>
    <p:sldId xmlns:r="http://schemas.openxmlformats.org/officeDocument/2006/relationships" id="261" r:id="R4e84c16b74e64367"/>
    <p:sldId xmlns:r="http://schemas.openxmlformats.org/officeDocument/2006/relationships" id="262" r:id="R36859d92b3c24fa4"/>
    <p:sldId xmlns:r="http://schemas.openxmlformats.org/officeDocument/2006/relationships" id="263" r:id="Re303ba636b174eac"/>
    <p:sldId xmlns:r="http://schemas.openxmlformats.org/officeDocument/2006/relationships" id="264" r:id="R5d4ca05f1c9a4bea"/>
    <p:sldId xmlns:r="http://schemas.openxmlformats.org/officeDocument/2006/relationships" id="265" r:id="Re7e3ff1644fd4c41"/>
    <p:sldId xmlns:r="http://schemas.openxmlformats.org/officeDocument/2006/relationships" id="266" r:id="Rf9fe9323a8c74e92"/>
    <p:sldId xmlns:r="http://schemas.openxmlformats.org/officeDocument/2006/relationships" id="267" r:id="R2f32ec3aa27249d1"/>
    <p:sldId xmlns:r="http://schemas.openxmlformats.org/officeDocument/2006/relationships" id="268" r:id="R825f80b60aeb460a"/>
    <p:sldId xmlns:r="http://schemas.openxmlformats.org/officeDocument/2006/relationships" id="269" r:id="Red935ca06a704255"/>
    <p:sldId xmlns:r="http://schemas.openxmlformats.org/officeDocument/2006/relationships" id="270" r:id="R26dfc569de9b43dc"/>
    <p:sldId xmlns:r="http://schemas.openxmlformats.org/officeDocument/2006/relationships" id="271" r:id="R22addd53acb24ecd"/>
    <p:sldId xmlns:r="http://schemas.openxmlformats.org/officeDocument/2006/relationships" id="272" r:id="R889784d8681048f4"/>
    <p:sldId xmlns:r="http://schemas.openxmlformats.org/officeDocument/2006/relationships" id="273" r:id="R7f0a238805e144e8"/>
    <p:sldId xmlns:r="http://schemas.openxmlformats.org/officeDocument/2006/relationships" id="274" r:id="R6a1552a00a474ef6"/>
    <p:sldId xmlns:r="http://schemas.openxmlformats.org/officeDocument/2006/relationships" id="275" r:id="R29513480be0c4a65"/>
    <p:sldId xmlns:r="http://schemas.openxmlformats.org/officeDocument/2006/relationships" id="276" r:id="R6cb5ff68e25f4cd6"/>
    <p:sldId xmlns:r="http://schemas.openxmlformats.org/officeDocument/2006/relationships" id="277" r:id="Rd5293e063c994f8c"/>
    <p:sldId xmlns:r="http://schemas.openxmlformats.org/officeDocument/2006/relationships" id="278" r:id="R73a56e79ff6d4f37"/>
    <p:sldId xmlns:r="http://schemas.openxmlformats.org/officeDocument/2006/relationships" id="279" r:id="R9848718f2e9f44f9"/>
    <p:sldId xmlns:r="http://schemas.openxmlformats.org/officeDocument/2006/relationships" id="280" r:id="Rcbca7bf40e744469"/>
    <p:sldId xmlns:r="http://schemas.openxmlformats.org/officeDocument/2006/relationships" id="281" r:id="R576ba50c17924f88"/>
    <p:sldId xmlns:r="http://schemas.openxmlformats.org/officeDocument/2006/relationships" id="282" r:id="Rd8617d7a30614714"/>
    <p:sldId xmlns:r="http://schemas.openxmlformats.org/officeDocument/2006/relationships" id="283" r:id="R76f388f635714aa1"/>
    <p:sldId xmlns:r="http://schemas.openxmlformats.org/officeDocument/2006/relationships" id="284" r:id="R12c3794ba9914d26"/>
    <p:sldId xmlns:r="http://schemas.openxmlformats.org/officeDocument/2006/relationships" id="285" r:id="R6c0c2da621904ca1"/>
    <p:sldId xmlns:r="http://schemas.openxmlformats.org/officeDocument/2006/relationships" id="286" r:id="R4d809a1ae79245b0"/>
    <p:sldId xmlns:r="http://schemas.openxmlformats.org/officeDocument/2006/relationships" id="287" r:id="R097644a4f19a4b3e"/>
    <p:sldId xmlns:r="http://schemas.openxmlformats.org/officeDocument/2006/relationships" id="288" r:id="Rb7c10f6554e94284"/>
    <p:sldId xmlns:r="http://schemas.openxmlformats.org/officeDocument/2006/relationships" id="289" r:id="R0a3e4453bc294bc5"/>
    <p:sldId xmlns:r="http://schemas.openxmlformats.org/officeDocument/2006/relationships" id="290" r:id="R6f565b7933e5422d"/>
    <p:sldId xmlns:r="http://schemas.openxmlformats.org/officeDocument/2006/relationships" id="291" r:id="R65ad15585fcb4f73"/>
    <p:sldId xmlns:r="http://schemas.openxmlformats.org/officeDocument/2006/relationships" id="292" r:id="R11182ce1f2914593"/>
    <p:sldId xmlns:r="http://schemas.openxmlformats.org/officeDocument/2006/relationships" id="293" r:id="R8a067fdf32454c11"/>
    <p:sldId xmlns:r="http://schemas.openxmlformats.org/officeDocument/2006/relationships" id="294" r:id="R35d9aae72d504f98"/>
    <p:sldId xmlns:r="http://schemas.openxmlformats.org/officeDocument/2006/relationships" id="295" r:id="R1ea4eb58267a49d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9758c42a6904bf3" /><Relationship Type="http://schemas.openxmlformats.org/officeDocument/2006/relationships/slideMaster" Target="/ppt/slideMasters/slideMaster1.xml" Id="R85ece92d141d4e04" /><Relationship Type="http://schemas.openxmlformats.org/officeDocument/2006/relationships/notesMaster" Target="/ppt/notesMasters/notesMaster1.xml" Id="R480343f716dd49f8" /><Relationship Type="http://schemas.openxmlformats.org/officeDocument/2006/relationships/presProps" Target="/ppt/presProps.xml" Id="R320b60e435dc49b2" /><Relationship Type="http://schemas.openxmlformats.org/officeDocument/2006/relationships/tableStyles" Target="/ppt/tableStyles.xml" Id="Rfcf391f30b414898" /><Relationship Type="http://schemas.openxmlformats.org/officeDocument/2006/relationships/slide" Target="/ppt/slides/slide1.xml" Id="Rd070958bf2fb4135" /><Relationship Type="http://schemas.openxmlformats.org/officeDocument/2006/relationships/slide" Target="/ppt/slides/slide2.xml" Id="R9497fbe241224bce" /><Relationship Type="http://schemas.openxmlformats.org/officeDocument/2006/relationships/slide" Target="/ppt/slides/slide3.xml" Id="R12a50c68945c4ee3" /><Relationship Type="http://schemas.openxmlformats.org/officeDocument/2006/relationships/slide" Target="/ppt/slides/slide4.xml" Id="R3901cc2edba54f4b" /><Relationship Type="http://schemas.openxmlformats.org/officeDocument/2006/relationships/slide" Target="/ppt/slides/slide5.xml" Id="R14fe3fee8f3849aa" /><Relationship Type="http://schemas.openxmlformats.org/officeDocument/2006/relationships/slide" Target="/ppt/slides/slide6.xml" Id="R4e84c16b74e64367" /><Relationship Type="http://schemas.openxmlformats.org/officeDocument/2006/relationships/slide" Target="/ppt/slides/slide7.xml" Id="R36859d92b3c24fa4" /><Relationship Type="http://schemas.openxmlformats.org/officeDocument/2006/relationships/slide" Target="/ppt/slides/slide8.xml" Id="Re303ba636b174eac" /><Relationship Type="http://schemas.openxmlformats.org/officeDocument/2006/relationships/slide" Target="/ppt/slides/slide9.xml" Id="R5d4ca05f1c9a4bea" /><Relationship Type="http://schemas.openxmlformats.org/officeDocument/2006/relationships/slide" Target="/ppt/slides/slide10.xml" Id="Re7e3ff1644fd4c41" /><Relationship Type="http://schemas.openxmlformats.org/officeDocument/2006/relationships/slide" Target="/ppt/slides/slide11.xml" Id="Rf9fe9323a8c74e92" /><Relationship Type="http://schemas.openxmlformats.org/officeDocument/2006/relationships/slide" Target="/ppt/slides/slide12.xml" Id="R2f32ec3aa27249d1" /><Relationship Type="http://schemas.openxmlformats.org/officeDocument/2006/relationships/slide" Target="/ppt/slides/slide13.xml" Id="R825f80b60aeb460a" /><Relationship Type="http://schemas.openxmlformats.org/officeDocument/2006/relationships/slide" Target="/ppt/slides/slide14.xml" Id="Red935ca06a704255" /><Relationship Type="http://schemas.openxmlformats.org/officeDocument/2006/relationships/slide" Target="/ppt/slides/slide15.xml" Id="R26dfc569de9b43dc" /><Relationship Type="http://schemas.openxmlformats.org/officeDocument/2006/relationships/slide" Target="/ppt/slides/slide16.xml" Id="R22addd53acb24ecd" /><Relationship Type="http://schemas.openxmlformats.org/officeDocument/2006/relationships/slide" Target="/ppt/slides/slide17.xml" Id="R889784d8681048f4" /><Relationship Type="http://schemas.openxmlformats.org/officeDocument/2006/relationships/slide" Target="/ppt/slides/slide18.xml" Id="R7f0a238805e144e8" /><Relationship Type="http://schemas.openxmlformats.org/officeDocument/2006/relationships/slide" Target="/ppt/slides/slide19.xml" Id="R6a1552a00a474ef6" /><Relationship Type="http://schemas.openxmlformats.org/officeDocument/2006/relationships/slide" Target="/ppt/slides/slide20.xml" Id="R29513480be0c4a65" /><Relationship Type="http://schemas.openxmlformats.org/officeDocument/2006/relationships/slide" Target="/ppt/slides/slide21.xml" Id="R6cb5ff68e25f4cd6" /><Relationship Type="http://schemas.openxmlformats.org/officeDocument/2006/relationships/slide" Target="/ppt/slides/slide22.xml" Id="Rd5293e063c994f8c" /><Relationship Type="http://schemas.openxmlformats.org/officeDocument/2006/relationships/slide" Target="/ppt/slides/slide23.xml" Id="R73a56e79ff6d4f37" /><Relationship Type="http://schemas.openxmlformats.org/officeDocument/2006/relationships/slide" Target="/ppt/slides/slide24.xml" Id="R9848718f2e9f44f9" /><Relationship Type="http://schemas.openxmlformats.org/officeDocument/2006/relationships/slide" Target="/ppt/slides/slide25.xml" Id="Rcbca7bf40e744469" /><Relationship Type="http://schemas.openxmlformats.org/officeDocument/2006/relationships/slide" Target="/ppt/slides/slide26.xml" Id="R576ba50c17924f88" /><Relationship Type="http://schemas.openxmlformats.org/officeDocument/2006/relationships/slide" Target="/ppt/slides/slide27.xml" Id="Rd8617d7a30614714" /><Relationship Type="http://schemas.openxmlformats.org/officeDocument/2006/relationships/slide" Target="/ppt/slides/slide28.xml" Id="R76f388f635714aa1" /><Relationship Type="http://schemas.openxmlformats.org/officeDocument/2006/relationships/slide" Target="/ppt/slides/slide29.xml" Id="R12c3794ba9914d26" /><Relationship Type="http://schemas.openxmlformats.org/officeDocument/2006/relationships/slide" Target="/ppt/slides/slide30.xml" Id="R6c0c2da621904ca1" /><Relationship Type="http://schemas.openxmlformats.org/officeDocument/2006/relationships/slide" Target="/ppt/slides/slide31.xml" Id="R4d809a1ae79245b0" /><Relationship Type="http://schemas.openxmlformats.org/officeDocument/2006/relationships/slide" Target="/ppt/slides/slide32.xml" Id="R097644a4f19a4b3e" /><Relationship Type="http://schemas.openxmlformats.org/officeDocument/2006/relationships/slide" Target="/ppt/slides/slide33.xml" Id="Rb7c10f6554e94284" /><Relationship Type="http://schemas.openxmlformats.org/officeDocument/2006/relationships/slide" Target="/ppt/slides/slide34.xml" Id="R0a3e4453bc294bc5" /><Relationship Type="http://schemas.openxmlformats.org/officeDocument/2006/relationships/slide" Target="/ppt/slides/slide35.xml" Id="R6f565b7933e5422d" /><Relationship Type="http://schemas.openxmlformats.org/officeDocument/2006/relationships/slide" Target="/ppt/slides/slide36.xml" Id="R65ad15585fcb4f73" /><Relationship Type="http://schemas.openxmlformats.org/officeDocument/2006/relationships/slide" Target="/ppt/slides/slide37.xml" Id="R11182ce1f2914593" /><Relationship Type="http://schemas.openxmlformats.org/officeDocument/2006/relationships/slide" Target="/ppt/slides/slide38.xml" Id="R8a067fdf32454c11" /><Relationship Type="http://schemas.openxmlformats.org/officeDocument/2006/relationships/slide" Target="/ppt/slides/slide39.xml" Id="R35d9aae72d504f98" /><Relationship Type="http://schemas.openxmlformats.org/officeDocument/2006/relationships/slide" Target="/ppt/slides/slide40.xml" Id="R1ea4eb58267a49d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672fca3e7584e0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5fc503b2bbf45e6" /><Relationship Type="http://schemas.openxmlformats.org/officeDocument/2006/relationships/notesMaster" Target="/ppt/notesMasters/notesMaster1.xml" Id="Rd767a2ebfdb14b2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c6c796380bd4f6b" /><Relationship Type="http://schemas.openxmlformats.org/officeDocument/2006/relationships/notesMaster" Target="/ppt/notesMasters/notesMaster1.xml" Id="R686bb2b2e4e2431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13b17bc757a49d8" /><Relationship Type="http://schemas.openxmlformats.org/officeDocument/2006/relationships/notesMaster" Target="/ppt/notesMasters/notesMaster1.xml" Id="Re0848c1ff44642c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06ea890c6d741ea" /><Relationship Type="http://schemas.openxmlformats.org/officeDocument/2006/relationships/notesMaster" Target="/ppt/notesMasters/notesMaster1.xml" Id="Rf460718d9be4407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a470156a54445b5" /><Relationship Type="http://schemas.openxmlformats.org/officeDocument/2006/relationships/notesMaster" Target="/ppt/notesMasters/notesMaster1.xml" Id="R14212f08fee5438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5d6b924416940b9" /><Relationship Type="http://schemas.openxmlformats.org/officeDocument/2006/relationships/notesMaster" Target="/ppt/notesMasters/notesMaster1.xml" Id="Rcb9defa01a4f4c5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a5faf7fbda14a95" /><Relationship Type="http://schemas.openxmlformats.org/officeDocument/2006/relationships/notesMaster" Target="/ppt/notesMasters/notesMaster1.xml" Id="Rbde0d6ec39684e6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b1d88736d2548c8" /><Relationship Type="http://schemas.openxmlformats.org/officeDocument/2006/relationships/notesMaster" Target="/ppt/notesMasters/notesMaster1.xml" Id="Raed3646b8e844cc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583533db73449ff" /><Relationship Type="http://schemas.openxmlformats.org/officeDocument/2006/relationships/notesMaster" Target="/ppt/notesMasters/notesMaster1.xml" Id="R5d5ac05eeea948f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67e88c5031d46ef" /><Relationship Type="http://schemas.openxmlformats.org/officeDocument/2006/relationships/notesMaster" Target="/ppt/notesMasters/notesMaster1.xml" Id="R443aca8fa89e458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cb57869ed9f4e94" /><Relationship Type="http://schemas.openxmlformats.org/officeDocument/2006/relationships/notesMaster" Target="/ppt/notesMasters/notesMaster1.xml" Id="R9069bd5c45bb4c9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c6322dbf2b34cbc" /><Relationship Type="http://schemas.openxmlformats.org/officeDocument/2006/relationships/notesMaster" Target="/ppt/notesMasters/notesMaster1.xml" Id="R4a9a14a97606425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9c2861d80ba45c1" /><Relationship Type="http://schemas.openxmlformats.org/officeDocument/2006/relationships/notesMaster" Target="/ppt/notesMasters/notesMaster1.xml" Id="Rf91b6fee7ba341c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67759b3bda547c8" /><Relationship Type="http://schemas.openxmlformats.org/officeDocument/2006/relationships/notesMaster" Target="/ppt/notesMasters/notesMaster1.xml" Id="Rd20cdde4ea9e4e6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67095ce18b44922" /><Relationship Type="http://schemas.openxmlformats.org/officeDocument/2006/relationships/notesMaster" Target="/ppt/notesMasters/notesMaster1.xml" Id="Re40fbad3b083462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c2a636c67654f2c" /><Relationship Type="http://schemas.openxmlformats.org/officeDocument/2006/relationships/notesMaster" Target="/ppt/notesMasters/notesMaster1.xml" Id="R463f82c35b23427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19afe5393614cc7" /><Relationship Type="http://schemas.openxmlformats.org/officeDocument/2006/relationships/notesMaster" Target="/ppt/notesMasters/notesMaster1.xml" Id="R63c2c7040e5d40c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d30c1c3e84044e4" /><Relationship Type="http://schemas.openxmlformats.org/officeDocument/2006/relationships/notesMaster" Target="/ppt/notesMasters/notesMaster1.xml" Id="Rca9a019498e1481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b3ba90039ba41f5" /><Relationship Type="http://schemas.openxmlformats.org/officeDocument/2006/relationships/notesMaster" Target="/ppt/notesMasters/notesMaster1.xml" Id="R6ed4f5bba418482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ab6b35475fee4093" /><Relationship Type="http://schemas.openxmlformats.org/officeDocument/2006/relationships/notesMaster" Target="/ppt/notesMasters/notesMaster1.xml" Id="R7948f10e74e54af5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c16828f0c06849a9" /><Relationship Type="http://schemas.openxmlformats.org/officeDocument/2006/relationships/notesMaster" Target="/ppt/notesMasters/notesMaster1.xml" Id="R01ac2a82708f4e66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07945ccbb0104813" /><Relationship Type="http://schemas.openxmlformats.org/officeDocument/2006/relationships/notesMaster" Target="/ppt/notesMasters/notesMaster1.xml" Id="Rdc8c289182d34e3a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65dc6924540c4897" /><Relationship Type="http://schemas.openxmlformats.org/officeDocument/2006/relationships/notesMaster" Target="/ppt/notesMasters/notesMaster1.xml" Id="Rd9841cbdd2d346c3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2c91ff63a131488e" /><Relationship Type="http://schemas.openxmlformats.org/officeDocument/2006/relationships/notesMaster" Target="/ppt/notesMasters/notesMaster1.xml" Id="R796915ae1a294add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c796799bd0bb4a71" /><Relationship Type="http://schemas.openxmlformats.org/officeDocument/2006/relationships/notesMaster" Target="/ppt/notesMasters/notesMaster1.xml" Id="R60a3a5f6e9034101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02894680c7e7486b" /><Relationship Type="http://schemas.openxmlformats.org/officeDocument/2006/relationships/notesMaster" Target="/ppt/notesMasters/notesMaster1.xml" Id="R36009e0d3f464443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16329e83aae041d4" /><Relationship Type="http://schemas.openxmlformats.org/officeDocument/2006/relationships/notesMaster" Target="/ppt/notesMasters/notesMaster1.xml" Id="Rf7027883b06544d8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643412f312414d0b" /><Relationship Type="http://schemas.openxmlformats.org/officeDocument/2006/relationships/notesMaster" Target="/ppt/notesMasters/notesMaster1.xml" Id="R4ba10b8b6c6f420e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852a400e8f30463e" /><Relationship Type="http://schemas.openxmlformats.org/officeDocument/2006/relationships/notesMaster" Target="/ppt/notesMasters/notesMaster1.xml" Id="R398659c5e54f4c64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899a4513e02d437f" /><Relationship Type="http://schemas.openxmlformats.org/officeDocument/2006/relationships/notesMaster" Target="/ppt/notesMasters/notesMaster1.xml" Id="R29ddfddff2b94e13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69403e3d9a0e426a" /><Relationship Type="http://schemas.openxmlformats.org/officeDocument/2006/relationships/notesMaster" Target="/ppt/notesMasters/notesMaster1.xml" Id="R9d715abb42a94376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cd16871c0a7e4db2" /><Relationship Type="http://schemas.openxmlformats.org/officeDocument/2006/relationships/notesMaster" Target="/ppt/notesMasters/notesMaster1.xml" Id="Re81930c8edff42fa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638b716e6a59425e" /><Relationship Type="http://schemas.openxmlformats.org/officeDocument/2006/relationships/notesMaster" Target="/ppt/notesMasters/notesMaster1.xml" Id="Rd02818ff3a2c4975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d1e6f3f940bc4278" /><Relationship Type="http://schemas.openxmlformats.org/officeDocument/2006/relationships/notesMaster" Target="/ppt/notesMasters/notesMaster1.xml" Id="Ra7665ddb5e6e47b0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12f2e6a7586b4cbb" /><Relationship Type="http://schemas.openxmlformats.org/officeDocument/2006/relationships/notesMaster" Target="/ppt/notesMasters/notesMaster1.xml" Id="R729ae53bcd1c4753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3c81e433f5f741f8" /><Relationship Type="http://schemas.openxmlformats.org/officeDocument/2006/relationships/notesMaster" Target="/ppt/notesMasters/notesMaster1.xml" Id="R7ee201189b8141f7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931b0592058c4fc0" /><Relationship Type="http://schemas.openxmlformats.org/officeDocument/2006/relationships/notesMaster" Target="/ppt/notesMasters/notesMaster1.xml" Id="R2ba39ab40c864f85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91e6f5afb85d465a" /><Relationship Type="http://schemas.openxmlformats.org/officeDocument/2006/relationships/notesMaster" Target="/ppt/notesMasters/notesMaster1.xml" Id="R65a2991e09c64da3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fe99d9040b504554" /><Relationship Type="http://schemas.openxmlformats.org/officeDocument/2006/relationships/notesMaster" Target="/ppt/notesMasters/notesMaster1.xml" Id="Rcd1697a2e9014a9e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5b2bc94db36140e5" /><Relationship Type="http://schemas.openxmlformats.org/officeDocument/2006/relationships/notesMaster" Target="/ppt/notesMasters/notesMaster1.xml" Id="Rd59e560b8d674d1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e4bd3c549649e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ceed7b219694c26" /><Relationship Type="http://schemas.openxmlformats.org/officeDocument/2006/relationships/slideLayout" Target="/ppt/slideLayouts/slideLayout1.xml" Id="R2af4f34b7f9148a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af4f34b7f9148a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fd224248ed46ef" /><Relationship Type="http://schemas.openxmlformats.org/officeDocument/2006/relationships/notesSlide" Target="/ppt/notesSlides/notesSlide1.xml" Id="R3ee8c3b8c9564b3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2a0cc1fc56417f" /><Relationship Type="http://schemas.openxmlformats.org/officeDocument/2006/relationships/notesSlide" Target="/ppt/notesSlides/notesSlide2.xml" Id="R8d75248a65044d0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19ffa57f3b4b2f" /><Relationship Type="http://schemas.openxmlformats.org/officeDocument/2006/relationships/notesSlide" Target="/ppt/notesSlides/notesSlide3.xml" Id="R1f13b8f7b296436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af59dadcbf4359" /><Relationship Type="http://schemas.openxmlformats.org/officeDocument/2006/relationships/notesSlide" Target="/ppt/notesSlides/notesSlide4.xml" Id="Rccdc95ba4b474bb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01e7b95f33480d" /><Relationship Type="http://schemas.openxmlformats.org/officeDocument/2006/relationships/notesSlide" Target="/ppt/notesSlides/notesSlide5.xml" Id="R34d05685c30e4df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2a931e3e4746d7" /><Relationship Type="http://schemas.openxmlformats.org/officeDocument/2006/relationships/notesSlide" Target="/ppt/notesSlides/notesSlide6.xml" Id="Ree203800d245438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e85e2289794e37" /><Relationship Type="http://schemas.openxmlformats.org/officeDocument/2006/relationships/notesSlide" Target="/ppt/notesSlides/notesSlide7.xml" Id="Rae09143bee3f495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e5dcba46144a3c" /><Relationship Type="http://schemas.openxmlformats.org/officeDocument/2006/relationships/notesSlide" Target="/ppt/notesSlides/notesSlide8.xml" Id="Rf82c05147eb04e8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12240909be467f" /><Relationship Type="http://schemas.openxmlformats.org/officeDocument/2006/relationships/notesSlide" Target="/ppt/notesSlides/notesSlide9.xml" Id="Rca32e7aa5ac34f1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3f3c0d9b5e4a2f" /><Relationship Type="http://schemas.openxmlformats.org/officeDocument/2006/relationships/notesSlide" Target="/ppt/notesSlides/notesSlide10.xml" Id="R7c24ea7b6e674ab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10ca8c282341b1" /><Relationship Type="http://schemas.openxmlformats.org/officeDocument/2006/relationships/notesSlide" Target="/ppt/notesSlides/notesSlide11.xml" Id="R0eef0f19915149f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f07aa097ae4454" /><Relationship Type="http://schemas.openxmlformats.org/officeDocument/2006/relationships/notesSlide" Target="/ppt/notesSlides/notesSlide12.xml" Id="R7ada9b88b114437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b0c1d736004276" /><Relationship Type="http://schemas.openxmlformats.org/officeDocument/2006/relationships/notesSlide" Target="/ppt/notesSlides/notesSlide13.xml" Id="Re62dfba50126484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c007071eba43a5" /><Relationship Type="http://schemas.openxmlformats.org/officeDocument/2006/relationships/notesSlide" Target="/ppt/notesSlides/notesSlide14.xml" Id="Rdd91a7c66a55467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334c1a9c4347b5" /><Relationship Type="http://schemas.openxmlformats.org/officeDocument/2006/relationships/notesSlide" Target="/ppt/notesSlides/notesSlide15.xml" Id="R64780f66ac04485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1900cb408840b1" /><Relationship Type="http://schemas.openxmlformats.org/officeDocument/2006/relationships/notesSlide" Target="/ppt/notesSlides/notesSlide16.xml" Id="R3dcebbc57026466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ce5063162f4928" /><Relationship Type="http://schemas.openxmlformats.org/officeDocument/2006/relationships/notesSlide" Target="/ppt/notesSlides/notesSlide17.xml" Id="R920689560aff444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d4923e31204a29" /><Relationship Type="http://schemas.openxmlformats.org/officeDocument/2006/relationships/notesSlide" Target="/ppt/notesSlides/notesSlide18.xml" Id="R04d5ba2d6f4c416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19717374344ac4" /><Relationship Type="http://schemas.openxmlformats.org/officeDocument/2006/relationships/notesSlide" Target="/ppt/notesSlides/notesSlide19.xml" Id="R0b4040c7df564bc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63f23e68c54354" /><Relationship Type="http://schemas.openxmlformats.org/officeDocument/2006/relationships/notesSlide" Target="/ppt/notesSlides/notesSlide20.xml" Id="R04e14dedb8bd452a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bed35ccd814a72" /><Relationship Type="http://schemas.openxmlformats.org/officeDocument/2006/relationships/notesSlide" Target="/ppt/notesSlides/notesSlide21.xml" Id="R3328fc6bc5d14834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e88125f3b74bec" /><Relationship Type="http://schemas.openxmlformats.org/officeDocument/2006/relationships/notesSlide" Target="/ppt/notesSlides/notesSlide22.xml" Id="Ra777cf45d0224211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45949347694bfa" /><Relationship Type="http://schemas.openxmlformats.org/officeDocument/2006/relationships/notesSlide" Target="/ppt/notesSlides/notesSlide23.xml" Id="R0eb0dc1f20854337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aa4d0495794d04" /><Relationship Type="http://schemas.openxmlformats.org/officeDocument/2006/relationships/notesSlide" Target="/ppt/notesSlides/notesSlide24.xml" Id="R8402e9c60ffb4e47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9226d4e50b4d13" /><Relationship Type="http://schemas.openxmlformats.org/officeDocument/2006/relationships/notesSlide" Target="/ppt/notesSlides/notesSlide25.xml" Id="R3ed97550ec584394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3b53c7d7244575" /><Relationship Type="http://schemas.openxmlformats.org/officeDocument/2006/relationships/notesSlide" Target="/ppt/notesSlides/notesSlide26.xml" Id="Rb1a0c02276e74f9c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bfffbc44da4576" /><Relationship Type="http://schemas.openxmlformats.org/officeDocument/2006/relationships/notesSlide" Target="/ppt/notesSlides/notesSlide27.xml" Id="Rcaeb05bed4f94e72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619104f9374c4a" /><Relationship Type="http://schemas.openxmlformats.org/officeDocument/2006/relationships/notesSlide" Target="/ppt/notesSlides/notesSlide28.xml" Id="R13c977fce72c4f6f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6aceeac5754f6f" /><Relationship Type="http://schemas.openxmlformats.org/officeDocument/2006/relationships/notesSlide" Target="/ppt/notesSlides/notesSlide29.xml" Id="R8ae4fc9790a74c82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9e18b950fa422f" /><Relationship Type="http://schemas.openxmlformats.org/officeDocument/2006/relationships/notesSlide" Target="/ppt/notesSlides/notesSlide30.xml" Id="Re55176c9a2d44704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ee60d19f354f60" /><Relationship Type="http://schemas.openxmlformats.org/officeDocument/2006/relationships/notesSlide" Target="/ppt/notesSlides/notesSlide31.xml" Id="R88cd444a99d44099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998ee9da15437e" /><Relationship Type="http://schemas.openxmlformats.org/officeDocument/2006/relationships/notesSlide" Target="/ppt/notesSlides/notesSlide32.xml" Id="R9143938fef6c48e4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e3593b1ba1455f" /><Relationship Type="http://schemas.openxmlformats.org/officeDocument/2006/relationships/notesSlide" Target="/ppt/notesSlides/notesSlide33.xml" Id="R74e4d32363564a10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2c2802cb9b4e24" /><Relationship Type="http://schemas.openxmlformats.org/officeDocument/2006/relationships/notesSlide" Target="/ppt/notesSlides/notesSlide34.xml" Id="R9127beb5035840d4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38552269f9476f" /><Relationship Type="http://schemas.openxmlformats.org/officeDocument/2006/relationships/notesSlide" Target="/ppt/notesSlides/notesSlide35.xml" Id="Rb52ebf921120496d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1054b57794438b" /><Relationship Type="http://schemas.openxmlformats.org/officeDocument/2006/relationships/notesSlide" Target="/ppt/notesSlides/notesSlide36.xml" Id="R1013e17c54564078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7f502b26fa482d" /><Relationship Type="http://schemas.openxmlformats.org/officeDocument/2006/relationships/notesSlide" Target="/ppt/notesSlides/notesSlide37.xml" Id="Rac9337d91793434d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8ab4d60ebd4c99" /><Relationship Type="http://schemas.openxmlformats.org/officeDocument/2006/relationships/notesSlide" Target="/ppt/notesSlides/notesSlide38.xml" Id="Re9b7b471e6624abd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b63c8746244bde" /><Relationship Type="http://schemas.openxmlformats.org/officeDocument/2006/relationships/notesSlide" Target="/ppt/notesSlides/notesSlide39.xml" Id="Rc4d1277a8a0a4523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2875bb8b2244ba" /><Relationship Type="http://schemas.openxmlformats.org/officeDocument/2006/relationships/notesSlide" Target="/ppt/notesSlides/notesSlide40.xml" Id="Rd742fbb33fbb42a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2EF263-C282-42EF-81F4-C76F1DCFE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6CA2F9-7387-4D60-9CD7-E1D0D8876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Single-Phase Circuits: Generation of single-phase system. Equation of AC voltage and current, average value, RMS value, 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3BA9AE-4E57-4F36-8CFA-45340AF6F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Introduction to Electrical Engineering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1BESC104B/204B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40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57FDD6-2F75-4E90-B7E6-CA1D707B2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1B5384-3B77-4FA4-8A7F-A963814A2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468EB1-B5E0-4EE9-9FB7-2E24CADBA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F2C34E-2A0F-4AE5-87B5-1902C5CA3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17F026-FB2F-401A-A11F-E35A545BA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0E5AF1-E228-4082-8706-46BCC1E0F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6DE733-2F7B-461A-B94B-6B0E8ECA4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136269-1FCD-4972-A5CF-F564BDD16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C455CD-F32A-46D7-A910-4E584EBF7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421750-B2AF-47FF-82C7-FFF2863E6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4876702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821F36-5D20-4374-9C35-FF5FAC4C3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A17B40-96BD-49CB-8D68-A3846095E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81E219-79C3-4EC5-AC42-BB96C174F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EBC220-8E9A-4CA4-B271-076B05CF0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E425C4-975E-4C4A-8DF2-BACB226A7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2DEFC0-0B43-4360-B565-6A945A206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316E69-780E-440B-8C5C-D07EC4624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8DE645-D1E3-4883-B518-6337F7BB8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E21A09-61BA-45A4-A836-C8CF70580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EE4612-AC55-4DE3-B1A1-D1E541B54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CAA687-F284-4817-A060-FFC8A6FF6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581640-5C7C-4A78-B23D-5043052C5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09DE24-2823-4885-BC95-3D44CD5E0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ED3A49-9E72-4B93-AA72-0E3966BEC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D8557A-952B-4AEA-8A3D-EE9AAE2BF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9958569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529D4FC-5D27-41A0-86AD-6A75F7B0A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A08AFB-9B6E-4684-A190-6B4F5212A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B0DF7B-ABCE-4C4E-9402-A1BBAC129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136A23-9486-405C-8B93-38757A790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38E3C6-BA93-4C13-9D8D-47A80EC3B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382D6C-C3FC-4A69-8464-E0D899FBA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74272C-2895-4950-BDE2-4E5B7FA8C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72C35F-C0F3-4158-8F49-8C3B38253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5DC701-3902-4D41-A609-373D7DA36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Circuits: Generation of single-phase system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BAEAAA-A0CB-4427-94E9-9DFFE70B6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879E13-5C27-434F-A379-6E7A662F9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63B518-568A-4282-A118-51195D210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Equation of AC voltage and current, average value, RMS va...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7CD924-9ADC-4578-BDB2-58D8B7727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FCBED7-5EC9-4AC4-AD7A-8A0D06CD6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AAC15C-0DE3-49EC-BEB1-0D70EE9BE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099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Voltage and current relationships in R, L and C circuits,...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A64DBA-058F-4869-B309-562455B63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99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1FF462-519D-4C76-BFF8-CFB8C49F8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60B8EE-84BD-4743-A3C6-B440D7E98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052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Circuits: Generation of three -phase system s, star and d...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BBA355-4007-4A49-98C3-350DC27B7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052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CE2BBC-4C15-4A15-9328-D5112F6BA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D79114-DEA5-4653-A0DC-C253D216F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005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Definition of balanced and unbalanced source and load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E62BEC-CB88-4D27-9134-34558B6A6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005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5B93D6-5D01-49C6-947A-2D9875C3E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958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C7CA05E-E050-4C47-971E-62040CA0B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958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Power, reactive power and power factor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00A0223-9103-450B-B193-2D40E7097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4958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AC6403-F0EC-4F1D-85C8-05DE1CA94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911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273937D-4C61-483C-B59E-35C3B6A90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9911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Problems with balanced loads.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D70BF1D-78F3-4146-BC82-1A706ADC6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9911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0FE8859-357F-4983-9D12-E52C4F941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40475230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5A3958C-84BE-438C-91D6-C994B94E4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710510-CD11-44D4-AFE4-4EA8F2965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06C8CC-5559-49B1-86BD-091089866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6A0FCC-31B2-47EA-9F2D-DF611D6C7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C7B73A-C570-4DA6-9E4E-B7118B42F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FCBDF0-BA90-4A98-9982-A6A136C4D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FF8637-7054-4609-8057-79F2CC913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DE0A62-9575-47B1-A2CE-04A9515EC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Circuits: Generation of single-phase system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1F6E76-18E0-4C12-B543-B91C20CFE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6902CC-F166-4319-A44E-F35FB179B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8717CE-55E4-41F6-A5D7-87590D804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Equation of AC voltage and current, average value, RMS va...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2932DB-3C76-45E7-A812-513337A6E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FEE185-1FA3-41CF-8990-C77B8D0C6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B5394F-EEF7-4DD8-BAAC-757DAAD17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Voltage and current relationships in R, L and C circuits,...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782E77-5DCB-46F4-A79D-12CE14459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2CC534-7297-44DF-8F5B-86DA23570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0D0066-6BD2-442C-9800-5806BB087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Circuits: Generation of three -phase system s, star and d...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685A53-7E80-4121-A944-428498382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B01331-7248-4917-B15E-BA3AB4DAB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20904D-5310-4B4B-9A18-E9EDDD290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Definition of balanced and unbalanced source and load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C90017-BBFF-4E05-94D7-84F889F35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672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DA4658-CCE6-4E71-93E8-68DC6D784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672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E74B58-9012-4297-9C73-96072BBEC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96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Power, reactive power and power factor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48BD1E8-34CE-4EDB-98F4-C36E859CD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196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0CF6FB5-8912-4C83-83BA-A1FD8B521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8196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EC8BF17-E5BB-42C6-B6F6-AB5C0C9E2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721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Problems with balanced loads.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DCAA0C0-42ED-433C-845A-A3F4EEFD1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3721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39F9D23-8DF3-43FD-838A-AA4E340C5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3721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C1608DB-1115-4A92-B859-8411CE3FD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46073730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8FE0B9-2422-4872-9FBC-801A8706D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E89F41-0683-4FE1-863D-D43004AC1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65B9B6-252F-4952-9CD7-041076679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702C90-27BC-404D-A3C0-3C35355B8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387335-36FC-47B3-8A8C-06957780F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Single-Phase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1ED0CE-CE9C-42EA-B7A4-27F34D639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Circuits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55F7FA-A9DC-4B84-9B40-E33FDCCB7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Generation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22CFAB-8889-4A83-A638-7CA2D508C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Equation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BD309A-A2EA-4D78-8DF0-1A1B3DA8B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voltage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5AD1E0-38BA-42FF-970F-1C9C93D9A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current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0863AD-1030-4615-B43B-A2DE456EC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average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77DA17-7BB4-4EFD-987B-5DC79234A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value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D2EEBB-1F71-4293-B3DA-2CF2FB10A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F61566-6B4C-4035-A597-E0B931F92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factor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9F8274-8EEA-4022-9290-CD2AF63C1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F8191B-940C-4FA9-8FD4-904E27C02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47000043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C090E1-EA72-475D-A2D3-EA96BB5CA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8E1EC2-E9D2-4A02-B345-2C5E4BB79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5B22CF-5972-4A1B-9AE4-D45F3BD0A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20E343-E955-44AA-973E-196A86A18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07034E-E4E9-469D-8DF1-34F5E884D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Circuits: Generation of single-phase 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853B1D-32FB-4C4B-901B-6B4938668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Circuits: Generation of single-phase syst... is best understood by tracing signal/current path, component role, waveform, and result.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D4E339-7E07-436E-8BE2-283A992EF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E9B374-DA45-43AC-BDA7-C7A9C301B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3A305F-C2F4-470C-A9AD-6EFAC1793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5E8B53-AB94-4F54-97BD-61580B078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0F3D92-EFD4-4D6E-ACE7-DBB03B25F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655FAB-4B00-48B4-92A2-1D00BFD31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A827ED-C179-4033-9A37-EDA4087F2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F736D8-C880-47BD-80C7-A4AB31E9E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39BD18-BA87-4575-9795-C4C6293CF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F7D769-AF54-48C5-A792-06590D6CE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93057111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E6C62B-515B-4BD7-95B3-3C6C17240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69E3EF-BDBB-4753-A4BB-68DB80FB4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41FB3C-0EFF-49A9-AE79-F49F4B91D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63E363-2567-4F8E-8A3B-18927AD0C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28C4F3-F438-4870-AF94-6B6D20AAC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F9FA83-0745-4D75-84B0-DD0CF7BD1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94AC5A-17E9-4C2C-B61B-8CDB0784C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243FA2-5C58-488B-839B-451B80779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E46624-5F06-4F9D-9028-0C85DED2A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 explains one necessary part of Circuits: Gen...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D80227-6627-4544-A33C-36580B9CA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A493BD-49ED-4FDA-8631-7C1BC15D8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171829-4367-49D2-B207-170819197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 explains one necessary part of Circuits: G...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EF8265-4930-4E18-BB97-9FD6AA4AC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03899D-7FCB-4D44-B795-BE1D0880D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B6D8C7-47BE-4039-AE25-5105B0868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 explains one necessary part of Circuit...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10739C-BC15-4F62-836F-2D0146EC2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11B0E7-6D6D-481E-86F7-E1AD9660D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F420F8-995D-4BB6-9D15-509D802A5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 explains one necessary part of Circuits:...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C46C1F-E4C8-4B5C-B593-C3E88F2C0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5DA108-6BFA-4B96-9524-1D45965DD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DC3DBE-76E3-4F58-88B4-3CB321621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Circuits: Gene...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43E30D-5FAF-4C88-8DE0-9BF569C84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30F164-9B69-4712-B7A6-810840CA0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211494966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3D7A09-93C4-4ACE-9006-630ADDE44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97E618-F949-4236-9138-0D3A9E938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4B425A-FA3A-46FD-BC0C-F1CDD5E7B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1781ED-C037-4ACC-AB8C-27444CDC1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599045-B397-424A-8E45-CEFEDF311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5A5353-3176-4FE7-9295-7F3414CFB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21C69F-955F-45DB-A875-ABD53DC4A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77DC50-2831-4A72-A9E9-F87E020CA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E6E92B-49B3-4E6D-9371-A154F48ED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412590-0209-48F3-B69B-4EDE179CA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F96079-3BBF-40CB-83DE-E2625B780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EF8475-66BF-4E9C-99A8-23D775DAB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7F2853-E570-40AA-89A2-61521DEDD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254C67-6B0D-40B3-A677-2BA46029F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block/circuit: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current/signal path: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relation: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Calculate/compare: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Read waveform: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05BCED-498A-4239-A811-5CD8FBC8D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83378546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5F29DC-455D-4367-9156-DA72B099B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E72E97-5750-4C37-8E73-2CE005E36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188C13-9386-4088-8CC1-E53252933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AD0A16-BEA3-41F5-A251-5710050AE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40A3C2-C4D1-4780-9B75-A5127F478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1E0CEB-E579-4E54-B224-3F4DD85F0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Circuits: Generation of single-phase system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8D158F-81EE-4B8A-BB61-BD0297E94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7194A6-04CC-4AB1-B31E-188F2291E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Naming components without explaining their effect on voltage, current, signal, or power.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A35F1B-1EAD-4B8F-A153-09358ADC4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A8C9EC-8EE0-4BFE-B64D-A979D7700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DA738F-88BC-4FEE-AD2F-51255A922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201631038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70F0ED-E78B-4F38-A981-99778453E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E13B09-86A6-4CE9-92AB-B9244304C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B807DA-533B-46EB-BC79-F113E65C8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551336-D62E-43DC-9C16-78A35580B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87DC72-FF81-4734-A20C-48B7D77DE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Equation of AC voltage and current, average value, RMS value, form factor, peak factor and their relation [No d...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5D3C06-7A7B-4DBB-87DD-168540D1D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Equation of AC voltage and current, avera... is best understood by tracing signal/current path, component role, waveform, and result.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D7555F-80A1-485A-9233-E71FECDBC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B56D6B-1B3E-4DDC-B081-6B2EB5C5D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9C5C38-C3C6-4AC0-8FBA-C355BF4C4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29262E-C315-4DA7-A7FB-DE86186FF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1AFE4B-A47C-497B-9B3B-4881BBF59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2C754C-139A-4260-B15F-A71293BE6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626FAA-CFFE-4928-9288-CE5B9A41E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244FA2-7994-4EB0-8CF9-5AA0C4093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18A75D-CD05-47A2-A4A2-2AF2D4405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5EB5EB-9E1E-45BB-B237-DD018F294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2763816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BA85CFC-0ABF-4DCC-A495-FD2AC3973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BB809D-CF6D-426C-A312-5A3C9EA68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7F8C04-D288-47ED-82FC-E5D7BE288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8A9BC9-3341-41AC-A00B-72221911A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E69C53-9118-4481-92A6-AD9EF6495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3F49A7-67DF-4ADA-84BC-220EB10FC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EFAFFF-EB19-4810-B0AD-A2FC83606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9F6A2C-4FEA-4A38-8D00-C23D8C26E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B34C04-2128-4245-9850-BF0735094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 explains one necessary part of Equation of A...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E52801-4962-4DE9-AC9F-0BD727E21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A63107-7ECA-4831-B4C4-5771AAC00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660F7C-3BF5-4D59-94BC-A96BE7266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 explains one necessary part of Equation of...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2B6605-048B-4216-8FA0-EFAABFA88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938E1A-1574-4EC9-8A3F-78C8D2AAE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6248C4-7B52-4539-9C5B-90A70558F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 explains one necessary part of Equatio...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F9EF5B-8A09-4A88-BEE6-6AF79AB81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093AB1-5D3C-45F2-8ECB-277082553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E8FA22-DDAE-411C-8618-708D228E7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 explains one necessary part of Equation o...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A5EE8A-BB48-4A98-9A88-55E4934B3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675A1A-FA48-4CB0-9DDE-C4F5A4FBC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FC49DE-883B-4E07-963F-0418EB21A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Equation of AC...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729668-FC46-4CAD-B1C6-878886C64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D00AB9-C7B2-40D1-865F-3B8695147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210080564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8F1790-3C81-42B3-98F6-2302A9E19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10B691-87A0-49FE-AC27-26C202F9B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8D5791-2E4B-4EA4-9A2D-855D05766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FC7A57-91DB-400E-9D9F-9296580D2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71520D-A67D-4DEC-8ECF-509789864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448B5A-1D4E-4778-9E87-172B600D3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7AFD1E-3231-4508-B3E2-2794254F6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BAD5A5-ECF7-4378-B58F-3EA97513E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99ECBF-AAD0-4FED-ADDA-7537E3E45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F0DFBC-1985-4C9B-87A9-A60C909C4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CBAD71-9ADC-496E-B2A8-A5B556836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5C0BBB-9647-432F-887E-2EC047F2C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FC5E0F-BC69-43D8-8688-79678488D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78FF38-05D7-4135-85DB-ECC5B0874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block/circuit: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current/signal path: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relation: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Calculate/compare: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Read waveform: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F6DCD4-22C7-4A97-A32B-0AABD3A5B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17083198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4F1844-0759-4D6E-B96D-B4F5D0C30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DCE2AF-BDD2-4DDF-A92F-001DFD9D1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2D072D-B6F7-4237-9413-A1209512E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005B40-7542-4D04-823C-A32910DD3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E59908-0360-4765-8104-434E7BDCD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F63A9B-AA93-4A63-BB63-5275645A0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Equation of AC voltage and current, average value, RMS va...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43E467-5D19-4E4B-A915-8BD212E48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E959A4-1454-4800-937B-F0C3AC1FF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Naming components without explaining their effect on voltage, current, signal, or power.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19D621-31EC-4F4E-9F02-A9A59BF21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FDB2B7-EDF3-4B55-AD19-E41513A72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841251-47A8-4E48-ABFE-899BDF8D4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87880260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A01E60-152A-417A-B030-B61E00746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C6D50E-EBAF-4B00-B55C-0614203FA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49428B-4B22-40F2-B577-0E01E62E1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D53583-426D-47F3-B6DB-120759FDB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AAA6F6-1DC9-4CCE-8E70-BB2B0D446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Voltage and current relationships in R, L and C circuits, concept of power, reactive power, apparent power and...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EA6961-A6D3-4858-BA4D-DFE02FE3A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Voltage and current relationships in R, L... is best understood by tracing signal/current path, component role, waveform, and result.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B70878-DF1C-4E1E-834F-495EAA909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CCB2E4-11C2-471D-A81F-817942F4D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95B413-2F99-429E-BB53-64A947EBE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C2981D-1673-44FE-86A1-C06FDE67B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E35E44-2F98-43CF-8112-FB91F52E1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A3DA23-289D-4B8A-A6AC-384A71745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4CF638-B033-4BD6-B6CA-2E448BF21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BE4D98-052F-4155-904B-CB15A695D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BECB52-CA13-4A3A-8A05-E01106CAA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8B5881-B840-45DC-8AF4-02FFA313D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98481810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E3C0B4C-2577-47FC-BAC5-CBCD8ECD3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3AE07B-C02A-43DA-A236-42E24DE3E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C80B27-3D39-4DFE-A799-C54A54ED3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5E5378-BA31-4B50-8CF2-E20021EF7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69F0C7-2582-4042-97C5-AEF8F9954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DAF33D-3044-4DF1-868D-07F6C1AF1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DDFCA5-B3B2-4C31-B03A-D4E8679B2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92CD5B-45A9-48FF-A23C-74A5B89B6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9B8B8B-C236-4138-9B02-DBFD1F0D5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 explains one necessary part of Voltage and c...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41FE99-B26E-4D9F-A3F9-26D788C61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D09920-703C-4C09-A76E-AC1F3715C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E8E6B0-C248-4725-9096-AFEEA3C78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 explains one necessary part of Voltage and...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C9EB24-86ED-4260-9486-4BBD6DD47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5B322F-7081-4DFC-A245-761F61EFD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0A943E-1C9C-4FE3-B02B-65371D2CD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 explains one necessary part of Voltage...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4F8E6C-4133-452D-BD8E-4B43A04BA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E1A03B-EC73-4A88-9FC2-FE0D559B4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D11322-BFB8-4D64-9276-D29504273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 explains one necessary part of Voltage an...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698CAC-E463-4FA2-A8F9-23A44A0C3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08E9F9-5BEE-40ED-9515-466FECC7A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ECAA3A-EF92-4E27-B812-1E92C1E45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Voltage and cu...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10D433-FFEF-4893-BB85-8D7B42B05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932706-8A57-4184-B2B0-973228D2A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37770920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678232-3C58-475F-A67A-449D080F1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C44419-957F-4717-A1D9-13622F232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18E80C-C8C5-40DC-AD1B-76A1EB84A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513EA5-6174-4C10-9ECF-FA26A5231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3A38EB-BE07-4E63-A268-A05A535CC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0B34A0-DA64-4679-85D6-170736AE5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9D7CE4-6985-4218-B3E9-8E8D006D9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0E8BD5-11A4-4123-837F-E6C078877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22A519-8DF6-4791-BE44-1EF000E08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AA4360-9162-4BE2-AE43-239E03DD0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62F9A2-8FA0-4165-B951-1217EDCE8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3F6DF2-88D8-4A00-A321-D4A009A08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835722-8949-4FBF-9F48-F4BEC63C5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52DEDF-CDEA-46CE-AC23-52F5C615F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block/circuit: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current/signal path: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relation: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Calculate/compare: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Read waveform: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04E6DC-744B-4965-A114-109E24263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75215540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2707FA-0166-4503-9C33-6903CE9D0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22746B-8C12-4E74-9649-F2E83F42D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401236-BBAF-4EAA-8682-54CBF8412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FC00E3-7B2E-45FD-9EB6-FEBDAC96F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9AED38-E62B-41C2-BBF2-7E620F580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F92F84-E7A5-4ED2-83DC-D73BAF6C4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Voltage and current relationships in R, L and C circuits,...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1882DD-CF5A-451A-8989-AFDE8BC78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77D24E-2B41-4ADC-9F57-A5F5D06C3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Naming components without explaining their effect on voltage, current, signal, or power.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246DAC-74B8-4C2C-98CF-73C450768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C145E1-5568-43AC-9C7A-24DEFB1D4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F25D5F-53E7-4DF1-9272-7993EE1A7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44046970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4D8239-E753-4498-9A4B-66B8F7E75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F01A8D-198D-4C9B-832D-2AC471042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5796D7-51AC-46F2-9FFA-83498FDE0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B32637-9BA3-41FF-8FE2-9E8D04992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9917B7-1E93-4FE3-A5EF-D3A95A972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Circuits: Generation of three -phase system s, star and de lta (mesh) connection s, relation between phase and...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4B2B7F-D798-4714-8331-9D4663C80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Circuits: Generation of three -phase syst... is best understood by tracing signal/current path, component role, waveform, and result.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947961-BAE3-4587-9FDB-7D4219399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F77832-28CC-4498-8B1E-3DE97C494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2FD2E8-060F-43A9-AF0B-C934FBF31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6073E6-1625-4397-999E-3E694348F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2F2124-C204-453E-840F-6901A186B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4F75FE-CAA1-4D8A-B6E8-1A8DA033E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E91EE9-185F-428E-AA1B-D33842B60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B36123-8E4C-42BD-AEED-E412082ED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875059-1673-4212-947E-7F0A59342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C7B627-4217-492B-81D9-14D2F4BBD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86107563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7002A2-32DA-4F0A-9153-CB92A312F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7C97F5-5254-4BED-B2A8-3F7E9E999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BDA403-4BBF-44ED-B258-AA3A67B68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A25378-3A3A-4CF1-9D0F-B1A0024E8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6A6E1A-CC50-4FB4-B2F2-638B1E000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593EB5-3FC2-4E30-90A1-4F6A59025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DCCE12-3981-4CA4-9F82-AEA277706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837879-E9E5-4254-A5DC-A92139410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35DB2E-E6A9-45FC-B816-829D7BECC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 explains one necessary part of Circuits: Gen...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6AB7C8-4AA4-4031-AEAB-569AA337D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317E6B-4C32-4C14-80B2-C06451074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CBC827-E7F0-499B-82A3-DD5C8B131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 explains one necessary part of Circuits: G...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5DB001-A0B1-416B-A193-DABDCADB8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D176C0-3BB4-4801-B25E-2CA0FBC35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FCEB9B-AC7A-4CDD-BE21-FB7C505F2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 explains one necessary part of Circuit...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7547E2-13BD-40B3-908F-E917D6CA6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8BDDC2-D7C9-423B-8FDA-ED70BD365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06050E-6DC7-495B-AFB9-D548D27EA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 explains one necessary part of Circuits:...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A1D38E-E275-4FD4-ABF6-2ABAF36D2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CA9838-1F98-4405-A62E-FC199A6C7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E726FD-BB86-49FE-AA1A-1E23F061C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Circuits: Gene...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65B668-996E-4FC3-847E-B0BB7FFEC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1E4647-21D6-4141-81BF-6C70D3D88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13949476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BC38B0-55C3-4BF8-ADBD-ADE85A507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BEB30D-E4BC-4CC4-810F-0D66635E7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6FFB49-5F65-411E-A506-E2E89D34F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F87AE1-6027-4EAA-A31F-B8D4F6536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3B7F53-CC7B-4E55-84B0-8E0726F59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68ED1B-38A3-44EA-8F60-A3D53CACB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15747B-53E6-4899-A261-30BB344D8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F2CD1D-1EE9-445A-B268-3A2538CBC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F19EF1-683B-4DD7-B59D-6A7D0DDA2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58A4C0-BE7F-43A2-ACCA-D467004CE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77A93C-320D-4F0C-8AAC-48313A643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86FD0C-71EC-4142-9574-04D3FA7C3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0DF7A4-0766-42C2-8544-48EEE68A0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0606FC-2C5D-4976-A14D-6DAE3C836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block/circuit: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current/signal path: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relation: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Calculate/compare: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Read waveform: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62B3E4-37C6-432B-9EED-F11118E90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38597724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76EAB9-BD1B-4909-B8C3-50122B043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572D79-8AB3-44DB-88DD-F59980DC0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4918CC-DF8B-4A5E-B3ED-D96076423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50426C-D17D-4F71-9DA7-170AB4ADA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20640E-E92C-49FF-A911-0E3D75E24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3EF24F-5AF0-4C31-89D1-0282D00B2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Circuits: Generation of three -phase system s, star and d...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5F72BF-B7A8-40B9-960A-EA4F7DCED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30D9B4-2C53-4B1C-85AB-BC13E0424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Naming components without explaining their effect on voltage, current, signal, or power.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45FB56-B74B-46A4-9278-2C0922334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EE7D96-9E28-4E6D-AF56-69E240AF3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0D05EB-0AA5-4936-BFC4-698EA446D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30950121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8DE677-004F-4289-A16A-3182D44D0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F0B2BE-1B44-4BA7-9906-F54607E40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983352-FC46-4FFE-BAB5-5805B4928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19B745-BE9E-45C4-A828-9E024C8E2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64F6C2-45EC-40CA-8E48-0304AF304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Definition of balanced and unbalanced source and load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0E0CE7-4A4F-426C-8733-C429F9EB7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Definition of balanced and unbalanced sou... is best understood by tracing signal/current path, component role, waveform, and result.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0214F8-836D-4776-AC38-46C727EEC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F83560-686B-448E-ADFB-5345DFC56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BF9ABD-2965-489F-A50D-3463ED158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3F3B42-1405-4694-A46E-7505E86AA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BB14AE-7517-4EEF-A84E-D1F9E36BC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5BCB63-F9B7-4802-A4CB-BB55E6523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9DFC32-6544-4C6D-9983-5F677999D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A46F35-32BE-4A9D-B710-7D296EBED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F813BC-E804-407D-84D5-34FBA2840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364379-8510-47E9-9546-2B5BAF120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835140833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8BD1CC-9756-40AD-A21E-3B6512CAA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89E025-9AEC-4B00-8D31-2C7B8306C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FCA58F-F2E2-42DE-813E-5224104C9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05FF79-A453-45B3-B579-F509A2FFA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6EBB26-6CD2-48FA-AEC1-9FC5E8E9D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C8B3B1-F101-4B4F-8CFF-EFBEE49AB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D3C1B6-A3EA-4BC6-8124-87E34C67A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71CAB5-2E6A-4BDC-AB0F-BC3A6F8E5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5A884E-94C3-404E-B14B-DC6796B82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 explains one necessary part of Definition of...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7F9E73-45E4-4D14-AC22-0503CEF40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1EA8E5-3468-4C45-8A24-6492ECE7A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A2AD92-1898-4DD1-8EAA-611DFAE72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 explains one necessary part of Definition...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D71290-D9F3-403C-AC7B-9183551D6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2D19AC-B763-4404-B240-B5D2D8279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FBDEBE-E723-4B96-AECE-3BE346201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 explains one necessary part of Definit...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EA7971-F0DA-41DC-9750-F926888E5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6D8FB5-FCB5-421B-BF2B-7ED06F1E6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2E7920-BB6A-43EE-8CEB-91787736E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 explains one necessary part of Definition...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575DC9-F028-4951-86C0-1997FE503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119277-D363-47E2-9B91-288AF5A6B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C22D34-B8E6-43CD-83CB-FEEA0D734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Definition of...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5C3B73-658A-40E9-9439-C4F0D1CEB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F5A523-B10C-4624-B20B-FD736B725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48796722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2FBF42-C4DD-4D12-A915-68E4E02C1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B3CCA7-E6B6-40D9-A9B5-B0F3D1082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B89FD0-D045-4763-8B8C-14F79014D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4B2502-8943-46A0-93B1-C95DFA80E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718208-20EE-43F0-9911-DA1A6EF5E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E36B4F-B89B-481F-8DE6-D8D76780B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926304-9C85-48B3-9D31-8C316CDA0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CC4743-2B18-4D5C-BD30-F256EC467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AB0630-B4B3-40E3-8728-71C5FAB7B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F9B424-51AE-45F5-B5F6-93557E83E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6285E5-5AE9-4E05-8983-C1C4DB2E6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01E9D1-D0D1-4D43-9DE8-1AE56A4F5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BAC530-C6FD-4A52-B22D-572B0E05C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645B07-ECB3-4EF3-A4B0-C1B69F798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block/circuit: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current/signal path: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relation: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Calculate/compare: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Read waveform: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BE0E85-A058-41CF-AC19-654FBBA27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487310946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862BDC-8D4D-4696-BF87-F4E4BDEBB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E328F5-649D-42C2-BC6B-850F7CFA9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836834-61ED-4CF6-9FAD-30DED3AFE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644469-A88E-4AE2-ADD1-E87046318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7A61C1-28D2-47C6-87A2-B56F8B3C8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5F34E7-06B6-4F8C-A45C-35F8D49E4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Definition of balanced and unbalanced source and load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32863F-1601-495B-A4E4-18A975F51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E08882-2B23-461F-9B60-4F9EC02E0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Naming components without explaining their effect on voltage, current, signal, or power.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98DB4D-A995-485F-8A10-28DFA87CA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BB07CD-540C-4586-BB46-B05ABDA01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0A3360-0377-4300-AC3E-598067E83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350212512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B0E06B-08FC-47F4-AA14-B6AFA6D63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2DCDDF-BB1F-4301-B894-5F0CD2C6D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891304-F575-4CE5-928C-4F75896B2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E9CCD0-A5FD-4F5B-9898-A2E08E3E0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E09CB2-9E51-469E-BD00-DE4B06A21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Power, reactive power and power factor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840CDC-7F00-44A0-84AF-AD2E5E368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Power, reactive power and power factor is best understood by tracing signal/current path, component role, waveform, and result.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C41D07-29E3-4C75-8267-609170432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61DD6F-F758-44B9-81E3-CA42D1B2C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EBE040-4620-4DC1-A65C-6830D6913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F6111C-8BF1-459E-8249-6B7A361CC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8403FC-FD1D-4F29-9A82-430EC1E4F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FE2E80-4700-4DE5-9243-5ABAD193A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B9EEC1-497B-4A0E-B9AC-30C1459C2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14130D-EFB8-4539-9F9F-41D437154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2F3AC9-2F76-46C5-B7EB-5EC6767D7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2539C6-0382-43F9-9694-1D7521341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990544231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BE2806F-FF88-4DB4-B58B-53334BDDF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3399B8-598E-4C32-8A2A-23A7A316C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D6301E-A27A-4894-AECE-D215BB26F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9211BF-ACF8-467C-A50A-AB9068C57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C6FD59-8890-4B5D-AB94-4C133EEC8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CAC72C-F9EF-4501-8CFE-40ECFFEE2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ECEFBF-1431-499F-B253-AB0CA7D32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BAB66A-525B-4D86-B3FE-77462792B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34166A-3AC8-4725-9098-1346DE8DB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 explains one necessary part of Power, reacti...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E42ADC-CB42-417B-9E23-B4B75F7A5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9AF607-2081-4D9E-A577-0BBA4F0A3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BBA306-A0B2-4E6E-9330-EE1EBB63A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 explains one necessary part of Power, reac...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E4637A-7E6D-4549-A141-5E7413D9C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8A180C-8132-4D1E-B975-8439570C8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F4AEF9-EA17-4E8C-91A5-308F44481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 explains one necessary part of Power,...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6B59B0-A308-4E4A-91F9-0AD21DD76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2511AA-2AA1-4DE9-85DC-DD5BA4FED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CA6AD3-CBFA-44EA-8C3F-18438A085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 explains one necessary part of Power, rea...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C5DD06-4F77-4EC1-9735-54D502677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3D38CE-1BFC-4D96-A037-B2D42D31E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94F7F8-DE40-48F0-9691-67FB6457E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Power, reactiv...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44727B-09E4-4C71-93E3-D10D02927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3EFC4B6-4D64-4379-B306-6A4F66CDB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79828163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C43159-6145-4D1D-BA24-48E0D144D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5631AC-72C9-4401-9B3D-F504D51CE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AE38F4-435F-4E3F-A3C5-6C24460CC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9E96E8-C439-423C-B61E-0F72B9CB4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0FFFC7-E79C-497D-BE4E-59242BDD3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FF307A-E02A-4D20-A87E-3947D0D67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5B8837-6E90-4CC3-BE41-DAC84A8B0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6AE203-47AA-4088-BBE0-CC6AF394F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534E29-E1E5-4377-A4D8-A18D84F1B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979355-6CF0-4BDF-A38E-F974FA289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B4088B-5542-4499-A799-B5A0173DA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F09232-48D6-40FD-A6E1-913E357B0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9814A6-2B07-4738-8A62-CE7356069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24109C-175D-4E5C-BF50-17F2923D4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block/circuit: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current/signal path: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relation: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Calculate/compare: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Read waveform: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423109-63EA-466B-A4FE-C37B87390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623521442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A68C35-A1C7-492E-BE55-F1CAD464C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6E4CF2-9E54-40A5-842E-2B6842AC0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F74A2D-DCE6-4D27-8C43-7F22343FB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62991F-78A2-478C-90AD-F80C91DFB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F6519B-3C16-4905-B2CE-391127944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E81277-7825-4FB1-B229-47CB3938D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Power, reactive power and power factor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70D490-071E-4533-8A7E-6D7597BF2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AEEBCE-2D68-47A0-B3A8-0E48F5CFD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Naming components without explaining their effect on voltage, current, signal, or power.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30E428-404A-44FF-94E9-9B2C185E5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FB6462-2B20-4B44-B3D3-8D94F07B4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BA3387-6894-407D-A923-ECD817812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853290759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83ED0D-C883-4664-8BB4-11D5D174C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E681CA-E607-4A32-8AAD-DF362CB86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551D96-378F-4A6B-A2A4-E223636F4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E38D48-461A-4555-8A48-510F0B811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DDF85B-64DE-4BAF-B2AE-67137333A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Problems with balanced loads.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9736C2-81ED-453C-B305-187299021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Problems with balanced loads. is best understood by tracing signal/current path, component role, waveform, and result.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ABD051-ABB2-4AC1-8FD3-58608D748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AB7F7D-9A4A-46EF-BA87-1DF70E8F0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BDFD1A-7EBE-4D4F-9A16-83754E23A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3FF66A-AA93-4293-8DC4-5F4656B8F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E42344-AD5A-42F4-B78D-67D219EA9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E50B64-8E87-4D68-B715-0269E8CF1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079973-D987-40CD-8E81-E40D79D14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930F6C-4768-4B5D-85EB-56F71A49F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1EB4F7-63F0-4E0D-8CBF-A570FF7B3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DFEC62-9851-4A5D-B505-04DB09E4D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801478210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62686C-FD52-4C23-81A1-F52B18413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1D88F6-D9AE-461B-AB3A-646FB86EE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6DC75F-4E31-40DC-B65E-167ABF1A7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B04A58-8382-49ED-A38E-C57416A93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6EB3C7-C064-4581-9A78-DB10B5500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FBF087-AB21-4BD7-B2C4-34FA6F8BE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A33E6B-3C88-49C6-B937-73AE3431D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3272C7-8C5E-4746-9258-79C839963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6FC2AE-D5E9-4AFE-9DE3-A3CBCC875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 explains one necessary part of Problems with...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3D2C6C-B060-4230-A84E-0EFF56926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E282DD-502A-4A7C-BB90-E22FCC9BF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142B39-44BE-4B89-8DCF-B14D7DCDB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 explains one necessary part of Problems wi...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2535E0-990A-4D4D-ABD1-674530E8E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8EA9F2-3126-4FEE-AEC7-CCDB625A2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A19037-05B6-4B44-A67A-624B03429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 explains one necessary part of Problem...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7474AF-400A-40E3-9EBE-4CA0033D2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67CF7B-6914-4326-8DAA-692E21B06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2D861C-E346-46DD-BAE8-6A28CC651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 explains one necessary part of Problems w...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3A4C48-48C2-45F8-9EB8-A73207DA0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4894F3-C1F4-431D-BF73-36757138B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C37300-1E8F-46DF-A290-627DFD96A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Problems with...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23F4D7-156D-4B24-BAF9-F41BBBB6F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5606C0C-5F47-410F-B75F-4D3B0CAD4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246172318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9F399F-8C2D-403A-9489-CCC578822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B94CAE-14CF-4CF1-B852-3D808BDB3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B93B27-FD25-4DF5-A9F1-BB6AA8C14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E6F132-11F9-4A94-93BA-1E5229C7B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ADCB6F-3E7E-4012-87AA-22782B09A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2ABEAA-11AB-44C6-B8F2-F0F6A45BB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15DBA1-818C-429C-BE6A-B66A45645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F10B02-042C-42CF-9F75-DD771BF4F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23ED58-3D10-4DF1-BF3B-11251E6CC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C1D698-D547-4B4B-AD5D-F50B7CADD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FDC59A-3932-42D6-8835-26A74437E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4F5040-5059-497F-863F-F7412AD55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8E6688-8F58-4CB8-AFDA-415CCDCB3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ABB45C-F8A7-45FF-BA02-AD44D4443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block/circuit: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current/signal path: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relation: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Calculate/compare: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Read waveform: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739FAE-7E41-4D16-B74B-3EF4880FC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415697523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8E505F-3B94-4E28-AE53-8D230833F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52B654-455A-4F46-82EE-137459F59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EE9B03-7663-452C-B106-5DA70683D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CAAEB1-BEDC-4B8E-BD34-48283C7A9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59CB01-777F-4596-AA56-5232D6281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9A6EC0-DECB-4935-9BF7-3391AC6D3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Problems with balanced loads.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8D42ED-ED5A-4D89-B400-76B1B930C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2529B3-D6B6-4735-AAD6-930DD56CB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Naming components without explaining their effect on voltage, current, signal, or power.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D53E40-44DA-400B-AABF-B9C319EA7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AE4545-0C74-430A-943B-12289CBCE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9A3624-BD4B-4C93-8252-5991871E3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267845171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C4FC34-C2A9-4C94-B156-128EAD6D1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5B8752-8C2F-48C4-A7FF-4EC92D2D3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AF96CF-B564-48E9-8445-0D782C62F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A62F08-6E66-4633-A8A2-3D9ED4EAC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69E6D7-5087-437E-A3C2-E3DD897B3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C9D9C3-0395-4021-9751-77C7FAC3E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262145329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6E0388-3185-4BA0-8D93-72A7D802A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705398-B994-4F84-ABB9-5AB8669EE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5501A1-CBEE-457D-9D55-6EF92EC0B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88B297-65D2-4426-83FA-0A9995506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A9C16F-6241-4B96-829C-26D00A5A7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Single-Phase: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Circuits: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Generation: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Equation: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voltage: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CC2723-44F1-46E1-ADA8-A5B12486C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342285864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CBDB94-11C5-4E42-8580-742A8107F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FA14CE-D25A-44D9-BE4E-02AAD4D01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78A95D-72EF-4162-9F5B-AE72F076C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FD29AE-E9B0-4204-A0FD-D47B23623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6C6470-CB5D-4259-A4A0-01AD7616D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Input/source: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Component role: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Circuit/system law: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Waveform/output: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121B07-113A-4C69-8C08-0FC713CDD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346262814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8210D6-F3D3-4687-8909-4411749C9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A412ED-D5A6-40BC-9CDE-FD622474E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1B1925-9F8B-43D4-A976-6EAEFAFBF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3EC858-5D9A-4CF7-B4D4-3CF9B4A0E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81DB93-ADA4-488F-AFA7-03658A7FB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Naming components without explaining their effect on voltage, current, signal, or power.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9DDABF-72F8-4821-A591-0FEB63951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759277658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FD64C9-EC14-4192-A41A-E87D89396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9E2E7C-91A0-47E5-B2CA-8A9F9B3C0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51DCE0-5622-400B-B13C-EB2007058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37149A-1107-40F3-9B50-8BBC3F9EE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34EF15-212C-4599-A43C-B7B167E47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Circuits: Generation of single-phase system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2. Explain Equation of AC voltage and current, average value, RMS value, form fact...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3. Explain Voltage and current relationships in R, L and C circuits, concept of po...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4. Explain Circuits: Generation of three -phase system s, star and de lta (mesh) c...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5. Explain Definition of balanced and unbalanced source and load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44E1FF-BD57-4DA5-8447-D7BC57897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6813B9-EF36-4BEB-A6A5-641B6D2D3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A736E1-BE4B-4DC1-845A-ED31621BD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736901563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4EA1D71-3CE1-4030-9CBD-68713C56B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F2C8E8-133D-4153-9015-390E10497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Power, reactive power and power factor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EEE3A3-4C53-4827-8110-4A0BA41E0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902203-CD63-49F6-AC71-D3E460BA8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2BB09C-B6B6-410B-B9CE-37D186ADF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16930D-592A-4CD7-80C7-5E428F552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78BD74-519A-4F6A-8152-C03F864F6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8DAA09-68F1-4A7D-927C-D62791D1D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9681D4-D82E-400E-B7B8-05CAE2904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3F6D44-3005-47CE-94DD-6BEA28419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2768AE-6BC7-43E4-8C31-EB66812CD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30B1B9-D1DF-4935-98CC-F16283227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0C573C-6CC2-46D2-B0DC-F1E4DEB02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C5663B-E498-4358-9844-9A5D90F8D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AC12B1-1AF6-448B-A7EE-5001893C1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2F2FAF-0E71-4219-AEDD-08A6E396A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79C388-82C1-43C4-988D-30FC28F4F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7F899B-1BB7-4982-9467-2AF25B4BC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863024-543C-43B1-BEF9-418DF635C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A8F042-6F5D-4F3F-BB04-A280620D5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961390-3E88-4FFA-827B-86AA6BF7C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B3ECB4-C675-491E-974D-B9E31B588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142144-E814-441F-BA5A-1E457E44B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673A403-442F-4408-9888-46C23F277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B0B4626-2412-4D45-B8A0-970C3F2B6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5867366-3AD6-402A-8218-CF192FFBE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AC2C90B-57D2-4545-8C55-8A48E9314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3B1F796-6BAD-4955-9F60-FFF9BCD67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843C101-8136-4764-9BBE-0A0AFC069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22FDDB1-4AA0-4A9C-B8BC-5FBFD71BA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57CB035-D6B7-4891-BE44-C50B31CBE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323426D-7407-477C-A09F-5C5060686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397068474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43998B0-3466-402E-8453-970924793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A48547-AC13-48DD-8F24-1B27B5CBB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Problems with balanced loads.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C7F980-3543-4491-BA79-328E5DF90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73BFA9-D99C-4B22-ADD3-6208537EB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ACBD56-B7C6-41BB-846C-3D2C5AA35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215503-F70A-411B-BF20-180164A79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E8A6EE-7EA8-49EF-9BD3-3173EA198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797B8D-CB8E-4215-B9F9-CB9C94C07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BE8E8D-EB69-4ED2-BADD-EDD881382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88CCBE-9E85-4E1B-B330-A287FCADD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C0F099-F008-4FB9-AC61-3B7EF78FB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1761AC-34A8-4CF8-B9AD-6B908722D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93BC22-A9EA-42DD-AC6C-5A80A7325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E155C3-E920-411B-A253-56056216A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EA9ED0-F0A0-4FD6-9811-7F2D17C98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524847-A73E-4609-8C7B-CB44DB8A9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86BB2A-8E9D-428E-B29E-BC7B4282D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B6B809-2837-47D8-9D4B-E2E306B0E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0C243E-577A-41D4-98BC-D8636B669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FD3CBF-A521-43EA-AE55-0C83E5B07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B2A1D4-BC3A-417E-8E2C-F381523C8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18534B-2001-445E-8B91-4A7019CC4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D852C5-20DD-4605-9191-12DE58576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816FF9B-AF22-4D5F-AE82-032E7C6F1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F7D95F2-C01C-495D-A49F-352A75ACE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08FA31D-FA45-4840-B161-B113BB1DC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745C4C1-9C67-45C7-BA7C-283DA4CFC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4FF7CC0-0531-4869-8F89-7672A54AD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D0AABD5-66C3-4A56-B140-3E067C310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F23C1C1-3B23-432B-8288-EC760DD16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1C9C0E9-CB45-4C00-AC2A-F1E0CD4B9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69D6E31-716C-4E73-8477-0955EE056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1285676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2026-08-24T16:02:47.1920000Z</dcterms:created>
  <dcterms:modified xsi:type="dcterms:W3CDTF">2026-08-24T16:02:47.1920000Z</dcterms:modified>
</coreProperties>
</file>