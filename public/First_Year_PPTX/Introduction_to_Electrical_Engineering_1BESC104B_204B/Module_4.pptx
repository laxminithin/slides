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6aac545be24e6b" /><Relationship Type="http://schemas.openxmlformats.org/officeDocument/2006/relationships/extended-properties" Target="/docProps/app.xml" Id="R753e7049efaa4549" /><Relationship Type="http://schemas.openxmlformats.org/officeDocument/2006/relationships/officeDocument" Target="/ppt/presentation.xml" Id="Rce06dbf783764b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a9ed6e23e84d80"/>
  </p:sldMasterIdLst>
  <p:notesMasterIdLst>
    <p:notesMasterId xmlns:r="http://schemas.openxmlformats.org/officeDocument/2006/relationships" r:id="R583a399547aa4d48"/>
  </p:notesMasterIdLst>
  <p:sldIdLst>
    <p:sldId xmlns:r="http://schemas.openxmlformats.org/officeDocument/2006/relationships" id="256" r:id="R41ebea525d124fdf"/>
    <p:sldId xmlns:r="http://schemas.openxmlformats.org/officeDocument/2006/relationships" id="257" r:id="R24cf0e0696234b25"/>
    <p:sldId xmlns:r="http://schemas.openxmlformats.org/officeDocument/2006/relationships" id="258" r:id="R2f27f2c3936e48fe"/>
    <p:sldId xmlns:r="http://schemas.openxmlformats.org/officeDocument/2006/relationships" id="259" r:id="Rb65b7d8c008a4156"/>
    <p:sldId xmlns:r="http://schemas.openxmlformats.org/officeDocument/2006/relationships" id="260" r:id="R61388efc093b4fac"/>
    <p:sldId xmlns:r="http://schemas.openxmlformats.org/officeDocument/2006/relationships" id="261" r:id="R426f4cc25d0f4f3b"/>
    <p:sldId xmlns:r="http://schemas.openxmlformats.org/officeDocument/2006/relationships" id="262" r:id="Rd1d531abc8894a1f"/>
    <p:sldId xmlns:r="http://schemas.openxmlformats.org/officeDocument/2006/relationships" id="263" r:id="R8abe98f8e38d48ad"/>
    <p:sldId xmlns:r="http://schemas.openxmlformats.org/officeDocument/2006/relationships" id="264" r:id="R1fb6424b7a7844e8"/>
    <p:sldId xmlns:r="http://schemas.openxmlformats.org/officeDocument/2006/relationships" id="265" r:id="R52805192d66f492c"/>
    <p:sldId xmlns:r="http://schemas.openxmlformats.org/officeDocument/2006/relationships" id="266" r:id="Rb1603e68aa8c48e6"/>
    <p:sldId xmlns:r="http://schemas.openxmlformats.org/officeDocument/2006/relationships" id="267" r:id="Rb9574cdcb736453e"/>
    <p:sldId xmlns:r="http://schemas.openxmlformats.org/officeDocument/2006/relationships" id="268" r:id="R7ce7a23d5604458d"/>
    <p:sldId xmlns:r="http://schemas.openxmlformats.org/officeDocument/2006/relationships" id="269" r:id="R6c07df2298f54c8a"/>
    <p:sldId xmlns:r="http://schemas.openxmlformats.org/officeDocument/2006/relationships" id="270" r:id="R303d5481942149a5"/>
    <p:sldId xmlns:r="http://schemas.openxmlformats.org/officeDocument/2006/relationships" id="271" r:id="Rb97898e7e1374ad3"/>
    <p:sldId xmlns:r="http://schemas.openxmlformats.org/officeDocument/2006/relationships" id="272" r:id="R8648312d1bd14aca"/>
    <p:sldId xmlns:r="http://schemas.openxmlformats.org/officeDocument/2006/relationships" id="273" r:id="Rd37625429dfe4f78"/>
    <p:sldId xmlns:r="http://schemas.openxmlformats.org/officeDocument/2006/relationships" id="274" r:id="R1155928e35794cd8"/>
    <p:sldId xmlns:r="http://schemas.openxmlformats.org/officeDocument/2006/relationships" id="275" r:id="Rab97c212028a463c"/>
    <p:sldId xmlns:r="http://schemas.openxmlformats.org/officeDocument/2006/relationships" id="276" r:id="R603bb486f395402f"/>
    <p:sldId xmlns:r="http://schemas.openxmlformats.org/officeDocument/2006/relationships" id="277" r:id="Rf0f1b5896a714bef"/>
    <p:sldId xmlns:r="http://schemas.openxmlformats.org/officeDocument/2006/relationships" id="278" r:id="Radcea028257f400f"/>
    <p:sldId xmlns:r="http://schemas.openxmlformats.org/officeDocument/2006/relationships" id="279" r:id="Rf04cd14cc976416a"/>
    <p:sldId xmlns:r="http://schemas.openxmlformats.org/officeDocument/2006/relationships" id="280" r:id="R9b888bb011df4175"/>
    <p:sldId xmlns:r="http://schemas.openxmlformats.org/officeDocument/2006/relationships" id="281" r:id="R1b5f527d02a74e82"/>
    <p:sldId xmlns:r="http://schemas.openxmlformats.org/officeDocument/2006/relationships" id="282" r:id="Rfc755abe8f544381"/>
    <p:sldId xmlns:r="http://schemas.openxmlformats.org/officeDocument/2006/relationships" id="283" r:id="Re21019a8f9084a40"/>
    <p:sldId xmlns:r="http://schemas.openxmlformats.org/officeDocument/2006/relationships" id="284" r:id="R24ee8f6d2c754752"/>
    <p:sldId xmlns:r="http://schemas.openxmlformats.org/officeDocument/2006/relationships" id="285" r:id="R4defadc87b224380"/>
    <p:sldId xmlns:r="http://schemas.openxmlformats.org/officeDocument/2006/relationships" id="286" r:id="Rf3bd9422ea98464d"/>
    <p:sldId xmlns:r="http://schemas.openxmlformats.org/officeDocument/2006/relationships" id="287" r:id="R3b5e567f41f54c72"/>
    <p:sldId xmlns:r="http://schemas.openxmlformats.org/officeDocument/2006/relationships" id="288" r:id="R59890964c3d048ef"/>
    <p:sldId xmlns:r="http://schemas.openxmlformats.org/officeDocument/2006/relationships" id="289" r:id="Re5c5994f33214171"/>
    <p:sldId xmlns:r="http://schemas.openxmlformats.org/officeDocument/2006/relationships" id="290" r:id="Re97ab31230e342aa"/>
    <p:sldId xmlns:r="http://schemas.openxmlformats.org/officeDocument/2006/relationships" id="291" r:id="R5981e0aca0b042fa"/>
    <p:sldId xmlns:r="http://schemas.openxmlformats.org/officeDocument/2006/relationships" id="292" r:id="R64744bfc04ab4b09"/>
    <p:sldId xmlns:r="http://schemas.openxmlformats.org/officeDocument/2006/relationships" id="293" r:id="R68863bcea8904e50"/>
    <p:sldId xmlns:r="http://schemas.openxmlformats.org/officeDocument/2006/relationships" id="294" r:id="R9a0720e2527d4346"/>
    <p:sldId xmlns:r="http://schemas.openxmlformats.org/officeDocument/2006/relationships" id="295" r:id="R2fd5ebdc35564827"/>
    <p:sldId xmlns:r="http://schemas.openxmlformats.org/officeDocument/2006/relationships" id="296" r:id="R47086de13ae143ef"/>
    <p:sldId xmlns:r="http://schemas.openxmlformats.org/officeDocument/2006/relationships" id="297" r:id="Rbf8f818408314f6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5887f67d164007" /><Relationship Type="http://schemas.openxmlformats.org/officeDocument/2006/relationships/slideMaster" Target="/ppt/slideMasters/slideMaster1.xml" Id="R7da9ed6e23e84d80" /><Relationship Type="http://schemas.openxmlformats.org/officeDocument/2006/relationships/notesMaster" Target="/ppt/notesMasters/notesMaster1.xml" Id="R583a399547aa4d48" /><Relationship Type="http://schemas.openxmlformats.org/officeDocument/2006/relationships/presProps" Target="/ppt/presProps.xml" Id="Rbcf6a4662cc949c1" /><Relationship Type="http://schemas.openxmlformats.org/officeDocument/2006/relationships/tableStyles" Target="/ppt/tableStyles.xml" Id="R63eef40a056f40e1" /><Relationship Type="http://schemas.openxmlformats.org/officeDocument/2006/relationships/slide" Target="/ppt/slides/slide1.xml" Id="R41ebea525d124fdf" /><Relationship Type="http://schemas.openxmlformats.org/officeDocument/2006/relationships/slide" Target="/ppt/slides/slide2.xml" Id="R24cf0e0696234b25" /><Relationship Type="http://schemas.openxmlformats.org/officeDocument/2006/relationships/slide" Target="/ppt/slides/slide3.xml" Id="R2f27f2c3936e48fe" /><Relationship Type="http://schemas.openxmlformats.org/officeDocument/2006/relationships/slide" Target="/ppt/slides/slide4.xml" Id="Rb65b7d8c008a4156" /><Relationship Type="http://schemas.openxmlformats.org/officeDocument/2006/relationships/slide" Target="/ppt/slides/slide5.xml" Id="R61388efc093b4fac" /><Relationship Type="http://schemas.openxmlformats.org/officeDocument/2006/relationships/slide" Target="/ppt/slides/slide6.xml" Id="R426f4cc25d0f4f3b" /><Relationship Type="http://schemas.openxmlformats.org/officeDocument/2006/relationships/slide" Target="/ppt/slides/slide7.xml" Id="Rd1d531abc8894a1f" /><Relationship Type="http://schemas.openxmlformats.org/officeDocument/2006/relationships/slide" Target="/ppt/slides/slide8.xml" Id="R8abe98f8e38d48ad" /><Relationship Type="http://schemas.openxmlformats.org/officeDocument/2006/relationships/slide" Target="/ppt/slides/slide9.xml" Id="R1fb6424b7a7844e8" /><Relationship Type="http://schemas.openxmlformats.org/officeDocument/2006/relationships/slide" Target="/ppt/slides/slide10.xml" Id="R52805192d66f492c" /><Relationship Type="http://schemas.openxmlformats.org/officeDocument/2006/relationships/slide" Target="/ppt/slides/slide11.xml" Id="Rb1603e68aa8c48e6" /><Relationship Type="http://schemas.openxmlformats.org/officeDocument/2006/relationships/slide" Target="/ppt/slides/slide12.xml" Id="Rb9574cdcb736453e" /><Relationship Type="http://schemas.openxmlformats.org/officeDocument/2006/relationships/slide" Target="/ppt/slides/slide13.xml" Id="R7ce7a23d5604458d" /><Relationship Type="http://schemas.openxmlformats.org/officeDocument/2006/relationships/slide" Target="/ppt/slides/slide14.xml" Id="R6c07df2298f54c8a" /><Relationship Type="http://schemas.openxmlformats.org/officeDocument/2006/relationships/slide" Target="/ppt/slides/slide15.xml" Id="R303d5481942149a5" /><Relationship Type="http://schemas.openxmlformats.org/officeDocument/2006/relationships/slide" Target="/ppt/slides/slide16.xml" Id="Rb97898e7e1374ad3" /><Relationship Type="http://schemas.openxmlformats.org/officeDocument/2006/relationships/slide" Target="/ppt/slides/slide17.xml" Id="R8648312d1bd14aca" /><Relationship Type="http://schemas.openxmlformats.org/officeDocument/2006/relationships/slide" Target="/ppt/slides/slide18.xml" Id="Rd37625429dfe4f78" /><Relationship Type="http://schemas.openxmlformats.org/officeDocument/2006/relationships/slide" Target="/ppt/slides/slide19.xml" Id="R1155928e35794cd8" /><Relationship Type="http://schemas.openxmlformats.org/officeDocument/2006/relationships/slide" Target="/ppt/slides/slide20.xml" Id="Rab97c212028a463c" /><Relationship Type="http://schemas.openxmlformats.org/officeDocument/2006/relationships/slide" Target="/ppt/slides/slide21.xml" Id="R603bb486f395402f" /><Relationship Type="http://schemas.openxmlformats.org/officeDocument/2006/relationships/slide" Target="/ppt/slides/slide22.xml" Id="Rf0f1b5896a714bef" /><Relationship Type="http://schemas.openxmlformats.org/officeDocument/2006/relationships/slide" Target="/ppt/slides/slide23.xml" Id="Radcea028257f400f" /><Relationship Type="http://schemas.openxmlformats.org/officeDocument/2006/relationships/slide" Target="/ppt/slides/slide24.xml" Id="Rf04cd14cc976416a" /><Relationship Type="http://schemas.openxmlformats.org/officeDocument/2006/relationships/slide" Target="/ppt/slides/slide25.xml" Id="R9b888bb011df4175" /><Relationship Type="http://schemas.openxmlformats.org/officeDocument/2006/relationships/slide" Target="/ppt/slides/slide26.xml" Id="R1b5f527d02a74e82" /><Relationship Type="http://schemas.openxmlformats.org/officeDocument/2006/relationships/slide" Target="/ppt/slides/slide27.xml" Id="Rfc755abe8f544381" /><Relationship Type="http://schemas.openxmlformats.org/officeDocument/2006/relationships/slide" Target="/ppt/slides/slide28.xml" Id="Re21019a8f9084a40" /><Relationship Type="http://schemas.openxmlformats.org/officeDocument/2006/relationships/slide" Target="/ppt/slides/slide29.xml" Id="R24ee8f6d2c754752" /><Relationship Type="http://schemas.openxmlformats.org/officeDocument/2006/relationships/slide" Target="/ppt/slides/slide30.xml" Id="R4defadc87b224380" /><Relationship Type="http://schemas.openxmlformats.org/officeDocument/2006/relationships/slide" Target="/ppt/slides/slide31.xml" Id="Rf3bd9422ea98464d" /><Relationship Type="http://schemas.openxmlformats.org/officeDocument/2006/relationships/slide" Target="/ppt/slides/slide32.xml" Id="R3b5e567f41f54c72" /><Relationship Type="http://schemas.openxmlformats.org/officeDocument/2006/relationships/slide" Target="/ppt/slides/slide33.xml" Id="R59890964c3d048ef" /><Relationship Type="http://schemas.openxmlformats.org/officeDocument/2006/relationships/slide" Target="/ppt/slides/slide34.xml" Id="Re5c5994f33214171" /><Relationship Type="http://schemas.openxmlformats.org/officeDocument/2006/relationships/slide" Target="/ppt/slides/slide35.xml" Id="Re97ab31230e342aa" /><Relationship Type="http://schemas.openxmlformats.org/officeDocument/2006/relationships/slide" Target="/ppt/slides/slide36.xml" Id="R5981e0aca0b042fa" /><Relationship Type="http://schemas.openxmlformats.org/officeDocument/2006/relationships/slide" Target="/ppt/slides/slide37.xml" Id="R64744bfc04ab4b09" /><Relationship Type="http://schemas.openxmlformats.org/officeDocument/2006/relationships/slide" Target="/ppt/slides/slide38.xml" Id="R68863bcea8904e50" /><Relationship Type="http://schemas.openxmlformats.org/officeDocument/2006/relationships/slide" Target="/ppt/slides/slide39.xml" Id="R9a0720e2527d4346" /><Relationship Type="http://schemas.openxmlformats.org/officeDocument/2006/relationships/slide" Target="/ppt/slides/slide40.xml" Id="R2fd5ebdc35564827" /><Relationship Type="http://schemas.openxmlformats.org/officeDocument/2006/relationships/slide" Target="/ppt/slides/slide41.xml" Id="R47086de13ae143ef" /><Relationship Type="http://schemas.openxmlformats.org/officeDocument/2006/relationships/slide" Target="/ppt/slides/slide42.xml" Id="Rbf8f818408314f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bcac706f7e4e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5f936a08db4247" /><Relationship Type="http://schemas.openxmlformats.org/officeDocument/2006/relationships/notesMaster" Target="/ppt/notesMasters/notesMaster1.xml" Id="R1a840566fbd940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b6f9b6a98343ef" /><Relationship Type="http://schemas.openxmlformats.org/officeDocument/2006/relationships/notesMaster" Target="/ppt/notesMasters/notesMaster1.xml" Id="Rff684fe7e8c448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48d5c6e83a4327" /><Relationship Type="http://schemas.openxmlformats.org/officeDocument/2006/relationships/notesMaster" Target="/ppt/notesMasters/notesMaster1.xml" Id="R1a4e8f4da2454a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eb5f75ee73343bd" /><Relationship Type="http://schemas.openxmlformats.org/officeDocument/2006/relationships/notesMaster" Target="/ppt/notesMasters/notesMaster1.xml" Id="Reb8af53cb27e4b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3164de37d9d4027" /><Relationship Type="http://schemas.openxmlformats.org/officeDocument/2006/relationships/notesMaster" Target="/ppt/notesMasters/notesMaster1.xml" Id="Rffc4b6d45da1496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5893347a3a24cc4" /><Relationship Type="http://schemas.openxmlformats.org/officeDocument/2006/relationships/notesMaster" Target="/ppt/notesMasters/notesMaster1.xml" Id="Ra346672f5b6e4f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84a4b710c5b412a" /><Relationship Type="http://schemas.openxmlformats.org/officeDocument/2006/relationships/notesMaster" Target="/ppt/notesMasters/notesMaster1.xml" Id="R7e5a1ac079c14d0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edc6487e3034a75" /><Relationship Type="http://schemas.openxmlformats.org/officeDocument/2006/relationships/notesMaster" Target="/ppt/notesMasters/notesMaster1.xml" Id="Rd46743183b7d455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ce588d16ffb4ec4" /><Relationship Type="http://schemas.openxmlformats.org/officeDocument/2006/relationships/notesMaster" Target="/ppt/notesMasters/notesMaster1.xml" Id="R59a8860bce104eb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ce8f150093d4404" /><Relationship Type="http://schemas.openxmlformats.org/officeDocument/2006/relationships/notesMaster" Target="/ppt/notesMasters/notesMaster1.xml" Id="R07083ef07efa43d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0a0fd06430b4638" /><Relationship Type="http://schemas.openxmlformats.org/officeDocument/2006/relationships/notesMaster" Target="/ppt/notesMasters/notesMaster1.xml" Id="R0b785668cb9447f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6023cff76e840f3" /><Relationship Type="http://schemas.openxmlformats.org/officeDocument/2006/relationships/notesMaster" Target="/ppt/notesMasters/notesMaster1.xml" Id="Reca138a49bd04e7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76dc5ff385d48c3" /><Relationship Type="http://schemas.openxmlformats.org/officeDocument/2006/relationships/notesMaster" Target="/ppt/notesMasters/notesMaster1.xml" Id="R22d120c96f0d410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eb90023ff634ae3" /><Relationship Type="http://schemas.openxmlformats.org/officeDocument/2006/relationships/notesMaster" Target="/ppt/notesMasters/notesMaster1.xml" Id="R99b46fbff7d64b1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27e151648a74efe" /><Relationship Type="http://schemas.openxmlformats.org/officeDocument/2006/relationships/notesMaster" Target="/ppt/notesMasters/notesMaster1.xml" Id="Re6d89ebdafb8447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9b60966ee1c4479" /><Relationship Type="http://schemas.openxmlformats.org/officeDocument/2006/relationships/notesMaster" Target="/ppt/notesMasters/notesMaster1.xml" Id="R974916b7bfb74f1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326215d121e4087" /><Relationship Type="http://schemas.openxmlformats.org/officeDocument/2006/relationships/notesMaster" Target="/ppt/notesMasters/notesMaster1.xml" Id="R21418770e50c4b5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187825346a04f93" /><Relationship Type="http://schemas.openxmlformats.org/officeDocument/2006/relationships/notesMaster" Target="/ppt/notesMasters/notesMaster1.xml" Id="Rb8ac0234e6244d0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b5c044941834a10" /><Relationship Type="http://schemas.openxmlformats.org/officeDocument/2006/relationships/notesMaster" Target="/ppt/notesMasters/notesMaster1.xml" Id="Rd8d1d68e09ca484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eefd39a8f3a4cc6" /><Relationship Type="http://schemas.openxmlformats.org/officeDocument/2006/relationships/notesMaster" Target="/ppt/notesMasters/notesMaster1.xml" Id="R0f42bf19a0984cf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0de2d5996814aec" /><Relationship Type="http://schemas.openxmlformats.org/officeDocument/2006/relationships/notesMaster" Target="/ppt/notesMasters/notesMaster1.xml" Id="R41c39131fccf457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8199d61076d495b" /><Relationship Type="http://schemas.openxmlformats.org/officeDocument/2006/relationships/notesMaster" Target="/ppt/notesMasters/notesMaster1.xml" Id="Re7da48cef659422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38f912ebb0744f0" /><Relationship Type="http://schemas.openxmlformats.org/officeDocument/2006/relationships/notesMaster" Target="/ppt/notesMasters/notesMaster1.xml" Id="R9eb8922b4878401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fac84b06f51492c" /><Relationship Type="http://schemas.openxmlformats.org/officeDocument/2006/relationships/notesMaster" Target="/ppt/notesMasters/notesMaster1.xml" Id="R0db07b7900a3465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f4e8efa509c4e28" /><Relationship Type="http://schemas.openxmlformats.org/officeDocument/2006/relationships/notesMaster" Target="/ppt/notesMasters/notesMaster1.xml" Id="R4e1a9b92eee943b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ae70a035d4f4f1b" /><Relationship Type="http://schemas.openxmlformats.org/officeDocument/2006/relationships/notesMaster" Target="/ppt/notesMasters/notesMaster1.xml" Id="R1634034ff9a247f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df1149c424941e6" /><Relationship Type="http://schemas.openxmlformats.org/officeDocument/2006/relationships/notesMaster" Target="/ppt/notesMasters/notesMaster1.xml" Id="R611706977f05451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46514828ff34a22" /><Relationship Type="http://schemas.openxmlformats.org/officeDocument/2006/relationships/notesMaster" Target="/ppt/notesMasters/notesMaster1.xml" Id="R1a0ca7917b854bb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a5d8de50ec544f5" /><Relationship Type="http://schemas.openxmlformats.org/officeDocument/2006/relationships/notesMaster" Target="/ppt/notesMasters/notesMaster1.xml" Id="R359da11a6d80422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f5c92df058f4b09" /><Relationship Type="http://schemas.openxmlformats.org/officeDocument/2006/relationships/notesMaster" Target="/ppt/notesMasters/notesMaster1.xml" Id="R8138a74f6ad54f2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c0034d802c0c4fcd" /><Relationship Type="http://schemas.openxmlformats.org/officeDocument/2006/relationships/notesMaster" Target="/ppt/notesMasters/notesMaster1.xml" Id="R205ba440ac0b4e7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c31c1dbaed44c42" /><Relationship Type="http://schemas.openxmlformats.org/officeDocument/2006/relationships/notesMaster" Target="/ppt/notesMasters/notesMaster1.xml" Id="Rc8c0465426c54d0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149f390f98a41f7" /><Relationship Type="http://schemas.openxmlformats.org/officeDocument/2006/relationships/notesMaster" Target="/ppt/notesMasters/notesMaster1.xml" Id="Rc3cc51fb1c59496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1cc873d7388b42b1" /><Relationship Type="http://schemas.openxmlformats.org/officeDocument/2006/relationships/notesMaster" Target="/ppt/notesMasters/notesMaster1.xml" Id="R5a7cb287c37940f5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cd24b9625e854dbf" /><Relationship Type="http://schemas.openxmlformats.org/officeDocument/2006/relationships/notesMaster" Target="/ppt/notesMasters/notesMaster1.xml" Id="Rf602978690164184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e3f1e53149a34400" /><Relationship Type="http://schemas.openxmlformats.org/officeDocument/2006/relationships/notesMaster" Target="/ppt/notesMasters/notesMaster1.xml" Id="Re3eb61e6c0d346cf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495af6e5f554687" /><Relationship Type="http://schemas.openxmlformats.org/officeDocument/2006/relationships/notesMaster" Target="/ppt/notesMasters/notesMaster1.xml" Id="Rede91c89d60b4118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c36c63096894f63" /><Relationship Type="http://schemas.openxmlformats.org/officeDocument/2006/relationships/notesMaster" Target="/ppt/notesMasters/notesMaster1.xml" Id="R4e811eba3dcd4f2c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6c26889893a94441" /><Relationship Type="http://schemas.openxmlformats.org/officeDocument/2006/relationships/notesMaster" Target="/ppt/notesMasters/notesMaster1.xml" Id="R8083a837cb434d34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b551bbede0d3461f" /><Relationship Type="http://schemas.openxmlformats.org/officeDocument/2006/relationships/notesMaster" Target="/ppt/notesMasters/notesMaster1.xml" Id="R437f5525c5974f0f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df6f3029a9e94e25" /><Relationship Type="http://schemas.openxmlformats.org/officeDocument/2006/relationships/notesMaster" Target="/ppt/notesMasters/notesMaster1.xml" Id="R1789643776374a13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2a9c3cd006c049a4" /><Relationship Type="http://schemas.openxmlformats.org/officeDocument/2006/relationships/notesMaster" Target="/ppt/notesMasters/notesMaster1.xml" Id="R089db73d646c4b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5a75767ef948f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17afe9a3aa45ba" /><Relationship Type="http://schemas.openxmlformats.org/officeDocument/2006/relationships/slideLayout" Target="/ppt/slideLayouts/slideLayout1.xml" Id="R80cdf1ec16184a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cdf1ec16184a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ae10b3422245b6" /><Relationship Type="http://schemas.openxmlformats.org/officeDocument/2006/relationships/notesSlide" Target="/ppt/notesSlides/notesSlide1.xml" Id="Raee24f2d369b47b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c92864d8dc48c8" /><Relationship Type="http://schemas.openxmlformats.org/officeDocument/2006/relationships/notesSlide" Target="/ppt/notesSlides/notesSlide2.xml" Id="R5725ceaf16ce41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e7ee4302954b79" /><Relationship Type="http://schemas.openxmlformats.org/officeDocument/2006/relationships/notesSlide" Target="/ppt/notesSlides/notesSlide3.xml" Id="Rd1b79df0e0d04b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6fd422ea5c4fc6" /><Relationship Type="http://schemas.openxmlformats.org/officeDocument/2006/relationships/notesSlide" Target="/ppt/notesSlides/notesSlide4.xml" Id="R1b4361660b744a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0c2e256e5f40ca" /><Relationship Type="http://schemas.openxmlformats.org/officeDocument/2006/relationships/notesSlide" Target="/ppt/notesSlides/notesSlide5.xml" Id="Rdd607c4aeb0340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4a171874b84541" /><Relationship Type="http://schemas.openxmlformats.org/officeDocument/2006/relationships/notesSlide" Target="/ppt/notesSlides/notesSlide6.xml" Id="Rf1103c8a812245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58a09a3a2d4375" /><Relationship Type="http://schemas.openxmlformats.org/officeDocument/2006/relationships/notesSlide" Target="/ppt/notesSlides/notesSlide7.xml" Id="R2231100b8c5846a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91b8dfc711433f" /><Relationship Type="http://schemas.openxmlformats.org/officeDocument/2006/relationships/notesSlide" Target="/ppt/notesSlides/notesSlide8.xml" Id="Rbce67daa38534cc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c0728dc624486d" /><Relationship Type="http://schemas.openxmlformats.org/officeDocument/2006/relationships/notesSlide" Target="/ppt/notesSlides/notesSlide9.xml" Id="Rdffff5e69dbe470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dabe9db1734c23" /><Relationship Type="http://schemas.openxmlformats.org/officeDocument/2006/relationships/notesSlide" Target="/ppt/notesSlides/notesSlide10.xml" Id="R32b16ef7993345b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798cc14396495c" /><Relationship Type="http://schemas.openxmlformats.org/officeDocument/2006/relationships/notesSlide" Target="/ppt/notesSlides/notesSlide11.xml" Id="R8c7cd6c6805b40d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b92b313d1048ac" /><Relationship Type="http://schemas.openxmlformats.org/officeDocument/2006/relationships/notesSlide" Target="/ppt/notesSlides/notesSlide12.xml" Id="R9dc8200c3ca54e0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b010ba7bd24248" /><Relationship Type="http://schemas.openxmlformats.org/officeDocument/2006/relationships/notesSlide" Target="/ppt/notesSlides/notesSlide13.xml" Id="R2a065d0fd0df442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eb81e4c51f486f" /><Relationship Type="http://schemas.openxmlformats.org/officeDocument/2006/relationships/notesSlide" Target="/ppt/notesSlides/notesSlide14.xml" Id="Rbc99158ca171400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7cdaa3285a4e9e" /><Relationship Type="http://schemas.openxmlformats.org/officeDocument/2006/relationships/notesSlide" Target="/ppt/notesSlides/notesSlide15.xml" Id="Ra169c927db8a4d0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27ee2bcfac4503" /><Relationship Type="http://schemas.openxmlformats.org/officeDocument/2006/relationships/notesSlide" Target="/ppt/notesSlides/notesSlide16.xml" Id="Rbf5a9e061c96474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46e41e5b1e41fd" /><Relationship Type="http://schemas.openxmlformats.org/officeDocument/2006/relationships/notesSlide" Target="/ppt/notesSlides/notesSlide17.xml" Id="R038a1c52116244f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28ab070a374f08" /><Relationship Type="http://schemas.openxmlformats.org/officeDocument/2006/relationships/notesSlide" Target="/ppt/notesSlides/notesSlide18.xml" Id="R52ad96e5fef145e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27f051f4a141c0" /><Relationship Type="http://schemas.openxmlformats.org/officeDocument/2006/relationships/notesSlide" Target="/ppt/notesSlides/notesSlide19.xml" Id="R9ad1d6a9fc294d2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0879252ab945f1" /><Relationship Type="http://schemas.openxmlformats.org/officeDocument/2006/relationships/notesSlide" Target="/ppt/notesSlides/notesSlide20.xml" Id="Re5ffe2b16b59453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5bc5fd36aa4c76" /><Relationship Type="http://schemas.openxmlformats.org/officeDocument/2006/relationships/notesSlide" Target="/ppt/notesSlides/notesSlide21.xml" Id="Rdeadf5e5ba4f467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3f1da2aeb242d8" /><Relationship Type="http://schemas.openxmlformats.org/officeDocument/2006/relationships/notesSlide" Target="/ppt/notesSlides/notesSlide22.xml" Id="R6d5a04f128a3419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657f6e6c0d468d" /><Relationship Type="http://schemas.openxmlformats.org/officeDocument/2006/relationships/notesSlide" Target="/ppt/notesSlides/notesSlide23.xml" Id="R3dbb2793c6cc440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a2064305644e89" /><Relationship Type="http://schemas.openxmlformats.org/officeDocument/2006/relationships/notesSlide" Target="/ppt/notesSlides/notesSlide24.xml" Id="Rbfa49f079d1641d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49f3f89fbe4d95" /><Relationship Type="http://schemas.openxmlformats.org/officeDocument/2006/relationships/notesSlide" Target="/ppt/notesSlides/notesSlide25.xml" Id="R46d8b2fb6732412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ebe38c7f9a4a09" /><Relationship Type="http://schemas.openxmlformats.org/officeDocument/2006/relationships/notesSlide" Target="/ppt/notesSlides/notesSlide26.xml" Id="Rc5866ab392214b3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d026e705e14b1b" /><Relationship Type="http://schemas.openxmlformats.org/officeDocument/2006/relationships/notesSlide" Target="/ppt/notesSlides/notesSlide27.xml" Id="R7cd4df9fe5984c4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73d984aa244ba3" /><Relationship Type="http://schemas.openxmlformats.org/officeDocument/2006/relationships/notesSlide" Target="/ppt/notesSlides/notesSlide28.xml" Id="R33f601c609c94a2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e450685ff546c2" /><Relationship Type="http://schemas.openxmlformats.org/officeDocument/2006/relationships/notesSlide" Target="/ppt/notesSlides/notesSlide29.xml" Id="Rd131baabd79e441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47d242b80141fa" /><Relationship Type="http://schemas.openxmlformats.org/officeDocument/2006/relationships/notesSlide" Target="/ppt/notesSlides/notesSlide30.xml" Id="R446bb697492b488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0c984661194636" /><Relationship Type="http://schemas.openxmlformats.org/officeDocument/2006/relationships/notesSlide" Target="/ppt/notesSlides/notesSlide31.xml" Id="R3e9c0ee55bfd4a20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0f97f489ad47f4" /><Relationship Type="http://schemas.openxmlformats.org/officeDocument/2006/relationships/notesSlide" Target="/ppt/notesSlides/notesSlide32.xml" Id="R9897e997c27b4e6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3cf8f78fb44508" /><Relationship Type="http://schemas.openxmlformats.org/officeDocument/2006/relationships/notesSlide" Target="/ppt/notesSlides/notesSlide33.xml" Id="R61f26d9bcc194db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5ec32b3f104c76" /><Relationship Type="http://schemas.openxmlformats.org/officeDocument/2006/relationships/notesSlide" Target="/ppt/notesSlides/notesSlide34.xml" Id="R8afaabbf90b7407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c1fe1c0c624120" /><Relationship Type="http://schemas.openxmlformats.org/officeDocument/2006/relationships/notesSlide" Target="/ppt/notesSlides/notesSlide35.xml" Id="R66b8309f35ed498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13cafa9bde4f22" /><Relationship Type="http://schemas.openxmlformats.org/officeDocument/2006/relationships/notesSlide" Target="/ppt/notesSlides/notesSlide36.xml" Id="R254e3c2b97284ed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50708640ae4226" /><Relationship Type="http://schemas.openxmlformats.org/officeDocument/2006/relationships/notesSlide" Target="/ppt/notesSlides/notesSlide37.xml" Id="R4c2e6cfadf3944fb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f6277ddc4f48ef" /><Relationship Type="http://schemas.openxmlformats.org/officeDocument/2006/relationships/notesSlide" Target="/ppt/notesSlides/notesSlide38.xml" Id="R42b63dec405e4302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b036c782934908" /><Relationship Type="http://schemas.openxmlformats.org/officeDocument/2006/relationships/notesSlide" Target="/ppt/notesSlides/notesSlide39.xml" Id="R65379d51d8db42f1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edd69e236b4599" /><Relationship Type="http://schemas.openxmlformats.org/officeDocument/2006/relationships/notesSlide" Target="/ppt/notesSlides/notesSlide40.xml" Id="R728219c5946c4e83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d39901db9e4e5c" /><Relationship Type="http://schemas.openxmlformats.org/officeDocument/2006/relationships/notesSlide" Target="/ppt/notesSlides/notesSlide41.xml" Id="R7a6f0a1a6a9d46de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c39e6886b7493f" /><Relationship Type="http://schemas.openxmlformats.org/officeDocument/2006/relationships/notesSlide" Target="/ppt/notesSlides/notesSlide42.xml" Id="R6eef5e08900c4e3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0524BE-0D66-4771-87C9-AEF2CCD8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89B9F2-CD8E-48C2-AB14-1AF43078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Transformers: Introduction to transformer s, necessity of transformer, principle s of operation, constructional features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4326A7-611A-46CB-99BE-65C8C066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Introduction to Electrical Engineering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1BESC104B/204B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93BC8A-C6B2-42AD-9BD5-C36B3BD6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EF5350-1A1C-4C27-96DC-3A9CAB8D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B2364D-9FA0-4BCD-BBFE-57C33524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51C9ED-A149-4952-B2AD-25166E99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6A30E5-DA14-456F-9011-1DB517C7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E6FBD6-A08F-4010-9B6A-B41DF208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7D3FA6-4A25-4CB9-8DA0-05240055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329B7C-F1F9-45DB-9094-111C13C6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6A566A-710B-47F2-9E4A-3D3014E68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3EB270-6FC6-49F5-B31B-36CFEA63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3066294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5CA6AF-EE1F-4F8D-96CA-CA733F00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8C33DF-EB97-4B95-BAC0-E0F2DE7D6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993E9E-A528-41D5-8AED-736CE033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F298CF-DBF3-46F8-9AF7-D019B749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804C98-204C-40FD-B2C8-AB057102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FBFC3E-16EC-4B45-B88E-3D4A99BC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64D2B5-3BA8-494F-98B1-73A82407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86C5F2-1100-4B60-8F6B-162117877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EC7D6C-5C6D-4F19-946A-748C6612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83656A-1D25-416B-A65A-A69DA031E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7315FC-AAE4-4233-8E78-2C6258C10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6B0B9E-8EE0-41A4-B9C6-B3C4B6AA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B3794F-7D8B-4410-B27D-A5D20C2E2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969A97-1AAE-4D8E-8D26-202B3DBB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309D36-6F6B-4EB2-8858-A4BD8B31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5891381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5F72B6-C113-4127-9488-135FA347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ED420D-DAD5-40E9-A0AB-D0CD7886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CD550D-3FA7-44EB-942B-62E4F4D8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99C37D-58D1-44F1-A249-030DF1BE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98A7DD-5C84-461A-B260-523BA637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76AF65-11BE-4ED9-A051-4E6AE16D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7C1A35-C7CF-4598-B64F-96E919B3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1FEBDA-F472-4F4B-BF99-8A747590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306196-5FBD-4A8D-BADE-229E2A38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Transformers: Introduction to transformer s, necessity of...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ADA891-CCB1-4330-9F50-51D17ED7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D440F9-EB67-43B0-8B45-D407CAD3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6F2960-4D93-4495-A2C3-A50C2423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EMF equation, losses, variation of losses with respect to...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6DA4B4-EE81-422B-BA47-F21884CF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6DADBB-77A4-4AAA-8E18-C0407B72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23E915-4B99-4CC7-88D3-E3D6B47E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Calculation of efficiency at different loads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D27390-37F2-4B7B-BF6E-2526C5CB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0A79E4-40FB-4A97-8926-D70D1412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533445-9E8C-4D87-A755-3A8F1346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Three-phase induction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8C0D5F-0206-452C-B79C-0213E6B9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DDE90F-E324-4366-8ECC-7676680B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409B9E-CA06-4780-854C-E665CD4D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Motors: Definition of rotating magnetic field (without de...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3589E0-945E-4253-A3D7-536855833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810BBB-A295-4177-AF54-8BA3F2DE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B31581-1D16-4300-9F10-2244A8F9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Constructional features of squirrel cage type and wound r...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5EDC89-24BF-4409-8E4D-029C23F0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9C78C3-43D9-439D-AC9A-08AAFE212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55BCE4-4EB6-4606-9761-962C16CF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Slip and its significance, problems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D27150-4F71-42B9-AC5F-0B4ACF91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230293-968A-4BEC-8790-4FB2F31A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864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CB7930-6EDD-4D5D-8152-9487DE12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864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IBESC104B/204B 1BESC104B/204B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C17D76-0BF3-4C10-9AE4-9950CBA5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4864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101F77-66D9-4A40-B67E-CD8A33FD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5612061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B3D13C-9CDB-4212-879B-ABDC672F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63E7AB-BC1C-48B3-9C67-820B738C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2DCEEE-8B94-47AC-AB74-01E45D49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ACE0AF-B8CD-4511-AB52-3AF7FDB6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41F5D9-4D35-48ED-9D46-5DB96463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3ACF89-DEEF-42C9-8A7A-A422B938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F437B4-90DB-417F-B1CC-BE0B9AE68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EBCEDE-86DC-4C8D-AD10-AF434755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Transformers: Introduction to transformer s, necessity of...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85F389-90B4-45E6-A198-EDC7186A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13407B-4137-4B8F-9A58-67876A7AB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504E31-DB7D-456C-BDF4-65C48960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EMF equation, losses, variation of losses with respect to...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7B426F-CF60-47B5-9936-777FDB9E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052109-54D6-4AF1-8C24-EF4FB3BEB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0427FD-320E-4874-9EBF-C0F57641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Calculation of efficiency at different loads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988993-A961-4492-B400-025E22B7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95BDBB-0AAB-418B-A042-4A7047F66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0A41DA-7C46-43E5-89E4-8E1C74F8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Three-phase induction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0AE0FB-97F2-4B69-BBE3-60F5D8591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BA141A-6DF1-4283-9ACF-D74407AD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BA2019-3BC0-48B6-858C-EE7DB826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Motors: Definition of rotating magnetic field (without de...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2B1F0B-6B11-42B2-839A-D39C1EC9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676F4F-7BCA-469B-955A-A4858552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E4F265-6271-470E-8D83-2FF466030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Constructional features of squirrel cage type and wound r...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866AFB-DECE-4F82-904E-EDF9400B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BDF3E6-483C-449A-9CBC-0559FAE8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E52922-EA46-4B31-8ECC-638DDD08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Slip and its significance, problems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9F5AA4-3447-4C24-9F8C-C0C810EA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792B47-2D7E-4985-B2A6-E58C498B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C9709E-EE98-49DA-B50E-DBA993A3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1474939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AAC055-49B4-47EC-B7DD-55C0447E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3E91EC-6A8A-449C-8E0B-065558168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A724F1-A4DD-4B52-9903-22BEEC8D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260493-05F0-40AE-8527-290684C4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656BC9-81C3-4B0E-A619-70DE7008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Transformers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37B370-EA15-4B25-B7C4-A5ED8994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transformer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B4BC98-3E60-49C2-B661-E1032D11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necessity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76BBCE-8836-409E-AFBC-ECEBAC79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operation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465210-5C74-45A6-8008-541468D0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constructional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AA3E94-61A3-489A-835D-CEFCEF47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features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A437D9-1889-4130-B5C6-57206CE26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single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718828-883C-4F2D-AE06-5701CEAB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phase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13F704-C285-4E55-B5E8-79B9D8B6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AFBFE1-4284-4DCA-85E9-07A9F991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losses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8F07CE-CA33-471C-8D2A-C238FE85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BFBD08-93AE-45FF-B0B8-00BEC516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8111809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81233A-D9A4-4F9A-B4C8-A6BC405F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B897C9-FFB1-445B-8EDE-4A4208E3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8F79A3-4FF2-44B7-931C-7A767B8A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E15F2E-EEDC-481A-BD99-051B31AE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696206-72DA-47E8-98C9-02E67C153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Transformers: Introduction to transformer s, necessity of transformer, principle s of operation, constructional...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600B35-4A2A-4116-8B3B-D1BBD21A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Transformers: Introduction to transformer...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2C63A0-9604-4B95-937A-EC7E7FAC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CED05D-9B02-45D9-A6FB-A74CE28E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DFA172-3818-4AF8-9C28-276BF7B2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A743E3-BD4F-4850-B8AD-22507800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7DD4AC-7707-4B49-8850-40377A2A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36E40D-958B-4FB0-A2A6-F906208F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2613FE-A4B8-4D5E-A9FF-67139092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739966-1488-4461-9C0D-FE9181EB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092720-D5D9-45CC-96BD-592636F0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AFF3DD-36C6-4509-B6DB-A7D3DE7E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9308617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6E34B7-5DE2-41BB-A14D-52E6FE51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217D75-10C2-496E-8BA4-B3155E24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64B537-1F21-4491-B912-E5E1A662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CEBC67-6FEB-4B42-A78E-D36824BF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C31B48-5357-451D-97F9-3685EEE2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34FCAA-2395-4C28-B47F-214EE4BA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583F0B-307F-4D0A-AEB4-41E1FF0C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740DE7-F03B-4725-9CA8-709FFB05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C881D3-6801-495A-B8CB-FC1F5F1C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Transformers:...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3D22BD-4ACF-4ABE-ADFB-C5A3EC1F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27213B-F1A8-4EC8-B046-8C29F9BC3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CB0FD9-DED9-4BFB-AF1A-4C1F91B4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Transformer...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0BE8B6-0705-4B3E-97FE-AE66EC407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C4B7F8-D038-4522-B8FA-F1C016E03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74BA19-0E5D-41FF-AC4E-29697F93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Transfo...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A42416-9A6D-4145-A03B-C339DBB8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9929BE-582A-4E41-9017-15FA5FBF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496C2F-4AA1-49AB-B176-F49A7341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Transforme...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7AFFC3-406D-4638-8C70-37C7DC017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6CE197-3EBC-477C-9425-3293A262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98749F-069A-4148-8CF2-5DCC7B0E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Transformers:...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34E65B-C585-4B84-981A-A34058A6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3FB92E-F23D-424C-AFE6-2E2D529DB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2411242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FAEB30-DC02-45D0-BDA6-E08CAB8A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9E5EE4-32F7-4552-9C4B-DF663CCF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456904-6BC0-4582-A6A2-CEDBC0A7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221A8E-585E-41F4-88EB-1599394A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ED4EC1-7685-4AC7-B26B-281BF373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22EE9A-C9EF-4BC7-8576-C8892C87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706418-6AB0-4CB9-9480-5C3B0BA7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E4227B-45F9-42A2-A0B1-287A1CCCC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C8F9F3-7C7A-49AE-BA06-8AA8E3EC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BE20ED-FBF4-497A-BD9E-8D79FAA2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BE84FF-83EC-4D87-B24F-0738903B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2AFB46-6BFC-4BAD-B67F-90AC6C3C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65990F-CE3F-4F2B-97AE-5204C0D1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9586D4-9C27-4D16-8C68-64637E49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B39F5C-5D49-4F4E-924A-896C6515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359283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583DDA-6F6E-4890-B1EC-87056C6C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4F9EA0-40B1-4ABC-9D3B-893DBEBC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C67ED3-409D-4212-8388-012B55EA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ED2729-E93B-41F1-B594-6F526708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283067-7929-4148-8672-A10DA78A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67B343-CD95-4713-8A54-54F542AC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Transformers: Introduction to transformer s, necessity of...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6A01A9-C1AD-497F-9505-E24EAD01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C705AD-9E97-4E99-80D5-0A0E8053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9923C7-FE14-435D-89E5-0F11F0235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B8C83B-0624-44C0-BB9B-C7A78D353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3BA4B7-B1C3-49FC-BCA2-1CD651D1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7117555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BC20DD-C357-4B0C-8837-86FAFF03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D5CD6E-6A8B-49A4-8127-242D8DBB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74E88F-31A2-40A2-9582-111FC94F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9DA6CB-F293-4AAF-97A6-30526344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71B83F-A1DB-41C4-BA7F-4069881CB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EMF equation, losses, variation of losses with respect to load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78EE60-EFCA-41BF-A294-CE9DA016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EMF equation, losses, variation of losses...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FA399E-11A0-4814-8E6D-B5DD403F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8E53BA-D43A-4D68-9196-8612360B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CF35C8-99FE-4BE0-861E-EFB8D15B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9E762B-1312-4EC6-88F7-2C80497C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410F7B-D91F-4D24-8437-AB94D1E2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F42CA3-CF4A-48F4-B1FA-2D57D0770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CEC27C-DA41-45A2-9A70-A99FD33C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75AF7E-57AF-42EE-9A12-C1BD6B4F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02162A-AB6A-49A4-8F69-78112325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899340-B350-4E10-B396-20C45A07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73908339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9E46FC-E021-4D1C-BD3C-F97CCC72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9AE113-D5FB-44C8-8F70-25D0725D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969BA1-693C-4BA3-AE37-A04A0C83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B66AE7-269F-49F3-81F6-87A3EA98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688073-FB06-4C3B-9FCE-4D8A6071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D749D8-8823-431C-953A-785E7679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708E85-5AF4-4802-8EEA-03E7C4E5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B512A1-5091-47BD-9014-A8DFBAC9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0AE4A1-779D-4580-9EFB-A6155D0B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EMF equation,...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040F45-4C1B-41CC-9A8B-F1EB4969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64DFA8-9A74-4A29-91FC-4718A612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42A5E6-D8D9-4FE3-89A1-AB6CE95D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EMF equatio...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32B0B7-C285-40EB-8E74-5B6A1E0E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E23AD0-0EC5-4F83-ACC6-A7D70A9B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479401-D582-4E65-9B70-0D88D960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EMF equ...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E6FDA5-6B2A-4891-9714-B192584E0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284C4E-397D-42CB-A00E-9D59CE92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8634EF-A786-4491-8677-4C23624C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EMF equati...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2B923A-858E-45FD-AA4B-C6A964F5F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04E7B7-B7C4-4F38-B646-7272369E8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7930A6-B73B-4518-B82D-038E28F0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EMF equation,...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A5F471-7601-46AF-B9A8-BB63DA377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0E1EA4-A78F-48C2-8611-92880B3AB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7442800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D2A279-5D25-4700-9260-0F1FE94FA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A18286-EF41-4A75-94B6-3E06E05E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6B06A0-57A6-46D8-9128-59752952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D9E16C-20C2-4CB9-8A50-70249907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1731CC-1DA3-4088-BF4C-A2B0148C3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CE0ACE-3432-45B2-8169-875F555F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751E8B-20BB-4725-9F27-3398BB00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D9A79C-7CD4-415F-8AAC-B79925E0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53A862-8BFC-4941-8668-EC221B5A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C8EEE3-5BAD-40C0-ABA1-C3F95EF51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F77C52-DD49-4F48-817F-F4E10DFC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588CC3-B29E-434E-85A6-0783F83A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4CAFE4-11AD-4901-866D-6420CECE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35823B-EE76-4F07-B6DB-96E86D14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A28956-45B3-4A18-BCA5-45A8B625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84794070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C8161C-1080-4FA5-8100-9C9C0DD8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A8BDF6-EE8A-4235-88EA-9DEA8466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CBE80F-66B5-4D18-8F6B-C6BCDFF5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26A359-3CEA-4EE5-A457-4FB4BE35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D7494C-3402-44B3-91C8-89B3D2E2F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C69FA0-C8A1-46D0-AF08-7CAAEACB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EMF equation, losses, variation of losses with respect to...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F9B29C-3E81-4006-BFB0-89E92BB6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4912AA-21E1-4B93-A56E-1F003EAD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561381-0DD0-4ED0-B663-61385FB9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E61965-B2E2-43DB-B046-9B3158C8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8234D5-A8E0-4357-85E1-FCF30020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87880828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B9D859-D217-436B-9768-023E7515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67C8B1-B6AA-41AE-BC89-70767B804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4FB3CD-DB23-4097-B693-74707752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0D7BF7-1659-4BFC-AC4C-56B378AC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E595AD-6635-4688-A448-2A6CD8EF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Calculation of efficiency at different loads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1E9A17-B275-4C52-BD32-D52FBDB3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Calculation of efficiency at different lo...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43E71B-89D0-4273-BB81-3F0D8B95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7A9438-474E-40BA-BE19-A2D0C8FF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6F4BC9-AA5C-4C0A-B64B-8E3027C5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07B679-7DCB-4512-A066-937139A0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F844BF-6F13-4A72-AD0C-E42D9408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193A7A-305F-4AED-9C43-E5754ADB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413112-4CD0-44B6-90DE-C689D6A54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01639B-D382-4831-9ADE-20F52A10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4BBA26-419E-4FEC-9903-18F32D4B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0C8652-D634-4677-82B4-5E15C282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56176640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F14E05-443D-4CB3-ABA5-37C98722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C07DA9-A175-4D23-B34A-1799992D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54311B-F6CA-4CEB-BCAD-11864E78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00D5BF-7668-4614-A1F8-EE219C1D6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4C9111-0434-4CCD-9FD0-E4C34A63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BAE15E-093B-4BC8-A87A-EFBFCFFCA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567885-FC88-4757-81A4-0BB2668A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2A7327-26DF-476E-BAC8-AA50EF85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C51B26-10A9-418B-93B6-3228BD67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Calculation 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211B18-9AEF-4929-8118-98B744F2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D04257-61C0-4755-8EE5-20C2FCEA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A9E937-E913-4ED6-AE0E-07C82800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Calculation...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8A9316-55C4-40CB-B827-BE0BA1BE1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597F55-4820-4FCA-9E14-B93C504D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02DD04-016A-4388-9041-E0D4383B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Calcula...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6AB6A0-FF11-4177-BFC3-7E70B4A7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DAB01F-CE4B-4928-8586-69A8D446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1FE092-B877-4AEE-AB28-0CA065C5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Calculatio...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A47F2A-07B6-48A7-A6A6-FFF4DD90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6D0DB5-F102-49BA-ADE4-B7832FF4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0895EA-7E88-47C6-A488-8C2E6D4A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Calculation of...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3850D9-877F-4BE6-87B7-8F188F11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AA6A01-9FB9-4002-91B2-E1C57068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13231997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2A47AE-D102-4F7A-A7E3-87B3EB44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87DCD2-AA64-42A2-A211-8D5AC409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00D75C-1C76-4CBF-97DD-2E32BF2F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85C0F1-7287-4519-AB51-D45ACA27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34AF81-4C16-4597-BE5D-6373D140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A6BF72-0592-401C-9B7B-875D63F31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D715BC-5D18-4E96-9E39-73FA8D7F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9186FD-7AE2-4214-8169-1FC25EAD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E2014E-C2DF-4724-B82D-72ABE706D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E45EB3-7E5B-4D19-922E-922D4C17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8E25FA-DB61-448B-9678-03A38C08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1CEC0E-F566-4490-AA93-4C8911EF3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E818EB-8D66-4F7D-B60D-DAED21CD3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07EA58-129F-4C82-ACAD-F29C95E5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491C22-47DE-4EFD-B0A0-BB5C6333A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07596742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E99A97-A1A4-46A6-A7DB-D5662D13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693F22-6983-49B1-8369-CCDC07CC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F61F60-9273-435C-8652-FB7725AE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AB83F1-D778-4C3B-9D84-67D52E32D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EED456-0DDB-4CB6-9056-BEBDB39F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F0A68F-D0F3-4461-9E46-2CAFD8CF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Calculation of efficiency at different loads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40ED9F-BC85-47E8-8BE6-E23565C9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DA7257-076A-4661-BCE2-DB947A7D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B8CEFB-C51A-4F82-9924-E6A5931A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0D6DD-E28F-4858-980E-D23FC88CD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463CD4-3235-4EEB-B931-C0A0BE0BF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8316957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537628-A115-44EF-883A-23C5142E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72A37C-60C4-431C-A98D-7D520030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1DFF44-4B8D-48A5-ACB8-967F792C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43FF7B-0A26-4799-94D0-00882950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6AC973-329E-4989-A1A3-74150C64D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Three-phase induction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E96C9B-8140-4060-864B-3B0E4534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Three-phase induction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EDA5FD-2BA6-477C-A6DC-9C32D131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A46369-5BE7-40AB-844E-57DC54A3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A78222-20B6-4A21-BD62-F1D00B88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7E4CFB-C2F6-4FAC-965D-011DE618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8CCEAE-ABBD-4491-B2DF-66931735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538862-6FE9-478B-9D4B-8A0587FA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3CF702-4AB1-48CD-8D2A-FC193BDF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45CCEB-A019-459E-B995-FC34158B9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43A4C7-C194-40D0-87CD-18377A4B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C81BC8-3503-4605-A46E-7FA41842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68843851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A35918-44DD-4981-B4C6-045B8C79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39B2A6-557A-4E5B-A92E-CD529613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639B99-6C25-4FE7-A54F-4CEE0C90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70231F-A66C-49BA-844E-7D692BE1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48FE78-2EB7-4DEF-9C14-7FD672C7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4EA9A3-7750-45DF-91DD-4B63D2487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3C8341-7D42-411F-8DC4-FB4C2131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14AE9D-2639-4008-8C82-87F6DC1CA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F8CE8C-15AB-4B05-AEB3-9D0409FF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Three-phase 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EF7EBA-D723-4A5E-A216-D23ABFB4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8907D8-647D-4138-9638-97770CC1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FB8CDC-A888-4333-9D56-7ADC5121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Three-phase...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5E7746-24F0-4566-8FCA-C1EE52A5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62A9AF-3E48-4459-8F21-027615969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9AA3D0-1EE1-4BEE-A013-9D92B230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Three-p...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9DBECC-F3BD-4EE3-A20B-88DEE850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FBDB93-8E05-4314-B042-96E4D246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52D201-EBBA-459D-9A01-6535EBB4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Three-phas...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4F3B0B-20B1-4AB2-9725-9BD7763DB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8B1A31-6587-42F0-AC45-3C7DDF35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4973A6-5A86-4250-B82E-DBE432F02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Three-phase in...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9FA2A3-A909-41D7-B54F-8A3A965C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890E34-3458-424E-999C-0FDAA08C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42107029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0BADB1-96A2-4C48-8EDD-F5ECD20E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47243D-EFE2-46BA-A9CF-5F82F9F5B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527332-86C4-469F-912B-4B66CF2D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618D90-2D3F-422E-A52E-1F7BE966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291E23-B170-4BCF-A9A1-F6DA30CE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D3FD15-4815-4FF1-B656-3C05AD00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23C30A-C51C-4638-B223-3D6157F8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3ABD63-0FD5-4A38-8CC0-098FEB1D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F119C6-BC55-4AC8-911B-AB9C99B6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FAE616-FFB0-407C-B4E2-19A35962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6FBA0A-5CB3-49E5-B57F-2D55CC56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DD3CC8-0BC0-466C-83E8-73303A3F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6E3877-3655-4FE6-AF37-A9AC48B5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95AC5B-FF2A-4CCC-ABB5-BA63E921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0D7C1E-227C-4A5F-927A-A090F6D7C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99769614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F83EBD-9938-4451-A77E-7866B773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72076A-8C69-4A10-81F2-328E3897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3021F3-4D9F-4D92-A811-63E8D6DCC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EF180A-387B-4445-87D9-EA36C33C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8C08BC-E9CA-4C78-8ED0-D185EFB6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2F4582-17E1-42CB-9DC4-F90F8DCC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Three-phase induction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85D435-FEF1-4E0E-8613-0634EDD3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8ECA37-7ECE-4B79-82C9-C406BB37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FF1CC8-2098-4C99-AFDE-7575F880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514683-FCE5-43D4-AC92-5F41DAE9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8447CF-5EC8-400D-A450-EA3D650C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79222054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A78549-A806-4618-BC44-B5B281225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BB178F-6064-4D94-B408-0AA4AF117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8DE5DD-ED32-4697-85F8-FD1976722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F0D71B-C9E1-444C-AB55-0FD7D841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CA78C7-3E07-47FA-BB77-FB5BC3E4B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Motors: Definition of rotating magnetic field (without derivation), Principle of operation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762DBF-954D-40AD-B3ED-4EAD7B2FC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Motors: Definition of rotating magnetic f...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72D54A-415D-4EA1-81D3-148EA732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F1BEA1-BA86-42FA-B2DE-31A20DBA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91100B-25DC-4428-ADA6-9D11747A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03BDE7-4B19-4FF3-92D0-AC1E6867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0413CF-36E3-458C-8939-0F892190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D0BD68-8394-4E44-A7EE-4717A81C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496FFB-CD5C-45F6-BD88-211E5D51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97C023-F3EE-4978-BF2B-46B7E8B6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0BB1EE-2A7A-4806-98F1-5649CBB1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BA9C02-E732-48D0-983B-361FC027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49025819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50B8EF-6D2F-42A1-B2D5-68083259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127B11-358C-44B9-B662-39B88BE4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5F5EF3-0467-4F1B-A7F1-2E5B19273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E7D0E6-1524-4C2D-B841-937717A2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0419C1-87DB-46DC-A551-FA0542FE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A9BD2A-CC65-4F47-84AE-BF32F424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F72AF9-C56C-4E4A-AD47-14317E0D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5D4AA7-D5DB-4ED6-B82B-C283AB70B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4DF485-DDDB-41A1-A41B-CEA6E73C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Motors: Defin...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224ADE-A035-4949-BA9D-707B8272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0ECAFC-5E36-474B-9D4D-40A353E9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ABB27C-B56E-4653-981D-C56A9D39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Motors: Def...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58C86D-2429-4394-BECD-1354C8AB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822AA2-D602-4EFB-88FA-2BB62008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7B7171-4E75-4033-AF35-CE46D3FD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Motors:...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F30B5E-D9BE-4224-86AE-75A357147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39C977-1861-4B3A-80C8-A85AF538F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8F0D7C-02E8-4E96-B629-3FD21676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Motors: De...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D95A24-DCD0-44EE-A1AC-100FECE9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E00622-7BF2-4A5C-850D-4876669C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659FA2-D501-4AE7-BF32-C8EBD4AA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Motors: Defini...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F847F5-187F-4BF8-8BEE-7B3C062B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3517FF-BA23-4E01-B6A2-CE45E703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5503627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C7ED75-47C5-4C58-9DB5-1B69853A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F2C9CB-E83C-410E-B4DF-BF492BFC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09688D-FB6E-41B5-8678-C5F76956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96609F-2BEA-40B7-97D7-EDCB20EB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FA4716-0280-4BFB-AFB3-1744E003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A85BEC-90F2-421B-8968-33E4CE37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4DB125-B944-4751-8479-6D89E39A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4C7F4D-BB9B-416E-A258-B5613790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C29961-0727-41F8-A802-258504CB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A2646E-7CA0-4EF3-9F57-76664550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B44595-9581-4E04-B888-D504FB3E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28063C-EEC9-4214-A86E-EC2B7B03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2FC920-4C11-4608-8121-4061411F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1E9D13-118A-491E-8CFD-1EEE3482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8007B7-417E-44EF-A1D2-6456DEDB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67189937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0B83E0-D37E-42E4-B765-C7B83EF5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EFB02C-04B4-480D-9E97-D73CEA02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8A6262-5BC8-44AD-8BFB-BD979473B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B7A8E3-9125-4922-AC17-C97C0243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82A344-6F97-4602-A8F1-EF6DB0DF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5E28DC-4111-47F1-9910-E6A20CF8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Motors: Definition of rotating magnetic field (without de...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9B0A92-64F4-4AB2-BB49-56A369DA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C42084-B86C-49B9-8DD7-C462F3A5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B545A0-72E8-4745-A201-C67500E2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99B8CB-72D5-4BE6-885B-0948EAEE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095963-F0C7-4A14-ACA7-7993149A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65556725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558B6D-4C87-4D04-BB66-36023FF6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EF89B8-9939-49A3-B2A7-9F8437C9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6F1344-70D3-4E5A-8800-6E079B1CE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290FF9-21BD-4E09-BBAD-6988ABEC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94785A-D93F-42A0-9298-61ACD9DE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Constructional features of squirrel cage type and wound rotor type induction motor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CB295E-4A1F-4609-889F-FE2ED3EA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Constructional features of squirrel cage...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A2D81C-49A4-415E-BFCB-BF0DB176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3EF9D8-4536-4F64-BE67-41BFD2E7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CCA874-1043-44C7-B915-935F19FB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C25FD5-AC17-46FD-950F-BAAD3520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0A1831-65A6-47D7-BD2A-4A346A204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FE5481-1CC3-4805-966C-25561A75A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F280DD-E0F1-4260-89D5-A90BC1BE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C975D3-A427-4B90-B8AC-E75EF7B7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FFF463-EADC-45DD-AF41-0161F765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E70F9E-A0EB-4203-99E0-26560664A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35495018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FEE5DD-18E6-487B-AE40-F9EAB097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2E203C-A68B-41B4-B219-2FFDFA8F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D643DB-42DF-429F-ADCC-7491A52D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2A06CE-2CEF-41B5-A328-EC0BFD5C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243910-BB7E-46EE-9013-12FB818D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52C801-1E5F-4874-9252-B456EEA0D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EFB19C-78E5-48D8-B043-B95C2A5A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0F62B7-86C6-4671-934B-9EB2B7F8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28263C-640D-4417-B142-D02DCD67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Constructiona...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FC949A-29F0-4C79-B85A-D48C2547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F51397-BFA5-447A-AE1D-FBBCFC88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D16177-661E-4FB6-8871-8F48DB511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Constructio...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F6B955-244F-494E-89B8-B239DB45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D0B6C8-4631-4C29-AB2B-AF936D0DE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341CE1-25B0-4190-900D-BA0E40D5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Constru...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FB0791-0BD9-49BF-870F-291829C2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BF2EC0-F6B8-455A-89B3-8070A40C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14D941-3101-41CA-B202-5B50BFF7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Constructi...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A2B354-08F9-4DA0-B828-92FEFF01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97131D-7448-4F5D-BE68-5A298916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69E309-95FE-4F7A-A201-9DFDCDCA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Constructional...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E429DD-4F4D-45B2-A1D2-708DFED24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BFB99F-6515-4C76-BC43-AE288022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01693596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4D26F3-EEC4-421B-9F77-AD140D376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BE9450-C789-441F-94BF-8FDC5EC9B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B4D354-57EA-40D2-8FF4-69C526E8E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CFA7F0-BD71-4B0E-9F6D-99762B45A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6D6F6D-1DC5-4559-90EB-0CF96185A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799758-F9E0-44C8-80F9-1B2BC9F8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4F0719-45D8-4384-BBA9-CB82A04A3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B9C9DC-B00A-47CF-BE0D-AE7463BE0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BB6F58-36E9-4EC8-AD59-CC5D535E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428371-2CEA-425A-9228-0E7098C0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4BEF8B-834C-4099-B9FC-57E7896C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152623-2B29-4AF2-A5C1-BD208BD1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DD302F-7B45-4EE9-9AC0-68D3D1B8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73C158-BA85-4B84-8D0C-415A992F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0CE9A7-5FC9-4D12-A8E1-3FF611CF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63427945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EE5EC5-3B6F-4E74-B40D-E0A3F627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B3FDED-1D81-46BA-A799-0A9D88215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E6AEC9-EB8E-4DB7-B6AD-04D9FFCE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7F2582-89DA-46AB-94FB-FC07CA2E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2F312A-AF55-4FB2-879D-11B053FF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A72637-CF36-42F5-9784-E38A723B7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Constructional features of squirrel cage type and wound r...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E5A1DC-6C50-442C-8706-E8EC63F1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9FFF9E-5A16-4362-9B35-49DCF2AD3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848BFD-1E67-406E-8735-EEBAFA34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D0B755-C099-4864-8544-196CA3A7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E2F991-7852-43BE-82B1-42112D6A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91229384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57CDBD-AB99-4E37-81B4-F874705C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C9F319-F28B-43D9-80FC-E6C1EE45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6F248A-1F13-4821-85D1-72728C03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11D859-72C2-4BFC-8472-CF841006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54A139-5B23-475D-A67D-E12093DF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Slip and its significance, problems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F644EF-C071-4AD3-A9F2-E74C264E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Slip and its significance, problems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38BFCA-2777-4625-83CA-ECE918834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1B3928-052A-40DB-889C-8355937B5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7E577D-E72C-4E17-B8BF-21AA7639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BF0B83-E32C-4C1B-A9A3-0BAFBCB7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FCB94D-ABEB-48DB-8E58-ED1BED7D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A4327A-0A86-4BB5-90B7-ED184734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1DCAB4-5FDB-4308-941C-631909E1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E72460-494B-4D69-99A9-88A8BC153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14B0A8-A2F5-4629-A0B2-18973470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C6D21E-3B87-446B-9875-D920CC72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73693016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C01B70-C054-4A54-B231-01D5C991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138599-8917-468D-8937-532D71CD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F8F0FA-9214-4396-BE80-1F5D2DB82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FDBC31-4559-40A8-B21F-2F18598B8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A49D4E-48D1-49F7-894E-9DB2F6D0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01F5B8-4EB4-46B4-8C51-1D410B84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7D7D41-47CC-40AC-88C7-EAB869BC5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397AF0-B3F1-4647-A9EE-1B3198C3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D42182-A3B1-4709-A416-4172E2E0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Slip and its...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5285B5-8FE4-48F7-8E8C-3D5829D8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55BEAF-FB60-454A-BD9F-9DEF0C67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DAB087-BC57-4ECA-9571-8FAD50D7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Slip and it...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1E40C1-1C61-467E-A878-0005251CF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552BB6-A48B-45C5-A9C0-06186190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C99378-05F9-4020-BFD2-EED46909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Slip an...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85B26D-A469-4DD3-BF9A-896B8E27B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9E8FF4-4958-47B6-B44C-B32AF74B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46771A-68FD-409A-8C7C-78DD5F9F8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Slip and 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78436E-0484-41D7-BDE0-CFC7B934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99AF50-CAEF-4EF7-B426-0B62CE39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0163A1-05C2-41BF-892A-04C5FC43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Slip and its 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64A98A-AB00-480A-926C-8527E6045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3DE2B5-955E-4965-8B7F-EFE694D3A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06487393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A50C1C-86D0-4DA5-A963-4054F347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7D6B65-6BDD-4C44-8C69-EADF1D6F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E83F91-2B26-4AE7-B936-13AA9C1F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865CC8-E22B-4D39-81A6-FA2846C3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EC0DCC-6072-4633-9A4A-569CD10F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0D71ED-EEFD-41E3-876B-F0655818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E5974D-6D06-4604-95A5-009460A0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0D6B8E-5E24-41D0-8974-A8561E05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5B319-C72D-4795-B07C-F1E87D7F4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86A77D-D9A3-4FA5-91B0-C1F55084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9EBF85-A63C-42BF-8286-43BE4357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62A623-8D45-4442-B095-700787B5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05269D-E173-48B6-8843-79C029D7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E81531-3842-4212-B64F-95CA7CBE5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5D28A2-B011-43FF-8077-4763A3623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38554778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DD2790-4FF6-4533-BFFB-3C3B77BB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95174C-CF51-4A07-8167-9200504E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F800C0-DBB3-46FF-9D7B-95F788B0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0A7BE8-4FC9-4F00-90BB-3B79956F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056AD0-9B46-4DF4-959F-CABC70CC8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7D49DA-BA7E-405F-A750-1798027C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Slip and its significance, problems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4BB046-E3B2-4F52-85CF-BAB19D8BC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82DBA8-94FF-43C3-8FCB-9BDE2245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D01E54-A3A8-4940-B05B-6238DCD9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D18A54-350B-4708-BA39-1E66516E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072E21-5D5C-416A-BE52-57329FFA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51765271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336BB6-89D0-44D2-96C6-86D1C3EF4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E6BEF3-947C-4487-A0DC-175CB9A3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FF065E-6A22-49D2-9F9B-4DF9FAA4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D3E254-BF2E-4773-9AB6-4CB4BF19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F728F4-6D27-4BFF-A3BB-EAE90FE4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IBESC104B/204B 1BESC104B/204B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5F2E4E-721B-4ECA-8829-E4B9FDAE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IBESC104B/204B 1BESC104B/204B is best understood by tracing signal/current path, component role, waveform, and result.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BD794D-7239-4030-8BE6-79B8016D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F546A9-E316-4321-8B0F-52C2E88C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F585E7-6ED2-4B90-9519-8FCC8734F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6B3E9A-1F9C-4C82-B035-13F08299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9CCDA4-3086-4844-ADC0-9E843EFD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DA5A2E-81EA-4D8A-8D77-FEAC5218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53FC5C-BB7D-4C7C-A9A9-7252A482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D884C7-4B49-44E2-B837-91F75B47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14EF11-D078-4B55-9917-652A1E1E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FDC8DC-B886-4F62-897B-12CF824B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15853967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26FB96-02B1-4986-919A-A2E0FEA4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923410-B724-4DA2-B0B5-E537C5AE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35FD9F-35CA-4524-AB91-EBCD4C03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996225-01B5-44A8-A1AB-FB17C8864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B36156-7C1C-4081-8908-A74CFDF3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E170B0-C8AF-488C-8BD9-3A4A44FB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1EEBAC-BD7A-461D-BFD0-966F586D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1B1F62-973A-430D-A5BA-7A516EC0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266C3D-E137-4470-8688-6F305DEA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Input/source explains one necessary part of IBESC104B/204...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443D1C-C9E1-44E0-B7C5-8009319A8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6A3876-7BC5-4E7B-83D3-2B0184FE9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D8449C-BF38-403E-B7C2-51CEF589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Component role explains one necessary part of IBESC104B/2...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E67F6D-958A-42DA-83C2-FD17DE89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7A36FF-C311-4928-93EA-5C083ABC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BCE933-E5E2-4EFF-8716-FA9CC573A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Circuit/system law explains one necessary part of IBESC10...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94E2EE-12A1-4520-99E0-FD31E08EF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AED31D-C281-447A-8135-32F8F43A1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D2D86D-F929-4EB5-A3A5-C9414D3A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Waveform/output explains one necessary part of IBESC104B/...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3AB040-2EDC-4280-9235-FF71DF87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439035-0C7E-4A55-A3EC-0FF236FA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D2FC72-7626-4D36-B43A-A3CB8CE1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IBESC104B/204B...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38BC92-1DB2-4EB2-BB7D-B4F6166D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855B5F-B4B9-47AB-A48B-0F3CD41D3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88429499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84975E-2889-4C15-A6F4-5B7EC972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F243E2-9126-42FE-98F5-F42563F1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F4058C-8D2E-49D8-92AF-29575ABE6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C41B8E-A580-4A3C-B5CD-90AC83D4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DADFFB-BE19-4D42-A773-2FA632AA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block/circuit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FA55BE-6947-4BA8-8D53-6C77459E9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4D9E96-5238-47C2-B89C-AA472324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current/signal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F5E9CF-EC17-49B8-83A6-A556FB4F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9F3142-73CD-47BD-9608-13CA48127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relation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1BD8F7-6427-42D3-B744-7164A999C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C3CDE3-687E-4F9D-B51A-6F018FC4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Calculate/compare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45D75D-8464-45FD-85F6-65E33ECE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3EF566-D16C-41A1-86B5-CF8DA73C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Read waveform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89E0BE-9403-400F-B757-B804D303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block/circuit: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current/signal path: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relation: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Calculate/compare: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Read waveform: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454BD3-C35E-4ADA-899F-47939A0E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12163978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DD43EF-DE27-4DA1-B899-FD159318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94086-ED81-42E6-B3FC-E5F979790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8.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5C2F87-EFDB-4A55-95B7-6B3206C59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9AF1BF-0601-41A7-BFC1-49BB6E95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E9A67C-C42A-4E51-92CD-7E73F29B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6932A3-59DB-4ED5-BBD9-084CBCEC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IBESC104B/204B 1BESC104B/204B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868044-EBA4-4C3F-BA7D-E575C8F2E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CDF9DF-09CF-490B-BB06-99E128E7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Naming components without explaining their effect on voltage, current, signal, or power.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C73ED9-D77B-4D54-A47C-785C6F90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8B5116-3205-4BB6-9D23-C94CD793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FBD8F0-65C8-4DA9-A177-FF7C3059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31411348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DBBA7C-DAB6-40F4-BF89-FFF174F34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0D24FB-A3AF-483E-AAB8-64B73D51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213681-4030-4D7B-987F-6058A787B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AB5A90-C055-4CFB-BFC4-FC19B02C3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5AC9D2-39E4-46F3-AD77-583F15F2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23520C-6493-4A45-8AFE-D158ED4D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26940933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959A25-72B3-43FA-872F-9F715692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295365-E007-4545-9CE3-8B18F75B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A0045F-6368-404C-AE50-68157AAC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F77E86-29E1-4290-BCF1-891CADD9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AF1CD1-8618-42A7-A49B-A0C4FC38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Transformers: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transformer: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necessity: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operation: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constructional: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D27867-AA4E-4178-B455-6D74D5ED5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01051872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3F9782-ECA9-4CD7-A3D9-1AF90770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EF2612-481B-443D-93E9-10E2032A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3A3B2F-2141-4030-BB55-56682EA5E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76B014-3F41-4D4F-AE9B-A05196F8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781A81-6CEE-4326-B3CB-8BF621A43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Input/source: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Component role: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Circuit/system law: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Waveform/output: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462001-A785-4CF7-A3C5-5EF8C594C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865870727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A47438-711A-418F-9A01-5E9C2449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3192A2-44B1-4BF3-962A-B8C247C4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CF4511-4A57-4429-B908-5ABAE048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F5DEEB-F88E-4C31-B383-A32FE394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CD503C-CE48-4021-BDE3-BDD7B63D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Naming components without explaining their effect on voltage, current, signal, or power.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CFB948-3874-4A18-A86D-75018462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414735031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A6C6DA-4198-479E-AC02-9EE2EEA5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1BESC104B/204B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A8E8AE-DC69-4400-91DA-6DFF3C4E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AC03A6-6BB3-4AAA-9476-E1439ACE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497D20-9E85-475D-A1F4-7FC6857C5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709E09-A491-4F29-9542-CA85F4A2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Transformers: Introduction to transformer s, necessity of transformer,...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EMF equation, losses, variation of losses with respect to load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Calculation of efficiency at different loads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Three-phase induction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Motors: Definition of rotating magnetic field (without derivation), Pri...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18750D-CAA7-4C3B-ACAF-58E84189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9F4683-E942-4EDB-B140-6EE256231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A9C472-792D-4AD9-90A4-5622A90F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Introduction to Electrical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7017261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2026-08-24T16:02:47.6720000Z</dcterms:created>
  <dcterms:modified xsi:type="dcterms:W3CDTF">2026-08-24T16:02:47.6720000Z</dcterms:modified>
</coreProperties>
</file>