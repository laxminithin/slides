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08131a9af94af2" /><Relationship Type="http://schemas.openxmlformats.org/officeDocument/2006/relationships/extended-properties" Target="/docProps/app.xml" Id="Ra14f11871d6340d4" /><Relationship Type="http://schemas.openxmlformats.org/officeDocument/2006/relationships/officeDocument" Target="/ppt/presentation.xml" Id="Rf0e65dd6000a4a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5aebee9bf04e62"/>
  </p:sldMasterIdLst>
  <p:notesMasterIdLst>
    <p:notesMasterId xmlns:r="http://schemas.openxmlformats.org/officeDocument/2006/relationships" r:id="R5675211b128f4681"/>
  </p:notesMasterIdLst>
  <p:sldIdLst>
    <p:sldId xmlns:r="http://schemas.openxmlformats.org/officeDocument/2006/relationships" id="256" r:id="Rbd290fd66f6847a9"/>
    <p:sldId xmlns:r="http://schemas.openxmlformats.org/officeDocument/2006/relationships" id="257" r:id="R9e4050549ed54dfd"/>
    <p:sldId xmlns:r="http://schemas.openxmlformats.org/officeDocument/2006/relationships" id="258" r:id="R6df7c46e95fe4dce"/>
    <p:sldId xmlns:r="http://schemas.openxmlformats.org/officeDocument/2006/relationships" id="259" r:id="Re16e2c3475f64625"/>
    <p:sldId xmlns:r="http://schemas.openxmlformats.org/officeDocument/2006/relationships" id="260" r:id="R13107dfb0565452f"/>
    <p:sldId xmlns:r="http://schemas.openxmlformats.org/officeDocument/2006/relationships" id="261" r:id="Ra1c7dd35de4d404c"/>
    <p:sldId xmlns:r="http://schemas.openxmlformats.org/officeDocument/2006/relationships" id="262" r:id="R74c2f0a224844c65"/>
    <p:sldId xmlns:r="http://schemas.openxmlformats.org/officeDocument/2006/relationships" id="263" r:id="Re219760f82b545f9"/>
    <p:sldId xmlns:r="http://schemas.openxmlformats.org/officeDocument/2006/relationships" id="264" r:id="Rc3884ee7cf304f0d"/>
    <p:sldId xmlns:r="http://schemas.openxmlformats.org/officeDocument/2006/relationships" id="265" r:id="R0cbbc68f23314979"/>
    <p:sldId xmlns:r="http://schemas.openxmlformats.org/officeDocument/2006/relationships" id="266" r:id="Re653801692e24d66"/>
    <p:sldId xmlns:r="http://schemas.openxmlformats.org/officeDocument/2006/relationships" id="267" r:id="Rc9bf98293eb044df"/>
    <p:sldId xmlns:r="http://schemas.openxmlformats.org/officeDocument/2006/relationships" id="268" r:id="Re49222be7f164edf"/>
    <p:sldId xmlns:r="http://schemas.openxmlformats.org/officeDocument/2006/relationships" id="269" r:id="R23940252cc0644db"/>
    <p:sldId xmlns:r="http://schemas.openxmlformats.org/officeDocument/2006/relationships" id="270" r:id="Ra8e18e41981c48f3"/>
    <p:sldId xmlns:r="http://schemas.openxmlformats.org/officeDocument/2006/relationships" id="271" r:id="Rfa8ec25435fc44fe"/>
    <p:sldId xmlns:r="http://schemas.openxmlformats.org/officeDocument/2006/relationships" id="272" r:id="Rf0ef838e6afd4b63"/>
    <p:sldId xmlns:r="http://schemas.openxmlformats.org/officeDocument/2006/relationships" id="273" r:id="R3d63dff0d42e40c2"/>
    <p:sldId xmlns:r="http://schemas.openxmlformats.org/officeDocument/2006/relationships" id="274" r:id="R82948ab765fd4f2f"/>
    <p:sldId xmlns:r="http://schemas.openxmlformats.org/officeDocument/2006/relationships" id="275" r:id="R74f2f085e3c14b1d"/>
    <p:sldId xmlns:r="http://schemas.openxmlformats.org/officeDocument/2006/relationships" id="276" r:id="Rddaab6d567d045d0"/>
    <p:sldId xmlns:r="http://schemas.openxmlformats.org/officeDocument/2006/relationships" id="277" r:id="Rc4755cecce2a457e"/>
    <p:sldId xmlns:r="http://schemas.openxmlformats.org/officeDocument/2006/relationships" id="278" r:id="R86b23b34cccb499a"/>
    <p:sldId xmlns:r="http://schemas.openxmlformats.org/officeDocument/2006/relationships" id="279" r:id="R49308d3736774e0c"/>
    <p:sldId xmlns:r="http://schemas.openxmlformats.org/officeDocument/2006/relationships" id="280" r:id="Ra5095a715ff44074"/>
    <p:sldId xmlns:r="http://schemas.openxmlformats.org/officeDocument/2006/relationships" id="281" r:id="Rec060d49071841a9"/>
    <p:sldId xmlns:r="http://schemas.openxmlformats.org/officeDocument/2006/relationships" id="282" r:id="Rd4e0915d92754adf"/>
    <p:sldId xmlns:r="http://schemas.openxmlformats.org/officeDocument/2006/relationships" id="283" r:id="R9ea3ad2350fe4dcf"/>
    <p:sldId xmlns:r="http://schemas.openxmlformats.org/officeDocument/2006/relationships" id="284" r:id="Rdbeda582915f48ed"/>
    <p:sldId xmlns:r="http://schemas.openxmlformats.org/officeDocument/2006/relationships" id="285" r:id="R19726402345e410c"/>
    <p:sldId xmlns:r="http://schemas.openxmlformats.org/officeDocument/2006/relationships" id="286" r:id="R1835f344014c4d19"/>
    <p:sldId xmlns:r="http://schemas.openxmlformats.org/officeDocument/2006/relationships" id="287" r:id="Rf511e0ee242a47a1"/>
    <p:sldId xmlns:r="http://schemas.openxmlformats.org/officeDocument/2006/relationships" id="288" r:id="R8f414616cede4e60"/>
    <p:sldId xmlns:r="http://schemas.openxmlformats.org/officeDocument/2006/relationships" id="289" r:id="R0b7fce67ddc24cd6"/>
    <p:sldId xmlns:r="http://schemas.openxmlformats.org/officeDocument/2006/relationships" id="290" r:id="R3191d934de774801"/>
    <p:sldId xmlns:r="http://schemas.openxmlformats.org/officeDocument/2006/relationships" id="291" r:id="R188f0cd44b744910"/>
    <p:sldId xmlns:r="http://schemas.openxmlformats.org/officeDocument/2006/relationships" id="292" r:id="R8e285082b4ad4c2a"/>
    <p:sldId xmlns:r="http://schemas.openxmlformats.org/officeDocument/2006/relationships" id="293" r:id="Rd587c2eb4d5e4175"/>
    <p:sldId xmlns:r="http://schemas.openxmlformats.org/officeDocument/2006/relationships" id="294" r:id="R9e5973a6500f4557"/>
    <p:sldId xmlns:r="http://schemas.openxmlformats.org/officeDocument/2006/relationships" id="295" r:id="R0c64faaa3b6640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947ecbb9324128" /><Relationship Type="http://schemas.openxmlformats.org/officeDocument/2006/relationships/slideMaster" Target="/ppt/slideMasters/slideMaster1.xml" Id="Rb05aebee9bf04e62" /><Relationship Type="http://schemas.openxmlformats.org/officeDocument/2006/relationships/notesMaster" Target="/ppt/notesMasters/notesMaster1.xml" Id="R5675211b128f4681" /><Relationship Type="http://schemas.openxmlformats.org/officeDocument/2006/relationships/presProps" Target="/ppt/presProps.xml" Id="Ra8aba67905e54665" /><Relationship Type="http://schemas.openxmlformats.org/officeDocument/2006/relationships/tableStyles" Target="/ppt/tableStyles.xml" Id="R10030bf8be034f21" /><Relationship Type="http://schemas.openxmlformats.org/officeDocument/2006/relationships/slide" Target="/ppt/slides/slide1.xml" Id="Rbd290fd66f6847a9" /><Relationship Type="http://schemas.openxmlformats.org/officeDocument/2006/relationships/slide" Target="/ppt/slides/slide2.xml" Id="R9e4050549ed54dfd" /><Relationship Type="http://schemas.openxmlformats.org/officeDocument/2006/relationships/slide" Target="/ppt/slides/slide3.xml" Id="R6df7c46e95fe4dce" /><Relationship Type="http://schemas.openxmlformats.org/officeDocument/2006/relationships/slide" Target="/ppt/slides/slide4.xml" Id="Re16e2c3475f64625" /><Relationship Type="http://schemas.openxmlformats.org/officeDocument/2006/relationships/slide" Target="/ppt/slides/slide5.xml" Id="R13107dfb0565452f" /><Relationship Type="http://schemas.openxmlformats.org/officeDocument/2006/relationships/slide" Target="/ppt/slides/slide6.xml" Id="Ra1c7dd35de4d404c" /><Relationship Type="http://schemas.openxmlformats.org/officeDocument/2006/relationships/slide" Target="/ppt/slides/slide7.xml" Id="R74c2f0a224844c65" /><Relationship Type="http://schemas.openxmlformats.org/officeDocument/2006/relationships/slide" Target="/ppt/slides/slide8.xml" Id="Re219760f82b545f9" /><Relationship Type="http://schemas.openxmlformats.org/officeDocument/2006/relationships/slide" Target="/ppt/slides/slide9.xml" Id="Rc3884ee7cf304f0d" /><Relationship Type="http://schemas.openxmlformats.org/officeDocument/2006/relationships/slide" Target="/ppt/slides/slide10.xml" Id="R0cbbc68f23314979" /><Relationship Type="http://schemas.openxmlformats.org/officeDocument/2006/relationships/slide" Target="/ppt/slides/slide11.xml" Id="Re653801692e24d66" /><Relationship Type="http://schemas.openxmlformats.org/officeDocument/2006/relationships/slide" Target="/ppt/slides/slide12.xml" Id="Rc9bf98293eb044df" /><Relationship Type="http://schemas.openxmlformats.org/officeDocument/2006/relationships/slide" Target="/ppt/slides/slide13.xml" Id="Re49222be7f164edf" /><Relationship Type="http://schemas.openxmlformats.org/officeDocument/2006/relationships/slide" Target="/ppt/slides/slide14.xml" Id="R23940252cc0644db" /><Relationship Type="http://schemas.openxmlformats.org/officeDocument/2006/relationships/slide" Target="/ppt/slides/slide15.xml" Id="Ra8e18e41981c48f3" /><Relationship Type="http://schemas.openxmlformats.org/officeDocument/2006/relationships/slide" Target="/ppt/slides/slide16.xml" Id="Rfa8ec25435fc44fe" /><Relationship Type="http://schemas.openxmlformats.org/officeDocument/2006/relationships/slide" Target="/ppt/slides/slide17.xml" Id="Rf0ef838e6afd4b63" /><Relationship Type="http://schemas.openxmlformats.org/officeDocument/2006/relationships/slide" Target="/ppt/slides/slide18.xml" Id="R3d63dff0d42e40c2" /><Relationship Type="http://schemas.openxmlformats.org/officeDocument/2006/relationships/slide" Target="/ppt/slides/slide19.xml" Id="R82948ab765fd4f2f" /><Relationship Type="http://schemas.openxmlformats.org/officeDocument/2006/relationships/slide" Target="/ppt/slides/slide20.xml" Id="R74f2f085e3c14b1d" /><Relationship Type="http://schemas.openxmlformats.org/officeDocument/2006/relationships/slide" Target="/ppt/slides/slide21.xml" Id="Rddaab6d567d045d0" /><Relationship Type="http://schemas.openxmlformats.org/officeDocument/2006/relationships/slide" Target="/ppt/slides/slide22.xml" Id="Rc4755cecce2a457e" /><Relationship Type="http://schemas.openxmlformats.org/officeDocument/2006/relationships/slide" Target="/ppt/slides/slide23.xml" Id="R86b23b34cccb499a" /><Relationship Type="http://schemas.openxmlformats.org/officeDocument/2006/relationships/slide" Target="/ppt/slides/slide24.xml" Id="R49308d3736774e0c" /><Relationship Type="http://schemas.openxmlformats.org/officeDocument/2006/relationships/slide" Target="/ppt/slides/slide25.xml" Id="Ra5095a715ff44074" /><Relationship Type="http://schemas.openxmlformats.org/officeDocument/2006/relationships/slide" Target="/ppt/slides/slide26.xml" Id="Rec060d49071841a9" /><Relationship Type="http://schemas.openxmlformats.org/officeDocument/2006/relationships/slide" Target="/ppt/slides/slide27.xml" Id="Rd4e0915d92754adf" /><Relationship Type="http://schemas.openxmlformats.org/officeDocument/2006/relationships/slide" Target="/ppt/slides/slide28.xml" Id="R9ea3ad2350fe4dcf" /><Relationship Type="http://schemas.openxmlformats.org/officeDocument/2006/relationships/slide" Target="/ppt/slides/slide29.xml" Id="Rdbeda582915f48ed" /><Relationship Type="http://schemas.openxmlformats.org/officeDocument/2006/relationships/slide" Target="/ppt/slides/slide30.xml" Id="R19726402345e410c" /><Relationship Type="http://schemas.openxmlformats.org/officeDocument/2006/relationships/slide" Target="/ppt/slides/slide31.xml" Id="R1835f344014c4d19" /><Relationship Type="http://schemas.openxmlformats.org/officeDocument/2006/relationships/slide" Target="/ppt/slides/slide32.xml" Id="Rf511e0ee242a47a1" /><Relationship Type="http://schemas.openxmlformats.org/officeDocument/2006/relationships/slide" Target="/ppt/slides/slide33.xml" Id="R8f414616cede4e60" /><Relationship Type="http://schemas.openxmlformats.org/officeDocument/2006/relationships/slide" Target="/ppt/slides/slide34.xml" Id="R0b7fce67ddc24cd6" /><Relationship Type="http://schemas.openxmlformats.org/officeDocument/2006/relationships/slide" Target="/ppt/slides/slide35.xml" Id="R3191d934de774801" /><Relationship Type="http://schemas.openxmlformats.org/officeDocument/2006/relationships/slide" Target="/ppt/slides/slide36.xml" Id="R188f0cd44b744910" /><Relationship Type="http://schemas.openxmlformats.org/officeDocument/2006/relationships/slide" Target="/ppt/slides/slide37.xml" Id="R8e285082b4ad4c2a" /><Relationship Type="http://schemas.openxmlformats.org/officeDocument/2006/relationships/slide" Target="/ppt/slides/slide38.xml" Id="Rd587c2eb4d5e4175" /><Relationship Type="http://schemas.openxmlformats.org/officeDocument/2006/relationships/slide" Target="/ppt/slides/slide39.xml" Id="R9e5973a6500f4557" /><Relationship Type="http://schemas.openxmlformats.org/officeDocument/2006/relationships/slide" Target="/ppt/slides/slide40.xml" Id="R0c64faaa3b6640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19f6114c834b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3f228d440742d5" /><Relationship Type="http://schemas.openxmlformats.org/officeDocument/2006/relationships/notesMaster" Target="/ppt/notesMasters/notesMaster1.xml" Id="Ra645b5430c5441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74c24e1f484b52" /><Relationship Type="http://schemas.openxmlformats.org/officeDocument/2006/relationships/notesMaster" Target="/ppt/notesMasters/notesMaster1.xml" Id="R1275e87b981244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7a67c408d5415d" /><Relationship Type="http://schemas.openxmlformats.org/officeDocument/2006/relationships/notesMaster" Target="/ppt/notesMasters/notesMaster1.xml" Id="R46c9b5492e9849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850ba3470f48c2" /><Relationship Type="http://schemas.openxmlformats.org/officeDocument/2006/relationships/notesMaster" Target="/ppt/notesMasters/notesMaster1.xml" Id="R18cd560d394a44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44ee8e20434ec9" /><Relationship Type="http://schemas.openxmlformats.org/officeDocument/2006/relationships/notesMaster" Target="/ppt/notesMasters/notesMaster1.xml" Id="R7bde54ff1a4647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71f9b5ac084f5a" /><Relationship Type="http://schemas.openxmlformats.org/officeDocument/2006/relationships/notesMaster" Target="/ppt/notesMasters/notesMaster1.xml" Id="R5e1dc2596cb741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71fea9f44f4643" /><Relationship Type="http://schemas.openxmlformats.org/officeDocument/2006/relationships/notesMaster" Target="/ppt/notesMasters/notesMaster1.xml" Id="Rbd73176b243745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9d2ec058584091" /><Relationship Type="http://schemas.openxmlformats.org/officeDocument/2006/relationships/notesMaster" Target="/ppt/notesMasters/notesMaster1.xml" Id="Re535c57924094b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3ba76077a5417c" /><Relationship Type="http://schemas.openxmlformats.org/officeDocument/2006/relationships/notesMaster" Target="/ppt/notesMasters/notesMaster1.xml" Id="Rd71b04e6e09846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1f6e6a4e63405c" /><Relationship Type="http://schemas.openxmlformats.org/officeDocument/2006/relationships/notesMaster" Target="/ppt/notesMasters/notesMaster1.xml" Id="R6338bc641d0a4e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83ecb1647c4c83" /><Relationship Type="http://schemas.openxmlformats.org/officeDocument/2006/relationships/notesMaster" Target="/ppt/notesMasters/notesMaster1.xml" Id="R4e420bfbf67e45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bfa16de72c44ff" /><Relationship Type="http://schemas.openxmlformats.org/officeDocument/2006/relationships/notesMaster" Target="/ppt/notesMasters/notesMaster1.xml" Id="R3c96dd50331a4d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9fb3674002422c" /><Relationship Type="http://schemas.openxmlformats.org/officeDocument/2006/relationships/notesMaster" Target="/ppt/notesMasters/notesMaster1.xml" Id="R58aa7a5759284d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bace828c0a498a" /><Relationship Type="http://schemas.openxmlformats.org/officeDocument/2006/relationships/notesMaster" Target="/ppt/notesMasters/notesMaster1.xml" Id="R32592f66fce648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bb45e6f59947b2" /><Relationship Type="http://schemas.openxmlformats.org/officeDocument/2006/relationships/notesMaster" Target="/ppt/notesMasters/notesMaster1.xml" Id="R9a4ace689f7e47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28d016eaf7426c" /><Relationship Type="http://schemas.openxmlformats.org/officeDocument/2006/relationships/notesMaster" Target="/ppt/notesMasters/notesMaster1.xml" Id="R215fce9a3ddd4d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3c70d971f04b5a" /><Relationship Type="http://schemas.openxmlformats.org/officeDocument/2006/relationships/notesMaster" Target="/ppt/notesMasters/notesMaster1.xml" Id="R5085c034330a48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e2c3dd78754d0a" /><Relationship Type="http://schemas.openxmlformats.org/officeDocument/2006/relationships/notesMaster" Target="/ppt/notesMasters/notesMaster1.xml" Id="Rf6969ab15de446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a91df810094f2a" /><Relationship Type="http://schemas.openxmlformats.org/officeDocument/2006/relationships/notesMaster" Target="/ppt/notesMasters/notesMaster1.xml" Id="R5aea74681ce549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6779cf81684868" /><Relationship Type="http://schemas.openxmlformats.org/officeDocument/2006/relationships/notesMaster" Target="/ppt/notesMasters/notesMaster1.xml" Id="R2c40aabbc20a4a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90faeadf59c4912" /><Relationship Type="http://schemas.openxmlformats.org/officeDocument/2006/relationships/notesMaster" Target="/ppt/notesMasters/notesMaster1.xml" Id="R9dc8ed2a922c47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f26f41292064009" /><Relationship Type="http://schemas.openxmlformats.org/officeDocument/2006/relationships/notesMaster" Target="/ppt/notesMasters/notesMaster1.xml" Id="R5375da6fb3d54c9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718d5378654bfc" /><Relationship Type="http://schemas.openxmlformats.org/officeDocument/2006/relationships/notesMaster" Target="/ppt/notesMasters/notesMaster1.xml" Id="Rb0dc650af66849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3cefd5b60a24f92" /><Relationship Type="http://schemas.openxmlformats.org/officeDocument/2006/relationships/notesMaster" Target="/ppt/notesMasters/notesMaster1.xml" Id="R80929862518546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7446fb5ae3a4791" /><Relationship Type="http://schemas.openxmlformats.org/officeDocument/2006/relationships/notesMaster" Target="/ppt/notesMasters/notesMaster1.xml" Id="Rb3543473a8574cc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00d06f17c91499f" /><Relationship Type="http://schemas.openxmlformats.org/officeDocument/2006/relationships/notesMaster" Target="/ppt/notesMasters/notesMaster1.xml" Id="R46d443689af4466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714740af2cc43de" /><Relationship Type="http://schemas.openxmlformats.org/officeDocument/2006/relationships/notesMaster" Target="/ppt/notesMasters/notesMaster1.xml" Id="R5b84a4c72fc543a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56faed0ed514914" /><Relationship Type="http://schemas.openxmlformats.org/officeDocument/2006/relationships/notesMaster" Target="/ppt/notesMasters/notesMaster1.xml" Id="R21f490cafa86493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7b301f2c3f04aaa" /><Relationship Type="http://schemas.openxmlformats.org/officeDocument/2006/relationships/notesMaster" Target="/ppt/notesMasters/notesMaster1.xml" Id="R6cc59b00c66c413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61ee80e665f469e" /><Relationship Type="http://schemas.openxmlformats.org/officeDocument/2006/relationships/notesMaster" Target="/ppt/notesMasters/notesMaster1.xml" Id="R85c82cf0c5584c5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f76d20025d4dd8" /><Relationship Type="http://schemas.openxmlformats.org/officeDocument/2006/relationships/notesMaster" Target="/ppt/notesMasters/notesMaster1.xml" Id="R9f010bf51540458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7cf2a227c6a4c9d" /><Relationship Type="http://schemas.openxmlformats.org/officeDocument/2006/relationships/notesMaster" Target="/ppt/notesMasters/notesMaster1.xml" Id="Rc1f2387fe10d404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c894eab6bde41b2" /><Relationship Type="http://schemas.openxmlformats.org/officeDocument/2006/relationships/notesMaster" Target="/ppt/notesMasters/notesMaster1.xml" Id="R97279909755642d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b17f10bb96e437f" /><Relationship Type="http://schemas.openxmlformats.org/officeDocument/2006/relationships/notesMaster" Target="/ppt/notesMasters/notesMaster1.xml" Id="Rdfde527ea8ea44e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79391dd3b0c470d" /><Relationship Type="http://schemas.openxmlformats.org/officeDocument/2006/relationships/notesMaster" Target="/ppt/notesMasters/notesMaster1.xml" Id="Red98a290805d4cc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7ad77cacb8242da" /><Relationship Type="http://schemas.openxmlformats.org/officeDocument/2006/relationships/notesMaster" Target="/ppt/notesMasters/notesMaster1.xml" Id="R7fa599d80261477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c8c1f24501443a6" /><Relationship Type="http://schemas.openxmlformats.org/officeDocument/2006/relationships/notesMaster" Target="/ppt/notesMasters/notesMaster1.xml" Id="R57287158029a489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cbc027fd4bc4b6b" /><Relationship Type="http://schemas.openxmlformats.org/officeDocument/2006/relationships/notesMaster" Target="/ppt/notesMasters/notesMaster1.xml" Id="R639e92f6dd0f4f2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6a1675b060e41b9" /><Relationship Type="http://schemas.openxmlformats.org/officeDocument/2006/relationships/notesMaster" Target="/ppt/notesMasters/notesMaster1.xml" Id="R45e75e864614430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c42795f344748fc" /><Relationship Type="http://schemas.openxmlformats.org/officeDocument/2006/relationships/notesMaster" Target="/ppt/notesMasters/notesMaster1.xml" Id="R9b6ad082e86a4f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61575fa6a47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65ad43e388478b" /><Relationship Type="http://schemas.openxmlformats.org/officeDocument/2006/relationships/slideLayout" Target="/ppt/slideLayouts/slideLayout1.xml" Id="R9ef4f5e2725e4b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f4f5e2725e4b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0ad03567b4bb8" /><Relationship Type="http://schemas.openxmlformats.org/officeDocument/2006/relationships/notesSlide" Target="/ppt/notesSlides/notesSlide1.xml" Id="R733841916c2b42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c6faaa093451b" /><Relationship Type="http://schemas.openxmlformats.org/officeDocument/2006/relationships/notesSlide" Target="/ppt/notesSlides/notesSlide2.xml" Id="Rcff62dcd4fe241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3f15fb1ed4051" /><Relationship Type="http://schemas.openxmlformats.org/officeDocument/2006/relationships/notesSlide" Target="/ppt/notesSlides/notesSlide3.xml" Id="R4fd65257eb2149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6cdcfac8d46e5" /><Relationship Type="http://schemas.openxmlformats.org/officeDocument/2006/relationships/notesSlide" Target="/ppt/notesSlides/notesSlide4.xml" Id="Rb05b24b330e044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a5b9f8d7b42da" /><Relationship Type="http://schemas.openxmlformats.org/officeDocument/2006/relationships/notesSlide" Target="/ppt/notesSlides/notesSlide5.xml" Id="Rc91f3e9331a642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634ca4ae54f66" /><Relationship Type="http://schemas.openxmlformats.org/officeDocument/2006/relationships/notesSlide" Target="/ppt/notesSlides/notesSlide6.xml" Id="R2d5f7ecd11c540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16dccad814ce1" /><Relationship Type="http://schemas.openxmlformats.org/officeDocument/2006/relationships/notesSlide" Target="/ppt/notesSlides/notesSlide7.xml" Id="R1ac8e126d93e4d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6ff781088423c" /><Relationship Type="http://schemas.openxmlformats.org/officeDocument/2006/relationships/notesSlide" Target="/ppt/notesSlides/notesSlide8.xml" Id="R331422ea347c4c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20d2f841b46cc" /><Relationship Type="http://schemas.openxmlformats.org/officeDocument/2006/relationships/notesSlide" Target="/ppt/notesSlides/notesSlide9.xml" Id="R9d6281da749447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4c0b8a8634e14" /><Relationship Type="http://schemas.openxmlformats.org/officeDocument/2006/relationships/notesSlide" Target="/ppt/notesSlides/notesSlide10.xml" Id="Rb5b4a8c7f64741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d528b824041cb" /><Relationship Type="http://schemas.openxmlformats.org/officeDocument/2006/relationships/notesSlide" Target="/ppt/notesSlides/notesSlide11.xml" Id="Rd4d5788e26bc42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5fc8e63354f44" /><Relationship Type="http://schemas.openxmlformats.org/officeDocument/2006/relationships/notesSlide" Target="/ppt/notesSlides/notesSlide12.xml" Id="Rdb71f75baaf84f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50c2381d548d6" /><Relationship Type="http://schemas.openxmlformats.org/officeDocument/2006/relationships/notesSlide" Target="/ppt/notesSlides/notesSlide13.xml" Id="Rd74e2de9766146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a4369dbb7402a" /><Relationship Type="http://schemas.openxmlformats.org/officeDocument/2006/relationships/notesSlide" Target="/ppt/notesSlides/notesSlide14.xml" Id="R4ffc3cae90e945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53e7ba5554ff1" /><Relationship Type="http://schemas.openxmlformats.org/officeDocument/2006/relationships/notesSlide" Target="/ppt/notesSlides/notesSlide15.xml" Id="Rf72ec9c760834a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f0e83f9e444ca" /><Relationship Type="http://schemas.openxmlformats.org/officeDocument/2006/relationships/notesSlide" Target="/ppt/notesSlides/notesSlide16.xml" Id="Rdbcab50bb74d40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1f2cc9db2436f" /><Relationship Type="http://schemas.openxmlformats.org/officeDocument/2006/relationships/notesSlide" Target="/ppt/notesSlides/notesSlide17.xml" Id="Raec1b59be9ff4a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f46d29009458c" /><Relationship Type="http://schemas.openxmlformats.org/officeDocument/2006/relationships/notesSlide" Target="/ppt/notesSlides/notesSlide18.xml" Id="R93a1ecddd6f547d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5c0f72ae440a5" /><Relationship Type="http://schemas.openxmlformats.org/officeDocument/2006/relationships/notesSlide" Target="/ppt/notesSlides/notesSlide19.xml" Id="Rd0e446d792d44f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4d4789a5b4e15" /><Relationship Type="http://schemas.openxmlformats.org/officeDocument/2006/relationships/notesSlide" Target="/ppt/notesSlides/notesSlide20.xml" Id="R5567a01bd2404ac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72c7a4b21480d" /><Relationship Type="http://schemas.openxmlformats.org/officeDocument/2006/relationships/notesSlide" Target="/ppt/notesSlides/notesSlide21.xml" Id="R3d893183abaa41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ef81304fa4010" /><Relationship Type="http://schemas.openxmlformats.org/officeDocument/2006/relationships/notesSlide" Target="/ppt/notesSlides/notesSlide22.xml" Id="R460bd037759a4dc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24888b8754c3c" /><Relationship Type="http://schemas.openxmlformats.org/officeDocument/2006/relationships/notesSlide" Target="/ppt/notesSlides/notesSlide23.xml" Id="R7621a8b51b47413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37ff92f484cec" /><Relationship Type="http://schemas.openxmlformats.org/officeDocument/2006/relationships/notesSlide" Target="/ppt/notesSlides/notesSlide24.xml" Id="Rf6fa3fe0bcb3425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6a0796c4a4af2" /><Relationship Type="http://schemas.openxmlformats.org/officeDocument/2006/relationships/notesSlide" Target="/ppt/notesSlides/notesSlide25.xml" Id="R6226aba99c58441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5490124fd488e" /><Relationship Type="http://schemas.openxmlformats.org/officeDocument/2006/relationships/notesSlide" Target="/ppt/notesSlides/notesSlide26.xml" Id="R3d9b12292e5c4d8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1cb1bae714039" /><Relationship Type="http://schemas.openxmlformats.org/officeDocument/2006/relationships/notesSlide" Target="/ppt/notesSlides/notesSlide27.xml" Id="Rf956a08dc5ae41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11210422c4c00" /><Relationship Type="http://schemas.openxmlformats.org/officeDocument/2006/relationships/notesSlide" Target="/ppt/notesSlides/notesSlide28.xml" Id="Rad00afd53b2047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35e65c31845bc" /><Relationship Type="http://schemas.openxmlformats.org/officeDocument/2006/relationships/notesSlide" Target="/ppt/notesSlides/notesSlide29.xml" Id="Rf3824ce6eb1748a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559c62a8c4cc9" /><Relationship Type="http://schemas.openxmlformats.org/officeDocument/2006/relationships/notesSlide" Target="/ppt/notesSlides/notesSlide30.xml" Id="R816525731b41419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f47f5c5014232" /><Relationship Type="http://schemas.openxmlformats.org/officeDocument/2006/relationships/notesSlide" Target="/ppt/notesSlides/notesSlide31.xml" Id="R1fc9adf4472c4fe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28fff3232412d" /><Relationship Type="http://schemas.openxmlformats.org/officeDocument/2006/relationships/notesSlide" Target="/ppt/notesSlides/notesSlide32.xml" Id="Re60e34cafe81418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e9d61812349e2" /><Relationship Type="http://schemas.openxmlformats.org/officeDocument/2006/relationships/notesSlide" Target="/ppt/notesSlides/notesSlide33.xml" Id="R07b10aff5688410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289c656184ba7" /><Relationship Type="http://schemas.openxmlformats.org/officeDocument/2006/relationships/notesSlide" Target="/ppt/notesSlides/notesSlide34.xml" Id="R0e25e0532b524c7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91b2215b64263" /><Relationship Type="http://schemas.openxmlformats.org/officeDocument/2006/relationships/notesSlide" Target="/ppt/notesSlides/notesSlide35.xml" Id="Rc9cb602418ea423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0813af7ee4d34" /><Relationship Type="http://schemas.openxmlformats.org/officeDocument/2006/relationships/notesSlide" Target="/ppt/notesSlides/notesSlide36.xml" Id="R36b9b123438f488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e179c6a8e4ddd" /><Relationship Type="http://schemas.openxmlformats.org/officeDocument/2006/relationships/notesSlide" Target="/ppt/notesSlides/notesSlide37.xml" Id="R4aafb81d5ede4fb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baf3c8f234052" /><Relationship Type="http://schemas.openxmlformats.org/officeDocument/2006/relationships/notesSlide" Target="/ppt/notesSlides/notesSlide38.xml" Id="Rfdc51b8afe7c4ca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0532dc8da4dc0" /><Relationship Type="http://schemas.openxmlformats.org/officeDocument/2006/relationships/notesSlide" Target="/ppt/notesSlides/notesSlide39.xml" Id="Rb74e574c3fab4a7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a0074c1b64bf9" /><Relationship Type="http://schemas.openxmlformats.org/officeDocument/2006/relationships/notesSlide" Target="/ppt/notesSlides/notesSlide40.xml" Id="R179dce98542841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C59B0-7DF9-4C93-9525-E2270EA8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23EBD-FFBD-47AA-BB15-A486C9BD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Power Generation: Conventional and nonconventional energy sources. Single -line diagram of power supply system showing 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99613-C9F8-4B0C-9E9F-E683F494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Electrical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1BESC104B/204B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84239-9FE9-4323-A654-4C7550E8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4CBA1-F160-41A6-8769-EE362126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C53BB-FFF6-4DB6-978C-3736402E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6015D-53B9-476D-B9D4-C476C248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6441F-4850-43B6-AF09-195EC3FC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AD69F-8FCD-4259-97E5-5452D60C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A0F18-8B4F-4B5C-8A27-13BAE47A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05516-68C0-4988-86EB-DD348C98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B219A-C075-43A7-8A17-348E4B52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E815B-566A-42B9-B20F-13523912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43145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7B021-B143-4A63-A9C8-4A107C7B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B1668-63B4-4183-8303-C908E1FF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B8143-D35C-4DFC-8507-8DF7E802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678C2-8450-4171-8AA4-34A3FD8F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1C624-5645-480C-AED9-8D7C2CDE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5F080-8A53-4EA3-AF60-E9F3C024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3EE15-B3DF-4CBE-9510-40B144C8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FD11C-2ACC-4E01-B795-E432E258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D4DE8-45A2-4AA0-A8B1-358526FF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02D40-62A1-4E07-A7E1-B6498E38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8D7C1-4458-41AC-9E00-54A15D93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2A333-72EC-4ED8-A938-77266374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E845D-C07D-4CDF-8271-E0F0EE43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A5F67-0112-411F-900D-685C8481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5305A-F46D-4D08-B668-EDEF84BC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255876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EB515-D12E-4365-A981-4DDB4664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91239-474B-4291-9443-DC91CDCE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44AE1-5101-491B-9D21-62ED8A81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FEE29-2E7C-4F5D-8B53-9D436752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0D8FD-D507-46AF-9E4B-92856A5C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B3387-832B-48EA-877E-F8F972B3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D269E-871C-41E2-BFA2-EB70FEA0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9BB20-CF8D-457B-A7E8-121CFA24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92932-D3A3-45DE-A77F-B41320D6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Generation: Conventional and nonconventional energy sourc...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22189-8BEE-494C-B421-4CC7679E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AE2C6-F5E4-43B1-BD08-47A5CF4B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99107-CCB9-4CEF-AD36-D2B3946C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Single -line diagram of power supply system showing power...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1A8D1-981E-45F8-B68A-07781F84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47B51-D33D-4A58-A7E9-5D86C5B7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637A9-C930-4B33-9923-736484EC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Definition of power grid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7C98F-05A9-4CCF-ABE5-D5E7281B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CE97A-196A-4CD0-8EB8-999BB003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94AA2-7D03-4527-9298-B1737285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 circuits: Ohm's law and Kirchhoff's laws, analysis of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CD0B7-50E7-4E07-8698-49A1FAF3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1C4F2-DCF9-4900-8E2B-F395DAB7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0C7C1-F09D-4C41-9BDA-F4EBBC60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Power and energy.Problems.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33814-DB37-4FD0-9CD9-E129391A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200E1-2934-4A6D-84CA-E4DB77CA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89551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7D13E-6CDE-4C1A-BF8A-DAB0743A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1F9EC-EFF3-4249-9DC4-39490F50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ABEC2-548D-4D89-9176-F238A7BE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B3AB6-0F00-4A6E-B57F-90E38DE2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C432F-63B7-45CF-813E-E67C972C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C66F1-D738-4C4A-806E-6BB054CD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08526-F0E3-49D7-84A9-3474A4EA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7581D-5268-48F0-948D-2B0BF4BC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Generation: Conventional and nonconventional energy sourc...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C320A-8CE1-469D-AD95-29E84689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28EE9-8CD9-4BD2-BCC0-724CFDB5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E6132-FD4F-46B2-B0BB-FE045A26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Single -line diagram of power supply system showing power...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820CF-AE42-490F-BDC7-54A353C2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DD3DA-8F68-49D2-B84D-04346657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B543F-6A63-4FFE-9740-A78D063E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Definition of power grid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99A6B-59E4-475E-ADEC-E9A45EE0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60E87-2B4D-4484-8EE0-B411B808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67360-1054-464A-8CC5-58B2219C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 circuits: Ohm's law and Kirchhoff's laws, analysis of s...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64EC1-8754-4255-B155-4D723742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4E0EF-7369-4E4D-9A6F-D3753AE8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5D9CF-DE6A-4E6A-9AF3-8E4A3CFF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Power and energy.Problems.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67168-811F-4692-8CD6-93E40EDB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A6D30-5D3C-46AD-9F75-2E118CBE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D7DBD-EAED-4EB2-B128-3FCD7458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0472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5FAB7-95FA-4309-918E-09E4C7B3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5B979-3410-41C9-B0C8-CCB97F15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0BCF3-63F0-43E9-B519-CF001050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D38DC-7231-401B-8E67-B60E27B2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2E943-3915-4535-A236-BAB5787C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0C462-E90C-42BA-9639-CB98CCA4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35363-09B4-46F0-8EE9-29E216F4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Conventional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0B7DC-D2DB-4B88-ABC5-B9CC52D4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nonconventional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5D256-1C10-4095-8CBE-E6C731D9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energy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86065-E7BF-4279-B7E2-F257E8D0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36223-5CC4-4F38-9DB0-5713EF58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Single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8449E-8156-45B0-BA93-07161A73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82BBF-2560-4759-86FA-29E02812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diagram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B1199-61E0-4ADF-9521-30C41E25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supply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843B8-0A21-44D7-9FCF-9876C502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55A27-2315-418A-9F0B-FEA976A3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0514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229CB-9978-484F-886F-77F4D46D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9B42B-D9F2-408D-A9E6-C66B3A1A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71652-44A6-413D-8204-B1C06315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E4466-2C77-4E9D-8EDE-E62AF542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56D36-AE69-44A1-8320-31F3DD27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Generation: Conventional and nonconventional energy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CC59B-5C91-4440-9AE9-76B06A20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Generation: Conventional and nonconventio...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6AA68-DF00-410C-8273-0030482C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DAD45-17CA-4899-A284-F445ACEF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40168-71D9-4496-B1EC-AFF62498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D9AF9-86BA-4123-B85C-27B41329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E3592-C581-4AEF-9532-D790267C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45B80-8F2E-4686-88F7-6DC84187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CA3D5-0FFA-4667-9EF3-E150E7F0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2CE26-B88D-4FA1-99B1-F6E1AE82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D3B92-B54B-453C-B9CD-C2117EAB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A32A5-4516-406B-8D4C-B7EC0D16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17403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9ED0DC-74E3-49E0-A77D-D83191CA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80102-B8AD-4076-9FBA-FA9CA147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F5F61-F00F-4336-882A-61B89227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9B5A9-BC38-4C8E-8D3A-EA348866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FD524-87B9-42F2-915A-7CE4F97D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FA5B0-6E00-4E96-BF04-C4A08B00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270E7-37A6-4549-8ACD-95BB1D0A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F8ED2-DEC8-4870-A220-C2ED6FBF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2AD9E-4774-4C89-AF37-1CF35F76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Generation: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8B47D-8CED-4178-8EDA-71E3BB04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51CB8-5674-4C5E-8ECB-DEC3571A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AFC9A-147D-4E84-8BE9-5A612FA3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Generation:...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03635-28A6-4685-B36D-A899161D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A600A-3778-48BC-865A-8CD6A47A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E69EB-5ADC-466F-9CB8-D58E6BBD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Generat...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889E4-6DE9-4B2B-A00B-13C5D8F2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A0E2E-2DE2-4163-82A1-2E8B1954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21A16-43A4-45E6-9332-2C7651FE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Generation...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0D87D-C942-4730-A4F1-EB4E8865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60B6D-DA92-4E0B-A502-A1D3A69A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41705-738C-4579-BD92-3690A6EC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Generation: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3CC74-DDA5-430F-9F32-AFA3E8BF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1FB74-9AFF-4075-A868-8B176E21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89475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2B295-3F9A-4D45-94F8-5DDECD14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99FF9-3BFE-4F3A-BCD6-5A902345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E30E1-81F4-4F4D-92AC-AD98B209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0DC07-161F-45E9-A7AF-D6C4446E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EAA10-189B-40B7-9674-07502E24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69680-60B4-4476-BABC-28092E44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8F01B-36D8-44DB-A0C4-9A93F295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CECFD-2349-44B9-89B9-1EC5C598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21553-0F47-49E6-B03E-60DA9437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13755-E562-4668-9E06-82C70B5B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FC725-31D4-40CF-B4C4-AC228AC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8A90D-807C-4E11-8410-4767D442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6CA77-53E1-4F20-80EE-DBCCD6EA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982E2-EBDD-4376-94D4-FAED50AA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A5366-3253-4682-BCFE-F8C3B70B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00188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981C1-9AAC-4176-84A5-7B465CFF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DB642-2889-4965-B7C0-929BC281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63291-81D1-4074-996A-D522E23E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7C9B6-44F0-4DD5-9302-AF5F4E8A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2762C-98E7-4759-A5C8-6E2BBA5E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BC487-F0B7-47C0-B7AD-77ADAD23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Generation: Conventional and nonconventional energy sourc...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09D53-DC76-44B8-8FEF-A997BB76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D8B6D-ED1A-419F-A9A3-FD090C85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EABA1-0531-4ADE-ADBD-CC4EA718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BAE4E-6A6C-4A03-93CB-22D937FF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9E2D8-326B-4BE4-80A1-BE37EC4F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443275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BA807-9AF4-49AB-8AE3-66263208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1CA4E-A4A3-4103-BF6E-71A28F38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94E23-2840-4C2B-A37A-074ECF0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3B102-55AF-4EB3-86AF-EB761F43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52EF5-B74C-412D-8904-1FD8AA4E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Single -line diagram of power supply system showing power station, transmission system and distribution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7936A-6E5D-47B1-87F1-B638D56A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Single -line diagram of power supply syst...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65E65-E5A5-4895-B6A4-ED872626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48ECF-D723-4FC2-9166-FB639647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37924-7AD1-48C6-9CED-0FC88BD9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04B60-41FA-42DF-81EE-6183886D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EFBFB-D77C-4C7B-9AA8-2BC7AC86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52DAE-B240-47E9-B9C6-D90EF4B6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B71B1-A564-43ED-A884-5F11EE1B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E017E-1761-4FA1-A088-BCBF3A24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E352A-F7D7-4A74-AD98-E87923D9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F1C14-85D5-4920-B2DB-DD641B30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296575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70027-CCE0-40BA-AB5A-41845D0A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D6426-EA61-4039-A6B5-0B7FF635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1122B-FF56-4BF8-AE67-F8BACF3A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35CB0-7841-4AE7-963B-8E788588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A1FDE-D621-4515-906D-163EAA7A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A2B02-7731-4D9A-8D94-C017FEEB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1E750-3A11-4216-BCBE-815FA879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9D2FA-0470-4AEC-84E0-F3B0DBB7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55E78-162C-4BFF-A4F5-C70EF168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Single -line...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CBDCD-3B54-426A-A48C-8F0349AF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4B268-1038-4D20-9448-ABCC89FA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FE754-687E-4062-8398-01DEE94C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Single -lin...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73E04-4A0C-42D3-B34A-F59A6D86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F40AC-820A-43AE-B48B-788C7EBC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52A81-2827-4908-9FB0-B5F37123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Single...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615CF-19E4-4D75-B8FC-F1E782A5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BCAEA-5736-4F82-882D-499D5D97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639C6-358A-4288-857E-421D7D81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Single -li...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49B7F3-2EE6-4FF9-A0B5-9A48365C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732C6-682F-45A5-933C-163EDCD5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9CA46F-90F2-46AE-8AB4-306B6B49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Single -line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73892-9E1E-48F3-8402-0D69C4BF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7C3A6-EDEB-4214-909C-904BE86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36533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8419A-D435-4DE3-B01E-944E65B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0651C-3598-4690-9E9E-4BE0CB05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86953-C9A3-45C3-876B-1F1DB11D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4721E-487D-4E50-BC91-843BF5CA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37424-6A2F-40B9-8EBD-185ADECA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43551-A084-4670-AA35-C60CC33E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E6510-6566-437E-B673-8694ADD1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9664C-37A7-43E4-9A02-E0C2A8AB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177BD-1A9D-4643-81EE-C5132A76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ACA90-04F9-4B36-B28C-2BB4AD28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1843F-DA70-4BF1-B6F1-6C8EF802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6F263-49E3-4EBD-9325-E6CDC0C4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38409-1E1E-4EF7-85D1-068569BD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840E5-B6B6-4B31-9E4B-A2D3699B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B4404-900D-415C-B5AA-E8AA12C3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186270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CF801-B82A-4286-A06E-3F260F63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43EE7-FB2A-4706-949C-234361FE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B66E2-C008-4767-8AE6-CF238FD8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5FBC1-4063-4958-B268-13EAE2AD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CD151-C712-419F-87C6-A060DA29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4C0EB-237F-48A2-8E61-B81788F7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Single -line diagram of power supply system showing power...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A59F4-D2A7-4077-9504-795FCB79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BE948-33FC-4E65-9FB3-2A4E2883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936C6-B5E1-467D-8C8C-24397E04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FF80E-33A6-48FD-82B3-904B88F6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55B5E-BADD-4BFD-A9C8-472F8C66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271492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93CD0-28AA-4FAD-B480-7D869857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2B91C-0450-4EA8-B248-08A21394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3B530-99C5-4387-910B-FE852B34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737E8-8ACF-48A4-A3DD-388160F9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223D3-1478-4996-84A9-5ECED414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Definition of power 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30EB2-CB8B-434F-AD5C-D9707012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 of power grid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84266-3A17-4A08-9A2F-DD8649B7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78832-669A-448E-A08E-35BB015A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6DD07-3278-4949-BF57-8A616E61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439A7-C7DC-4621-8271-8ADBF949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1E530-866C-4670-884A-E1116AFD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6B5CE-3C68-4C59-BE25-DF716482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4ABE5-DDC3-43FC-A617-6364C194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BE1A3-F6A8-48AB-8977-C53E581E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39799-5B67-499B-8C36-151CBA24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7E865-16EA-432F-B55F-4B476418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095349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E4BFB-B133-4595-A5C8-55834D6F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4933C-7795-4C5B-8BE2-0B06D9CA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299C2-5190-42A2-8416-8D0F8AB8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598A1-8F7D-485E-A5BA-07AF12C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D1AFF-3D05-45B0-B357-CE0B8DD1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A2D40-2560-47F0-9F39-4C727221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1909A-20E7-42C7-8B18-3570A777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2EC59-DC5C-4C55-91A6-3AD05687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A1839-9DF3-4DBC-AE90-E4449E89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Definition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FE8ED-B8AE-4B84-8AFD-16AADB1F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6B617-804E-4250-8CB6-D713DE6F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BB8C0-71EB-4C98-BE32-43393354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Definition...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2570C-34F6-4987-9938-D7103A6A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D7402-F4AE-44DD-BA17-D2A848CA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01449-C21B-4F83-BDBE-131D3CF9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Definit...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A5F63-E7DD-4AAC-80C8-7D85167F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EBB1C-F075-42E6-9288-B2E4FCA0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28060-28BD-4675-9503-16735D59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Definition...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6C348-1916-44C0-9118-B8166747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C0933-490E-4136-A946-51AE8D7F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09CB55-070E-40B4-A048-CEF38769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Definition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46745-36C9-4B52-894F-D2E5CA3A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80E96-8E23-4E4F-9BA9-B4914B57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521208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9D1F9-CC22-406A-935E-327E578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89835-F75C-4A0A-B2BB-D5F2918E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BD03E-5870-4CFD-ABBD-EEEC7D2C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EAFCD-BB7C-4E9B-B928-947BC9E3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09B17-8459-4CB2-84F2-CCAF4085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0C5E9-FB69-46FB-AAD8-A6CD2B16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C8C27-CAF2-4A53-8828-00B7752F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E1DFC-DF74-4AF4-AE65-37D4BAB9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2FE38-0E19-4B35-91D0-39BE7802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DED9A-FB3C-4DAC-9840-92AC3E3D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409BC-B301-4179-BB6C-2C4D682F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69D77-4F2B-42D3-A4EE-4A21B62C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296F3-BBD7-4ED9-B756-B90CA46E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40C9A-A88E-442C-83EC-8FCF20BE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DFB91-258A-445F-99AE-FADE16AD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394542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9E70A-0512-4BE9-8CC9-9F3AEEEF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B5BE3-610F-40AC-8740-7C0933AF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25A4C-3376-4B85-9053-866972FE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C2A92-53A6-48F8-83FB-259E2EDA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D5986-FC94-4499-BD6D-C8BE7193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5A4B3-58F7-4012-BC4E-969CDB3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Definition of power grid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1AD26-9A05-4051-BB81-6222BD04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9D922-8408-4980-BF5F-A9DD33FC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DFD8B-04C7-4CFF-BC51-685F4FF5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38A6B-8AF7-4BEF-94BF-E655E199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4C0F9-2B21-40AC-AD06-DA5D26A4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60538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89630-DE5F-4314-91F9-AE4EC3C6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15A2E-A43B-4A16-9B5D-A8E327E0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8787F-678E-463A-AE67-2DE753F7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0113F-E100-4290-BF50-F2678341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99205-F73C-4725-BAFC-12796514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 circuits: Ohm's law and Kirchhoff's laws, analysis of series, parallel and series-parallel circuits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5DADD-8DCC-46CF-AC4D-8918C6AC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 circuits: Ohm's law and Kirchhoff's law...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D2303-949F-4874-8566-90B6DE4F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08FC9-678B-4424-936B-80EB2690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9C4A6-30DC-4CC9-B662-6A0CA341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8C0E8-BE3C-4312-A23D-EAA6C83D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EA65A-8936-4F20-B93D-363E980A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28B8F-DEBC-4D05-89AA-E19D88CA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45DF7-1F9D-4358-A271-7D794204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30990-2825-48D6-AA43-FF75BF60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FECC3-DE34-4CFE-941A-921FEAEA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BE5D6-97EB-4140-848F-CEFFC4B5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42385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FD7B1-72B1-4948-9B19-9879F1B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459CB-8316-4114-B6BA-78A24A6F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41234-77CE-4598-934E-975404DB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B2D50-19A3-42A4-8E07-6431F47B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E8369-7935-47B4-85C7-C90856E6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8CD9E-F7C4-4AE2-8715-43C6383D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D62ED-ED5E-44BB-8F65-58D1B08E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C472C-87F6-4D68-A988-0CBA16D9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F43EF-1AA8-47A7-8807-2F60FB75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 circuits: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06C70-EF1F-49FA-ADD6-8E8521DD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54487-6EF7-4779-8AE6-152AD9A4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13F0D-55E2-4B93-ABD5-6DA1B5D0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 circuits:...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84E7A-BCD3-44EB-AE74-9606EF56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82ED5-71B9-4ED0-A8EA-7724E703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93FFE-93E0-446B-B730-47102549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 circu...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96D48-0C39-4EB1-9D5E-1DB6FAAA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78ABA-14D7-4872-8F5C-B7476406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C03BA-B6DD-44C5-B6BF-BCA4F918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 circuits...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D6B1C-1793-4009-A578-D0789847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C58D3-A5CD-4F2E-95FD-B9BFA5E3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5B9AB-9432-44CB-956E-1A518420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 circuits: Oh...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8FCF4-59D1-4BD5-AA92-6DC87AAE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6A2FB-DCD5-4048-AE50-40E0C716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171392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0857C-79F5-4E8B-BF8B-BED4E71A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CEC26-3C71-4491-B234-96995675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72CF1-2E6D-410E-B738-48338978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1C893-6D5E-4D73-BF5F-035EFC19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897E6-ECDE-4BC5-A594-F2BA24F8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8175A-84ED-4490-8BCA-D24E84A4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6A8FE-E23D-48EE-95F2-B0D8CD0C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93E14-92FD-45B3-8F5C-0B975550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2611A-46FC-4B6A-B1A4-9CA789E9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F1668-FAC2-4DA3-BFDE-ECC2EBA7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2AFB0-B7BF-4064-A5F9-051068E2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09C09-84CE-44E3-8AC9-A8141438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8BBE6-AF24-41C6-905F-CE01D7B6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A0C5D-2981-46B3-A080-F65AC197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5887D-0464-45F5-A130-C52C7C3B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497821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BA44C-4C3D-4219-8395-F226E20E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C6498-8303-44D7-93DB-F89EB5A4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7C51F-AB44-4417-9CC5-EE23C02C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23F64-575F-4BBA-B218-DF5097ED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02E6C-A321-43EF-9F41-3D72A938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39139-DD1D-4CF6-ADDE-BF8F5117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 circuits: Ohm's law and Kirchhoff's laws, analysis of 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59E84-F671-4A8A-BF42-A9F0A50A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AE09F-EE40-4F2E-88C0-C5AEF0E9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E977B-E8C2-41CD-8099-7A4C954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9F14D-B5D7-4C03-A196-DB7659E1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BB1BF-5192-4295-B216-CF7ACEB3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395246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A1236-CC08-4362-8C88-9BE631CC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0727A-8E0D-4D65-A213-F7BEEF62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A802D-C2B7-4487-84D6-E4D352A3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793F7-E488-4B50-8AA0-1C656A18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CF076-EE56-4271-A38A-9A539C16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Power and energy.Problems.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6C193-B33A-4FF5-AD11-0FF5762A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Power and energy.Problems.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E25B8-0C47-4A53-9591-A4EE462B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1C624-ED85-4D77-94A2-045E9B4E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294ED-AC69-4799-B1A2-A08A497E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7DC6D-8EFB-4B3F-AE49-ADD9F1BF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B09B6-BF81-477E-87D4-B27C0305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C1BE3-4839-4C66-A578-EA4B31A2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44209-F41D-47DF-90FB-986D6EB6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F3C23-0B00-4A56-969C-15491B4C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B1B33-5BD7-4B06-80BC-75E85AA3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F4839-C71C-44BF-9DCE-A1B48D82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77892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EC24A-B83A-4AE1-BE29-7F981043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CD3D5-AA88-413A-9F35-013B5F7A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CB858-3D2E-4D34-A7D5-C7E4EE44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01CD9-4BDC-4277-B31B-DCBD915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6252D-7938-4E0A-B047-C79CDBCB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E82F2-1B86-4037-AB57-4ECEA53B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0E6DC-735E-42A6-BE5A-04ED10E2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41953-0C11-493E-831E-CE6DE71F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8BB13-D6A0-4D83-AA4F-310D9ACE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Power and ene...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530FA-7DE0-4026-B1FC-7F9A2D06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5A893-0E51-4E65-A4CD-683C5D96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6D6E0-4DE5-4CA9-8B87-FCB92A30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Power and 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89D69-FF0E-49A6-86FB-110779A3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4D1E5-B132-4A28-BB02-13203BE2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AE327-25B3-42A1-A703-89B17BBE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Power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F8F68-9029-4475-9A94-3A9D3DD4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FB961-4C05-4E53-9D27-E6C41F8E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2DFFA-16C8-466C-8E15-3B55189F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Power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ABDD3-BF5B-4B3A-99D3-5ADD9C73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D3BF9-A56C-4C83-BAAB-D3CE97AA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9734A-4A62-4C3A-A8DD-C9CFC0FE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Power and ener...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281856-C600-4E84-A5BA-3CD58FC3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B466F-4F21-46A0-9EE7-F32ECB31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050611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90715-347F-4719-BFFA-9E429610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41A6C-B3BD-4A2E-B8C4-DBD2C26B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3446B-52E3-489A-927A-A0580767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030B1-738F-4BEE-912A-C463259E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91E5E-5046-4147-BE01-7DE2AC73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2AE2E-5E8B-4A80-BCE1-40CAAB88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6EC82-21C9-45D2-A91C-EE82A00E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B570D-D6B2-437B-9497-B47C7D48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7F263-3836-470E-8C44-8B70746E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2BE68-12C1-4EC4-8C7D-69F552DD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44276-7FDD-433D-A1D7-2BE91D5D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94603-BF00-45B0-A1B5-00436B54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0923C-338C-49F5-914B-AA5C9362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FF791-0AB4-4A5C-B062-413F2457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EDF87-D95B-4843-8B5F-A9FC3A42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174934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489B5-1D5A-4066-A92A-B636BA2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F4592-5B78-40E8-BA23-C356DE50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CE0C2-FBC5-4345-9749-CE90D58C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B9B1E-8F48-4E49-B7D2-4604A443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1DA01-BAA0-46E9-983E-19D274E5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A438B-7F32-479C-A334-0CEA2842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Power and energy.Problems.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0121A-03EE-4114-AC76-763EF777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0DEF5-2FD3-460D-A17D-499797B5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A3B02-4195-4AD1-A617-247B3931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04446-5FFC-43D4-A286-FED249DE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9ABFA-F772-4357-A85C-FF903266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496131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EC4E9-518C-4CDD-8542-65F8DF2D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47491-2D17-4A12-BACD-077023BD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33977-526A-4784-B6AF-66DDDD61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72A04-F08B-4556-BF30-2CDB748F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1504A-0846-4591-993B-16689C6E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47CF4-8FB3-4668-B10C-44463FB2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643392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4AC00-B8F4-4669-AB9E-21212340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9B7BE-6434-4459-B931-7FD7D1C9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66A2B-DD14-434C-BB63-9D0F30C8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47E50-4D83-4F36-93B7-C06DA68B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BB734-4711-4C44-919E-60898EB7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Power: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Generation: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Conventional: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nonconventional: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energy: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C52CB-2915-42BD-9773-C10747C1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7033390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F3E5A-A78D-4D60-9AF8-8D453319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7B353-99DD-4756-BABE-DD6801D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7CEEF-AAB8-4201-8C0D-034ED4FA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F20B7-3D73-496E-BF38-F4DA7E0F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A5225-F23A-4148-86EB-60C653D1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241A7-7D7D-4432-A6DB-F5383E22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516133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BBA58-B021-497E-A5AB-A6AD4E4E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49CC9-BFD3-4C94-B9E1-18B4A072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F994E-1DF3-4083-9ECA-A529AEB1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ECD73-E14C-4814-98BC-01DC10BF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1EA07-E0C8-41F6-9458-4994A255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9C59B-9B6B-4B5A-A5BC-40303E95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15509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CC8A6-0EF3-4153-8692-2669C2C4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E3C23-B99B-4BB2-84D3-689793BD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ABFBD-22AB-40A1-BC00-EA17A827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5C9B9-37D4-4B50-939B-60B3BEE6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E09CA-046D-499E-AE57-B90B8974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Generation: Conventional and nonconventional energy sources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Single -line diagram of power supply system showing power station, tran...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Definition of power grid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 circuits: Ohm's law and Kirchhoff's laws, analysis of series, paralle...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Power and energy.Problems.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39488-635E-498F-8A30-26A11D37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D275B-4F70-4878-92A1-A4466D59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C02D1-76DA-41D8-82F1-78C4375B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143730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099D71-5DBF-4045-8771-C518BBD6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849E6-FEC3-41C1-A8ED-85AA0D03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Generation: Conventional and nonconventiona...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CE602-A080-4DBD-B3D3-E6205A79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9BAE2-61FF-4276-91E0-2705556F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4D657-BEC5-44DB-BAEA-092D817E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698D5-343F-437D-BEE8-D2543B55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F3135-873F-4E56-9423-EB34F43B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DEF61-C74F-4BEB-8DBC-85A7D8F8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9A1E1-8FD6-4793-85A1-3A8E2247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B016F-FB8E-4422-92BC-B6FAAF4A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A9A5A-886A-4F67-9435-D59D6796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CE757-3B3F-4AFA-A2AB-C6BD9A84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DD205-4C7F-4880-925A-0F0290C2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CA40A-498B-4E22-93B6-617298D7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B09B6-CCDE-41E9-A692-8C3D8D70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3FEA3-3CAF-4635-9F75-4C3AF698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A5782-D7FE-4FAF-B7C6-1CA768F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F5234-BEED-47B9-8F6B-4FD14C15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57628-81F1-4BA1-9FE4-415CB5A9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17FF6-242E-4BE2-89C9-735965AA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552CD-DA55-487A-86D8-D9E51C64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C7881-F099-44DF-8E26-4118523F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41CF4-6870-4B37-9DAD-4AB62917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4D6F78-A393-4CF5-BB98-5769BC3B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3C5B4-4CDE-49EE-AF61-7E5B3DF6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DC91D-2A69-451B-94DB-562EA636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4558BC-6F1A-4D3B-8223-1044F3E8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223117-869B-4510-BE9A-0371A7AB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541ED2-96E9-4564-97EB-DCD4939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07E242-03D4-4CEB-831C-2BFFF4A0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5E5098-C83B-4385-BAC4-2366A439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7FD446-303A-4BE8-B6D4-C0145EB2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8729000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4C5807-6254-41B1-BA20-36D4D10A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3B7DC-9546-405A-AA6B-7933D144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Single -line diagram of power supply system...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8A3A7-925C-4070-B0E9-A8AE78A6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6A3FC-05B5-4E21-B34E-87CE3BC8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B5F0D-C7DF-4D6A-BB4F-FE92AA30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FBCC5-2ED7-4B5F-B588-AEBA93B9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F1DE4-D4BB-4607-BA1E-E3405A29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1E97B-81A5-4A73-A6EF-6FD15B8B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BFCCB-62EC-4D98-85BF-CEC0EB00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4A0AE-5619-4268-9765-F3FA51F5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EEF1F-8E21-47D8-8BA5-CE6296DA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4794E-0262-47C4-BDF5-575A5FD3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86805-7283-4283-9A3D-4D32CA9D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0AFAF-5A66-4520-BEC4-F1B726AD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EE37F-BBE0-41BE-8738-33BB8083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30519-442C-495F-A9F4-46AFFE80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14B53-F9B8-47AB-86F0-C1EAA844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3451A-1087-4FAC-AA70-44E664A4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2E2B5-C9B6-4954-8FA0-7D226A77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95853-7B6E-46AC-AB2A-35B43917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C26A9-D515-457B-92A6-A720F099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73EDF-ACC5-4B5D-8C1A-8A21E598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413D8-1C10-4EB4-ABDF-15CE9913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9C2EEC-0144-4ABE-AAD5-6E70B554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D7D1E-C141-4262-BB41-A511B5F4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71E66B-8D80-4B5F-A6D8-6666D4B1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75EE2-10DD-4314-B0C0-0BEFE757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8D8685-AD9D-440A-8B26-C2C5AA87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77EEB-7579-4C8B-A8DE-6BE43387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3589A0-164E-4764-A10D-9977894D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DF42E3-0941-466E-BD28-2FA080D3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10AA3-DF91-406C-B70A-7E677C80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54412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01CCD0-5660-4A2E-B8D3-62D872B6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21B7B-F30B-49DD-AE9C-E1AED580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Definition of power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FC5F3-774B-4192-8510-AF5CACCB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0C293-C5CC-4222-842F-8F8AF258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896B9-0465-48B8-A995-48332BFB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A164C-F04A-4228-9E78-DD0F59D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7D002-1573-4170-8159-01646128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B87B5-AA3F-4CB7-B2F4-5991F4EC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5C3B4-69C5-4761-BBB7-4A302618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E92C0-68A6-4D68-9CFC-F12AE996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E2095-E2E8-4520-840F-090896AC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1A1A4-B6FD-49F7-B0A6-B708C46A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AD527-480D-428E-A0BA-679957AD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84CB9-08D1-4174-BF7F-1241D265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DE8C4-8765-4ECA-9371-028A148F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28A3A-C771-4A6A-AE5F-DA79E4A0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D374F-A394-4CB4-9495-E922B0E6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2C4DE-1CE2-4ACC-BCDE-98C2EFCA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0A6AA-B755-4998-86F0-E3AC6CE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43C490-E1FE-4F64-9CEA-297AEED4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F56F8-1696-4C52-A8F8-19CEF5D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1D0D4-15FF-4529-BA7C-00DAC338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EAC02-1047-4107-95DC-72EF999A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1482AF-872E-4E15-ABBA-2B591701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498963-D920-404F-BA04-A95E63F7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CC435-95B8-4634-BD65-717157E3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E9028-3F48-4DBF-ACFC-601505CB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F52FF2-AD98-4EA2-B3F8-AEA881C2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F3FF4E-80EB-480F-81A2-212BFB94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59F2BA-8A33-459A-B153-1992975E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7FD004-F8F9-443E-9C5C-1974F64F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6E259-A70B-4959-8155-5C780AC7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4279738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0BC472-21FC-4AE3-ABF6-C0FBDF01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B6803-3063-4496-A3B0-F49960D1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 circuits: Ohm's law and Kirchhoff's laws,...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B64DC-D856-43E4-A959-C31F7C6B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F5360-E605-4899-B109-C08332EF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86FCA-4229-4539-A1B0-73E70539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588AC-2490-4317-B1E9-57872D31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04F6C-8E05-4850-BB0F-6A74C371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5676E-FF8D-4A39-97AB-43DFF7B7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E3400-0ADA-4F10-A1A5-4D3D9D8C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3B738-A90C-4ED2-84C9-9ACEBC1A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040FD-88D0-4243-B810-088A37B2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13C62-8983-4886-8620-664849EE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9745E-9013-4597-94D7-CFBF344A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8E23F-34CE-43D6-A7CB-F7D40A1D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B447E-993A-43AF-9207-0A57E233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BA3EF-F989-47E5-A1C6-36DD5074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77BE2-03C5-4AB0-9FAC-72657E89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7FFBA-5F4C-474E-BA77-6D24FE9F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D6251-5F8E-4162-B41A-FD439E27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840B6-426E-4FE9-BC7D-D63C4CB9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A9A43-1461-49C9-82D6-47495BDA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AC7F7-116F-4252-86AE-9405729D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55886-A42E-46BB-B021-56CD52F1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CC7907-BB08-420F-BCBD-FFB01A9C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C68DBA-B959-4238-93D4-2C0BF803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EC08C-6B2E-4053-82A5-2C805D6F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D98091-C5F4-4353-90CD-02BC99FD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526173-A3E9-47ED-844D-C6E8E6D2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BF8B7A-2B26-4B21-BE3B-0605BED6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4F8F28-0F96-491E-82D6-11F39230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6B559-CD2A-4369-A55D-4FC42198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59BDB3-F552-4AA2-81B0-B1DD7356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3095592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163744-3B5C-4B10-93B6-B4811BAC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A989B-8675-492D-B81A-D506E8A8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Power and energy.Problems.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AA13A-83D7-4419-B0F6-F0C74B60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F61D9-45C8-49A1-918F-E4C41D73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81483-FC53-40CB-B07E-371B9FEC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E3176-9366-4CEB-8C29-BAC20F39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F8D32-4EC2-4B61-83DB-76F9AF5F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F662C-3CD5-46F6-8625-347C28AD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4DB03-9E6D-4858-94D7-761352E5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EDE9F-4E7B-4E07-98A7-F1CBFB78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F8E70-2C7F-4CEB-A6FB-71480648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C8D2D-E39B-499E-8053-0585E869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28ED7-0F9D-4E03-A414-F4205DB5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7E619-CF23-402C-A8B3-C4B6C79D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1CF8A-A24F-4EF9-BA70-337DA191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0BF3A-37B6-44A0-8177-F79D87EF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0FA2D-274A-4A75-9464-91C3F6DD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82E4F-40E7-4348-A338-8444D47C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83EEF-81F4-4F01-BC66-B10E497D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C1C18-4EE9-49B3-804F-DCFA1E47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AE967-C11F-4AAE-B409-E52EB996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F3EB9-9338-4795-BD26-59CD8ACC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E0D77-27E8-4FDE-9201-AF9F635A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D2249-FEE0-4FC0-B640-DF7843BB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EF638-9E5A-44E7-9AAE-BAFCE258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B565A-6C75-4A8F-9806-2BC72B9B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C7B2D-491C-48FD-8AC2-88B88CC1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E7169-7812-4413-90DB-2DA7FD37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DABCE8-6B3F-4983-AD61-A83921C8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F90E04-01D1-4431-ACA9-98DD197A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C00395-4C00-4F6A-A25E-62766611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6B79B8-3FE9-4A56-B9BB-50ABAD79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8143782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C82C8-D182-4176-9980-0B07C3C8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62802-02FA-4E0E-A8D8-CFC35B8B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Generation: Conventional and nonconventiona...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8F457-2DC5-4BC7-88EA-D850D80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9385E-4B11-42C7-BC8B-73A62171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40847-9A70-4A3E-B41C-9209E20A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E2241-D995-4B91-8471-6EFD308E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DD5C3-5F23-45AB-96B5-E91B01D1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B755E-1857-4C4F-B571-C44210B7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E58BC-D47A-4840-871D-4BB1506A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B48D0-C8B6-4D90-98F4-1420F5A9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0F988-5719-4D48-993E-2104907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976E3-FE7A-4210-9554-967808DD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39E99-E92A-46AC-8034-E5580744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A5CB1-DBE1-42E4-85B8-AF06A306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3AE3B-3FBB-41E7-887F-DACFB4AF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0B7C4-6198-4F13-BDFE-6BFC2309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B5661-AC14-4677-AE30-396C19BE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DFBCB-6A8C-4067-9DFE-41517012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85400-357D-4FCE-A918-8D268109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D4691-D375-4FB9-B75C-792C4E90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93364-166F-423F-8610-9EB78E64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5FC3D-97D2-47E8-B1AC-60DE84DE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2609C-775F-4C7E-9651-21F33E60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AB94D-1BBA-497D-80FE-A2280499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14A195-5ECC-41C9-9C24-079921F2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E456B9-830A-490A-AA0F-D1DF73D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0C8AFD-63CF-4586-989F-4B939E73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E59A36-4765-4DB3-B414-B4C0F2B7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F343EF-A7EA-488C-AB79-A5C73433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F4461A-C60B-42BA-9F60-4C2CCCA6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AD61D2-90D6-46B8-9367-18E91315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087416-F857-448F-9908-EC1DD285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1993712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204707-D2F0-443E-8C50-89263431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626AF-1D91-4058-9F44-9786A4D0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Single -line diagram of power supply system...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BF09D-E916-4E4E-B93F-67E951CA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04918-F493-46DF-A51A-FB6CF3DD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F915B-7598-4C54-8ED5-62FFE7AF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8A852-D8DB-4EDB-8D93-A8D63B4E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9BD6F-75AE-4F45-9E4F-1F719978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87006-C476-48CA-8B48-8ADD94F2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55E69-9B2B-46BE-ACE7-9063B750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6AE5B-4FA2-4B26-99AC-7A128D47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A025D-292C-430F-AA13-F7DA7226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AE98D-EC60-48C7-B97D-8F040534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3E26F-5C44-472E-8EC7-E8C196FB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0A5D8-9395-4C5E-A999-BD4BDB2A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29E46-BBC3-41BD-8E43-F1A1311F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B66E1-2634-4C93-856B-A0F7F414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793CD-BF7B-4C0E-B22F-BDD4A4DC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878D8-5129-48F7-B6C3-DF8C6549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1E6E3-6818-444A-894D-78967053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E46B8-BA63-4932-9420-99CE0543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2A174-84F2-41A6-9B4A-F915A35F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930BF-3BF9-4ADE-9905-919570DB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5C5985-D7B8-4D94-9CBD-C5D16C57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C89C8-A123-4B3B-A476-6BF44ADE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B98BE9-1130-48CA-86E1-855EE8BE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7D1AD0-096F-4E3E-B855-29269AA8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D17773-32DF-4462-BDF6-1BD5BC43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853E30-E25A-437B-962B-89BBFDB7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236E29-696D-4E45-9137-0FC6CABB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572493-FF53-42EC-B919-EB5333A8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1FDB1F-D867-4BA1-B0FC-16FF81BE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9447CD-DBC9-4A42-BEA9-DFA53310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6449251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BF46DA-0813-436D-B4B0-EDB4B43D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F9F0E-69A9-4BC9-8E76-D09D016A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Definition of power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D095E-139D-4027-BE29-06982904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DAE5F-F03E-42DD-80AB-179466BB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E0594-048F-47CD-AA01-BFFE8A70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37E21-3914-4741-9CC3-170E1F31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D5755-F75F-48CC-9361-A04C9E6B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11A2C-DB36-4C7F-B464-68D81BDD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88B72-1BB3-459E-A9AA-F3B2A6A5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37231-AA31-4577-9521-B1344187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CB6E0-DAC6-45C6-911B-8E828791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8EC7F-5893-4D6F-AD06-A8C307C0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188A8-BFBE-4D74-AFFC-B39E1C79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2EB44-817E-4ED0-A371-42794B64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8B074-C427-4F18-B8BF-52BCDD57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B1B31-9B6D-43A9-8B16-1927D911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08704-CDEB-470B-BA7A-E1D963B3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3E777-D874-4B59-A539-D47EBC06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0DADC-A391-4125-AA94-CD7E2B92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11D2E-3EB0-4660-AA69-E6F2226D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B281F-CD81-46E3-AF6A-629C9AE9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D5BFB-9B7A-4150-8F27-6236014A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96DAE-D535-4B1E-BFC5-701FC2AE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22B64-5599-46F4-8180-3ABADBF2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03F94-B51E-49A9-B4D2-996E400D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40FB15-5F7A-44FF-91B7-8522F6CA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B9253-37CC-4D82-8F7C-0AE5D834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06797-32E7-4EE8-8ED7-DA828BEF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F5B6A1-7873-4A26-9E36-9270F93A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64256D-7323-47AF-AC96-4E139DBF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1250A8-8C6E-4F5B-BEB7-039FE2E5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68D840-A81C-4BB7-9DCA-BEBDECCA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6643314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890B3D-3862-481D-A40E-B22EB998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62064-0CC5-42D0-AF04-DD49788C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 circuits: Ohm's law and Kirchhoff's laws,...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AD811-A2C8-499A-B7D3-4C6BB94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3C063-FA89-4875-9721-7EC42FD6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19A2F-2ABD-4E5C-913E-6FA3D260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660E1-657E-4A3D-A238-9314A4E6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599FC-C824-41A1-8B3B-90189C04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34255-79CA-475B-87C4-FE226D73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819C9-C4A4-4F9A-B7FE-FE5BCB95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6F3C1-B681-4B5E-A58D-25B112A2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49993-57FC-41F6-9C39-A3BE36E3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D2218-238F-4EE5-94EC-D3A4AB6E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C2109-FC45-4206-8D51-440811E7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B6130-000D-428F-B795-E82B691B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96F39-492E-4996-A787-D4442C9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9595D-A5D4-4847-96DF-09BDB288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FB943-029A-439D-A101-CB008B42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81A47-CD50-48AA-A1D1-B2A6A935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79ABC-567C-4127-849A-D4D2D0F0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339B7-8A01-4B06-9143-0CD86BA9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87CB9-CC54-453A-A007-83B4F4F9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ABB50-9DDC-44BA-9C47-FA5F7FCA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0294F-F4CC-419F-8B71-0297BABC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50609-47D4-4B8B-930F-9C910878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0138C2-BC21-4F1F-A192-B0A5B774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12725-D3B1-4E04-9E22-FF1C7B9E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632DB-31D4-4C65-A7B9-7BA80F5F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CD33D0-211C-4701-93CE-0BD6F3AA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9AE9E8-8F03-44B7-8682-1253F8A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889A7-81BC-4964-B547-6D52EFD7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44BFCE-5FB8-4194-AA2D-C28AA2DD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4989EF-55F3-4017-B4B0-E850698B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0066750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9ACDBB-FA3C-4862-BB5A-B10987F3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4DE51-2A20-45A4-B434-08D87DE3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Power and energy.Problems.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DA820-CB26-4984-8624-601ADA70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C5C3C-F92E-41FA-B413-384F98F9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0B972-F871-4881-888F-FA236193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2C53D-C037-492E-AC56-9DF8ECAB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C1D7C-24AA-408E-945D-9B548180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0E135-430F-4AE6-ABEC-F88DEE91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5537F-7633-42C5-8260-88F0A1A6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0F890-D1A6-4193-8C7C-5EB623B6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46458-EDAD-46B7-B09C-BCC41561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68E2D-AAAB-4D4F-AAFF-FC7C35DD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9579D-10B1-41F0-9F03-FDE0B6F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15EEC-53BF-4B3C-9A41-657A5827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9C1EA-9E15-4650-BD1C-74C6C2A0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D4083-D4CD-4F72-9822-FFB4E4C6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5E296-4162-4AA9-A604-D2520C79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74F0A-D351-497F-AC0C-53CE754F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1E909-F2DD-4F7C-9B52-140574A6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A58C6-6674-4894-BBB4-E172BC99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50715-2A1D-4138-B270-973C0A0A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15BA8-E404-4DA8-9C62-D60FC047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DC881-C2AE-4BC2-96D0-BF117B8A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2ADFC-949E-447F-B462-C62466DD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1C18C2-2CFE-4416-90A4-EF02394A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87684-F675-4EFF-A10F-93E1F7DB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B5F311-C52D-48E7-8BBD-4C55154C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E4AF82-BBD3-48E6-AE6F-6C22C1C4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E6D05-5FDA-4839-B994-ACD19357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2B3DE8-D69F-4A8F-B802-3F6C3DC8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D74D56-189F-49CE-A2BA-AECC41EB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0EC95-EF4A-4442-96B9-7F891AEA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98337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2026-08-24T16:02:46.9440000Z</dcterms:created>
  <dcterms:modified xsi:type="dcterms:W3CDTF">2026-08-24T16:02:46.9440000Z</dcterms:modified>
</coreProperties>
</file>