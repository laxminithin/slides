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f108c985364123" /><Relationship Type="http://schemas.openxmlformats.org/officeDocument/2006/relationships/extended-properties" Target="/docProps/app.xml" Id="R777a68ea159f4075" /><Relationship Type="http://schemas.openxmlformats.org/officeDocument/2006/relationships/officeDocument" Target="/ppt/presentation.xml" Id="Rd9ab48f9dfde42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74a50623924e44"/>
  </p:sldMasterIdLst>
  <p:notesMasterIdLst>
    <p:notesMasterId xmlns:r="http://schemas.openxmlformats.org/officeDocument/2006/relationships" r:id="R17fb78a0c30740ef"/>
  </p:notesMasterIdLst>
  <p:sldIdLst>
    <p:sldId xmlns:r="http://schemas.openxmlformats.org/officeDocument/2006/relationships" id="256" r:id="R9e5ed14f6cf04704"/>
    <p:sldId xmlns:r="http://schemas.openxmlformats.org/officeDocument/2006/relationships" id="257" r:id="Rf8196e7806264790"/>
    <p:sldId xmlns:r="http://schemas.openxmlformats.org/officeDocument/2006/relationships" id="258" r:id="Rcf7791a4bbe7438d"/>
    <p:sldId xmlns:r="http://schemas.openxmlformats.org/officeDocument/2006/relationships" id="259" r:id="R88d3fc8f8daf41cf"/>
    <p:sldId xmlns:r="http://schemas.openxmlformats.org/officeDocument/2006/relationships" id="260" r:id="Rec7598cda9da4103"/>
    <p:sldId xmlns:r="http://schemas.openxmlformats.org/officeDocument/2006/relationships" id="261" r:id="R9710cc2b949d4eaf"/>
    <p:sldId xmlns:r="http://schemas.openxmlformats.org/officeDocument/2006/relationships" id="262" r:id="R769537270e2d408f"/>
    <p:sldId xmlns:r="http://schemas.openxmlformats.org/officeDocument/2006/relationships" id="263" r:id="Rde4b5d3b7896466e"/>
    <p:sldId xmlns:r="http://schemas.openxmlformats.org/officeDocument/2006/relationships" id="264" r:id="R34e6515c90b74ee9"/>
    <p:sldId xmlns:r="http://schemas.openxmlformats.org/officeDocument/2006/relationships" id="265" r:id="R1ab37e359da74931"/>
    <p:sldId xmlns:r="http://schemas.openxmlformats.org/officeDocument/2006/relationships" id="266" r:id="R89bafb55fc2440cb"/>
    <p:sldId xmlns:r="http://schemas.openxmlformats.org/officeDocument/2006/relationships" id="267" r:id="R37aacdca101640f5"/>
    <p:sldId xmlns:r="http://schemas.openxmlformats.org/officeDocument/2006/relationships" id="268" r:id="R90b05b4dc6dd4614"/>
    <p:sldId xmlns:r="http://schemas.openxmlformats.org/officeDocument/2006/relationships" id="269" r:id="R75f6004d000549f0"/>
    <p:sldId xmlns:r="http://schemas.openxmlformats.org/officeDocument/2006/relationships" id="270" r:id="R2dd5607361db4dc2"/>
    <p:sldId xmlns:r="http://schemas.openxmlformats.org/officeDocument/2006/relationships" id="271" r:id="R60e8e60364de4675"/>
    <p:sldId xmlns:r="http://schemas.openxmlformats.org/officeDocument/2006/relationships" id="272" r:id="Rc91d22b8a4f048a6"/>
    <p:sldId xmlns:r="http://schemas.openxmlformats.org/officeDocument/2006/relationships" id="273" r:id="R2b99b7a21de04e01"/>
    <p:sldId xmlns:r="http://schemas.openxmlformats.org/officeDocument/2006/relationships" id="274" r:id="R2b8cb0491eda40b3"/>
    <p:sldId xmlns:r="http://schemas.openxmlformats.org/officeDocument/2006/relationships" id="275" r:id="R071de00cee154283"/>
    <p:sldId xmlns:r="http://schemas.openxmlformats.org/officeDocument/2006/relationships" id="276" r:id="Rf37eed1adc7c4c73"/>
    <p:sldId xmlns:r="http://schemas.openxmlformats.org/officeDocument/2006/relationships" id="277" r:id="R9e72a23c46204859"/>
    <p:sldId xmlns:r="http://schemas.openxmlformats.org/officeDocument/2006/relationships" id="278" r:id="Radae909fe4c1413b"/>
    <p:sldId xmlns:r="http://schemas.openxmlformats.org/officeDocument/2006/relationships" id="279" r:id="Ra7c4a317d15f4807"/>
    <p:sldId xmlns:r="http://schemas.openxmlformats.org/officeDocument/2006/relationships" id="280" r:id="R2f8c837038804b74"/>
    <p:sldId xmlns:r="http://schemas.openxmlformats.org/officeDocument/2006/relationships" id="281" r:id="Rdb87830c67674486"/>
    <p:sldId xmlns:r="http://schemas.openxmlformats.org/officeDocument/2006/relationships" id="282" r:id="R5e5f1cc38fe84978"/>
    <p:sldId xmlns:r="http://schemas.openxmlformats.org/officeDocument/2006/relationships" id="283" r:id="R91d0a65edac44eee"/>
    <p:sldId xmlns:r="http://schemas.openxmlformats.org/officeDocument/2006/relationships" id="284" r:id="R1bc912c596684116"/>
    <p:sldId xmlns:r="http://schemas.openxmlformats.org/officeDocument/2006/relationships" id="285" r:id="Rb992e789122945e9"/>
    <p:sldId xmlns:r="http://schemas.openxmlformats.org/officeDocument/2006/relationships" id="286" r:id="Re809c4a41ab24435"/>
    <p:sldId xmlns:r="http://schemas.openxmlformats.org/officeDocument/2006/relationships" id="287" r:id="R6ec7772efe3d458f"/>
    <p:sldId xmlns:r="http://schemas.openxmlformats.org/officeDocument/2006/relationships" id="288" r:id="R898e39456bd8440d"/>
    <p:sldId xmlns:r="http://schemas.openxmlformats.org/officeDocument/2006/relationships" id="289" r:id="R025e2ce02a2d40f9"/>
    <p:sldId xmlns:r="http://schemas.openxmlformats.org/officeDocument/2006/relationships" id="290" r:id="R4be9e387964d42df"/>
    <p:sldId xmlns:r="http://schemas.openxmlformats.org/officeDocument/2006/relationships" id="291" r:id="Re934cb54e8ca4654"/>
    <p:sldId xmlns:r="http://schemas.openxmlformats.org/officeDocument/2006/relationships" id="292" r:id="R29e7881ab42f439e"/>
    <p:sldId xmlns:r="http://schemas.openxmlformats.org/officeDocument/2006/relationships" id="293" r:id="Re23b28e5fced4e4e"/>
    <p:sldId xmlns:r="http://schemas.openxmlformats.org/officeDocument/2006/relationships" id="294" r:id="R0db07d24d4954aa1"/>
    <p:sldId xmlns:r="http://schemas.openxmlformats.org/officeDocument/2006/relationships" id="295" r:id="Re374357aeb8d41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23dd72bd1645d4" /><Relationship Type="http://schemas.openxmlformats.org/officeDocument/2006/relationships/slideMaster" Target="/ppt/slideMasters/slideMaster1.xml" Id="R0874a50623924e44" /><Relationship Type="http://schemas.openxmlformats.org/officeDocument/2006/relationships/notesMaster" Target="/ppt/notesMasters/notesMaster1.xml" Id="R17fb78a0c30740ef" /><Relationship Type="http://schemas.openxmlformats.org/officeDocument/2006/relationships/presProps" Target="/ppt/presProps.xml" Id="R2fea05079a654437" /><Relationship Type="http://schemas.openxmlformats.org/officeDocument/2006/relationships/tableStyles" Target="/ppt/tableStyles.xml" Id="Rb6ab8f49df0b4e02" /><Relationship Type="http://schemas.openxmlformats.org/officeDocument/2006/relationships/slide" Target="/ppt/slides/slide1.xml" Id="R9e5ed14f6cf04704" /><Relationship Type="http://schemas.openxmlformats.org/officeDocument/2006/relationships/slide" Target="/ppt/slides/slide2.xml" Id="Rf8196e7806264790" /><Relationship Type="http://schemas.openxmlformats.org/officeDocument/2006/relationships/slide" Target="/ppt/slides/slide3.xml" Id="Rcf7791a4bbe7438d" /><Relationship Type="http://schemas.openxmlformats.org/officeDocument/2006/relationships/slide" Target="/ppt/slides/slide4.xml" Id="R88d3fc8f8daf41cf" /><Relationship Type="http://schemas.openxmlformats.org/officeDocument/2006/relationships/slide" Target="/ppt/slides/slide5.xml" Id="Rec7598cda9da4103" /><Relationship Type="http://schemas.openxmlformats.org/officeDocument/2006/relationships/slide" Target="/ppt/slides/slide6.xml" Id="R9710cc2b949d4eaf" /><Relationship Type="http://schemas.openxmlformats.org/officeDocument/2006/relationships/slide" Target="/ppt/slides/slide7.xml" Id="R769537270e2d408f" /><Relationship Type="http://schemas.openxmlformats.org/officeDocument/2006/relationships/slide" Target="/ppt/slides/slide8.xml" Id="Rde4b5d3b7896466e" /><Relationship Type="http://schemas.openxmlformats.org/officeDocument/2006/relationships/slide" Target="/ppt/slides/slide9.xml" Id="R34e6515c90b74ee9" /><Relationship Type="http://schemas.openxmlformats.org/officeDocument/2006/relationships/slide" Target="/ppt/slides/slide10.xml" Id="R1ab37e359da74931" /><Relationship Type="http://schemas.openxmlformats.org/officeDocument/2006/relationships/slide" Target="/ppt/slides/slide11.xml" Id="R89bafb55fc2440cb" /><Relationship Type="http://schemas.openxmlformats.org/officeDocument/2006/relationships/slide" Target="/ppt/slides/slide12.xml" Id="R37aacdca101640f5" /><Relationship Type="http://schemas.openxmlformats.org/officeDocument/2006/relationships/slide" Target="/ppt/slides/slide13.xml" Id="R90b05b4dc6dd4614" /><Relationship Type="http://schemas.openxmlformats.org/officeDocument/2006/relationships/slide" Target="/ppt/slides/slide14.xml" Id="R75f6004d000549f0" /><Relationship Type="http://schemas.openxmlformats.org/officeDocument/2006/relationships/slide" Target="/ppt/slides/slide15.xml" Id="R2dd5607361db4dc2" /><Relationship Type="http://schemas.openxmlformats.org/officeDocument/2006/relationships/slide" Target="/ppt/slides/slide16.xml" Id="R60e8e60364de4675" /><Relationship Type="http://schemas.openxmlformats.org/officeDocument/2006/relationships/slide" Target="/ppt/slides/slide17.xml" Id="Rc91d22b8a4f048a6" /><Relationship Type="http://schemas.openxmlformats.org/officeDocument/2006/relationships/slide" Target="/ppt/slides/slide18.xml" Id="R2b99b7a21de04e01" /><Relationship Type="http://schemas.openxmlformats.org/officeDocument/2006/relationships/slide" Target="/ppt/slides/slide19.xml" Id="R2b8cb0491eda40b3" /><Relationship Type="http://schemas.openxmlformats.org/officeDocument/2006/relationships/slide" Target="/ppt/slides/slide20.xml" Id="R071de00cee154283" /><Relationship Type="http://schemas.openxmlformats.org/officeDocument/2006/relationships/slide" Target="/ppt/slides/slide21.xml" Id="Rf37eed1adc7c4c73" /><Relationship Type="http://schemas.openxmlformats.org/officeDocument/2006/relationships/slide" Target="/ppt/slides/slide22.xml" Id="R9e72a23c46204859" /><Relationship Type="http://schemas.openxmlformats.org/officeDocument/2006/relationships/slide" Target="/ppt/slides/slide23.xml" Id="Radae909fe4c1413b" /><Relationship Type="http://schemas.openxmlformats.org/officeDocument/2006/relationships/slide" Target="/ppt/slides/slide24.xml" Id="Ra7c4a317d15f4807" /><Relationship Type="http://schemas.openxmlformats.org/officeDocument/2006/relationships/slide" Target="/ppt/slides/slide25.xml" Id="R2f8c837038804b74" /><Relationship Type="http://schemas.openxmlformats.org/officeDocument/2006/relationships/slide" Target="/ppt/slides/slide26.xml" Id="Rdb87830c67674486" /><Relationship Type="http://schemas.openxmlformats.org/officeDocument/2006/relationships/slide" Target="/ppt/slides/slide27.xml" Id="R5e5f1cc38fe84978" /><Relationship Type="http://schemas.openxmlformats.org/officeDocument/2006/relationships/slide" Target="/ppt/slides/slide28.xml" Id="R91d0a65edac44eee" /><Relationship Type="http://schemas.openxmlformats.org/officeDocument/2006/relationships/slide" Target="/ppt/slides/slide29.xml" Id="R1bc912c596684116" /><Relationship Type="http://schemas.openxmlformats.org/officeDocument/2006/relationships/slide" Target="/ppt/slides/slide30.xml" Id="Rb992e789122945e9" /><Relationship Type="http://schemas.openxmlformats.org/officeDocument/2006/relationships/slide" Target="/ppt/slides/slide31.xml" Id="Re809c4a41ab24435" /><Relationship Type="http://schemas.openxmlformats.org/officeDocument/2006/relationships/slide" Target="/ppt/slides/slide32.xml" Id="R6ec7772efe3d458f" /><Relationship Type="http://schemas.openxmlformats.org/officeDocument/2006/relationships/slide" Target="/ppt/slides/slide33.xml" Id="R898e39456bd8440d" /><Relationship Type="http://schemas.openxmlformats.org/officeDocument/2006/relationships/slide" Target="/ppt/slides/slide34.xml" Id="R025e2ce02a2d40f9" /><Relationship Type="http://schemas.openxmlformats.org/officeDocument/2006/relationships/slide" Target="/ppt/slides/slide35.xml" Id="R4be9e387964d42df" /><Relationship Type="http://schemas.openxmlformats.org/officeDocument/2006/relationships/slide" Target="/ppt/slides/slide36.xml" Id="Re934cb54e8ca4654" /><Relationship Type="http://schemas.openxmlformats.org/officeDocument/2006/relationships/slide" Target="/ppt/slides/slide37.xml" Id="R29e7881ab42f439e" /><Relationship Type="http://schemas.openxmlformats.org/officeDocument/2006/relationships/slide" Target="/ppt/slides/slide38.xml" Id="Re23b28e5fced4e4e" /><Relationship Type="http://schemas.openxmlformats.org/officeDocument/2006/relationships/slide" Target="/ppt/slides/slide39.xml" Id="R0db07d24d4954aa1" /><Relationship Type="http://schemas.openxmlformats.org/officeDocument/2006/relationships/slide" Target="/ppt/slides/slide40.xml" Id="Re374357aeb8d41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5ad8e97db2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d08d43b6c54cfd" /><Relationship Type="http://schemas.openxmlformats.org/officeDocument/2006/relationships/notesMaster" Target="/ppt/notesMasters/notesMaster1.xml" Id="R48f2b0a840c841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2bdca6e3104a88" /><Relationship Type="http://schemas.openxmlformats.org/officeDocument/2006/relationships/notesMaster" Target="/ppt/notesMasters/notesMaster1.xml" Id="Rf31a83e9d5de4a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d8da5e6c9c4e49" /><Relationship Type="http://schemas.openxmlformats.org/officeDocument/2006/relationships/notesMaster" Target="/ppt/notesMasters/notesMaster1.xml" Id="Red2b4e6cf5b34c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eaa087fed34f2e" /><Relationship Type="http://schemas.openxmlformats.org/officeDocument/2006/relationships/notesMaster" Target="/ppt/notesMasters/notesMaster1.xml" Id="R235da9393cf048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c961bf0db34849" /><Relationship Type="http://schemas.openxmlformats.org/officeDocument/2006/relationships/notesMaster" Target="/ppt/notesMasters/notesMaster1.xml" Id="R01310ff3bef14c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a38e7fa84246e9" /><Relationship Type="http://schemas.openxmlformats.org/officeDocument/2006/relationships/notesMaster" Target="/ppt/notesMasters/notesMaster1.xml" Id="Rb4b0f8234fb541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e99fcafc0245d4" /><Relationship Type="http://schemas.openxmlformats.org/officeDocument/2006/relationships/notesMaster" Target="/ppt/notesMasters/notesMaster1.xml" Id="R940161de596842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afa22494564673" /><Relationship Type="http://schemas.openxmlformats.org/officeDocument/2006/relationships/notesMaster" Target="/ppt/notesMasters/notesMaster1.xml" Id="Re72f58efb8274d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1d8ceadcba4982" /><Relationship Type="http://schemas.openxmlformats.org/officeDocument/2006/relationships/notesMaster" Target="/ppt/notesMasters/notesMaster1.xml" Id="R5be3c07df6564d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363f24ce5249cc" /><Relationship Type="http://schemas.openxmlformats.org/officeDocument/2006/relationships/notesMaster" Target="/ppt/notesMasters/notesMaster1.xml" Id="Re2174be079864f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40abcaa6c44110" /><Relationship Type="http://schemas.openxmlformats.org/officeDocument/2006/relationships/notesMaster" Target="/ppt/notesMasters/notesMaster1.xml" Id="R5e30884c8e9e42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a3147fd7ab4db7" /><Relationship Type="http://schemas.openxmlformats.org/officeDocument/2006/relationships/notesMaster" Target="/ppt/notesMasters/notesMaster1.xml" Id="R26f0642f174f44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0ff2652e92403b" /><Relationship Type="http://schemas.openxmlformats.org/officeDocument/2006/relationships/notesMaster" Target="/ppt/notesMasters/notesMaster1.xml" Id="R829353f6cdfe47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9818aacfb34658" /><Relationship Type="http://schemas.openxmlformats.org/officeDocument/2006/relationships/notesMaster" Target="/ppt/notesMasters/notesMaster1.xml" Id="R31ca617aa57145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08688e8ec0457a" /><Relationship Type="http://schemas.openxmlformats.org/officeDocument/2006/relationships/notesMaster" Target="/ppt/notesMasters/notesMaster1.xml" Id="R1a8636bd5ad542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7c3e2cc5e04a57" /><Relationship Type="http://schemas.openxmlformats.org/officeDocument/2006/relationships/notesMaster" Target="/ppt/notesMasters/notesMaster1.xml" Id="R9567e006cecc4d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1a8f06823bb434d" /><Relationship Type="http://schemas.openxmlformats.org/officeDocument/2006/relationships/notesMaster" Target="/ppt/notesMasters/notesMaster1.xml" Id="R9261842586d44d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7fce47f6c741f7" /><Relationship Type="http://schemas.openxmlformats.org/officeDocument/2006/relationships/notesMaster" Target="/ppt/notesMasters/notesMaster1.xml" Id="R0ed31f6ab2f744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51aa5a92434fe3" /><Relationship Type="http://schemas.openxmlformats.org/officeDocument/2006/relationships/notesMaster" Target="/ppt/notesMasters/notesMaster1.xml" Id="Ref7f2102c08840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fd3ba0a80a4e6e" /><Relationship Type="http://schemas.openxmlformats.org/officeDocument/2006/relationships/notesMaster" Target="/ppt/notesMasters/notesMaster1.xml" Id="Rb141020d14ca4f3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ed8f4fef1940fc" /><Relationship Type="http://schemas.openxmlformats.org/officeDocument/2006/relationships/notesMaster" Target="/ppt/notesMasters/notesMaster1.xml" Id="Rad831e572bd44f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b4a2f47cdb419e" /><Relationship Type="http://schemas.openxmlformats.org/officeDocument/2006/relationships/notesMaster" Target="/ppt/notesMasters/notesMaster1.xml" Id="R556753a07587447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7226b279dba4b92" /><Relationship Type="http://schemas.openxmlformats.org/officeDocument/2006/relationships/notesMaster" Target="/ppt/notesMasters/notesMaster1.xml" Id="R86b19905bfab449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083a9b51aa4ffc" /><Relationship Type="http://schemas.openxmlformats.org/officeDocument/2006/relationships/notesMaster" Target="/ppt/notesMasters/notesMaster1.xml" Id="R5265e9a0bcfb4f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0f309e3bf9469b" /><Relationship Type="http://schemas.openxmlformats.org/officeDocument/2006/relationships/notesMaster" Target="/ppt/notesMasters/notesMaster1.xml" Id="Rb0a6afd7bdd542d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af4c772ef64821" /><Relationship Type="http://schemas.openxmlformats.org/officeDocument/2006/relationships/notesMaster" Target="/ppt/notesMasters/notesMaster1.xml" Id="R35206c8f8e94407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da4fb60d9c74eaf" /><Relationship Type="http://schemas.openxmlformats.org/officeDocument/2006/relationships/notesMaster" Target="/ppt/notesMasters/notesMaster1.xml" Id="Rfa4407e4493e4fa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3cae137095f4507" /><Relationship Type="http://schemas.openxmlformats.org/officeDocument/2006/relationships/notesMaster" Target="/ppt/notesMasters/notesMaster1.xml" Id="Rad44099554f94db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8de39a9c5d04bcc" /><Relationship Type="http://schemas.openxmlformats.org/officeDocument/2006/relationships/notesMaster" Target="/ppt/notesMasters/notesMaster1.xml" Id="Rc544de44bb724d3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3697ea3b31d42db" /><Relationship Type="http://schemas.openxmlformats.org/officeDocument/2006/relationships/notesMaster" Target="/ppt/notesMasters/notesMaster1.xml" Id="R8ec05772174c40d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a1f956271184641" /><Relationship Type="http://schemas.openxmlformats.org/officeDocument/2006/relationships/notesMaster" Target="/ppt/notesMasters/notesMaster1.xml" Id="R4cc5e5a2840e41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06aafeaaa324f2a" /><Relationship Type="http://schemas.openxmlformats.org/officeDocument/2006/relationships/notesMaster" Target="/ppt/notesMasters/notesMaster1.xml" Id="R76f2e526a369419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64af62ec79043ea" /><Relationship Type="http://schemas.openxmlformats.org/officeDocument/2006/relationships/notesMaster" Target="/ppt/notesMasters/notesMaster1.xml" Id="Rbd385c30de23408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28f905992204e44" /><Relationship Type="http://schemas.openxmlformats.org/officeDocument/2006/relationships/notesMaster" Target="/ppt/notesMasters/notesMaster1.xml" Id="Rebab528a51064f4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b48d0351ef04a79" /><Relationship Type="http://schemas.openxmlformats.org/officeDocument/2006/relationships/notesMaster" Target="/ppt/notesMasters/notesMaster1.xml" Id="R8792038635fb452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146764ff49a4d2a" /><Relationship Type="http://schemas.openxmlformats.org/officeDocument/2006/relationships/notesMaster" Target="/ppt/notesMasters/notesMaster1.xml" Id="R19dacb14771b407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faf4063b9764e37" /><Relationship Type="http://schemas.openxmlformats.org/officeDocument/2006/relationships/notesMaster" Target="/ppt/notesMasters/notesMaster1.xml" Id="R52fb84600c3341b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da3abfebbac4833" /><Relationship Type="http://schemas.openxmlformats.org/officeDocument/2006/relationships/notesMaster" Target="/ppt/notesMasters/notesMaster1.xml" Id="R3512a65367c742e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47c335e12944f3f" /><Relationship Type="http://schemas.openxmlformats.org/officeDocument/2006/relationships/notesMaster" Target="/ppt/notesMasters/notesMaster1.xml" Id="R4a7e23c6f6a3413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495e39a1dd84893" /><Relationship Type="http://schemas.openxmlformats.org/officeDocument/2006/relationships/notesMaster" Target="/ppt/notesMasters/notesMaster1.xml" Id="R70456c901abc4f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05ae3ae924b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a79be9a7194ab1" /><Relationship Type="http://schemas.openxmlformats.org/officeDocument/2006/relationships/slideLayout" Target="/ppt/slideLayouts/slideLayout1.xml" Id="R5643816cfa1f46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43816cfa1f46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f866ab62a4b1b" /><Relationship Type="http://schemas.openxmlformats.org/officeDocument/2006/relationships/notesSlide" Target="/ppt/notesSlides/notesSlide1.xml" Id="Rf180d79e9bc445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7c89876ba4de0" /><Relationship Type="http://schemas.openxmlformats.org/officeDocument/2006/relationships/notesSlide" Target="/ppt/notesSlides/notesSlide2.xml" Id="R0a361b2a14af45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72a180afa45ca" /><Relationship Type="http://schemas.openxmlformats.org/officeDocument/2006/relationships/notesSlide" Target="/ppt/notesSlides/notesSlide3.xml" Id="R49795284489f40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8070421744f69" /><Relationship Type="http://schemas.openxmlformats.org/officeDocument/2006/relationships/notesSlide" Target="/ppt/notesSlides/notesSlide4.xml" Id="R604484e98e0e4d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34aebb5544c93" /><Relationship Type="http://schemas.openxmlformats.org/officeDocument/2006/relationships/notesSlide" Target="/ppt/notesSlides/notesSlide5.xml" Id="R2612d411fd314d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6af46d3ae47cc" /><Relationship Type="http://schemas.openxmlformats.org/officeDocument/2006/relationships/notesSlide" Target="/ppt/notesSlides/notesSlide6.xml" Id="Rd25d3a0c8fd942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4d18b64034ef0" /><Relationship Type="http://schemas.openxmlformats.org/officeDocument/2006/relationships/notesSlide" Target="/ppt/notesSlides/notesSlide7.xml" Id="Rd9af7343c66b47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fb065d3884781" /><Relationship Type="http://schemas.openxmlformats.org/officeDocument/2006/relationships/notesSlide" Target="/ppt/notesSlides/notesSlide8.xml" Id="R1c16fee9cd714e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b27c2a1f54570" /><Relationship Type="http://schemas.openxmlformats.org/officeDocument/2006/relationships/notesSlide" Target="/ppt/notesSlides/notesSlide9.xml" Id="R1b8b9e6ce6134a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d41591fbe48ea" /><Relationship Type="http://schemas.openxmlformats.org/officeDocument/2006/relationships/notesSlide" Target="/ppt/notesSlides/notesSlide10.xml" Id="R1a9f7b79cee642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0363d2f9d48b4" /><Relationship Type="http://schemas.openxmlformats.org/officeDocument/2006/relationships/notesSlide" Target="/ppt/notesSlides/notesSlide11.xml" Id="Rf8f66e1ac86a48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5be5e017f403f" /><Relationship Type="http://schemas.openxmlformats.org/officeDocument/2006/relationships/notesSlide" Target="/ppt/notesSlides/notesSlide12.xml" Id="R512bdf41926742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d424119ae4df7" /><Relationship Type="http://schemas.openxmlformats.org/officeDocument/2006/relationships/notesSlide" Target="/ppt/notesSlides/notesSlide13.xml" Id="Rd148bbe8a4204d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099b23f354103" /><Relationship Type="http://schemas.openxmlformats.org/officeDocument/2006/relationships/notesSlide" Target="/ppt/notesSlides/notesSlide14.xml" Id="Rb0facd1b8ffd40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c3960d77248f5" /><Relationship Type="http://schemas.openxmlformats.org/officeDocument/2006/relationships/notesSlide" Target="/ppt/notesSlides/notesSlide15.xml" Id="Rd34b1f0a02f64c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9ead9aff1468f" /><Relationship Type="http://schemas.openxmlformats.org/officeDocument/2006/relationships/notesSlide" Target="/ppt/notesSlides/notesSlide16.xml" Id="R54852faebb9b47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d72a5e4fb42ab" /><Relationship Type="http://schemas.openxmlformats.org/officeDocument/2006/relationships/notesSlide" Target="/ppt/notesSlides/notesSlide17.xml" Id="Rb452f112f0fb41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3aca660264a61" /><Relationship Type="http://schemas.openxmlformats.org/officeDocument/2006/relationships/notesSlide" Target="/ppt/notesSlides/notesSlide18.xml" Id="R3e56a97db7ff41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b46e30c884edf" /><Relationship Type="http://schemas.openxmlformats.org/officeDocument/2006/relationships/notesSlide" Target="/ppt/notesSlides/notesSlide19.xml" Id="R106a9d4290fc48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17e208a384701" /><Relationship Type="http://schemas.openxmlformats.org/officeDocument/2006/relationships/notesSlide" Target="/ppt/notesSlides/notesSlide20.xml" Id="R7b5212b37edd4f5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51f218a974548" /><Relationship Type="http://schemas.openxmlformats.org/officeDocument/2006/relationships/notesSlide" Target="/ppt/notesSlides/notesSlide21.xml" Id="R0c84e15c0feb46e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d26dcfdf64f8c" /><Relationship Type="http://schemas.openxmlformats.org/officeDocument/2006/relationships/notesSlide" Target="/ppt/notesSlides/notesSlide22.xml" Id="R97d1fa2cf36d4e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2a8c6824c4914" /><Relationship Type="http://schemas.openxmlformats.org/officeDocument/2006/relationships/notesSlide" Target="/ppt/notesSlides/notesSlide23.xml" Id="Rfc432355126546f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253110f0f4815" /><Relationship Type="http://schemas.openxmlformats.org/officeDocument/2006/relationships/notesSlide" Target="/ppt/notesSlides/notesSlide24.xml" Id="Ra3f45892554f419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0c07c89264de2" /><Relationship Type="http://schemas.openxmlformats.org/officeDocument/2006/relationships/notesSlide" Target="/ppt/notesSlides/notesSlide25.xml" Id="R7dadc3e940014af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7e309927b40d6" /><Relationship Type="http://schemas.openxmlformats.org/officeDocument/2006/relationships/notesSlide" Target="/ppt/notesSlides/notesSlide26.xml" Id="R959e07bdb364446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9b8b7857a4625" /><Relationship Type="http://schemas.openxmlformats.org/officeDocument/2006/relationships/notesSlide" Target="/ppt/notesSlides/notesSlide27.xml" Id="R3610316ff8b548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fb46ac1eb401f" /><Relationship Type="http://schemas.openxmlformats.org/officeDocument/2006/relationships/notesSlide" Target="/ppt/notesSlides/notesSlide28.xml" Id="R3672e579a4994c4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e0a6a34d84ed9" /><Relationship Type="http://schemas.openxmlformats.org/officeDocument/2006/relationships/notesSlide" Target="/ppt/notesSlides/notesSlide29.xml" Id="Rdfd2d080875a42e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e9390a92848f1" /><Relationship Type="http://schemas.openxmlformats.org/officeDocument/2006/relationships/notesSlide" Target="/ppt/notesSlides/notesSlide30.xml" Id="R6b3e908e39c6400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115cc49e4423d" /><Relationship Type="http://schemas.openxmlformats.org/officeDocument/2006/relationships/notesSlide" Target="/ppt/notesSlides/notesSlide31.xml" Id="R668b74dc5c554d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1f5065bf0404c" /><Relationship Type="http://schemas.openxmlformats.org/officeDocument/2006/relationships/notesSlide" Target="/ppt/notesSlides/notesSlide32.xml" Id="R8567cd8f9623491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e1aa8515e4dcb" /><Relationship Type="http://schemas.openxmlformats.org/officeDocument/2006/relationships/notesSlide" Target="/ppt/notesSlides/notesSlide33.xml" Id="R3f449b3ce3014da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1b64ebc8b4f6e" /><Relationship Type="http://schemas.openxmlformats.org/officeDocument/2006/relationships/notesSlide" Target="/ppt/notesSlides/notesSlide34.xml" Id="R755d859407dd4bf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aaeb774da42c6" /><Relationship Type="http://schemas.openxmlformats.org/officeDocument/2006/relationships/notesSlide" Target="/ppt/notesSlides/notesSlide35.xml" Id="Rbffe2022479d404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4f650c6384371" /><Relationship Type="http://schemas.openxmlformats.org/officeDocument/2006/relationships/notesSlide" Target="/ppt/notesSlides/notesSlide36.xml" Id="Re9a8fd83dc78463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30cd875054c4d" /><Relationship Type="http://schemas.openxmlformats.org/officeDocument/2006/relationships/notesSlide" Target="/ppt/notesSlides/notesSlide37.xml" Id="R361f1abbef1e423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ba3963c694aa4" /><Relationship Type="http://schemas.openxmlformats.org/officeDocument/2006/relationships/notesSlide" Target="/ppt/notesSlides/notesSlide38.xml" Id="Rb17f227aeb544df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0bc3451f34206" /><Relationship Type="http://schemas.openxmlformats.org/officeDocument/2006/relationships/notesSlide" Target="/ppt/notesSlides/notesSlide39.xml" Id="R8f149eda424744e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0baff92264086" /><Relationship Type="http://schemas.openxmlformats.org/officeDocument/2006/relationships/notesSlide" Target="/ppt/notesSlides/notesSlide40.xml" Id="Rea334bd1385b46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C9C34-1487-4EFC-9D9F-E0E7B005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0642D-89E1-4CE9-86B5-A4761C69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Domestic Wiring: Two-way and three-way control of loads. Electricity Bill: Definition of "unit" used for consumption of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E84AA-5EB6-4AF0-8D02-9BF63BD4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Electrical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1BESC104B/204B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E8785-90B0-43E3-8977-9C48D16D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A09DB-16CE-4FAF-8E25-3FC84411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584EB-1328-406C-BEC3-1D853B30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74F00-717F-4E31-BB85-93768487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99324-CC0C-4E35-B938-6FA9F6AB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E6649-5614-472D-BC70-446C79D1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2D0FB-286F-484F-9D76-D4D0751E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56957-9D28-4B24-BBBD-3D0C7880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838F4-420E-4707-B3FA-1D96E00E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651E1-6961-4954-9CF1-AF28AB04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385444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08A12-A8A6-41CD-AE47-5D145E2F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20BC7-1549-429D-B9FD-B56ED8FF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C2AA9-ABDC-4C88-BFEA-71CFD018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7269D-2D29-426B-AB5A-72518575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A95E1-9B22-40F4-A1E0-6DD0C756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F340C-2F98-4256-A529-5AEDAE74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B4D31-6E51-4AFC-8A38-29EDA323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8D2B6-6B6F-4371-984C-5908D042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C5EB5-FCAF-47D9-A006-A320944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2C4F4-C1B2-452E-8215-F0502D3F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EE285-3AA6-4D14-93E3-63B7FC46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F56FF-35D8-43BD-87C8-30D3743B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DBFB5-B550-4BE0-86D4-BF2EC5A5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ED0D1-2606-4A66-93EB-BD01C130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9C73B-29A4-4EAA-ACE4-057A7EC7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88616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21F26F-BC82-4B86-BB56-FB6A8AB0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618A2-0EB1-4540-B10B-A1A159DC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3DCBF-F32E-4AA6-B4D0-BEB6FDDF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9F4B7-AAB2-4CF6-A90A-A94D9EAC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2A40F-31E8-4AAC-9185-D065D7B1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B667A-6D94-4977-8AB1-4549FBCF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D8296-247B-4E0D-8748-B0C5A131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0A310-F7ED-45E8-8E03-55AB88C7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0D23F-D1BD-4B17-B71F-FCBB7DEA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Wiring: Two-way and three-way control of 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38361-BD12-4C31-903E-9E85EE87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40395-9AEE-4500-8D2C-664861FE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CB86C-3076-405A-89AF-D272991E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Bill: Definition of "unit" used for consumption of electr...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CA97F-8E16-4DE8-A228-50CEFED1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08F98-FDBF-429B-844E-7ED4C62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05D7F-C242-49C2-9D91-9CCC324A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Two-part electricity tariff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36655-0FC2-48D5-8C12-3FE15D30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7C7AF-364A-4480-9B33-CC95836D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537D0-D2F4-4B39-A406-5A69552F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Safety measures: Working principle of fuse and miniature...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58AF4-E252-445A-A9F7-795B9CCC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7F4C8-4027-4A86-BB1F-1B460975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45B6B-6BED-4768-B5F7-7EA0E78F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Personal safety measures: Electric shock, safety precauti...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DF62D-CA4E-48CC-B804-0458B152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A5498-AA29-4064-B7D9-99BD8B19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EAFB04-BC37-4316-854A-DE41A1EB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Earthing and types: Plate earthing and pipe earthing.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E2F14-FC33-420F-A32C-2D3961A4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492A3-345D-431B-88DD-E3FE7D99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84890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E93BAB-A761-4E12-8182-49575B2C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E38DB-DC6C-4342-AF96-5261C4A1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8D195-8FBA-4CFB-9BBB-470073D3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71105-40A6-4FAF-BCDB-307936E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33717-D5DA-4311-8EEF-78E4107D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9E4EF-EA0D-44EF-A4DF-542F926F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408C9-50F9-4A69-8F78-CEDE9C9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EDA09-865A-4590-B560-96B1C02D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Wiring: Two-way and three-way control of loads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E7DFA-FFE6-4086-BACC-A6B3CB6B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A1E0E-62FA-4D3E-BDCA-3F8BE1D0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BD99A-ABD9-462F-BD70-B127A82A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Bill: Definition of "unit" used for consumption of electr...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0522F-F85E-4D75-9221-65F35DC9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11C81-25FC-46F2-B8F2-E686AD64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C524-6ACB-4074-9289-AFE95D91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Two-part electricity tariff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BD436-BA6E-4600-8B43-C44AE6C1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B0794-17BD-444B-83F7-79535CE5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926D4-3325-40D9-9B5F-D3ADBD06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Safety measures: Working principle of fuse and miniature....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F5191-8F7E-4366-8D2E-6C35C9D1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E83EB-081E-414A-B413-E8230236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29B84-51F4-432A-988B-5FE03AB6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Personal safety measures: Electric shock, safety precauti...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6279A-1BBA-4634-BD18-00D21D51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B2DEB-A8FB-4034-A861-FA375ECE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5D3AD-6914-436C-BB0B-C59256F6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Earthing and types: Plate earthing and pipe earthing.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B31A8-261C-41F0-874A-7767F891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3175C-7986-419F-A28B-F05DDCD7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F6304-57F4-4CE9-9708-BEA02CC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79617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BA86A-DED6-433E-9FEC-EBEBAD95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1F82A-E046-438A-8EA9-39135613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76519-6E76-47FA-867A-40410AD2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D2119-02B7-4D32-A7F9-53778B74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2C364-33CC-4292-A2C0-849E63E3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Domestic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9B24E-ADBA-48C0-8287-15FA70B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Wiring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CA8A5-36C8-4AD8-925D-01CD3774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Two-way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F110E-E395-467C-8C82-A368F174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three-way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AECB5-0CC1-43BC-9724-A86DD38E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4506F-1034-4C16-97FA-378BA94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loads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9A596-ED54-454C-A91D-121238BA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Electricity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FCFE4-8D7B-4AC3-940D-B693AF57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CB1F9-1DCE-4723-BE73-20E0A7C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A0122-266E-4C19-876B-21919BB9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F9EA3-5A6A-4BB1-8E50-4FBA5C4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B3D06-1EB0-4F1A-BFAA-F26A5539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3387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2891C-7A8F-4C8E-AD34-0D404287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0BB6F-142F-49F4-B70B-DB29D3F5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7D106-8201-4CF9-9552-8595D58B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18653-A9C9-434F-B69D-75D8C81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8AD6A-B320-4A22-8B15-19D3503F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Wiring: Two-way and three-way control of loads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A4E50-E77D-4A04-A76C-65D01384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Wiring: Two-way and three-way control of...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A7559-583F-45F7-BB14-53552E56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92AE9-192C-4A2D-B43D-B7B67A8B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A77F0-4609-4CAE-9D5F-6EA0BBCC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F9FFC-71CE-4540-B910-0CDB861F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968D5-FA5B-4106-83CB-0990C94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59374-D612-440A-A415-43DBB1F7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5792A-A2E5-47BC-B876-4F82D944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D3884-8C89-4368-A8EC-25992ED7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F6BFC-B429-481C-B5C6-AABFCC1F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444AD-A54D-4F49-A39C-5E84E8E7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11897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225D2-4D74-4FC6-9E12-F33800C9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859CB-758B-41F2-B8DB-54E9C8B6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6BAB1-827E-4D51-A1E3-A57C3956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0CF0D-22A3-423B-A8C1-F6594FB2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84CD3-51F5-4312-80A6-2DEFB6CB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3A715-35C7-485B-AFBD-D132A190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C6F77-58D0-49C0-A374-47D528F3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F2A40-8F2C-4BBB-BCA4-5EF774ED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47B34-B8E5-4827-90C3-58E604D9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Wiring: Two-w...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B4D9E-0608-456C-8FA1-8A73F06E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C2746-2869-423C-B1FE-F4524B61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2AFE1-0D3C-4BDB-A9EE-5DE81FB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Wiring: Two...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66067-555F-4256-93D5-26A3F49A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263CB-C354-4DFC-8A01-56E3502E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6DAAC-9D34-4129-99B6-898B5C56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Wiring:...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EE045-34B8-44EC-93F9-1614111A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EF57B-A04C-4449-8056-40218706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ABA2F-24C7-4086-9632-85C5FDB4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Wiring: Tw...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0BFF6-1272-4D27-B02A-6FCD7A3C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1F42D-46FA-4D72-A0DE-D7EE26A6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9337D-10BB-4143-BA1F-5FDA95C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Wiring: Two-wa...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E4F62-E28E-468C-A856-52CA6202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757B4-F503-46A7-9DB7-B5DE4EB6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95430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A2E0B-333B-464F-953F-3165FFA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B639B-2DDC-42A0-8390-F73A6094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A5089-04E0-46A1-BBB7-0D23427B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4D165-6818-4ADF-BAA9-A55359CB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06FC6-A65D-4491-9112-A873460A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6B036-4EFC-4118-88A5-01F78F67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6F47F-6A46-4D52-A241-EFF1FE07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8BB6B-E18B-4F98-9555-A6AAE845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D0F6E-A65B-4318-8DCF-A96C954F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154C8-2455-4A24-A31B-95345288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23132-CC09-4825-9BB2-CE670CAF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DBD5C-BB2F-4EB8-9448-295160A1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6AF17-15AE-4346-9FD0-82ABBD59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97FC2-8F83-4CDD-8443-F745E185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E201D-6B6A-4BBD-A49B-B46632E3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348193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E1384-9A13-45C4-9EC2-63E380A8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2D3DC-B27B-4CB0-9DB1-37CAAA78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021BC-7FE5-4409-90B9-D3FDF7B2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7FEA5-92B8-412E-B72A-B66B0FB7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3864A-C24D-4E18-BD31-02DB3D4F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C0D0C-8846-4CFF-BB5E-EF48C2D3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Wiring: Two-way and three-way control of loads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AE530-8CE5-4055-AD01-FFCE21A3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855A5-EC32-4DA9-87CD-3B79DDD0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75C30-55B7-4097-A208-5654F7D3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9BEEA-AD10-4142-ACE2-79B33B31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50E7D-F4D7-4B4F-B2C2-F8BBFF58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94808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6BA97-23C3-4CE3-BF31-16550FDF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6593F-954D-4E05-AEDC-0052C82A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E31C1-F68E-44D6-A814-9F78A5F1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77937-E469-4E18-AE5D-79846577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555F7-DDFD-4E5F-8F59-0EC10CA9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Bill: Definition of "unit" used for consumption of electrical energy, power rating of common household applianc...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8189A-CCB6-4900-8A62-F9B40DD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Bill: Definition of "unit" used for consu...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717A8-02A5-4C31-8D4B-6A72B188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EB4F8-DEE2-4A22-A30B-9D2007AF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A93F2-5815-4D92-A149-2D787992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8F5EA-B8D9-4A93-B5B6-8320C02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FC33B-5F62-4369-9557-0D46E1B5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154AB-499D-431F-B823-D78E7775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592D3-C796-4C63-9583-E3A4D9EE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C782A-FBDE-4D28-BA17-D4BC8909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00B66-345A-47FF-921D-AF171A9D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213D7-DCD0-498E-AEB2-9A2F0934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96432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76E72-3ACD-425A-9D8F-FAD46B17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4EF0D-C0EA-48AE-AD3F-F62381D3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0DDF5-81B4-4A5C-9685-738E161B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DB477-13BE-48E5-B557-531C4E16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4C37A-8ED5-4A0E-8B96-87247829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D4D04-5A23-4228-8077-713241CE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F3381-7D23-42D3-A2A6-00F6E9DB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49FCE-DFD5-4DD7-B175-61683197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C17B9-FE7F-4207-860F-E878D3A3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Bill: Definit...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3F6F5-F586-4438-B0F2-1EC5FBE4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ECCF5-4B76-4000-8F19-83A3B883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60E0E-2448-430C-B3C2-67295F09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Bill: Defin...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50985-8BFC-4424-8C39-8948C7D3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E869E-309C-463E-AC3E-6E4B488F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13D8E-5454-4474-9921-00B0D2CD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Bill: 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C0BB9-2085-4EFC-9473-C96134C4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AB77A-C383-4252-B9B3-DCDBD664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C0A51-5B34-4003-9872-37BB5F3D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Bill: Defi...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B4EB0-CA37-48D0-9AB9-38A22700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B0973-0676-4D06-B270-C6875C2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FAF5B-CA00-4A2C-B57F-F25C7A28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Bill: Definiti...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5AC6F-75F3-448C-856D-520DAAB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90C73-E017-40A9-B021-BEB03205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352277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5007C-A142-4EDA-86DA-A0FEFC1C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496D7-0704-4DA7-969C-E9B61724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B5C14-027E-4F35-ABC0-A97B5F1A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27EC6-84D0-426A-B916-689C41BB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CDCCC-9FF9-4A02-91D2-550FC6D4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1813B-19AC-4619-A67E-96D295B8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27904-C5D6-4C8D-8284-2338834F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94FB3-D4FE-486C-8DCD-7A1423DC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67C04-8A39-4DA4-BE09-792E93F7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850DC-41D9-48C9-9041-C8688D2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B0EF8-9065-4ABD-A277-DDCF714A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91D5F-4CD1-485E-A821-C9ED6479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2C3D0-3FD5-43B4-9057-513FAC06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18A96-26F7-4AE4-8B43-25CF6345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4808E-E499-4A88-8897-B17E9D65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992355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DD6E7-8C87-46A7-A2D0-0E3AD969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9879A-65D1-4128-9027-D7A93D60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0C47E-9503-4A73-82B0-6936A4C5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D101B-1C64-42CC-ADFA-C099BD33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B181A-9C98-4A31-890E-C27E61A7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0E352-6E88-450F-B1AE-E5948DC3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Bill: Definition of "unit" used for consumption of electr...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997C7-A16C-4CFE-8EDF-92DBBB4A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EF747-F222-4625-98C9-D1DDE8D6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F6784-50C2-4469-85CF-B4293D16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40C18-83D0-49EF-8AF3-9C296C47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6F848-23EE-42EB-8371-0AE1C9DE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821180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78349-3F86-4E83-8738-475565F3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A91D5-6819-48AB-89C0-4E4FB21E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A88B9-F2D0-46EC-90CE-580308B4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14DD6-DEC1-4CF5-A1EE-2FA3D403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A7C06-50CB-41B9-885F-FA2DAEB9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Two-part electricity tariff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7ACE7-08E7-45F3-9318-D3454026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Two-part electricity tariff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E84D3-4960-4B0A-BC38-6DCC7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72F84-24D5-4D8D-8423-26CE7D2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217C4-7F60-4CB0-80FA-E58C0AB9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44871-8371-409E-B56B-83BF97AD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1C2FC-A44E-4B32-A1F0-8742965D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9AB84-AEB0-417F-BC3F-1035A1AA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1B7C6-6A9E-47F9-BA0D-7A81DF7F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857DA-2DF9-4FC2-B5BD-70D2B9AE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D8F63-BD94-40E7-ACCD-C8C0B18E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752E9-ADA5-4829-9CA2-19A97E6F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910103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3ECC6-A267-4125-89B8-9A56874E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B2A88-DBC0-42D1-92EA-21CF1B46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94F01-C42C-4A1B-B3B5-02B0810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DBCF5-4974-4C5D-8207-56CF7875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30895-5CF3-462A-942C-0101A883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4FBA5-722F-4E9A-A68C-20540B62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75CA6-117F-4A24-9928-8459655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A339E-B98D-4E19-89B4-0B8363B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84DE6-DA9D-47BD-9F40-7D117424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Two-part elec...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16B1A-4B7A-428C-8A0B-3F6185BA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B8994-861F-4ACC-8CC8-81E3FDCF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A544D-BA92-4DAC-8FF5-42EE2090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Two-part el...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924A6-5F66-4F55-8D4C-C57B278E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CA965-996A-49B2-A70C-327B915B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43F25-1D48-42B4-9B57-442CBC7C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Two-par...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EE526-99D6-4EB9-A4EC-D89D158B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941CC-06F7-4E6A-A2AC-702A0572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63536-1FAF-4868-9139-87A17AC8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Two-part 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13B5C-C274-438A-9F96-DD820B20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60E42-5214-4833-A986-A59D49E6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3EC94-50F4-4D0A-AAE0-8940F21C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Two-part elect...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8DB93-17A1-4B7F-81B6-210B98F4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2D92D-68B0-44C1-9BAB-5B7B3E54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94759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EE881-0B0C-496A-A6B5-EB32D0E7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0DB18-156F-44DF-8370-1B1C5ACC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F748A-4B16-41D4-8DE3-5C3D1D86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8A9ED-8C23-4FF9-A40F-E2D84449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12230-EBB4-45E2-88C7-59328E29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90E85-4515-4DC3-8AE4-5B1A6209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CCCEE-83FF-483A-A984-AF4AC430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7230D-838D-4046-86F1-618160E1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37370-C31B-4208-A3AE-45A15AC9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95B62-D3FF-4B48-98CD-D2747BC6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0B374-0213-4C31-8D15-5DB54EAE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54AD3-CDC7-469D-9EE2-70C0BE39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DE817-FB76-4224-9AC4-C704B25C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C87EB-6EFE-401D-BC1D-EF0A23E9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A96EC-6465-40E8-9EF6-1A3AC53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232653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55260-3E4A-449D-8460-D7444AF3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2B374-778C-43B9-9419-BFF8B2C1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F9651-868C-4680-8D32-FCC8608C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A2ECD-7083-4721-8186-F04FA3F9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FB7CB-3C2A-4D08-BF33-670E67B5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19349-8388-4F12-A7AA-1367512E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Two-part electricity tariff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8B69E-5B2F-4846-BEA3-64141CC0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9BDBD-4A61-4036-8A4A-0132E1B3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E7465-5F10-4F6B-8F23-2D21E866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9B9F9-6C53-40C9-807B-D3CDB037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F2308-8C2B-4E39-863D-0C75FC6E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522327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B196A-D273-4874-9942-022F2724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ED2E0-32C6-40F8-A535-09F5C5E1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4E43D-CC30-4F5F-9A72-C695F31B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5757B-2F5B-40F4-9E15-C7273C3B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9F879-11E4-4950-9513-F314343F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Safety measures: Working principle of fuse and miniature circuit breaker (MCB), merits and demerits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D0A7C-D53A-4517-8D90-B65A831C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Safety measures: Working principle of fus...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2FCBA-F81B-4C2E-832A-FB6A7361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1DEF9-C63E-4ADA-83B4-CD8A0565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85793-B447-4F0B-97A8-E1A1EA18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EA7FF-FA2E-48BA-A91A-9765B91F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7C96E-C1D4-4EFA-BE86-4ED42C21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4154D-F224-484E-9EEB-1613AEA4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A3C07-2500-4866-A63C-0C38883E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E1DEB-B9D4-42A5-9C7F-C3A8B403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88C1E-16F0-42B7-BCEB-43A60FB2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B44CE-C943-4D32-A081-2C0ED6EB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93899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62C5A-1657-42A1-BC5D-3B198499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437F2-5BBA-47A5-A069-DB6016B7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A1CC9-4E36-47E0-BB91-7B6DF32B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B2DC6-82AC-4F04-8ECF-631E9169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38249-AC7D-40F3-A9EC-A0F572B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1C57C-733D-4994-A5EE-85CBD178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45402-5F4F-4B45-9EFA-7E783AD2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713AC-5304-4AD9-A446-2286927C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10229-3244-4FA5-876B-374159E2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Safety measur...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3C4D2-957E-44D0-9415-29994D25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DB7BC-B8A5-4237-8929-BD0ED568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91937-7F98-4F88-A3C0-605B9A81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Safety meas...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81010-34E3-4493-B7A8-77C02B76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02AF8-C716-4226-BC5E-B47ACE89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0C349-6814-4099-83AC-2D0B797A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Safety...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19F81-472E-4FF0-9DFA-60369EFB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2795D-E97A-4CBA-9A81-9C4C0D60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5F030-DF75-4C2E-BBA0-2EF993CF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Safety mea...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03F32-F42E-439D-BD29-BFDC6876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ADA18-268D-4C69-8B1F-545FD29E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125D4-C4A5-4CDC-AF55-2A670874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Safety measure...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A9468-97E0-47B0-A674-C40D843D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B231B-C9AA-42D0-B6D4-DE916676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527718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1389A-A70B-4002-BA2E-8F987DFF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5F70E-7D2C-4704-8FDF-4DC36120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1C5E0-307B-40BC-98CF-9D7375F7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CAB9C-039F-4D70-8345-4935ABE1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972FD-79BC-4A3D-B56E-519A3714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C95C2-2B28-4EF0-B1FF-ECCE604E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01776-6021-4537-BD9B-E5F6405F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031F2-1D87-4929-ABD0-9B9D9F81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12D34-72FB-454A-99C9-706DBBB8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6C265-3A39-4F6E-87F0-F6332D3F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2A5B6-365D-4733-B94B-8CA402D9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DCA9C-0E36-4F49-8905-383F1113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BBCBC-F9A5-47F6-8BCF-20580391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0F4E7-18CB-40FE-8F30-A57F15B3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3447C-7A7A-480F-BB2D-DBD76D34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308300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B45F9-AF99-40FA-A8FB-D4AE452B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F63FA-2286-41C6-8BFB-1F3993ED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51A42-6A15-4E79-BD94-B2548387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02DD1-685C-4988-AF1C-A9DF1A9C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E7732-3C75-44E5-BEFB-E758F435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5B2AA-F8CA-4712-8D78-1C8C28E8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Safety measures: Working principle of fuse and miniature...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2B10A-BA98-4724-BB10-48D67F05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19811-7A7A-4D6A-AADC-14D5A0CF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8B7C2-135B-4117-AB63-285F1448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4FF17-43D9-4BF0-BC15-29A39DED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AC66E-0360-4272-B6A1-D029E9B6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111869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EEAF5-1F5B-4C38-BA45-1A652E1B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8DB8C-DC0C-472C-BB7F-733B737F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FC348-DFF9-4B75-9F75-DE712B0E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B9501-2873-4645-B0C3-1973464A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ADF5C-0A2D-4682-A31C-4BC3AEA0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Personal safety measures: Electric shock, safety precautions to avoid shock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3919A-FD5A-46C4-BB21-2A5E1424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Personal safety measures: Electric shock,...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84FDC-383A-49FB-A0F6-24C6CC3E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D1D0-A269-4CE5-82BF-6F8CFD35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40D11-A189-4F4F-A2DA-8D6405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9CA9A-F39B-4596-BEE7-D4C71BF0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E2DCF-ED9F-4468-BF5C-5F5B0649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D8CDE-BAA2-4303-82E5-2D8FAA6C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D6F69-B18A-4F9B-845F-FB1778E7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E760E-84B8-4BA4-B055-4E55B22E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9DFE6-51AA-4E6E-8B39-041DE3DC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AFED8-7B91-4F89-8722-0F350AFE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425758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F5BA87-F95F-4D38-8774-DA0986B9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A1DC0-C425-4F35-BA2E-8A569AE5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DA35C-E386-4052-8048-D065F81E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5917D-C1B8-478F-91D5-4D3ADA81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7EE64-5A8F-4D9A-85F7-F23B185F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5620F-69FC-4054-AE33-2C930CF9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18648-2480-4C60-89CE-96870EE2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3360-16E2-4AC5-A0EB-249A6A67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05806-3C2A-4B0A-B70C-A4F20EDA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Personal safe...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C36BD-E553-4619-AACA-C5C9FCA6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EB747-6403-4616-9B3F-556D8C4E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1B3C9-3BA3-4312-98DB-EAD275DC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Personal sa...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DFC67-6006-4762-85A2-264952B1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86A73-F2FA-4B70-88D9-5D5DDC88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5BC95-1B4C-4393-9381-773413F6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Persona...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2287E-FEF8-4226-B4AC-BC56DAB2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CAC36-675F-4D52-AB06-5210A694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5BBC2-8900-4D80-885F-D3D6C3F7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Personal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6A9FC-BB8A-4DB3-A103-459DF001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CB7F0-CDC8-4C4B-A5E6-22BFC8CF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7049E-56D1-4BC3-83BA-F5E70F3E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Personal safet...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9BE56-5B09-4582-838D-738582DC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5EC31-EAFE-463E-91F5-1EFE647C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145304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95C92-EE62-421D-A0D5-FE57E8D8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E2681-D8E4-49E3-A026-7579358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BF014-8264-4A1E-955D-89A7C49E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CE793-D457-4429-B9A3-B39CC4FF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F7564-1DAE-4104-83BB-D37DF2D8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6C5D6-0AD2-4D56-9F97-418AE788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D26F0-446A-4001-9641-3EDE3ED8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A4E1F-4837-45D0-BC10-9C34835B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ECEAD-EFE0-4025-9EA3-C3A8DA5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F9685-B606-4BA6-8C3D-187F2861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3BAE9-5AB9-4112-A94C-A240D1D2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B7D9E-0F77-415A-919B-51AC4794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308A0-1824-4460-8BDA-90C0CE15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65614-EE0A-4E5E-973F-8661224E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5C958-28F5-4789-8654-1F4BE8F1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567114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C9903-7773-4F1C-B2B5-20C85310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CF007-1373-475A-BEBE-96096693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A7489-B3BF-411F-B4FA-72FB7F86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0C29D-EA2B-4321-B482-9C3A519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DA306-AC84-4AFF-AC33-11E89B23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FDF5B-C31A-4E2C-AE25-7F276039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Personal safety measures: Electric shock, safety precauti...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A314D-37ED-4523-BC62-DCF526E8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318B2-1C01-41B7-AD9E-29CD5F9B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98807-B54B-47EB-A21C-E0FF1130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3CEFD-A378-4CE4-989F-9D21AB17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C9E61-5B39-4DC8-AA8E-E08992B6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177642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E07ED-4968-4F6E-8F59-7A972776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FF293-2113-49FD-9406-5F0FE648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D3742-909E-47C2-B708-9038E17A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DDE0F-FCEB-4F22-9A6E-74075788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0F9AB-ED03-4305-BE69-1136CD8D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Earthing and types: Plate earthing and pipe earthing.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180F8-51A3-4AA2-B159-6C9D7303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Earthing and types: Plate earthing and pi...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75F03-C00F-4CC6-82E9-19578BD5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84C8D-E936-4824-87A8-60176602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83014-2FF6-486A-A08E-7E81B31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58DEB-32EA-4AE1-B5FA-54B07DD0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BD087-0534-4FF8-BEF5-181C7A93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3ADB6-95CA-417E-8BE4-C2C767B4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992BE-ADC7-47CB-8143-A173081D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2BF08-C9FF-4F6D-8565-570CBC6A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08C3F-4CA6-4AFA-A1D7-0113FF2D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FC7B3-0B6B-4951-AFC7-DCB7EF67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60402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AE5573-9DFC-416B-B939-0F0A498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3C95E-89C9-473F-81A5-40E69A80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66938-3604-4969-8F63-9709F061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064DD-85FD-49BE-BA78-5CFE9431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F4052-E04C-4C41-A371-85C3FE78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6D366-4CC6-4ABE-B7BD-55918183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2E6B6-E749-4AC4-91D8-F301450E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9C5F3-F5DE-4304-8897-E615B5E6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82731-3D2F-4BD5-B1F2-4FC585AB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Earthing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1D999-4FD4-41F6-BDEF-B752548B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37751-4A17-45B6-9643-46430406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F0FE9-5AA9-45F1-98B6-0617A242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Earthing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40365-E6DD-4F3F-90F3-E7A445D9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7C461-76DA-4290-B31C-80F6B3C7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8AF4D-0267-4FAC-A0AE-291E0A2C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Earthin...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57279-9BF0-4168-ACA7-32D9CD8C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6752B-D226-4CFA-A15F-813CF9E7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0BFAB-70AF-462D-8EA1-4F0BBB64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Earthing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42CFD-7048-4BEE-8875-4DD01E22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9C070-43E2-4162-AA4F-61F3FB98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763E4-CB34-43F0-8DD1-B28F8DEA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Earthing and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96F1A-D1BB-4FB4-A6C5-AA93B7FC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AB2B8-D87A-4A8B-9823-7883FB22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12574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BDD0B-0B80-484C-856B-D332F62B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83FAB-967D-45B4-BF95-DC5F5EDE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F7044-0E90-48BD-99A6-0CB4D993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54536-71C1-4B6E-8FE0-42FD6B6A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4D102-1279-4885-BD62-6E7804E2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DAE75-42EC-433E-B5F7-B7FC9FDB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89CD0-5266-43B9-BA4D-92A5E451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1482A-602D-4B06-9379-9340F2FB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0E20B-65D4-4323-B476-177157EB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A1C40-C736-439D-BAF2-2E56B0D0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92466-FDA0-4CFC-BBDE-5DD069BE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40868-3443-4D43-8115-797433C6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9FE36-09B3-4DB5-8D33-88A99331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2FB1C-C8FB-4041-AA30-567A15A0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F2350-2378-4FE3-A0CB-17A12D6F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459397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B5B4C-C51D-4FDD-B0DF-DDE24724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C4B1C-B93B-4CB5-B962-9C1323DE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F31AD-17EA-40D3-B82A-C01C39C9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B3752-E576-46C6-98BB-801C467D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857D7-CDC6-48CA-B04A-553B6FF6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D61D5-A05D-4C0D-9B28-5F14E0C4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Earthing and types: Plate earthing and pipe earthing.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D3D72-EAE6-4091-B5FD-DC744559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08465-A81D-4B02-B06D-D40FE0D6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DD79D-5EDE-4CF6-88DF-44A34E46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DC776-7A4F-4FC9-95F2-B70C22B9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D2A43-0794-4750-805E-EC185EB3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639812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DC6E5-2918-4A17-8740-FB053CF6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317AA-0966-4984-90E7-614E8E96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59F1C-CC63-4010-BCB9-D310AFAE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345A6-989A-42E9-A612-E54CFAB8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1051D-7E5C-4123-A433-C5873B85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6AB3F-9CFE-455F-A5CA-C82758FB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339712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5C93E-235F-48EC-AAA2-DA9DEF1C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45975-4C9E-49E9-8DC4-325125E6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049CD-3990-436B-B8D8-3FA55F15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D4918-9241-4789-A890-C4F5219E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E3AF-311B-49B6-AC70-DA9B7441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Domestic: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Wiring: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Two-way: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three-way: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control: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29D11-98D7-4320-9C1E-ECE37A85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5922139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65AF5-FF1A-42F8-9A60-5FFE9137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8E8A6-E94E-4810-88EB-9860F05B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C7DE3-27E5-4E7E-871B-3C54A690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A81CC-F3B6-4ED8-99C7-42655892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4E805-A32A-4258-87C0-0D505879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9EC2B-A9D3-4F12-9D7D-21F61C8B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198901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73BA7-A90F-405D-AA8B-5F2FC099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83331-1E7E-4901-B38F-9DD83C8C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B8FD0-0974-4B1A-BC76-808019A3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F72D5-AB7D-45D7-AE6B-DD566239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358C9-D827-4F24-890F-70599CD5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9ED27-CCD8-4A01-9722-FFF83B38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5760065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EC239-6472-400C-9A2C-4D67CC36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1E043-9DD8-46DB-9004-74BF465C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5E33B-44EF-4AAF-8DFB-51EDB845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669C9-DA24-4AE0-A0B6-EA63B70D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84E13-4F62-4E5E-A694-6AD4A233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Wiring: Two-way and three-way control of loads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Bill: Definition of "unit" used for consumption of electrical energy, p...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Two-part electricity tariff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Safety measures: Working principle of fuse and miniature circuit breake...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Personal safety measures: Electric shock, safety precautions to avoid s...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23774-5EDB-4663-89A3-87792BF8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F1392-6D67-4A0A-AE8E-71EA8C16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9B95E-E28E-4E4A-A27C-308A4747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909865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E818E4-AE90-4587-B055-3F2DF81A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33B2F-1D78-4840-BF82-A0F91CFE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Earthing and types: Plate earthing and pipe...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07219-1194-4E7B-B6DA-E7203F80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36BC1-10D8-4D74-92C6-9435BB7C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68A7E-2846-481D-BFB3-8EEE6791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8CF34-3FC3-4A32-8DFA-FB78CCE5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345D1-5EC5-4227-AFC8-63D3390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38F8A-2B5D-4D59-A35F-887CA60A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B043D-3452-4E5E-A4EA-3F1BA641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4DF85-D872-4825-B577-0FC566D0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A86F7-26CA-429F-9FC3-43EE7AAE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FEEE8-6717-4F70-897E-C06B428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A7A4B-2F88-4CDE-9242-B24BCBB9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0F7C9-09E6-4590-83F2-E2A992F0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60CD1-5B1B-4951-AB14-07CC56AB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E6D68-0626-4E81-BA67-83702C29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00FA6-16D0-433D-B5CA-DCE9EC95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EC30A-49E7-48A5-860F-43B9C079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3475D-91A6-4EB9-9537-EEBFA1AC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F8F82-58FF-4CBC-A638-541E4111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DFE6F-8BC9-46E8-851F-5D63C68F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79763-A168-4746-9D61-08F6390A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50B89-D61B-4704-BF57-89E76AD7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860F50-3A74-4D17-824D-583A0AE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7A397F-2499-4360-9620-25E58F37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29CB2F-E461-40E6-ABD7-30659153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520908-6457-443B-9E2B-4023F311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A775B3-FE83-4853-AB26-9D097B2E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B0F4E6-6947-4B6D-BBB1-420E34E9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E94CFD-820A-4C74-AF3A-39D7880F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C1691E-F6E3-4E3E-8399-F1F12C7A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6EF4D3-1764-4FAA-AB59-944189B1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5969936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910EB-96AC-4C31-9436-75181354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9B5C2-6CE9-48C8-811D-576A8F5E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Wiring: Two-way and three-way control of lo...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C067C-B702-458F-87F1-0BE2CF83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B107E-9AFE-4241-9659-1451DE93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11A8F-48DB-493D-A38D-A719A049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63AD4-A722-46E2-BE53-03104922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6165B-F850-4AE6-A1E5-2EB8F313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EEB18-26C6-47A3-ACCF-4FD7C22D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178E1-9F3A-4917-9D8E-41F555F5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80165-F65E-4EF4-A11C-2C10D467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72DD2-2C2A-48AB-A1D3-82B7F169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39E80-430A-45BF-845D-F227F462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AAB67-C581-4D22-9665-C986EEA4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E76ED-C32B-4FAF-AE77-33312EA6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5E10B-FE0A-45D1-8E9C-AAD0772F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610FC-5D8D-414F-95AA-5A7C56B2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82D98-19F4-4628-9AF0-4842BA0B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30BE4-EE6E-4757-8B6D-3D427E7B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436C5-94EB-4E4C-9039-4C0EB5C1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7BAE1-F733-42AE-967E-7ED046E9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52558-EC44-44E0-9C03-D80339B6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F3921-81C4-4DE8-86DD-232A8E7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F5D78-0DF2-43EE-B4FE-C0FBD7BA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277C1-5CB4-4F2D-9D7D-E5C823A3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759294-86FB-48E5-931A-56CFDE74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BBF020-9C77-48C2-AF34-61E63019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607513-0D0B-4F4D-822B-D489D963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96A19A-66CE-4C34-B0DA-9AD5489B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F38B99-17D7-470C-B334-2ACCF15C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2F83F-D2EF-4344-96B6-10AC89D9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A7BC4B-31AD-4F1F-B712-9E72C472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72C294-273E-4D41-9382-0E09539B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7467700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9654E5-5681-48E5-8518-5B927124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D2446-52AF-4169-877D-6FF6539D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Bill: Definition of "unit" used for consump...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B6482-A634-4979-B622-89EC893E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2A88A-C737-482E-919E-02223470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DED82-B282-4CF1-B1FB-DF65D403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D10F7-A60C-4BC0-956B-8C7FFD77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8E997-E5CA-4808-99A5-B0760EE5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6517A-5CBC-4C81-BE32-AF008F7E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E111B-CEF9-4A93-B912-AF1BCE9A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0B7F3-EEB6-457E-A2C1-C3A86ACB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5BEBD-03D4-4FAD-8CF8-5C52D995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35B85-DF99-489C-99FF-A9C5D29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EFF1E-86D7-4103-8AA2-B1DC06C8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17329-15CE-4F26-9E95-F52BCA51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30DC8-8D47-4D2D-92CD-9EE4395D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9A8EF-2198-4840-BE74-9D69BCAA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30455-94FB-4F28-AE9B-C04F95A0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A2D51-0483-49E2-9A67-68F0EC3A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78204-3B17-4C13-B1B8-DE7C63A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8CC11-EE9F-4DE5-9233-BBF7000D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897F9-852D-4CBD-8DD3-C85FC17C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4C1CD-695A-45F1-A9C0-037C9DB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D3C39-E3C9-4C60-84CF-AD2BB714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5A6E7-BE94-41D8-A818-DE24F5DD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B0BD4-37D1-4E48-8006-3EBB80F3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E5DC7B-65E7-4CF2-84FE-78878475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0F247D-ADD2-4439-9295-02C42BC7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6DDCED-DB2B-49C5-801F-46D71A9C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6D4BC6-9CBD-4BD3-9001-4E86E784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C257B8-B48E-4BBC-B129-4604B0BB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CA22EA-0E80-44AE-AAAF-7099A9DF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6F673-2CAC-4412-893F-4602DC2B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343580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7A1BA8-41DF-47CD-95FE-34DD275B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735E4-0E3B-48AF-A335-994AECF9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Two-part electricity tariff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4E477-D526-4EA0-ADDF-0F96016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30A58-579E-450C-95AA-595F9A72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EB25E-A034-45FD-810E-108F66AF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8E17E-2BE5-482C-ADCC-0AE699E4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A094D-27F5-41A4-8843-A239C815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26AF9-7748-4C01-90ED-1C47C65A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2521C-8A65-4F4A-86B6-A26CB049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8C969-3A11-4313-A96E-C6ED23F5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BB397-A200-4CF9-B734-694BCF25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D7510-3E0B-4422-B99C-0B55A2CC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CA4FF-5EE3-4B30-AE46-79774431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20C0D-AA01-48D2-9B66-F6B82591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0B8FA-369B-41D4-8872-069B358C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AB610-6589-420F-940E-C2AC5BD0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143C2-E3BC-4988-AEA4-9F84AE86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39AD4-5031-4C2F-9FA9-2A2BF014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E6267-B3CE-4FE2-A300-00AF1B0F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A3AB8-D5A7-4404-8CFF-42E7A431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99B35-4559-44C2-89A1-00304C88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99C94-44B0-437F-A2D5-E7F125E8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04E66-523B-47CE-868D-F2C21F29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60CC7-283F-4951-A550-32B1796C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48079-1506-4982-8854-B7C82536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B70DE7-3C7F-4294-9DDF-7A631EBE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157FED-DED1-4FB5-B6CF-C04CEFA3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0EB270-3CFD-45EC-AC73-40AD1609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18282-4288-4932-97A0-16F5C39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D61EA2-C475-4FD4-9541-7B696967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C716AF-9D0C-4B1D-B8DD-0C9EB1CB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58BE5C-4735-419A-A9D8-5DE6A268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7950697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62F428-2AF8-4BD1-B76C-424D6D6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4405D-C693-4902-9E47-AB820B7D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Safety measures: Working principle of fuse...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B1E7E-D40E-47D8-BF5E-C342B20A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C568A-4BF3-416E-8B65-14ABEC1B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14E7B-EE2D-4ACC-9DB8-D895DC16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1DEA2-AF43-4854-B392-D7D1D24A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FD80E-57E4-49F1-BC44-ABF8038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86865-B040-4B80-B177-AD5D7CD0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A2DE9-BECE-4478-8EFD-F74EB011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9F446-2231-4EB0-A12F-6CCD7CFD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D98D5-CA47-4AB9-A0B9-881700A9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8808F-7EEC-45BF-83E2-D3AFC3BA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74EE5-D34C-42CD-BA04-8151B95A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4A1DF-4347-4F99-B55C-4CD015E8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1502F-3C89-43DC-8990-B258E25B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F8CB1-0453-4402-BA69-CBD80608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E475E-6FB2-42AC-AA90-16D2B711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B01D9-41EE-411D-9989-2267494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F0C43-5369-4E4E-9585-E2427DCC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CA627-212D-4BF1-B7B1-EF3175D7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E3F40-9D3E-4474-8B13-5D6476B3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94975-4D18-489A-A627-9DC3D2AC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BD630-B7B7-4E7B-B1BF-FF2F4B79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CA12C-0500-4249-ADB5-98BCD7B6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A2165-AC41-4413-9544-C6601758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15DAF3-491A-44AA-BCC9-C8ACA2F9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C4EB8-02D2-46C2-A088-6864A425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6A848-AA2F-49A9-807B-57E37BCF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53B7B5-253C-48EC-B6B7-550BFB9D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280B85-806B-4841-BA99-00E45E5F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7AA2B0-7F7E-411E-9811-B3220A4F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65777A-F13C-433B-80CA-AD186A6B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4176024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143DF3-E4D4-40C7-A81E-C11AE2C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F20A9-2CB0-4E7F-92D6-4CFA73A7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Personal safety measures: Electric shock,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71992-0F42-4F2A-A6F0-B2C0EFE2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F98BF-9DE0-4116-BA9F-734C5464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183B2-5F58-4192-99EB-4D776188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85633-FBAC-434D-9CEE-A76E9DCD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01976-A4F7-43E4-9E27-31410D02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2470C-A6C6-46BD-B4AB-AF5C5040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F1349-4AD2-4191-B958-63607396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46B13-C24E-4805-9DC0-00A5D2A8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E2316-33BF-41F2-A8FE-FDB6AD73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05268-9F2D-4AFA-8DEB-16A78E4B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0FEA5-FB65-45CE-A734-F25DF695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6D175-42D9-430F-8DBD-F00C508F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BA3D2-D64F-4F44-B11D-6438EE7B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3459B-1B1C-4856-A969-467AF12D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8429B-8B0E-4810-8F1E-506D1449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D3DF5-72A6-4177-9E9C-C99204D0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76D23-2F06-471E-A2B8-33BD2562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5CE53-0296-4060-84CF-DE561602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84DEA-4742-41E1-9EB4-E15CA20C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12ACF-310B-4412-A52B-F7752F1F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5F674-9D34-4BD4-8C97-6121B621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98993-2BB3-4C03-8063-A3A2F4AF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85116-00F5-4184-9F95-57E1E2D6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33C688-7763-4711-8855-9CEF3993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246512-F8A1-4AAA-B045-7E401CF6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5A4E3F-BAB2-4AAD-8473-B67B4115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D2051-1C7D-460F-A8C2-9EC19FE8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BDF5E8-38D5-42DA-A236-30CD4BE2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ECE6FE-F73F-4D57-AC2C-6D6568FA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F696D5-8A1F-4CFA-AB7A-F416CCBA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8145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2026-08-24T16:02:47.9110000Z</dcterms:created>
  <dcterms:modified xsi:type="dcterms:W3CDTF">2026-08-24T16:02:47.9110000Z</dcterms:modified>
</coreProperties>
</file>