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0db9b815d74a1d" /><Relationship Type="http://schemas.openxmlformats.org/officeDocument/2006/relationships/extended-properties" Target="/docProps/app.xml" Id="Rde26d3fc9e30445c" /><Relationship Type="http://schemas.openxmlformats.org/officeDocument/2006/relationships/officeDocument" Target="/ppt/presentation.xml" Id="Rda5e6dd9ee3647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7c252cdcd343a8"/>
  </p:sldMasterIdLst>
  <p:notesMasterIdLst>
    <p:notesMasterId xmlns:r="http://schemas.openxmlformats.org/officeDocument/2006/relationships" r:id="R57391e4028c44a75"/>
  </p:notesMasterIdLst>
  <p:sldIdLst>
    <p:sldId xmlns:r="http://schemas.openxmlformats.org/officeDocument/2006/relationships" id="256" r:id="R99d8b39f19c54188"/>
    <p:sldId xmlns:r="http://schemas.openxmlformats.org/officeDocument/2006/relationships" id="257" r:id="Re963c3dce1c04fde"/>
    <p:sldId xmlns:r="http://schemas.openxmlformats.org/officeDocument/2006/relationships" id="258" r:id="Ra69662b3ff174642"/>
    <p:sldId xmlns:r="http://schemas.openxmlformats.org/officeDocument/2006/relationships" id="259" r:id="R0f29418310b04e60"/>
    <p:sldId xmlns:r="http://schemas.openxmlformats.org/officeDocument/2006/relationships" id="260" r:id="Rd2f60de88054463b"/>
    <p:sldId xmlns:r="http://schemas.openxmlformats.org/officeDocument/2006/relationships" id="261" r:id="R74e018fee9884e84"/>
    <p:sldId xmlns:r="http://schemas.openxmlformats.org/officeDocument/2006/relationships" id="262" r:id="R614c45ac5b2a4850"/>
    <p:sldId xmlns:r="http://schemas.openxmlformats.org/officeDocument/2006/relationships" id="263" r:id="Re17d51065d934760"/>
    <p:sldId xmlns:r="http://schemas.openxmlformats.org/officeDocument/2006/relationships" id="264" r:id="Reecb767c97344e4a"/>
    <p:sldId xmlns:r="http://schemas.openxmlformats.org/officeDocument/2006/relationships" id="265" r:id="R95f819e475ed4e42"/>
    <p:sldId xmlns:r="http://schemas.openxmlformats.org/officeDocument/2006/relationships" id="266" r:id="R7cf49329bac24b2b"/>
    <p:sldId xmlns:r="http://schemas.openxmlformats.org/officeDocument/2006/relationships" id="267" r:id="R1c100b1726384208"/>
    <p:sldId xmlns:r="http://schemas.openxmlformats.org/officeDocument/2006/relationships" id="268" r:id="Re687c201231b480d"/>
    <p:sldId xmlns:r="http://schemas.openxmlformats.org/officeDocument/2006/relationships" id="269" r:id="Rd8500fd8a1de4b76"/>
    <p:sldId xmlns:r="http://schemas.openxmlformats.org/officeDocument/2006/relationships" id="270" r:id="R90c648a12d13497b"/>
    <p:sldId xmlns:r="http://schemas.openxmlformats.org/officeDocument/2006/relationships" id="271" r:id="R6d8bf97bb51f4e07"/>
    <p:sldId xmlns:r="http://schemas.openxmlformats.org/officeDocument/2006/relationships" id="272" r:id="Rbefcf1da54a64d65"/>
    <p:sldId xmlns:r="http://schemas.openxmlformats.org/officeDocument/2006/relationships" id="273" r:id="Rac195ef1f9884bd8"/>
    <p:sldId xmlns:r="http://schemas.openxmlformats.org/officeDocument/2006/relationships" id="274" r:id="R8a5043cecf1547ef"/>
    <p:sldId xmlns:r="http://schemas.openxmlformats.org/officeDocument/2006/relationships" id="275" r:id="R571a8648a0284575"/>
    <p:sldId xmlns:r="http://schemas.openxmlformats.org/officeDocument/2006/relationships" id="276" r:id="R34a23faba24f4153"/>
    <p:sldId xmlns:r="http://schemas.openxmlformats.org/officeDocument/2006/relationships" id="277" r:id="R871129b996ed4818"/>
    <p:sldId xmlns:r="http://schemas.openxmlformats.org/officeDocument/2006/relationships" id="278" r:id="R0439ea3f23934637"/>
    <p:sldId xmlns:r="http://schemas.openxmlformats.org/officeDocument/2006/relationships" id="279" r:id="R6b3c32895a9749a6"/>
    <p:sldId xmlns:r="http://schemas.openxmlformats.org/officeDocument/2006/relationships" id="280" r:id="R6db8407ca3cd43cf"/>
    <p:sldId xmlns:r="http://schemas.openxmlformats.org/officeDocument/2006/relationships" id="281" r:id="Rf0689a0c2f5a47e3"/>
    <p:sldId xmlns:r="http://schemas.openxmlformats.org/officeDocument/2006/relationships" id="282" r:id="Rcea9f0bf001c4a88"/>
    <p:sldId xmlns:r="http://schemas.openxmlformats.org/officeDocument/2006/relationships" id="283" r:id="R6ec1d229e6614cf9"/>
    <p:sldId xmlns:r="http://schemas.openxmlformats.org/officeDocument/2006/relationships" id="284" r:id="R55d7d97f6fac4ed4"/>
    <p:sldId xmlns:r="http://schemas.openxmlformats.org/officeDocument/2006/relationships" id="285" r:id="Rff3f3f192daa4eb3"/>
    <p:sldId xmlns:r="http://schemas.openxmlformats.org/officeDocument/2006/relationships" id="286" r:id="Rd0f16f5e5eda4891"/>
    <p:sldId xmlns:r="http://schemas.openxmlformats.org/officeDocument/2006/relationships" id="287" r:id="R78708976286645e0"/>
    <p:sldId xmlns:r="http://schemas.openxmlformats.org/officeDocument/2006/relationships" id="288" r:id="Rfe35ff0d56e14e78"/>
    <p:sldId xmlns:r="http://schemas.openxmlformats.org/officeDocument/2006/relationships" id="289" r:id="R4d7c436b876043d4"/>
    <p:sldId xmlns:r="http://schemas.openxmlformats.org/officeDocument/2006/relationships" id="290" r:id="R3cfada0ae1f541b6"/>
    <p:sldId xmlns:r="http://schemas.openxmlformats.org/officeDocument/2006/relationships" id="291" r:id="R480e867af5644ae8"/>
    <p:sldId xmlns:r="http://schemas.openxmlformats.org/officeDocument/2006/relationships" id="292" r:id="R482c9f34757948ef"/>
    <p:sldId xmlns:r="http://schemas.openxmlformats.org/officeDocument/2006/relationships" id="293" r:id="R6b8909d6926e4431"/>
    <p:sldId xmlns:r="http://schemas.openxmlformats.org/officeDocument/2006/relationships" id="294" r:id="Rc753ab8c87464604"/>
    <p:sldId xmlns:r="http://schemas.openxmlformats.org/officeDocument/2006/relationships" id="295" r:id="R06a9068d4c144c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cf38e0a48e46d8" /><Relationship Type="http://schemas.openxmlformats.org/officeDocument/2006/relationships/slideMaster" Target="/ppt/slideMasters/slideMaster1.xml" Id="R427c252cdcd343a8" /><Relationship Type="http://schemas.openxmlformats.org/officeDocument/2006/relationships/notesMaster" Target="/ppt/notesMasters/notesMaster1.xml" Id="R57391e4028c44a75" /><Relationship Type="http://schemas.openxmlformats.org/officeDocument/2006/relationships/presProps" Target="/ppt/presProps.xml" Id="R37711cc2e4bd4742" /><Relationship Type="http://schemas.openxmlformats.org/officeDocument/2006/relationships/tableStyles" Target="/ppt/tableStyles.xml" Id="R19afe17b24b14b65" /><Relationship Type="http://schemas.openxmlformats.org/officeDocument/2006/relationships/slide" Target="/ppt/slides/slide1.xml" Id="R99d8b39f19c54188" /><Relationship Type="http://schemas.openxmlformats.org/officeDocument/2006/relationships/slide" Target="/ppt/slides/slide2.xml" Id="Re963c3dce1c04fde" /><Relationship Type="http://schemas.openxmlformats.org/officeDocument/2006/relationships/slide" Target="/ppt/slides/slide3.xml" Id="Ra69662b3ff174642" /><Relationship Type="http://schemas.openxmlformats.org/officeDocument/2006/relationships/slide" Target="/ppt/slides/slide4.xml" Id="R0f29418310b04e60" /><Relationship Type="http://schemas.openxmlformats.org/officeDocument/2006/relationships/slide" Target="/ppt/slides/slide5.xml" Id="Rd2f60de88054463b" /><Relationship Type="http://schemas.openxmlformats.org/officeDocument/2006/relationships/slide" Target="/ppt/slides/slide6.xml" Id="R74e018fee9884e84" /><Relationship Type="http://schemas.openxmlformats.org/officeDocument/2006/relationships/slide" Target="/ppt/slides/slide7.xml" Id="R614c45ac5b2a4850" /><Relationship Type="http://schemas.openxmlformats.org/officeDocument/2006/relationships/slide" Target="/ppt/slides/slide8.xml" Id="Re17d51065d934760" /><Relationship Type="http://schemas.openxmlformats.org/officeDocument/2006/relationships/slide" Target="/ppt/slides/slide9.xml" Id="Reecb767c97344e4a" /><Relationship Type="http://schemas.openxmlformats.org/officeDocument/2006/relationships/slide" Target="/ppt/slides/slide10.xml" Id="R95f819e475ed4e42" /><Relationship Type="http://schemas.openxmlformats.org/officeDocument/2006/relationships/slide" Target="/ppt/slides/slide11.xml" Id="R7cf49329bac24b2b" /><Relationship Type="http://schemas.openxmlformats.org/officeDocument/2006/relationships/slide" Target="/ppt/slides/slide12.xml" Id="R1c100b1726384208" /><Relationship Type="http://schemas.openxmlformats.org/officeDocument/2006/relationships/slide" Target="/ppt/slides/slide13.xml" Id="Re687c201231b480d" /><Relationship Type="http://schemas.openxmlformats.org/officeDocument/2006/relationships/slide" Target="/ppt/slides/slide14.xml" Id="Rd8500fd8a1de4b76" /><Relationship Type="http://schemas.openxmlformats.org/officeDocument/2006/relationships/slide" Target="/ppt/slides/slide15.xml" Id="R90c648a12d13497b" /><Relationship Type="http://schemas.openxmlformats.org/officeDocument/2006/relationships/slide" Target="/ppt/slides/slide16.xml" Id="R6d8bf97bb51f4e07" /><Relationship Type="http://schemas.openxmlformats.org/officeDocument/2006/relationships/slide" Target="/ppt/slides/slide17.xml" Id="Rbefcf1da54a64d65" /><Relationship Type="http://schemas.openxmlformats.org/officeDocument/2006/relationships/slide" Target="/ppt/slides/slide18.xml" Id="Rac195ef1f9884bd8" /><Relationship Type="http://schemas.openxmlformats.org/officeDocument/2006/relationships/slide" Target="/ppt/slides/slide19.xml" Id="R8a5043cecf1547ef" /><Relationship Type="http://schemas.openxmlformats.org/officeDocument/2006/relationships/slide" Target="/ppt/slides/slide20.xml" Id="R571a8648a0284575" /><Relationship Type="http://schemas.openxmlformats.org/officeDocument/2006/relationships/slide" Target="/ppt/slides/slide21.xml" Id="R34a23faba24f4153" /><Relationship Type="http://schemas.openxmlformats.org/officeDocument/2006/relationships/slide" Target="/ppt/slides/slide22.xml" Id="R871129b996ed4818" /><Relationship Type="http://schemas.openxmlformats.org/officeDocument/2006/relationships/slide" Target="/ppt/slides/slide23.xml" Id="R0439ea3f23934637" /><Relationship Type="http://schemas.openxmlformats.org/officeDocument/2006/relationships/slide" Target="/ppt/slides/slide24.xml" Id="R6b3c32895a9749a6" /><Relationship Type="http://schemas.openxmlformats.org/officeDocument/2006/relationships/slide" Target="/ppt/slides/slide25.xml" Id="R6db8407ca3cd43cf" /><Relationship Type="http://schemas.openxmlformats.org/officeDocument/2006/relationships/slide" Target="/ppt/slides/slide26.xml" Id="Rf0689a0c2f5a47e3" /><Relationship Type="http://schemas.openxmlformats.org/officeDocument/2006/relationships/slide" Target="/ppt/slides/slide27.xml" Id="Rcea9f0bf001c4a88" /><Relationship Type="http://schemas.openxmlformats.org/officeDocument/2006/relationships/slide" Target="/ppt/slides/slide28.xml" Id="R6ec1d229e6614cf9" /><Relationship Type="http://schemas.openxmlformats.org/officeDocument/2006/relationships/slide" Target="/ppt/slides/slide29.xml" Id="R55d7d97f6fac4ed4" /><Relationship Type="http://schemas.openxmlformats.org/officeDocument/2006/relationships/slide" Target="/ppt/slides/slide30.xml" Id="Rff3f3f192daa4eb3" /><Relationship Type="http://schemas.openxmlformats.org/officeDocument/2006/relationships/slide" Target="/ppt/slides/slide31.xml" Id="Rd0f16f5e5eda4891" /><Relationship Type="http://schemas.openxmlformats.org/officeDocument/2006/relationships/slide" Target="/ppt/slides/slide32.xml" Id="R78708976286645e0" /><Relationship Type="http://schemas.openxmlformats.org/officeDocument/2006/relationships/slide" Target="/ppt/slides/slide33.xml" Id="Rfe35ff0d56e14e78" /><Relationship Type="http://schemas.openxmlformats.org/officeDocument/2006/relationships/slide" Target="/ppt/slides/slide34.xml" Id="R4d7c436b876043d4" /><Relationship Type="http://schemas.openxmlformats.org/officeDocument/2006/relationships/slide" Target="/ppt/slides/slide35.xml" Id="R3cfada0ae1f541b6" /><Relationship Type="http://schemas.openxmlformats.org/officeDocument/2006/relationships/slide" Target="/ppt/slides/slide36.xml" Id="R480e867af5644ae8" /><Relationship Type="http://schemas.openxmlformats.org/officeDocument/2006/relationships/slide" Target="/ppt/slides/slide37.xml" Id="R482c9f34757948ef" /><Relationship Type="http://schemas.openxmlformats.org/officeDocument/2006/relationships/slide" Target="/ppt/slides/slide38.xml" Id="R6b8909d6926e4431" /><Relationship Type="http://schemas.openxmlformats.org/officeDocument/2006/relationships/slide" Target="/ppt/slides/slide39.xml" Id="Rc753ab8c87464604" /><Relationship Type="http://schemas.openxmlformats.org/officeDocument/2006/relationships/slide" Target="/ppt/slides/slide40.xml" Id="R06a9068d4c14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1789d239a14e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1a3dd2e3f4c16" /><Relationship Type="http://schemas.openxmlformats.org/officeDocument/2006/relationships/notesMaster" Target="/ppt/notesMasters/notesMaster1.xml" Id="R82024a08a23242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0ca4af3af046b0" /><Relationship Type="http://schemas.openxmlformats.org/officeDocument/2006/relationships/notesMaster" Target="/ppt/notesMasters/notesMaster1.xml" Id="R331731f58ce849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65e9db6f6541c5" /><Relationship Type="http://schemas.openxmlformats.org/officeDocument/2006/relationships/notesMaster" Target="/ppt/notesMasters/notesMaster1.xml" Id="Rff21487b5a0b4f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09f024d25545e9" /><Relationship Type="http://schemas.openxmlformats.org/officeDocument/2006/relationships/notesMaster" Target="/ppt/notesMasters/notesMaster1.xml" Id="R94e241101fd14a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d2fe7022404a31" /><Relationship Type="http://schemas.openxmlformats.org/officeDocument/2006/relationships/notesMaster" Target="/ppt/notesMasters/notesMaster1.xml" Id="R01ff5a590f614b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c4644c764349ad" /><Relationship Type="http://schemas.openxmlformats.org/officeDocument/2006/relationships/notesMaster" Target="/ppt/notesMasters/notesMaster1.xml" Id="R55bfc5777d7d49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5afba26a1d4dbd" /><Relationship Type="http://schemas.openxmlformats.org/officeDocument/2006/relationships/notesMaster" Target="/ppt/notesMasters/notesMaster1.xml" Id="R7c9d771e3bbc4e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c9a423c9fc4e72" /><Relationship Type="http://schemas.openxmlformats.org/officeDocument/2006/relationships/notesMaster" Target="/ppt/notesMasters/notesMaster1.xml" Id="Rb9531c98b4d748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e8d801be59417e" /><Relationship Type="http://schemas.openxmlformats.org/officeDocument/2006/relationships/notesMaster" Target="/ppt/notesMasters/notesMaster1.xml" Id="R041d3e9e944b40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4815de14f34392" /><Relationship Type="http://schemas.openxmlformats.org/officeDocument/2006/relationships/notesMaster" Target="/ppt/notesMasters/notesMaster1.xml" Id="R1cba54771e7248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1cc262dd3d4cc6" /><Relationship Type="http://schemas.openxmlformats.org/officeDocument/2006/relationships/notesMaster" Target="/ppt/notesMasters/notesMaster1.xml" Id="R2303b0c7856649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1aec6764514377" /><Relationship Type="http://schemas.openxmlformats.org/officeDocument/2006/relationships/notesMaster" Target="/ppt/notesMasters/notesMaster1.xml" Id="R6c7acf77c2854e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31b27e93b14751" /><Relationship Type="http://schemas.openxmlformats.org/officeDocument/2006/relationships/notesMaster" Target="/ppt/notesMasters/notesMaster1.xml" Id="Ra20e807ecddc44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9ab166bdf644a0" /><Relationship Type="http://schemas.openxmlformats.org/officeDocument/2006/relationships/notesMaster" Target="/ppt/notesMasters/notesMaster1.xml" Id="Rd7ddef19f8cb45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de3294e9d640cb" /><Relationship Type="http://schemas.openxmlformats.org/officeDocument/2006/relationships/notesMaster" Target="/ppt/notesMasters/notesMaster1.xml" Id="Rf00b1d1a7a0e48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5c29c3837e498b" /><Relationship Type="http://schemas.openxmlformats.org/officeDocument/2006/relationships/notesMaster" Target="/ppt/notesMasters/notesMaster1.xml" Id="R438bd8c378ff48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67a9dbd85343c9" /><Relationship Type="http://schemas.openxmlformats.org/officeDocument/2006/relationships/notesMaster" Target="/ppt/notesMasters/notesMaster1.xml" Id="Rde66e62c8bf241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95aa3eb7654787" /><Relationship Type="http://schemas.openxmlformats.org/officeDocument/2006/relationships/notesMaster" Target="/ppt/notesMasters/notesMaster1.xml" Id="R80f2cc911ce147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f7672d6e8442c3" /><Relationship Type="http://schemas.openxmlformats.org/officeDocument/2006/relationships/notesMaster" Target="/ppt/notesMasters/notesMaster1.xml" Id="R02a89ffa6bed4c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f977ae63e04d2b" /><Relationship Type="http://schemas.openxmlformats.org/officeDocument/2006/relationships/notesMaster" Target="/ppt/notesMasters/notesMaster1.xml" Id="R9798c9185314459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edbe81e60ae455e" /><Relationship Type="http://schemas.openxmlformats.org/officeDocument/2006/relationships/notesMaster" Target="/ppt/notesMasters/notesMaster1.xml" Id="R8213dc932ab642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18ed05ba4f48fa" /><Relationship Type="http://schemas.openxmlformats.org/officeDocument/2006/relationships/notesMaster" Target="/ppt/notesMasters/notesMaster1.xml" Id="R0fdee6b2fbff4b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139b4b9441d4d97" /><Relationship Type="http://schemas.openxmlformats.org/officeDocument/2006/relationships/notesMaster" Target="/ppt/notesMasters/notesMaster1.xml" Id="Rfff74776a86543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7fef62f302469d" /><Relationship Type="http://schemas.openxmlformats.org/officeDocument/2006/relationships/notesMaster" Target="/ppt/notesMasters/notesMaster1.xml" Id="R71408f0aede54ce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526ed8832af43a5" /><Relationship Type="http://schemas.openxmlformats.org/officeDocument/2006/relationships/notesMaster" Target="/ppt/notesMasters/notesMaster1.xml" Id="R94818695a89c417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b51cdad43ef4a13" /><Relationship Type="http://schemas.openxmlformats.org/officeDocument/2006/relationships/notesMaster" Target="/ppt/notesMasters/notesMaster1.xml" Id="R82e0047bff23450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1b0f49d1be74196" /><Relationship Type="http://schemas.openxmlformats.org/officeDocument/2006/relationships/notesMaster" Target="/ppt/notesMasters/notesMaster1.xml" Id="R1e4b5a6d7e08415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b23021c8bf4db8" /><Relationship Type="http://schemas.openxmlformats.org/officeDocument/2006/relationships/notesMaster" Target="/ppt/notesMasters/notesMaster1.xml" Id="R348973df2b31414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1bbfe848f3640e2" /><Relationship Type="http://schemas.openxmlformats.org/officeDocument/2006/relationships/notesMaster" Target="/ppt/notesMasters/notesMaster1.xml" Id="Re9ee9394877a40e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ac1cf2206e241b4" /><Relationship Type="http://schemas.openxmlformats.org/officeDocument/2006/relationships/notesMaster" Target="/ppt/notesMasters/notesMaster1.xml" Id="Rf3e8f30c5f1f4ae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620b3e2ae5a486d" /><Relationship Type="http://schemas.openxmlformats.org/officeDocument/2006/relationships/notesMaster" Target="/ppt/notesMasters/notesMaster1.xml" Id="R78499b8e345e495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9669ce63e8d44c0" /><Relationship Type="http://schemas.openxmlformats.org/officeDocument/2006/relationships/notesMaster" Target="/ppt/notesMasters/notesMaster1.xml" Id="R60e752fa4fe849f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ce52d3d5464440f" /><Relationship Type="http://schemas.openxmlformats.org/officeDocument/2006/relationships/notesMaster" Target="/ppt/notesMasters/notesMaster1.xml" Id="Rf4ea9dd8c36940e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7f5ec1d3020485f" /><Relationship Type="http://schemas.openxmlformats.org/officeDocument/2006/relationships/notesMaster" Target="/ppt/notesMasters/notesMaster1.xml" Id="R55c60c13cd984a2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d8cfeea52f04316" /><Relationship Type="http://schemas.openxmlformats.org/officeDocument/2006/relationships/notesMaster" Target="/ppt/notesMasters/notesMaster1.xml" Id="R20829864fe85480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41bc1bb89974f0d" /><Relationship Type="http://schemas.openxmlformats.org/officeDocument/2006/relationships/notesMaster" Target="/ppt/notesMasters/notesMaster1.xml" Id="Rbf585cecfdc2415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1d27920302646e8" /><Relationship Type="http://schemas.openxmlformats.org/officeDocument/2006/relationships/notesMaster" Target="/ppt/notesMasters/notesMaster1.xml" Id="R0250b9dfc10c4b5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9bf681d081c479a" /><Relationship Type="http://schemas.openxmlformats.org/officeDocument/2006/relationships/notesMaster" Target="/ppt/notesMasters/notesMaster1.xml" Id="R6d54b4a9cc5f425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4b2f2ab9c994f4b" /><Relationship Type="http://schemas.openxmlformats.org/officeDocument/2006/relationships/notesMaster" Target="/ppt/notesMasters/notesMaster1.xml" Id="Rdef1e29e848d4f8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c6e326137f4485b" /><Relationship Type="http://schemas.openxmlformats.org/officeDocument/2006/relationships/notesMaster" Target="/ppt/notesMasters/notesMaster1.xml" Id="Re6f38ac570764d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7d7c5856a4e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f2c745d7744749" /><Relationship Type="http://schemas.openxmlformats.org/officeDocument/2006/relationships/slideLayout" Target="/ppt/slideLayouts/slideLayout1.xml" Id="R971f4fbde14c42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1f4fbde14c42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e380ae5d14e16" /><Relationship Type="http://schemas.openxmlformats.org/officeDocument/2006/relationships/notesSlide" Target="/ppt/notesSlides/notesSlide1.xml" Id="R91b1b62f083842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6dc9f679840ec" /><Relationship Type="http://schemas.openxmlformats.org/officeDocument/2006/relationships/notesSlide" Target="/ppt/notesSlides/notesSlide2.xml" Id="Rd3bf41fc5a1640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a7857cbe84e6a" /><Relationship Type="http://schemas.openxmlformats.org/officeDocument/2006/relationships/notesSlide" Target="/ppt/notesSlides/notesSlide3.xml" Id="R65cad97cef8445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86a2432034d3f" /><Relationship Type="http://schemas.openxmlformats.org/officeDocument/2006/relationships/notesSlide" Target="/ppt/notesSlides/notesSlide4.xml" Id="Rb8c4296af3b847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b49948c134016" /><Relationship Type="http://schemas.openxmlformats.org/officeDocument/2006/relationships/notesSlide" Target="/ppt/notesSlides/notesSlide5.xml" Id="Rf13c676060234f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a36d7368e46ab" /><Relationship Type="http://schemas.openxmlformats.org/officeDocument/2006/relationships/notesSlide" Target="/ppt/notesSlides/notesSlide6.xml" Id="R8cd6c5685f7a4b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a4c6f6afb4f65" /><Relationship Type="http://schemas.openxmlformats.org/officeDocument/2006/relationships/notesSlide" Target="/ppt/notesSlides/notesSlide7.xml" Id="Re794a11d691745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e6cb74caf4453" /><Relationship Type="http://schemas.openxmlformats.org/officeDocument/2006/relationships/notesSlide" Target="/ppt/notesSlides/notesSlide8.xml" Id="R93f66d1404ce4e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8f17029a24a22" /><Relationship Type="http://schemas.openxmlformats.org/officeDocument/2006/relationships/notesSlide" Target="/ppt/notesSlides/notesSlide9.xml" Id="R3969da67a2f54e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df6d3971741fe" /><Relationship Type="http://schemas.openxmlformats.org/officeDocument/2006/relationships/notesSlide" Target="/ppt/notesSlides/notesSlide10.xml" Id="R27f3db9f461640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f5c7d14d4432f" /><Relationship Type="http://schemas.openxmlformats.org/officeDocument/2006/relationships/notesSlide" Target="/ppt/notesSlides/notesSlide11.xml" Id="R4eb345133b0641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5fcafda9d4fc3" /><Relationship Type="http://schemas.openxmlformats.org/officeDocument/2006/relationships/notesSlide" Target="/ppt/notesSlides/notesSlide12.xml" Id="R07b53bb986764d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e79d4998c4496" /><Relationship Type="http://schemas.openxmlformats.org/officeDocument/2006/relationships/notesSlide" Target="/ppt/notesSlides/notesSlide13.xml" Id="R1544ce9e7a3944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cde0186764569" /><Relationship Type="http://schemas.openxmlformats.org/officeDocument/2006/relationships/notesSlide" Target="/ppt/notesSlides/notesSlide14.xml" Id="Rdf5f1439a51644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32bc602414efa" /><Relationship Type="http://schemas.openxmlformats.org/officeDocument/2006/relationships/notesSlide" Target="/ppt/notesSlides/notesSlide15.xml" Id="R7605846393b140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88fb53f0b4ef2" /><Relationship Type="http://schemas.openxmlformats.org/officeDocument/2006/relationships/notesSlide" Target="/ppt/notesSlides/notesSlide16.xml" Id="R1f09c3868e2147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36c07759e43db" /><Relationship Type="http://schemas.openxmlformats.org/officeDocument/2006/relationships/notesSlide" Target="/ppt/notesSlides/notesSlide17.xml" Id="R9bf2225a2fb94c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aa686f3f34137" /><Relationship Type="http://schemas.openxmlformats.org/officeDocument/2006/relationships/notesSlide" Target="/ppt/notesSlides/notesSlide18.xml" Id="Re7420f8e5eeb4d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5cf7d9f0d4838" /><Relationship Type="http://schemas.openxmlformats.org/officeDocument/2006/relationships/notesSlide" Target="/ppt/notesSlides/notesSlide19.xml" Id="Ra5e40b63eba4436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a7c417c2a42a1" /><Relationship Type="http://schemas.openxmlformats.org/officeDocument/2006/relationships/notesSlide" Target="/ppt/notesSlides/notesSlide20.xml" Id="Re67346fb54b2492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a6976b4794ce2" /><Relationship Type="http://schemas.openxmlformats.org/officeDocument/2006/relationships/notesSlide" Target="/ppt/notesSlides/notesSlide21.xml" Id="Rd301cd09efed4c7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4e91b9d7244f5" /><Relationship Type="http://schemas.openxmlformats.org/officeDocument/2006/relationships/notesSlide" Target="/ppt/notesSlides/notesSlide22.xml" Id="Rbae3283699e447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44612f9d949cc" /><Relationship Type="http://schemas.openxmlformats.org/officeDocument/2006/relationships/notesSlide" Target="/ppt/notesSlides/notesSlide23.xml" Id="Ra708b41f80c041e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c4dde42164e36" /><Relationship Type="http://schemas.openxmlformats.org/officeDocument/2006/relationships/notesSlide" Target="/ppt/notesSlides/notesSlide24.xml" Id="Rb82f2c078fd045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c47bc7123474d" /><Relationship Type="http://schemas.openxmlformats.org/officeDocument/2006/relationships/notesSlide" Target="/ppt/notesSlides/notesSlide25.xml" Id="R7c6ce1a407574bd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897b7b39e46da" /><Relationship Type="http://schemas.openxmlformats.org/officeDocument/2006/relationships/notesSlide" Target="/ppt/notesSlides/notesSlide26.xml" Id="R8e32c12df3174e2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9b1603744443c" /><Relationship Type="http://schemas.openxmlformats.org/officeDocument/2006/relationships/notesSlide" Target="/ppt/notesSlides/notesSlide27.xml" Id="R8c8b5998fccf4c0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6932e44e649c3" /><Relationship Type="http://schemas.openxmlformats.org/officeDocument/2006/relationships/notesSlide" Target="/ppt/notesSlides/notesSlide28.xml" Id="Rbe0b6eae22e14ba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fa9900c5b4db3" /><Relationship Type="http://schemas.openxmlformats.org/officeDocument/2006/relationships/notesSlide" Target="/ppt/notesSlides/notesSlide29.xml" Id="R311d800056c54fa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1b48a8b6543a6" /><Relationship Type="http://schemas.openxmlformats.org/officeDocument/2006/relationships/notesSlide" Target="/ppt/notesSlides/notesSlide30.xml" Id="Rbe06cbcc862041a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0caaf784f4f94" /><Relationship Type="http://schemas.openxmlformats.org/officeDocument/2006/relationships/notesSlide" Target="/ppt/notesSlides/notesSlide31.xml" Id="Ra0e12e92e74347c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506c7578848d5" /><Relationship Type="http://schemas.openxmlformats.org/officeDocument/2006/relationships/notesSlide" Target="/ppt/notesSlides/notesSlide32.xml" Id="Rd08fe06ab5f6476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c10b8ed024933" /><Relationship Type="http://schemas.openxmlformats.org/officeDocument/2006/relationships/notesSlide" Target="/ppt/notesSlides/notesSlide33.xml" Id="R543e60c68da44d5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15edcfb4f405f" /><Relationship Type="http://schemas.openxmlformats.org/officeDocument/2006/relationships/notesSlide" Target="/ppt/notesSlides/notesSlide34.xml" Id="R60d6d625db4f448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641e0b9d74f5e" /><Relationship Type="http://schemas.openxmlformats.org/officeDocument/2006/relationships/notesSlide" Target="/ppt/notesSlides/notesSlide35.xml" Id="R74e9dead502e458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b102e4a704200" /><Relationship Type="http://schemas.openxmlformats.org/officeDocument/2006/relationships/notesSlide" Target="/ppt/notesSlides/notesSlide36.xml" Id="Rbf8ffe395b034b0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3b91c825942bc" /><Relationship Type="http://schemas.openxmlformats.org/officeDocument/2006/relationships/notesSlide" Target="/ppt/notesSlides/notesSlide37.xml" Id="R27ba0d255b5b4f8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c86d7ec9642da" /><Relationship Type="http://schemas.openxmlformats.org/officeDocument/2006/relationships/notesSlide" Target="/ppt/notesSlides/notesSlide38.xml" Id="Raf2b5d7b181a485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2804366bc475a" /><Relationship Type="http://schemas.openxmlformats.org/officeDocument/2006/relationships/notesSlide" Target="/ppt/notesSlides/notesSlide39.xml" Id="R0e36700699c84d8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8ff8a8ddf46d5" /><Relationship Type="http://schemas.openxmlformats.org/officeDocument/2006/relationships/notesSlide" Target="/ppt/notesSlides/notesSlide40.xml" Id="R5a67522fff654b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CB66E-0AEF-497D-93F8-6AEA3255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51CD3-44C9-44A1-859F-06BA9367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DC Generator: Principle of operation, constructional details, induced emf expression, types of generators. Relation betw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3EB0A-C350-41A9-8DA2-B4649056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Electrical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1BESC104B/204B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222AC-4925-4045-9F1D-41EE59FF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4112E-1118-4310-B96B-8F745E41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4F196-742E-4F99-8750-513C47F2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91A0D-9385-432F-A8B2-87AAD6BE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56B59-D90E-41F4-AEC2-8FA497E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34852-C23F-44DF-8B04-A26109D1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8F166-CC5D-4E89-846E-575CB955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CF15C-78FF-4B8F-8E31-629F4624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F0C75-E83E-4D63-A1C9-631FB454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5D760-B28C-4CBB-9276-A807586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64977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B503A-C676-4702-9742-58A89DA9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6C1DE-236A-45E3-8500-6CBB0D8D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8E2D8-6F90-4D20-BEF9-948E4C00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F3E12-DACA-4427-930A-82B9A050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3A169-18F9-469C-B22A-A776299C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B583E-7043-4683-85AA-EB40305D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3004C-9417-43F6-8947-92E6C3AA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44B52-8097-4EA5-A7D3-1E05DFBB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A6A0-1343-4148-B988-252BD792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D01DF-900D-4854-BD57-D5AD3166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5EB2A-C3A6-461C-A07C-528AF7F7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B2212-EE9C-4395-8F2D-1A4524A6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4D2D8-3164-4713-9FFA-3DB35E2F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60D31-FCDE-40B5-A55A-28EAEFB9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FCDB2-0365-4B95-A708-14739914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77310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55FD2-F77B-43F3-A981-9A0A4022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CC353-F5B1-4DC4-B00C-AF658115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EDE77-5440-4FB1-B3A8-8ADB867B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6BC33-2B26-4527-9EF2-03C8D4C9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5DD70-BB1D-46C8-92A9-CA9CF1A5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D7313-EF93-4715-BCAC-0DAB1BC3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D6CE4-CAD3-4CC7-BFEA-67BD009C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3984F-E513-44AD-B4C6-3238383C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16668-477D-4D19-A937-B31EBE7B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Generator: Principle of operation, constructional details...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D4626-4F4B-40BA-8689-84A2EC1C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919DC-6DE7-44B7-8D54-074B81B3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2A206-30CC-4CA8-AED5-EDC89D6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Relation between induced emf and terminal voltage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63409-EBA9-436E-A1EF-3A4B7E78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6E0D5-449F-4CF1-89E6-6BC82199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CA0C8-1C20-4DDD-97CB-DF256097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Motor: Principle of operation, back emf and its significa...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0889C-8422-46AA-8FBE-D978819B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8BB2B-B44C-4F1C-9FE2-5C5B1DE3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F20DF-46BB-4764-AAAF-69BF4AB0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Torque equation, types of motors, characteristics and spe...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ED623-36DF-400E-BE1D-A91190D6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E9AEE-FCDC-4EC1-A368-469B7D94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00F2A-DA02-4EC0-B140-96A98E2F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Applications of DC motors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E4D96-0422-4F08-B444-E3C582EF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15F28-655D-499D-B069-085F6C1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18513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851EB-823C-4126-9CE7-6CA5DC78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6ECF1-EE9A-4D36-9EDA-C4EA640F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9FC55-A6F3-44A1-9297-0321AF2B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06077-E8D4-41AA-BE2D-CFA2FB96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AFB0D-600D-4527-A461-E279035C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DA5A8-15FD-4A02-8692-63E44E43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533B9-9709-48E9-BFFB-F1EF6000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586E9-2114-40E4-A33F-EACDEC97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Generator: Principle of operation, constructional details...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BEE36-DEB4-4AC1-A2BC-92404FC0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F0854-DF41-4020-83E2-492BE1E2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0E1BD-916C-4418-8371-31FB9961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Relation between induced emf and terminal voltage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ADE4C-EDC1-411D-A791-56351F05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1149D-24B8-43A4-A70D-3DA9C9D6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B626E-EB13-4EF1-BD93-D7C89AE3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Motor: Principle of operation, back emf and its significa...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CC0A7-61D6-47E4-967E-FD256C5B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B9BEE-1A37-454E-A62F-CFB0C7F9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BA0A2-2648-4E6D-88E9-96D27B35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Torque equation, types of motors, characteristics and spe...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D3CD9-D065-4C0B-AAB7-3D5D4FEF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1C5BF-17DA-4997-BDEC-B7A3CF59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37D69-9C02-4E85-A4C1-A17ACDA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Applications of DC motors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7B0A0-B011-44BF-AA79-C99413AA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3C9CA-6865-4915-B26B-2D42A365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92403-DDDB-4C20-BBC1-73E9CB5C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32669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4E578-2F7A-4204-B3AD-37A7CD47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D5E4B-372C-44E2-9A96-A4834D61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59233-2A01-4A75-B8A3-129A415F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8A5A0-418C-453E-96AE-FA034753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2ED3A-50B7-4B2D-80BD-BECB4E2D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4D8CD-0E55-48F4-8901-D59789E7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6DB02-2509-41A8-974F-231BA871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constructional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F674F-5056-4714-88D6-14DFECA8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64133-C63E-4995-AFB9-0F4A5FAC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induced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A3198-30B9-49B8-9998-D7D636B1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expression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F38A1-642C-4B75-A627-0D5FD99B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38FBA-C8EC-401A-9242-45AEA28A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generators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837A7-9345-45CE-8010-188D31A7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D3AE8-77D8-422F-956A-926F79FC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betw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18411-FF4D-4823-BF1A-4DC75713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674CF-FE57-4E31-A3E1-8BDED97E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45785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8BC35-A38E-4D24-8060-A486221C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00AC9-4BE0-4C1F-BEED-D7C7F351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6A007-5A59-4933-B9FE-DE1F2E86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1CB5F-E140-4BE9-AF1F-000D7F8A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906EF-8365-4985-B582-7219F41F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Generator: Principle of operation, constructional details, induced emf expression, types of generators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DB4D3-9CEB-4D59-B6E9-2D4A1017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Generator: Principle of operation, constr...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14E15-5417-4DB4-8899-5D72C523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86043-8F87-474A-B2CD-AE4312F6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B2105-85BB-45D3-BD4E-219260EF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1A78F-D5E2-4567-A90A-A3EA53D9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95669-9C25-4718-A58D-372B5EE6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51D29-8966-40D9-AA8D-1CC3C535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62FC1-1F6C-4FB4-A685-C1CB361C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D7BB0-5932-4D87-B331-B54349CC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2623F-76A9-4F25-BC95-CA2B3AE0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D28FE-E8FA-4C66-B69F-DBDB1757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84045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8E278D-AC00-4A3C-AFF7-D5676BA2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BE2EB-6AD7-4BAA-8B26-A04F8E13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B88F8-C8FA-4D47-A927-852A811F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4FC4B-71C3-479C-B858-A7982CE8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A2CBC-4546-4E3C-B757-FA4BE7D7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8A1E9-DB0B-46E2-AFD0-BB89D126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66AD6-1220-4416-A830-5AC1D78C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69B3B-FB97-4365-9072-8EEBD3CD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63849-6488-4CB4-ADAE-99B48284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Generator: Pr...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2C8E9-4972-4BFB-A876-8D045E25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7F557-4562-4D09-9480-46FE3EF6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D205F-2D00-47B0-8E89-EAF6343A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Generator:...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D7155-8130-4988-AF67-B7F209CA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B8505-BFE9-49DE-AB33-4F76D74A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B11A3-DF26-4BBA-B231-9E2C50DB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Generat...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1C476-AAE5-41CF-AE51-73659C3F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FF81A-3CE6-4DC4-85B0-BB73679F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01281-B4A6-44F2-987D-B4FF7F0C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Generator:...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546E5-B1AA-4E76-A98D-9F03C39B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D20F5-A23B-465F-900F-D331A8C9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6ACBA-FA3E-4927-A1F2-42BE5999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Generator: Pri...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B5771-B48B-42E3-A4DB-AEECAB3F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544099-43D3-470D-8377-9C6AF32C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815172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6B41A-E7C4-4695-ABA0-8BF76518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BEEC6-D180-4093-8117-996F4FF7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115D4-A3D4-4577-99C8-80B619DE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47D6B-42A2-4FE8-A90C-F2933F55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42CA9-CFAB-4173-91D7-5D298958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A1929-2537-434E-A543-F9BBE6C7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AB513-5657-4BFD-938F-E9A91701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7BD25-002F-4E98-BCA7-DE1ECDA8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AA680-A19F-49A8-ACEE-504CF25F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3788B-F21B-430C-ABB0-BBD9F20E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E1882-C223-4E59-8D60-265D8BD8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7360A-6669-4CE2-864B-F15E795C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02939-62C3-408B-896E-D02872A9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EF92C-19EE-432C-B6BB-354BC601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1D11A-076E-4F88-9333-1DCB17B1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359945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35407-3EFF-4126-B801-288EF7E2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0005D-DD5C-4836-84BF-3D300086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D8CAC-507A-4259-9827-1F49FF75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48E54-A3EA-4C82-8388-E555AA40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154EF-6F02-4688-AD38-EBA9F82B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7C924-404F-4451-8689-4866B93B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Generator: Principle of operation, constructional details...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16F29-F533-4A29-8E72-5EEE4755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E815B-4CB0-47AE-A0F5-3BDBCEE7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AB385-E097-47D5-B8AA-0C7F8E27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215A3-2685-40CE-AA09-5799BADF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EAFCA-B16D-4651-A894-6EA05EF0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25842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6CE1A-8243-423E-9901-27B1618F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4A8A2-4D18-4DE8-BD5C-C83E62CE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3050D-F7EE-4E17-957E-628A7BC0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8C505-AD81-46CE-A9D4-BFC3792D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1CFCE-BE66-4F7E-AE38-C893FABD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Relation between induced emf and terminal voltage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AB7FB-F052-423E-8818-BB9754F7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Relation between induced emf and terminal...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D7F69-1373-4B13-A483-7EFBDBAA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2A3D4-9E32-43F6-A374-19E84DD3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DFCE2-31B0-486E-B12C-77A0AA43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4360D-FB08-498A-8C81-A379C059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682B7-AAB0-4828-9D57-68C27684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31CA0-BA23-40B7-B57B-EEC723F1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26634-28EC-49BD-8457-1015B591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07707-A99F-4000-ABC6-22271D30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5E21C-076D-4329-A1BD-E41C480E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83FF2-B784-4E46-9619-20329C1E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320290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F4B78-CAE7-42DC-8C78-545FBA63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6F43A-ED74-4B11-92F9-25D6EB8A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E8CE9-13E2-4569-AE8B-0605037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D71E0-18EF-4DC9-8DAB-686C1B6E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70336-6340-474E-9DBF-93D4D8C9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6E228-4878-4EB6-ABF3-779BE2DA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F7AA1-2374-4682-A4AD-768F9AF2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F379E-E8CE-4D3E-8E7A-0DD4ED62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555A1-418A-4AEB-B6CA-2C85E4D0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Relation betw...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D7787-099C-4E01-A8A6-90FBBBE0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A9034-DE87-45FD-BC62-9E86A601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58559-964B-431B-B125-0D266BF9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Relation be...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7A4D2-3E8D-45CC-B9D7-F3598A22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B6011-0DDD-4329-9B64-766A6947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99D09-A2DE-4DE7-B8F0-C5B3C1DC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Relatio...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89527-5C14-4144-A463-17C6CCA3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FD7A8-002C-478D-ABE0-2AA4E2D4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8E67D-8EF3-4909-A79E-BFEF37C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Relation b...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47FE4-616A-4647-B7B2-99FF2B0A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294AD-C7CD-41A1-A193-C31234E6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9BDC1-6C9E-4CFA-9353-B7F91E66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Relation betwe...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94438-2174-4633-B85A-9F7D810A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5B05A9-5BA5-4885-B3DA-F031FCA4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324331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2CFA9-2AA3-4AD9-A9AA-6A14F638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4785A-70F9-4B36-B534-EB63E6D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565F9-BEB6-4970-9C89-60A90368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6E3F2-AA76-4258-83EA-B1DECABE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EDA23-363C-42D2-8F56-47EA90D4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29DF3-278E-471D-9741-9E7A2483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C023D-F609-4B9D-B4D0-008E231B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D810A-1E8A-4200-9C78-83D2F1B7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6FD0B-3B7B-4036-B6B4-624FCBF8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1512E-C1B6-4DD3-A2ED-F2768934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D2395-CE28-4243-AD21-A16C308A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55761-2C51-4398-A3E6-D4838675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3679D-0854-4D33-89F3-18F8316D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4FE8C-4260-47C6-91C6-DEFECACF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65A21-C340-45CF-8FDD-057DBE9B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280990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3331C-B6C6-4138-A1A1-E717C2F1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4A73B-B3CA-4C28-91EB-872FBB92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9A113-C41F-4113-AAAB-942AAE8A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7C703-4B80-427B-84FF-9B55C600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090EF-CBEA-413B-A08E-C240567A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3C9BC-87F0-4BBD-8E3F-F8990BF6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Relation between induced emf and terminal voltage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7F1ED-1A1E-4F36-963C-569C58B4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245F8-F5A3-4910-8A4B-419CC011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F6C6F-588F-476A-A30B-A62CA1BA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B2998-630A-41CC-949E-FCBF9EBE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09D5B-8DBA-489E-89BF-055CE76A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646478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91390-479A-4554-A0B5-6A4168A7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17363-2ED9-4274-BAE3-CFED852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6CD5E-B2AD-49A9-BC2F-10FB4C9E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5D6D2-7BB0-4169-A15B-2E8805DE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71451-AD77-4DF9-B860-9D0BA4C9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Motor: Principle of operation, back emf and its significance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9E7BB-6E13-42E4-9CF4-FDEE93D0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Motor: Principle of operation, back emf a...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63F2D-4BEB-41C3-A149-DDC0A2C1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417F3-E310-4CB8-8BC7-4FA56CD5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13797-87C3-44BF-88F2-39A0A03C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461DA-3307-4966-B264-ABCE707C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85D8F-6975-41C7-9D25-AB056ADC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89528-37EB-414F-A279-A10F78E8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01763-4354-426B-9529-757DF310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8B879-0462-417D-A47F-F5775420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A5EB0-18B7-4E34-96E4-8DD2FEDC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9ABC9-68A5-4CC1-AF64-513DF286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037272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3833C1-0377-4BA1-81C6-C702D05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47ED5-5CC3-471E-A4D4-514EFFDE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88EDA-9F8C-4CD6-9E9B-491A198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C7BEB-3C75-4DE0-8AD3-F7C8C0C2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EC49F-1FF1-49D4-A4CB-2EB2BA92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3BC1D-E666-43E8-8811-1666C219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2CDA6-5A1C-41B5-8B4E-00244946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06814-CE40-4A1C-8766-B6B5B01A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F73F0-4654-4E56-89A5-D6BAA2AE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Motor: Princi...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FD79B-8D9C-4D26-905B-16DAFB57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259EE-C7BA-420B-9B4E-02F0584F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AA51E-EDF2-4230-8F9F-39934E84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Motor: Prin...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D722C-714D-408F-8208-4BF7444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430ED-87CE-4975-87E4-7A0F58E6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078EF-E0D5-4B67-A1D8-A574B89B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Motor:...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71D09-1C55-4F80-B597-ABD4E26B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DE18B-72A4-4C3C-BF09-224C57EF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EA63D-05CA-4B09-9841-E2A2F243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Motor: Pri...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CD35E-A93E-422B-BDE1-9B83F49F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B2F02-3085-4E73-8672-4134CCAA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983AA8-E8AB-40A7-ABB9-D0205FF4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Motor: Princip...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35715-9D6A-4C0D-9DC4-3866123C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3146C-2418-4657-8E5C-A24F0390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94937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A0F5E-F3C1-4B11-B447-9194C107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AE4FF-4060-414A-8A61-B7C3258B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57C94-ECDB-4990-9F46-6ABC69D2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B2642-D892-440B-96F4-A994DDB3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064FF-4D2C-48DE-A0E8-60A7753D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5D42F-12A2-425D-95F4-E838D098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4FB40-76AD-4091-AAA8-2A9A59CC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CE76E-520D-4F5E-A08C-4DB8F74E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0F31E-5590-4BF6-9CC0-5B9C226F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1211A-3590-465E-ADC3-2C78D009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D51C9-15ED-4BB9-B967-E9771801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D3D5C-A4E7-4F0E-8FC5-9B5C2DFA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58779-CC7D-4667-81B8-BE8CBC6C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F9436-1C42-4CFB-B153-71514BF0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98754-633C-4B95-9D2A-D7F1256E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47827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9EC00-45F7-4A85-9801-C9F1BB36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6CE4C-BF96-4E75-B980-8FD83089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38E78-688A-4825-8892-D4A93BAF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F06ED-0EC4-4581-B785-CBCA3862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0E961-2D35-41BC-8A31-746E645D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208DB-C259-48B3-9491-D985B4BE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Motor: Principle of operation, back emf and its significa...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02056-4259-40DF-8494-CDFA072F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3CB5B-82E6-42FC-A88A-7A719E18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0B001-6180-4B69-8092-5686FB83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09459-2617-4EF0-8125-7746B70C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7AE35-923A-4B84-9031-63676E56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640729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F5243-CF0B-4AD3-80A1-63388138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652A0-3348-424B-AA13-3396731B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7B7B8-0933-4DDF-8155-77261EC8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4F310-D66D-4D8D-8D6D-769CBCE3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94230-77EF-4D9C-A45C-EDEC589A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Torque equation, types of motors, characteristics and speed control of DC shunt motor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EC894-F115-4F13-AD3B-7CFCB09F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Torque equation, types of motors, charact...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50E80-9E5E-4263-8F02-E474ABA7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D9336-D532-4A5F-A346-66C76403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AE2A5-C0E6-4547-AB6D-ADD138E2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8EC67-F2E5-4943-9763-5D2D251B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8404A-013A-45FF-B2AB-4E404836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39B16-F49A-4C78-A774-50FD88C4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4E7C5-D34A-44C3-9395-C0A0D523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2A39A-84C8-455E-8277-EF7933BC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EB4AE-781B-40B3-A490-8087F1A3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654ED-FC5B-4200-AD38-85B3FBFD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153354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342C7A-D188-4088-83EF-EFBCE23E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D8425-27E9-4A0C-9437-B8F8C8BA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246A3-291E-471F-BB2E-4A5C7F4A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1CD86-D276-4335-82E9-ED3CBD80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61B80-D819-4490-8628-8431BDCB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BFDE9-A52C-4084-B561-E39094FE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5A77B-345C-49F3-B85E-6DFE950E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5A62E-2A75-46F1-B443-83F5F296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DB5FD-7C3D-453E-8EC6-28B0A953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Torque equati...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36CEF-65A8-4816-B1E2-3632BE42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1F420-213D-4A03-A56D-32D4CC66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460B2-02A9-46C4-89C3-242FB813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Torque equa...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9ED71-EA66-4E41-8FEA-A5BF5527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32077-D57A-420A-B946-51D8DE4D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AB33C-6495-421B-BF89-67DB7C09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Torque...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51CBB-A8A5-40AA-A4FC-BADFAEE5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AF8F8-2CA2-4B07-B576-EAC0E826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61B3B-6265-4201-B915-87496F5D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Torque equ...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B2F80D-5D84-4B33-B4ED-343EDFC4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9F7DA-EB32-4FF5-BCA9-B9622EF5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73D12-741E-4990-AEE1-D5644ECF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Torque equatio...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99CD4-DB41-41A4-852D-106F645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5E4A5-6C33-4FE8-8887-86E8312A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14450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971D9-B95A-461C-96DC-B9D165F4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DE37D-C24E-40A2-B8B4-256CC5B4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8FE02-53F7-4304-8511-D218A568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28CB1-2768-40A4-8729-2F214DA5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92D3D-9408-4900-BAC4-D7E800D9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1F86A-61A2-4604-9F8E-8FA766E1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A558B-ECD2-47A8-B472-B63D4446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42877-0DF6-4E6E-AA9E-96858D9F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B49E6-7D02-4B2F-9C13-420794A2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F9057-248B-4ECE-B775-AE093B99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DF489-3379-4066-A76D-B3FAA7A8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EC8FA-D521-4334-9E4C-F4A4EA8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070A9-1D74-4A96-A1B8-F3E3329E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9EFB0-851D-47F5-A414-0494565D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0D536-E62D-476E-BFEB-BD02423F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493203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47F8B-438F-4A2B-A861-76625DF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950EE-5D9B-487C-9433-B1A10843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BB007-C15C-4F66-BF8D-10DF1114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F23A2-EE28-417C-8CC0-9792F786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FC894-FECD-4CE0-9A11-C4B9147A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148F3-A082-4E30-8304-37F74C4F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Torque equation, types of motors, characteristics and spe...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4E26A-A809-4310-A54D-D6C852EE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7E341-39D2-41F6-946C-9BBDF48E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D0868-E84C-4949-B455-DB134B3E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4D149-3129-4ACD-8DDC-FB7A69A2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AF2E8-D69E-4956-84C4-B9354DC6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707123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9C99D-814F-4558-BAB7-EBA4046F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F1A19-EE80-4246-AC5D-941394F2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6DAA2-4B90-47D2-B489-66ED8744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8830B-5CB3-47BA-BE08-6C482705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B14E2-6B39-4DAC-9E36-0978C47B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Applications of DC motors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3A893-71A3-45B0-859C-2990A72F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of DC motors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98CE1-DBD2-4099-B9D1-8445A008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3537E-BDF8-437B-AFB8-D7AF0C5A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435FC-D35C-4644-AEBF-DF7FD96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A0819-A0D1-4E2E-8ADE-3BE263A7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9EDCC-99D6-4915-8C14-E103366C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F0244-EE15-4560-8709-55DAF58B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DA4C3-5BA7-4DC7-8C09-FD0CE943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DA6AB-6398-45E9-B6ED-D7D33413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8AE9A-F541-44D8-97AF-DA244B61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84DEC-1B3F-4195-AB2C-719B2B45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592641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65BCA7-EF88-42FB-86C9-692263ED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1167C-BDE8-45D3-81AC-B759060D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824CB-80A2-4479-85DD-278E1360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13F8D-A72F-449B-9C9A-05C14B7F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85441-AE03-4390-912F-175A143B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52F94-4334-479C-95A5-AFBB2820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3FB69-C64E-4F79-A807-79E7A39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4D23A-8D08-483F-963D-81089C4D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DEDA8-E1F6-4871-81BB-3BD0A399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Applications...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5DAC9-9624-4F42-8FE5-1FD48777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23D39-118B-432C-A1FF-BAE3DFF3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3EA02-6F12-4732-923D-F68203F0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Application...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221FD-2CD8-4A37-9EC9-D9381E4E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C881F-655A-43D5-9F96-D959566E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2972F-79B0-4EB0-9B41-A987D247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Applica...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96B3A-A0B3-43F6-B25C-BCB6EEE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63BED-DA19-4288-BD0A-F3B429B0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308E8-34AE-43DE-8979-C5C7607A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Applicatio...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C236C-BC28-4C78-AE87-0CAE67DF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3A17C-9AEF-425B-909E-9F4A0B31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D031B-AF33-40EC-B50C-544D0A34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Applications 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98DFE-005C-47D9-B67A-C75A0DEC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CA146-2F1D-4EC0-ADB3-A66A28C3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224689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A0F82-1470-4356-A157-4B6FC631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CE7F9-1089-4E74-ABCC-C43933C6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966E2-4AAD-463C-86A3-0FFCF7F7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7B1CC-4875-4CDA-8EFF-1056944C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26C2E-6B64-4338-AAE8-136B42CA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FD179-6925-48E9-B295-416435AA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17F07-FEE7-472F-AF49-CD879164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21291-A99F-40ED-9242-278775BE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3BC08-8520-4D63-9972-29F8B81B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D8B5D-25C7-4847-943E-E9F7B8C2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28FD7-946F-4EF5-82D3-600A7DEB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65719-4655-4ADF-8B68-48F6115E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BFF8C-D154-4E69-82A1-7EB5C948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8B9183-5D53-4C88-8991-FEB168C5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02EFA-E819-47E0-98CD-0EC0B43C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076964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EBCC4-8D4D-4EC1-963E-8FDB49FB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59116-609A-46D3-8C71-34BFDF7D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4A8AD-824A-4170-BD3F-4CFE7E56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43E81-CF22-4335-A531-5A4BC1E0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96EFD-CC96-4E47-8293-AC7B122A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602B9-FEF4-4054-846A-5B2CD825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Applications of DC motors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FEF38-A568-40E3-97BF-41AA73C1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05206-44F1-43A1-8D3C-94B75251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3F768-5D75-450D-ACD1-CC61C082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3DBC0-066C-43BD-9E05-772DAAC9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BA715-221E-4A91-9851-75D48184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6559713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F8654-4ECC-47F9-971D-69C99DDB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04493-2DCD-4357-B413-965DDE36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67FB5-C885-4F79-9AD6-A4E12987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332DE-0426-4560-9F4F-3C526D02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360CD-F6AB-4C40-A63D-78A1E40B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E2EB7-5093-41EE-AC33-F99593A3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4490114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258CD-F06A-4387-BFB6-35784F7C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546FC-B792-46B4-B0DB-F29D45CF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83553-C06A-4DA9-899F-4B548062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E0210-6A0D-4982-8F8B-599E5BF7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51104-ABF0-47C4-A0A4-29DF1C9D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Generator: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operation: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constructional: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details: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induced: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4698D-03C8-4C50-84D0-9AE10013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08874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5ADC7-61AB-44FA-8CC8-97DA0CF0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2EA52-3775-4D77-A2BD-3873A3D7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F6C9A-C89B-4036-94B7-3DA0195E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693CC-BA25-472F-B36A-D7A8579F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4EAE5-0F90-4626-B01B-343E1970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11ADE-FBD1-4B12-8DB3-154B4A48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449292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C05F2-D11F-4430-B18C-2DB5A8B2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80B02-F774-4E38-B188-D0798168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560FC-D2C1-4B7A-AFBD-E01B7E25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042E2-CA26-477F-B949-CB4B1D03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80D00-90AF-4FC3-8E96-5912463A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2BAF3-BEDB-4910-994A-3D3B550A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02581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C30E7-81B4-4B01-9876-0E86BCDD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6EC37-3BD6-4A84-8E8B-CE30CA92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2FC75-52D5-4351-9E74-193658D4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ABBB2-C4EB-4D55-ADA6-697FE8E3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37759-41CD-4C46-9BC5-09F6143B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Generator: Principle of operation, constructional details, induced emf...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Relation between induced emf and terminal voltage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Motor: Principle of operation, back emf and its significance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Torque equation, types of motors, characteristics and speed control of...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Applications of DC motors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9DE38-9258-4F4B-8BE5-A627E2A2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F11BF-3283-4103-856D-57CFF42B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BF08B-B139-4883-B452-D601620A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4812448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4ABFE6-928B-475A-9616-91284635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CD86B-440A-4AD9-8A93-F02AC4E8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Generator: Principle of operation, construc...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4296B-9722-480A-B0C7-D26F9DF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08AEB-80F3-4BA9-99A8-DD64ADA2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AE1A2-1ADE-4C4C-88C4-EB9AD020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B91C0-E53B-4FBA-A2F3-99ECB021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8E232-1292-4F16-B3FE-F5839C8D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F55D2-3356-4A2F-9473-B3AE2C94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52AA4-EA7B-4275-8F44-E6E8E8EB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9AA50-1651-4646-9FE6-37CF54D3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441FE-41DD-4BA3-AEEE-F33598B0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08861-3573-4932-A9D5-E4B7ECAD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CA94E-E1F3-46D9-A4F4-83D7BB55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3796C-2345-4BCD-B441-19557613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7F053-3A69-4781-99DD-EF2866A8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E8D7F-6A0C-4772-A9E1-65390C5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B408A-2F83-426E-A70C-341E1389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52C5C-5761-422E-82F8-85F917FA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5CEB4-F7C1-405E-8B6A-62104145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B00F8-FFE3-40E5-884D-FE715DA3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8D971-4BE4-42BC-AD53-6603FB3B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20691C-D586-4CC9-838B-9F30C891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ABB370-9DE9-42E2-A7F6-4F5CE4EB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903C1A-4F69-4075-B730-D992501E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5B97D-6A06-4F92-A7C8-6510009A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55BAD-F925-4059-BB7A-F7F549DE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05C6E-7D19-4663-B199-3D471805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825699-3AE4-4684-B778-AF6BB3D8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655E41-7B69-4BC9-A413-74BE0A6C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821C6B-262A-479A-B998-C455BCAD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AB4267-5402-4852-A58D-6F46930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20F59B-F86F-4924-9463-727423A9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338493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A3B9F6-D0A2-4EEA-9CC5-616683F2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536D1-CDC1-4C1E-99EA-E3C89D73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Relation between induced emf and terminal v...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FBF05-563C-455C-AB89-21E23A16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73345-C4C1-4A8B-BF7F-B96E3DDE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1E853-4D6B-425D-AD69-82D03DBA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61F86-FDEC-4082-86FF-CD6C7489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99679-3331-4B68-B89B-5E18EFAC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0FE4D-030F-45DA-BF2B-2D321EC2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3DD17-9A5B-4CD9-B131-46F7E614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DC142-5773-4A88-99A9-65D1134C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E2D8B-4B15-4FD4-8EA3-54202E3C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20F61-3D51-49A1-BF42-7D61EA77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76595-2332-4E32-920F-1F6DF6B7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5FE10-14A7-4CC9-9D9C-C57163A5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5EFAE-268A-4D19-82A2-53531080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46B67-7948-436F-ADB7-03A25A64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1C39E-202D-4436-B103-2E5F83D3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797F2-A78E-4188-BDE5-DC22AF77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2D176-19C6-48CE-8C9B-83A9F24A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AED32-2ACD-4136-A2A3-5D604D74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A1910-4B0E-4BF4-A8F2-DA3A0F76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6B112-B7CE-4864-BCDD-DA20AAA9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96EE69-B55D-4454-B385-2048E625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FBF44-7BF9-49E6-B45F-5E920E8A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2FE65-714A-4276-BB49-E0FAB4E8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4E691D-0406-49ED-A25C-45F4BC27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93C96C-088F-419F-87B3-ED22D580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E89295-0407-4F4E-A269-0724C979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001196-2241-4455-AD0B-C4B14DE7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2540B8-C94F-4EC4-955C-EC498F02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C8F120-BB4D-4B40-8450-EDDA3194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E1F039-F157-4E67-A219-89F4AA8E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2975766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3DDD27-FB94-48E2-90A0-44694078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86677-5D9C-45AE-8A79-2014AD30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Motor: Principle of operation, back emf and...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4B16A-0B04-4510-8112-808C0EFF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9E0F3-B62A-424D-AA86-276913F5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D019F-4F12-4BFC-9379-C44E3E44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155FA-F6FB-4AAF-BAFF-FE2A1FA9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93A49-A162-46C9-9E8A-15524F70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7E1C6-7528-45CD-9DE9-BFE5E681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9E68C-74BE-4A69-A4D2-F56A39BA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EED77-B72D-4281-B6CF-79242CF8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40F68-8ADD-4E2C-95CA-46D467BD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61167-DB1F-430B-A9B2-9DB02ABC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D7510-F914-49EE-B8D4-5FA79F77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0DE4A-87EC-43C4-9F50-3BF7AC12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FCD30-7490-40BC-88AB-5355E28B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D7D84-57B1-4EBE-B0F9-FA24839C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F70A8-B022-4409-AC9F-06E7F635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ABC97-F880-4527-A758-3AC15297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52FE4-B690-470B-A787-5842259E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6109A-47DB-4890-89AF-D6AB3867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A6A6D9-7825-4503-8AA9-BDA336D7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FA60B9-5B5F-4F84-8D09-DE5D0FE7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1055CE-E988-497E-8327-1C33D301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DECFC-49F1-4321-8AAD-CD624E2B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D6301-B5CB-447C-A874-E2069295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E9A30-8F95-490D-8B25-2057968A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7CB2AD-2ABF-4A9F-9BD9-D147AF3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CEE5B5-B257-4410-870B-A61AD78C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3C00D1-8519-4E05-8039-678BD966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27E748-D888-4F99-9B37-881AFFAB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E1C7D8-7B80-4E0D-BACA-AC4D72B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CBCCE0-8E33-43BC-844F-6325561D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9907774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7CC1D4-A4A1-4045-9FEF-4812D156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012C2-A3F1-4BC1-9315-430B71BF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Torque equation, types of motors, character...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15161-E84B-455B-88D0-3BD71706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C8102-B74E-4856-B4A1-345A20E8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F5544-0688-470A-AE9F-F4A02DD6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FFBBA-F29C-435C-A3E6-0E73792E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911BD-271B-4706-9CED-C8DB6FFA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9A53B-CA27-4EB3-8A87-DB3BE10B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48CFE-B877-4596-AED3-6C28907C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6D660-8449-4047-8F5E-8B529344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75AFD-6897-4300-B804-0B5AC7BF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92A62-E3D1-4629-84C8-508C4650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0F9D2-89E4-4A7B-96DD-DF42AD4D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F7FC7-250B-4278-8CE5-E1F3AA73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7CB35-6626-4A18-B359-69534EF8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A2461-FEF6-48DF-B908-E445B267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2B503-2EA9-441C-B980-49C795D1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6768D-E016-4042-99BB-C8AF83F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7F1F2-F002-4C7B-AE41-7F06189E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12803-4702-43FD-BCE7-F2B2BA30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547396-9869-40B1-921E-0B672DBF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498B5-9482-469B-A021-3F9E715D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C683E-6B6E-4DE7-80B1-6DC0C855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8B1B2-8D63-4822-B615-32086F1F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64593-363A-426B-B921-50E7C337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95037B-6CBF-4A81-B5E0-6F5C5F19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C73E71-EA2E-4471-A7C3-3EF65D2F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35E31-AC12-42FB-BB40-B4C3A59D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B23C7-1026-4260-A927-2F878B3E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317AB-A498-4681-BBE1-299D3E19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46B04-41C7-448D-B3A9-184142F2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0729AF-8A6A-4F18-8B07-5BA26C8A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5695735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BBE15C-76D2-4F38-852E-B2C2D8A3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ADA73-ABEA-4CDA-AEB1-206ED6B6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of DC motors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2834A-D631-48CD-BF01-E6E5E63A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65778-E5B8-4A4C-B0B5-B3BCA3A9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677E1-762C-4476-A592-D5DEE230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42928-F030-4934-A259-1F5406EC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15400-A6E5-42EA-ABF0-4E4F0638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8FCA4-24E7-4621-9130-B8198ECA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7BA0D-E257-4F2D-9845-6B0963C1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0A465-2CFB-4761-B297-FE823E76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EDE5D-BE82-4E16-9ABE-00DF84D3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B9296-431C-4D58-B5FB-260B25FF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3C566-ED7C-4279-9EE0-F5A419A8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E4516-7DCE-421D-BC20-CEEB0908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1A1A0-016F-4E8A-8A34-CD49EE2D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D228C-D216-41D5-9020-DB1C5C6E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E7168-D510-40C7-95AE-5D8111FC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01153-290C-445D-BD0D-A060D02B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F0998-49DD-4D16-B890-A1E90E73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E4A093-36D3-48DC-9B4D-22ED15DD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229B2-14B0-4222-97A9-DBDB8CD7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FFA47-B522-4E8B-9E43-E681F45C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DCBA8-2044-4213-B886-C6C0FE16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7A4A0-FA39-4975-802E-73405BB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7C9C84-5ECE-410B-878B-B99B3508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A1DE90-81B1-4159-92F1-4A6CE2D3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D24EF6-87FE-41F9-8617-EC465082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7601C9-D232-4965-8681-9D4BBF12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DC2B7-4F5E-4273-89A9-DC9FAFA2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17B056-2BD7-44A4-A451-38C5CA27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70BCE-C716-47BE-B948-BD10BAB6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2CB75C-4088-4283-9E19-07F433DD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142511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1C0925-F0FB-4E5A-992C-42686B55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B47B3-8675-4D70-97DA-A417EB16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Generator: Principle of operation, construc...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1A5E1-38AC-4351-8F51-C7FBAADC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8C99B-4CE8-4014-B7A6-85FDD88B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41AA0-36B8-4FCE-90FA-D3045292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D4B44-959A-4FBC-AFD6-9C779E97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E80ED-02EB-43A5-8816-A49AAD35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716DC-BBD9-4BBF-876D-14017F10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7E514-8004-4155-B3C8-EBD8FA3B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9D330-3053-4DD0-9DCF-20278FD1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87E25-8E70-4388-B010-A7079E58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E4B6B-72B3-4603-B724-5868D86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C31E8-DA66-472B-93C5-8A506C8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3B64F-639C-4D5E-BC14-06B27632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9BFB5-A2F4-48CD-9D95-CE4AAB68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5929C-B0C4-433A-9480-E7A77865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FDE6E-98BD-4011-89F7-F3214772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FB7FE-AC91-43CA-BE5B-C9F467A3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890C6-A6A8-47FC-9344-C4EA5784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87282-BFB6-44D9-9C52-1CD041DE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CA9C5-D80B-4B87-87C2-87440A82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02DAE-AB30-4BF2-92BE-FA2D198F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AD6A9-670F-41F1-9AE6-D37BBBEA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CB0BB-9D0D-401D-B551-E0BAF8E6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15EFA9-D426-4A2C-8F6F-2A6E3AE3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0B1A24-8EEA-4099-AE8E-8055B40D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47DF1-52AF-4B4C-AEB6-96EEFEE5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B4FAE9-682E-4459-937B-049A99B0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909477-2AE5-4765-8B02-6865011D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5CE5FF-6F12-405C-AB50-D33B35AA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9B46D7-9B2E-4181-9D16-31D719FD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42EC7-D619-4D91-8B0C-F81EBDCB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1456930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BAE5FA-A60B-4C22-941D-011C385C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D13BE-D501-4ADA-A05A-89030E31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Relation between induced emf and terminal v...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879B7-8F9F-4562-BF63-55085F0F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8C766-6C8B-4873-AD60-BBD67BB4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3FAAE-ECF5-415C-9BCA-155303CE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CBE33-CE8C-495C-83EF-BA5EB8F7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FC379-55DC-419F-BF19-3A9B2DF0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8D73F-1468-458D-8140-ED989A05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3C5F5-A23C-4868-8719-A1986BA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60C9D-5DF6-4511-AFD4-9976195A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211BE-A62B-47DA-A0CF-22378A51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BAAFF-AC73-4114-8AA4-88420E5C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DF80E-AF70-48C5-BC0C-3BB73FB8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B6265-E136-484C-883A-6D3AC861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3748B-4954-4DB1-9EC7-9F336F3E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7E921-91FA-41D4-A759-ED010C3D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FA117-76C0-41E1-BB61-62BA42CD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9DC1E-B6E9-4376-B9B4-27940619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B6A8F-A795-4BE2-9FC7-130301F3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A95A6-003A-4805-98F3-5F311B0C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1FA54B-38CD-4BC7-945D-DC2E2B0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9F64B-4CBD-4621-AE8A-739E4806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B96EA-5315-4AA7-B75D-9E7D5FEF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9EB92-D71B-450B-B708-4EE53943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47C26-8AB6-45FB-B672-73E79076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326513-D69F-4A96-9485-4A6615AC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5AAF7D-6021-4A77-B6A3-5A04B19D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FE32AC-4C3D-4909-AF69-BE5F2575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7910A-0D3A-4023-A2C1-72CC14FC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B2BE1E-10E5-4571-9BF2-1D5B806A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E0374F-1E41-4FB2-955A-5BB314E6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69E4AB-B2B2-4C23-9DE4-0068A1D6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5862436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4EB9D3-8B33-47A1-A99E-04E20D62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BF44F-EA32-475E-93F8-CFCF8C4A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Motor: Principle of operation, back emf and...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FFD06-5F81-41F2-BB68-678C3860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4C046-2DD2-454D-998E-BBF238B1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13870-B404-4962-AE9E-79329386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F9B47-4F4C-4FB9-9058-41B0804A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8846F-450A-4AEE-B26E-C4E069D1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0FC37-6B73-40E4-A720-AD91932A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D6058-9592-4E32-AEED-9515F354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8E25B-6B23-4D2E-B7C8-03AA96F7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12085-3E61-43BE-896C-8D6E803B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8CA29-B6E7-4388-AE2B-0B09044D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38E9B-5496-41D0-966D-E35542B7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B74E9-77F2-472A-ABFA-62210417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7F40D-7322-4A9F-BD0C-723AA975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F6183-6AF3-4039-8A49-04EBCDC7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2EC7A-0061-4E00-B9B5-33560FBA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70BA1-32A3-406A-B4CD-34FD1571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78861-090E-4710-9744-D276A40A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428F4-4AA4-4F2C-AB05-19714701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D652C-81F9-43B4-A813-2D29307D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A7419-8F19-4B53-98AC-CF117316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5493A-FE27-4A6F-AC28-33BDDC28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CFD50-D59E-4452-A1B8-1AAD46EF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CF9985-C51C-44FA-BDD8-98AF7391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20DB1C-24E2-4591-8DB9-583F8807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F3E3A-1904-4958-A227-2CE7AD37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D80826-0BAE-4BEF-92B3-66C23C43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0D506-30C0-4545-9ABF-E316C4E2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6499F8-2590-4C50-B0F2-2FEE8DCD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FB3E97-C89A-4C0E-8F6E-F1C039BE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DF1461-D2EF-4EFF-8DB6-1D45E003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214708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52EA5A-B1E2-4946-B3E9-0468825E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E5557-73FA-4442-B5F1-B8DB3376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Torque equation, types of motors, character...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27210-DB26-4565-A05F-042BD800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1790B-EA5A-41A9-8DD2-784E578F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B24DA-4737-44ED-B4F8-91108CA5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50103-57CC-4B41-B807-9B981475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D7BEB-B209-4792-B892-41853DBA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96AC4-3C21-4775-A68D-84F9AA90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ADED5-2E05-49BC-AB52-E5E60B6B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950C8-BE82-451C-BB34-0A70EE6A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435A5-BBA2-430C-B517-1D375E26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825E1-5990-4A75-AF4D-7CABD334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88794-DE5E-4B13-AB92-56DC6E62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76F4E-0908-4434-B1F5-97B14EA5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CA467-B7AF-4524-95CE-F9E278B6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FAE55-1D46-4C5B-8DE0-FD966194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CEE53-F1EE-49C4-B356-D7EB17FE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90704-B87F-4396-B13B-C3352470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DB989-C848-4C57-A5AA-A1DC90C1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AE808-F7A4-4763-B539-972DB540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47E9E-275A-43D4-B7B0-E65A13A1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A5A40-9758-47BB-B835-1EF20BDE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FF15F-1FA4-4015-9087-6BA1B96E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06272-3D33-46D3-9EB2-42BD25A5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FFA11-2C2E-4AF7-894E-2A2449C1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D0ED3D-A66F-48BF-9BD4-E842F435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D72C0-4CC1-4D30-A67A-C32DB41C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35C99E-DD76-46CB-8558-5E187F88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EDE821-083B-4EC8-91D2-1D64965F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E30FEF-76B0-4E87-A815-0143E041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C6F70-18C4-49A8-B933-A3FB86E2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A61118-5B17-444D-8793-0C07D011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4339700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9D2B18-3D7E-43D5-AA4B-42D089F1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23D0F-9942-464E-AB16-6EAD2D85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of DC motors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18BB4-8B64-476C-8E59-E7A70088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4EFF2-2714-4649-9E56-08652E06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239E9-B62C-41F4-BF6C-1DBE4BCD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9FBFF-1397-43F8-B44B-B96F6048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8C485-8286-4EEF-9EC7-66750194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3C327-807B-4AD1-8C2B-5BAABF76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852BC-4B53-43D2-9D1F-BC699ED3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B3CC3-1312-4663-9AB0-42CB8570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BF4B0-9F4A-4A53-924B-CD27E96B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43F04-EEFE-4BD8-B621-0BBEFDBC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03DB4-9DF4-49A5-92BC-C2D9AAD3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187F7-3D01-4B5A-BC01-BC7447CF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50DCE-FE50-49AD-A6C7-89536661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8A521-86AF-4EDE-8710-B67345EF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2E0AF-C05E-4201-A0C0-BBC92451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2EF40-6245-46AF-B636-1E795D5D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FE226-DC49-454B-918B-E4405B82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740F3-33A3-42E4-BD5E-E1BB3146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8DD7F-BE60-43D3-A302-9876123C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FC57C-816B-428D-A01D-FB86E9A2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BB261-F239-4091-B4F9-3FC5E207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2CE51C-4A0C-47A2-ACD6-DFD99A35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A93FC-EEA7-4581-97CA-F9E03790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0AC02-345F-49C0-9907-69C1EC62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B4ADD-0D2D-46CD-A26C-8982F046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9BCAA1-94C7-4205-83A3-E54F3B0B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A8F32C-5411-476F-AE25-F8AD0B9C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B68D01-6021-4330-AB41-76AAF635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DD0AFA-C958-41C3-9193-D65B82DB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D06F55-F71B-4D78-99DC-6102D79E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02051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2026-08-24T16:02:47.4200000Z</dcterms:created>
  <dcterms:modified xsi:type="dcterms:W3CDTF">2026-08-24T16:02:47.4200000Z</dcterms:modified>
</coreProperties>
</file>