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a941343f3a4b96" /><Relationship Type="http://schemas.openxmlformats.org/officeDocument/2006/relationships/extended-properties" Target="/docProps/app.xml" Id="R1fbc43909a7444ec" /><Relationship Type="http://schemas.openxmlformats.org/officeDocument/2006/relationships/officeDocument" Target="/ppt/presentation.xml" Id="Rd56d06c8401a43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3a99f81d9490b"/>
  </p:sldMasterIdLst>
  <p:notesMasterIdLst>
    <p:notesMasterId xmlns:r="http://schemas.openxmlformats.org/officeDocument/2006/relationships" r:id="R5e3f677e10c2409a"/>
  </p:notesMasterIdLst>
  <p:sldIdLst>
    <p:sldId xmlns:r="http://schemas.openxmlformats.org/officeDocument/2006/relationships" id="256" r:id="R32faae3525ff461a"/>
    <p:sldId xmlns:r="http://schemas.openxmlformats.org/officeDocument/2006/relationships" id="257" r:id="R0db6d6b1046245a4"/>
    <p:sldId xmlns:r="http://schemas.openxmlformats.org/officeDocument/2006/relationships" id="258" r:id="R25491db19df04dac"/>
    <p:sldId xmlns:r="http://schemas.openxmlformats.org/officeDocument/2006/relationships" id="259" r:id="Rbb210d7985cc480b"/>
    <p:sldId xmlns:r="http://schemas.openxmlformats.org/officeDocument/2006/relationships" id="260" r:id="Rdca10fe0d43c4608"/>
    <p:sldId xmlns:r="http://schemas.openxmlformats.org/officeDocument/2006/relationships" id="261" r:id="R0fbcd9cdd64e40c0"/>
    <p:sldId xmlns:r="http://schemas.openxmlformats.org/officeDocument/2006/relationships" id="262" r:id="R636967188cef4a32"/>
    <p:sldId xmlns:r="http://schemas.openxmlformats.org/officeDocument/2006/relationships" id="263" r:id="R59342b62c72a4ef4"/>
    <p:sldId xmlns:r="http://schemas.openxmlformats.org/officeDocument/2006/relationships" id="264" r:id="Rbe76aa3140c14ad9"/>
    <p:sldId xmlns:r="http://schemas.openxmlformats.org/officeDocument/2006/relationships" id="265" r:id="R2ade0bae4ee74833"/>
    <p:sldId xmlns:r="http://schemas.openxmlformats.org/officeDocument/2006/relationships" id="266" r:id="R5864f16f92bd4edc"/>
    <p:sldId xmlns:r="http://schemas.openxmlformats.org/officeDocument/2006/relationships" id="267" r:id="R628e25fb5b454b77"/>
    <p:sldId xmlns:r="http://schemas.openxmlformats.org/officeDocument/2006/relationships" id="268" r:id="R2fb333f3c7354417"/>
    <p:sldId xmlns:r="http://schemas.openxmlformats.org/officeDocument/2006/relationships" id="269" r:id="R36ef440164774f02"/>
    <p:sldId xmlns:r="http://schemas.openxmlformats.org/officeDocument/2006/relationships" id="270" r:id="Ra8dc5ed291dd4b4c"/>
    <p:sldId xmlns:r="http://schemas.openxmlformats.org/officeDocument/2006/relationships" id="271" r:id="Rb04c301037e04a29"/>
    <p:sldId xmlns:r="http://schemas.openxmlformats.org/officeDocument/2006/relationships" id="272" r:id="R1e7020a6ad6c4a5b"/>
    <p:sldId xmlns:r="http://schemas.openxmlformats.org/officeDocument/2006/relationships" id="273" r:id="R687063783cd14408"/>
    <p:sldId xmlns:r="http://schemas.openxmlformats.org/officeDocument/2006/relationships" id="274" r:id="R86b528cacd2543dc"/>
    <p:sldId xmlns:r="http://schemas.openxmlformats.org/officeDocument/2006/relationships" id="275" r:id="R51bf07a6750546cc"/>
    <p:sldId xmlns:r="http://schemas.openxmlformats.org/officeDocument/2006/relationships" id="276" r:id="R200e95b1f09d4173"/>
    <p:sldId xmlns:r="http://schemas.openxmlformats.org/officeDocument/2006/relationships" id="277" r:id="Re7ac039c55384dc9"/>
    <p:sldId xmlns:r="http://schemas.openxmlformats.org/officeDocument/2006/relationships" id="278" r:id="Rd1919e7622144acb"/>
    <p:sldId xmlns:r="http://schemas.openxmlformats.org/officeDocument/2006/relationships" id="279" r:id="R421026991c244f0a"/>
    <p:sldId xmlns:r="http://schemas.openxmlformats.org/officeDocument/2006/relationships" id="280" r:id="Re02e755dfed74502"/>
    <p:sldId xmlns:r="http://schemas.openxmlformats.org/officeDocument/2006/relationships" id="281" r:id="R8a53de1e13014774"/>
    <p:sldId xmlns:r="http://schemas.openxmlformats.org/officeDocument/2006/relationships" id="282" r:id="R86982aa303f44664"/>
    <p:sldId xmlns:r="http://schemas.openxmlformats.org/officeDocument/2006/relationships" id="283" r:id="Rb97877cd2e0f4280"/>
    <p:sldId xmlns:r="http://schemas.openxmlformats.org/officeDocument/2006/relationships" id="284" r:id="R0ed98102f3f44b38"/>
    <p:sldId xmlns:r="http://schemas.openxmlformats.org/officeDocument/2006/relationships" id="285" r:id="R688baf8f75004c51"/>
    <p:sldId xmlns:r="http://schemas.openxmlformats.org/officeDocument/2006/relationships" id="286" r:id="R86f9b9928d424c9b"/>
    <p:sldId xmlns:r="http://schemas.openxmlformats.org/officeDocument/2006/relationships" id="287" r:id="Re4e856bde0204593"/>
    <p:sldId xmlns:r="http://schemas.openxmlformats.org/officeDocument/2006/relationships" id="288" r:id="R09d0e6e9188940e7"/>
    <p:sldId xmlns:r="http://schemas.openxmlformats.org/officeDocument/2006/relationships" id="289" r:id="Rbd7e16963d564aeb"/>
    <p:sldId xmlns:r="http://schemas.openxmlformats.org/officeDocument/2006/relationships" id="290" r:id="Ra6ff9cdf3fb24366"/>
    <p:sldId xmlns:r="http://schemas.openxmlformats.org/officeDocument/2006/relationships" id="291" r:id="R891d6796ec1f4140"/>
    <p:sldId xmlns:r="http://schemas.openxmlformats.org/officeDocument/2006/relationships" id="292" r:id="Rbf537d681f364c45"/>
    <p:sldId xmlns:r="http://schemas.openxmlformats.org/officeDocument/2006/relationships" id="293" r:id="Rfe2ea538d3934136"/>
    <p:sldId xmlns:r="http://schemas.openxmlformats.org/officeDocument/2006/relationships" id="294" r:id="Re9d167cd95ea4b33"/>
    <p:sldId xmlns:r="http://schemas.openxmlformats.org/officeDocument/2006/relationships" id="295" r:id="R244308d2602944a1"/>
    <p:sldId xmlns:r="http://schemas.openxmlformats.org/officeDocument/2006/relationships" id="296" r:id="R2817b0898a984c71"/>
    <p:sldId xmlns:r="http://schemas.openxmlformats.org/officeDocument/2006/relationships" id="297" r:id="R0d76d8973f6241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d26206f4ce4468" /><Relationship Type="http://schemas.openxmlformats.org/officeDocument/2006/relationships/slideMaster" Target="/ppt/slideMasters/slideMaster1.xml" Id="Ree53a99f81d9490b" /><Relationship Type="http://schemas.openxmlformats.org/officeDocument/2006/relationships/notesMaster" Target="/ppt/notesMasters/notesMaster1.xml" Id="R5e3f677e10c2409a" /><Relationship Type="http://schemas.openxmlformats.org/officeDocument/2006/relationships/presProps" Target="/ppt/presProps.xml" Id="Rc2e62128a9e3495b" /><Relationship Type="http://schemas.openxmlformats.org/officeDocument/2006/relationships/tableStyles" Target="/ppt/tableStyles.xml" Id="R670a3e6acf184236" /><Relationship Type="http://schemas.openxmlformats.org/officeDocument/2006/relationships/slide" Target="/ppt/slides/slide1.xml" Id="R32faae3525ff461a" /><Relationship Type="http://schemas.openxmlformats.org/officeDocument/2006/relationships/slide" Target="/ppt/slides/slide2.xml" Id="R0db6d6b1046245a4" /><Relationship Type="http://schemas.openxmlformats.org/officeDocument/2006/relationships/slide" Target="/ppt/slides/slide3.xml" Id="R25491db19df04dac" /><Relationship Type="http://schemas.openxmlformats.org/officeDocument/2006/relationships/slide" Target="/ppt/slides/slide4.xml" Id="Rbb210d7985cc480b" /><Relationship Type="http://schemas.openxmlformats.org/officeDocument/2006/relationships/slide" Target="/ppt/slides/slide5.xml" Id="Rdca10fe0d43c4608" /><Relationship Type="http://schemas.openxmlformats.org/officeDocument/2006/relationships/slide" Target="/ppt/slides/slide6.xml" Id="R0fbcd9cdd64e40c0" /><Relationship Type="http://schemas.openxmlformats.org/officeDocument/2006/relationships/slide" Target="/ppt/slides/slide7.xml" Id="R636967188cef4a32" /><Relationship Type="http://schemas.openxmlformats.org/officeDocument/2006/relationships/slide" Target="/ppt/slides/slide8.xml" Id="R59342b62c72a4ef4" /><Relationship Type="http://schemas.openxmlformats.org/officeDocument/2006/relationships/slide" Target="/ppt/slides/slide9.xml" Id="Rbe76aa3140c14ad9" /><Relationship Type="http://schemas.openxmlformats.org/officeDocument/2006/relationships/slide" Target="/ppt/slides/slide10.xml" Id="R2ade0bae4ee74833" /><Relationship Type="http://schemas.openxmlformats.org/officeDocument/2006/relationships/slide" Target="/ppt/slides/slide11.xml" Id="R5864f16f92bd4edc" /><Relationship Type="http://schemas.openxmlformats.org/officeDocument/2006/relationships/slide" Target="/ppt/slides/slide12.xml" Id="R628e25fb5b454b77" /><Relationship Type="http://schemas.openxmlformats.org/officeDocument/2006/relationships/slide" Target="/ppt/slides/slide13.xml" Id="R2fb333f3c7354417" /><Relationship Type="http://schemas.openxmlformats.org/officeDocument/2006/relationships/slide" Target="/ppt/slides/slide14.xml" Id="R36ef440164774f02" /><Relationship Type="http://schemas.openxmlformats.org/officeDocument/2006/relationships/slide" Target="/ppt/slides/slide15.xml" Id="Ra8dc5ed291dd4b4c" /><Relationship Type="http://schemas.openxmlformats.org/officeDocument/2006/relationships/slide" Target="/ppt/slides/slide16.xml" Id="Rb04c301037e04a29" /><Relationship Type="http://schemas.openxmlformats.org/officeDocument/2006/relationships/slide" Target="/ppt/slides/slide17.xml" Id="R1e7020a6ad6c4a5b" /><Relationship Type="http://schemas.openxmlformats.org/officeDocument/2006/relationships/slide" Target="/ppt/slides/slide18.xml" Id="R687063783cd14408" /><Relationship Type="http://schemas.openxmlformats.org/officeDocument/2006/relationships/slide" Target="/ppt/slides/slide19.xml" Id="R86b528cacd2543dc" /><Relationship Type="http://schemas.openxmlformats.org/officeDocument/2006/relationships/slide" Target="/ppt/slides/slide20.xml" Id="R51bf07a6750546cc" /><Relationship Type="http://schemas.openxmlformats.org/officeDocument/2006/relationships/slide" Target="/ppt/slides/slide21.xml" Id="R200e95b1f09d4173" /><Relationship Type="http://schemas.openxmlformats.org/officeDocument/2006/relationships/slide" Target="/ppt/slides/slide22.xml" Id="Re7ac039c55384dc9" /><Relationship Type="http://schemas.openxmlformats.org/officeDocument/2006/relationships/slide" Target="/ppt/slides/slide23.xml" Id="Rd1919e7622144acb" /><Relationship Type="http://schemas.openxmlformats.org/officeDocument/2006/relationships/slide" Target="/ppt/slides/slide24.xml" Id="R421026991c244f0a" /><Relationship Type="http://schemas.openxmlformats.org/officeDocument/2006/relationships/slide" Target="/ppt/slides/slide25.xml" Id="Re02e755dfed74502" /><Relationship Type="http://schemas.openxmlformats.org/officeDocument/2006/relationships/slide" Target="/ppt/slides/slide26.xml" Id="R8a53de1e13014774" /><Relationship Type="http://schemas.openxmlformats.org/officeDocument/2006/relationships/slide" Target="/ppt/slides/slide27.xml" Id="R86982aa303f44664" /><Relationship Type="http://schemas.openxmlformats.org/officeDocument/2006/relationships/slide" Target="/ppt/slides/slide28.xml" Id="Rb97877cd2e0f4280" /><Relationship Type="http://schemas.openxmlformats.org/officeDocument/2006/relationships/slide" Target="/ppt/slides/slide29.xml" Id="R0ed98102f3f44b38" /><Relationship Type="http://schemas.openxmlformats.org/officeDocument/2006/relationships/slide" Target="/ppt/slides/slide30.xml" Id="R688baf8f75004c51" /><Relationship Type="http://schemas.openxmlformats.org/officeDocument/2006/relationships/slide" Target="/ppt/slides/slide31.xml" Id="R86f9b9928d424c9b" /><Relationship Type="http://schemas.openxmlformats.org/officeDocument/2006/relationships/slide" Target="/ppt/slides/slide32.xml" Id="Re4e856bde0204593" /><Relationship Type="http://schemas.openxmlformats.org/officeDocument/2006/relationships/slide" Target="/ppt/slides/slide33.xml" Id="R09d0e6e9188940e7" /><Relationship Type="http://schemas.openxmlformats.org/officeDocument/2006/relationships/slide" Target="/ppt/slides/slide34.xml" Id="Rbd7e16963d564aeb" /><Relationship Type="http://schemas.openxmlformats.org/officeDocument/2006/relationships/slide" Target="/ppt/slides/slide35.xml" Id="Ra6ff9cdf3fb24366" /><Relationship Type="http://schemas.openxmlformats.org/officeDocument/2006/relationships/slide" Target="/ppt/slides/slide36.xml" Id="R891d6796ec1f4140" /><Relationship Type="http://schemas.openxmlformats.org/officeDocument/2006/relationships/slide" Target="/ppt/slides/slide37.xml" Id="Rbf537d681f364c45" /><Relationship Type="http://schemas.openxmlformats.org/officeDocument/2006/relationships/slide" Target="/ppt/slides/slide38.xml" Id="Rfe2ea538d3934136" /><Relationship Type="http://schemas.openxmlformats.org/officeDocument/2006/relationships/slide" Target="/ppt/slides/slide39.xml" Id="Re9d167cd95ea4b33" /><Relationship Type="http://schemas.openxmlformats.org/officeDocument/2006/relationships/slide" Target="/ppt/slides/slide40.xml" Id="R244308d2602944a1" /><Relationship Type="http://schemas.openxmlformats.org/officeDocument/2006/relationships/slide" Target="/ppt/slides/slide41.xml" Id="R2817b0898a984c71" /><Relationship Type="http://schemas.openxmlformats.org/officeDocument/2006/relationships/slide" Target="/ppt/slides/slide42.xml" Id="R0d76d8973f6241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a9573132904b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5b0a38e0754bb2" /><Relationship Type="http://schemas.openxmlformats.org/officeDocument/2006/relationships/notesMaster" Target="/ppt/notesMasters/notesMaster1.xml" Id="R25894383246947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651c2cbf854768" /><Relationship Type="http://schemas.openxmlformats.org/officeDocument/2006/relationships/notesMaster" Target="/ppt/notesMasters/notesMaster1.xml" Id="R52f089e77d4548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3133dc6f7a4318" /><Relationship Type="http://schemas.openxmlformats.org/officeDocument/2006/relationships/notesMaster" Target="/ppt/notesMasters/notesMaster1.xml" Id="Rdb15c2ee79574f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cd881b5d1c4eca" /><Relationship Type="http://schemas.openxmlformats.org/officeDocument/2006/relationships/notesMaster" Target="/ppt/notesMasters/notesMaster1.xml" Id="R6e87cb77320142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fb3cb150de489d" /><Relationship Type="http://schemas.openxmlformats.org/officeDocument/2006/relationships/notesMaster" Target="/ppt/notesMasters/notesMaster1.xml" Id="R9e7acfa6eefc4e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de02548d814ce1" /><Relationship Type="http://schemas.openxmlformats.org/officeDocument/2006/relationships/notesMaster" Target="/ppt/notesMasters/notesMaster1.xml" Id="R65fe758b078f48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a7e4bd84ab4c48" /><Relationship Type="http://schemas.openxmlformats.org/officeDocument/2006/relationships/notesMaster" Target="/ppt/notesMasters/notesMaster1.xml" Id="Rf1942e0f62a044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2b41ee8a2a4a1d" /><Relationship Type="http://schemas.openxmlformats.org/officeDocument/2006/relationships/notesMaster" Target="/ppt/notesMasters/notesMaster1.xml" Id="R492b5c7b111b4b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3d4b9fd3774db3" /><Relationship Type="http://schemas.openxmlformats.org/officeDocument/2006/relationships/notesMaster" Target="/ppt/notesMasters/notesMaster1.xml" Id="Re432d597340943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ee7156db6547b2" /><Relationship Type="http://schemas.openxmlformats.org/officeDocument/2006/relationships/notesMaster" Target="/ppt/notesMasters/notesMaster1.xml" Id="R5f520b76b5a84e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8a22d20c914c8a" /><Relationship Type="http://schemas.openxmlformats.org/officeDocument/2006/relationships/notesMaster" Target="/ppt/notesMasters/notesMaster1.xml" Id="R9fb3b913c60447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d8307349324f81" /><Relationship Type="http://schemas.openxmlformats.org/officeDocument/2006/relationships/notesMaster" Target="/ppt/notesMasters/notesMaster1.xml" Id="R53ba98836cf341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94fc27d26b49dc" /><Relationship Type="http://schemas.openxmlformats.org/officeDocument/2006/relationships/notesMaster" Target="/ppt/notesMasters/notesMaster1.xml" Id="R55c3b93d5d2c4a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bc0e6f6ede4716" /><Relationship Type="http://schemas.openxmlformats.org/officeDocument/2006/relationships/notesMaster" Target="/ppt/notesMasters/notesMaster1.xml" Id="R1d86fa158a0e4e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693c0119da4cc3" /><Relationship Type="http://schemas.openxmlformats.org/officeDocument/2006/relationships/notesMaster" Target="/ppt/notesMasters/notesMaster1.xml" Id="Rc94279f9a5db47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330cb2cbd94f32" /><Relationship Type="http://schemas.openxmlformats.org/officeDocument/2006/relationships/notesMaster" Target="/ppt/notesMasters/notesMaster1.xml" Id="Rb3155699be414d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5d47252b134bc3" /><Relationship Type="http://schemas.openxmlformats.org/officeDocument/2006/relationships/notesMaster" Target="/ppt/notesMasters/notesMaster1.xml" Id="R53bd761ecdde41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e6faa899eb4aee" /><Relationship Type="http://schemas.openxmlformats.org/officeDocument/2006/relationships/notesMaster" Target="/ppt/notesMasters/notesMaster1.xml" Id="Rf12602a22a5647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dc68b1e0a7416e" /><Relationship Type="http://schemas.openxmlformats.org/officeDocument/2006/relationships/notesMaster" Target="/ppt/notesMasters/notesMaster1.xml" Id="R1819b0ae4c91449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ec7dc5449a4251" /><Relationship Type="http://schemas.openxmlformats.org/officeDocument/2006/relationships/notesMaster" Target="/ppt/notesMasters/notesMaster1.xml" Id="R4e7de8095d5443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ce57e89e3ab4492" /><Relationship Type="http://schemas.openxmlformats.org/officeDocument/2006/relationships/notesMaster" Target="/ppt/notesMasters/notesMaster1.xml" Id="R00a9a00f46be47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71d82d89f14523" /><Relationship Type="http://schemas.openxmlformats.org/officeDocument/2006/relationships/notesMaster" Target="/ppt/notesMasters/notesMaster1.xml" Id="Rf6222fa3da4648e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cd9d19d93534e7e" /><Relationship Type="http://schemas.openxmlformats.org/officeDocument/2006/relationships/notesMaster" Target="/ppt/notesMasters/notesMaster1.xml" Id="R10b8e27159d8420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c804d015b5445f" /><Relationship Type="http://schemas.openxmlformats.org/officeDocument/2006/relationships/notesMaster" Target="/ppt/notesMasters/notesMaster1.xml" Id="R7ea43d8dce2740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52e08236314ddd" /><Relationship Type="http://schemas.openxmlformats.org/officeDocument/2006/relationships/notesMaster" Target="/ppt/notesMasters/notesMaster1.xml" Id="R14ff4b2c550649c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cab44381fb4025" /><Relationship Type="http://schemas.openxmlformats.org/officeDocument/2006/relationships/notesMaster" Target="/ppt/notesMasters/notesMaster1.xml" Id="Rd6aa0c301e24459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1df6042f809405c" /><Relationship Type="http://schemas.openxmlformats.org/officeDocument/2006/relationships/notesMaster" Target="/ppt/notesMasters/notesMaster1.xml" Id="Re8da65377cde4c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1aad6b3b6a0413c" /><Relationship Type="http://schemas.openxmlformats.org/officeDocument/2006/relationships/notesMaster" Target="/ppt/notesMasters/notesMaster1.xml" Id="Reca5d9427f80468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b60b7ac2668424b" /><Relationship Type="http://schemas.openxmlformats.org/officeDocument/2006/relationships/notesMaster" Target="/ppt/notesMasters/notesMaster1.xml" Id="R3c51c660d884479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744d6ffb1cb44c7" /><Relationship Type="http://schemas.openxmlformats.org/officeDocument/2006/relationships/notesMaster" Target="/ppt/notesMasters/notesMaster1.xml" Id="R5d10b9108a0d472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88d1441535c4ab3" /><Relationship Type="http://schemas.openxmlformats.org/officeDocument/2006/relationships/notesMaster" Target="/ppt/notesMasters/notesMaster1.xml" Id="Rd545d8c48d7d4f1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15b808d104a49f5" /><Relationship Type="http://schemas.openxmlformats.org/officeDocument/2006/relationships/notesMaster" Target="/ppt/notesMasters/notesMaster1.xml" Id="R800e9236969b471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cbe542c7a5645d2" /><Relationship Type="http://schemas.openxmlformats.org/officeDocument/2006/relationships/notesMaster" Target="/ppt/notesMasters/notesMaster1.xml" Id="R7c8e49b3bb33428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bcb8d93af4447f1" /><Relationship Type="http://schemas.openxmlformats.org/officeDocument/2006/relationships/notesMaster" Target="/ppt/notesMasters/notesMaster1.xml" Id="Rc7dcfdfc816f4f4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dfa47685b8d4e4b" /><Relationship Type="http://schemas.openxmlformats.org/officeDocument/2006/relationships/notesMaster" Target="/ppt/notesMasters/notesMaster1.xml" Id="Red880c7e37064dc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e2037a9ec5547cd" /><Relationship Type="http://schemas.openxmlformats.org/officeDocument/2006/relationships/notesMaster" Target="/ppt/notesMasters/notesMaster1.xml" Id="Raabf63c82718464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5eae978aca8465b" /><Relationship Type="http://schemas.openxmlformats.org/officeDocument/2006/relationships/notesMaster" Target="/ppt/notesMasters/notesMaster1.xml" Id="Re4f922cb9e78426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8a2726af03b455e" /><Relationship Type="http://schemas.openxmlformats.org/officeDocument/2006/relationships/notesMaster" Target="/ppt/notesMasters/notesMaster1.xml" Id="R3068dac7f0ae431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21fbf4697874715" /><Relationship Type="http://schemas.openxmlformats.org/officeDocument/2006/relationships/notesMaster" Target="/ppt/notesMasters/notesMaster1.xml" Id="R4e1265b3a53a43d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5d70158ab46476e" /><Relationship Type="http://schemas.openxmlformats.org/officeDocument/2006/relationships/notesMaster" Target="/ppt/notesMasters/notesMaster1.xml" Id="Red04b62ca0b343b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b0b2109f21940c4" /><Relationship Type="http://schemas.openxmlformats.org/officeDocument/2006/relationships/notesMaster" Target="/ppt/notesMasters/notesMaster1.xml" Id="Re4db91f630f548e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6804a1a13a84e8d" /><Relationship Type="http://schemas.openxmlformats.org/officeDocument/2006/relationships/notesMaster" Target="/ppt/notesMasters/notesMaster1.xml" Id="Rec8efe143ef142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07ce670aa44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15ed2e06d246c0" /><Relationship Type="http://schemas.openxmlformats.org/officeDocument/2006/relationships/slideLayout" Target="/ppt/slideLayouts/slideLayout1.xml" Id="Rfb147e3103594c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47e3103594c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d9cf1a2434d03" /><Relationship Type="http://schemas.openxmlformats.org/officeDocument/2006/relationships/notesSlide" Target="/ppt/notesSlides/notesSlide1.xml" Id="Rcc3210f8994c47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24a82a5c84af1" /><Relationship Type="http://schemas.openxmlformats.org/officeDocument/2006/relationships/notesSlide" Target="/ppt/notesSlides/notesSlide2.xml" Id="Rd82bdac390e64b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6dd6581fa4f2d" /><Relationship Type="http://schemas.openxmlformats.org/officeDocument/2006/relationships/notesSlide" Target="/ppt/notesSlides/notesSlide3.xml" Id="R75d367c1f9db49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413a1e95b499d" /><Relationship Type="http://schemas.openxmlformats.org/officeDocument/2006/relationships/notesSlide" Target="/ppt/notesSlides/notesSlide4.xml" Id="R554e191d7e1d4b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ea61d30304234" /><Relationship Type="http://schemas.openxmlformats.org/officeDocument/2006/relationships/notesSlide" Target="/ppt/notesSlides/notesSlide5.xml" Id="R5a43b073516b4e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c94ac52c741a8" /><Relationship Type="http://schemas.openxmlformats.org/officeDocument/2006/relationships/notesSlide" Target="/ppt/notesSlides/notesSlide6.xml" Id="R43f720ae684042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c8d6ca04944c0" /><Relationship Type="http://schemas.openxmlformats.org/officeDocument/2006/relationships/notesSlide" Target="/ppt/notesSlides/notesSlide7.xml" Id="R1dc63358ff9648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0a55962b64713" /><Relationship Type="http://schemas.openxmlformats.org/officeDocument/2006/relationships/notesSlide" Target="/ppt/notesSlides/notesSlide8.xml" Id="R119e109f5e9445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d98f78d244197" /><Relationship Type="http://schemas.openxmlformats.org/officeDocument/2006/relationships/notesSlide" Target="/ppt/notesSlides/notesSlide9.xml" Id="R068ff689beac43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0e47532c14201" /><Relationship Type="http://schemas.openxmlformats.org/officeDocument/2006/relationships/notesSlide" Target="/ppt/notesSlides/notesSlide10.xml" Id="Rada49c12a94346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ab72d4956429b" /><Relationship Type="http://schemas.openxmlformats.org/officeDocument/2006/relationships/notesSlide" Target="/ppt/notesSlides/notesSlide11.xml" Id="Rbc9a4527f7024b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b07039057424b" /><Relationship Type="http://schemas.openxmlformats.org/officeDocument/2006/relationships/notesSlide" Target="/ppt/notesSlides/notesSlide12.xml" Id="Re9d680aa95ff4b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687efa7f6487a" /><Relationship Type="http://schemas.openxmlformats.org/officeDocument/2006/relationships/notesSlide" Target="/ppt/notesSlides/notesSlide13.xml" Id="R1574be79fda747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d1fcfbcb94184" /><Relationship Type="http://schemas.openxmlformats.org/officeDocument/2006/relationships/notesSlide" Target="/ppt/notesSlides/notesSlide14.xml" Id="R1041ffea18734d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ecd0675c34b04" /><Relationship Type="http://schemas.openxmlformats.org/officeDocument/2006/relationships/notesSlide" Target="/ppt/notesSlides/notesSlide15.xml" Id="Rafbe56586bf947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64236d0ec4649" /><Relationship Type="http://schemas.openxmlformats.org/officeDocument/2006/relationships/notesSlide" Target="/ppt/notesSlides/notesSlide16.xml" Id="R3c88e0be369244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24a02520e4ef3" /><Relationship Type="http://schemas.openxmlformats.org/officeDocument/2006/relationships/notesSlide" Target="/ppt/notesSlides/notesSlide17.xml" Id="R18ee9ec1db2e40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9e8ddc3264f8f" /><Relationship Type="http://schemas.openxmlformats.org/officeDocument/2006/relationships/notesSlide" Target="/ppt/notesSlides/notesSlide18.xml" Id="R3625b2a8ed3a4e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96d3e7e8947d2" /><Relationship Type="http://schemas.openxmlformats.org/officeDocument/2006/relationships/notesSlide" Target="/ppt/notesSlides/notesSlide19.xml" Id="R69beb483abc444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1e938603743a2" /><Relationship Type="http://schemas.openxmlformats.org/officeDocument/2006/relationships/notesSlide" Target="/ppt/notesSlides/notesSlide20.xml" Id="R0fb251ab62e641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deda50ee44c8f" /><Relationship Type="http://schemas.openxmlformats.org/officeDocument/2006/relationships/notesSlide" Target="/ppt/notesSlides/notesSlide21.xml" Id="Rdea8a9b2aa624ac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73e19464747ff" /><Relationship Type="http://schemas.openxmlformats.org/officeDocument/2006/relationships/notesSlide" Target="/ppt/notesSlides/notesSlide22.xml" Id="R58caeed2a46141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93f8eef9641b0" /><Relationship Type="http://schemas.openxmlformats.org/officeDocument/2006/relationships/notesSlide" Target="/ppt/notesSlides/notesSlide23.xml" Id="R3ef1626bfeb440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759432a3c4f56" /><Relationship Type="http://schemas.openxmlformats.org/officeDocument/2006/relationships/notesSlide" Target="/ppt/notesSlides/notesSlide24.xml" Id="R709c50ac1709495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88696cc65437d" /><Relationship Type="http://schemas.openxmlformats.org/officeDocument/2006/relationships/notesSlide" Target="/ppt/notesSlides/notesSlide25.xml" Id="R14b81054c89b40c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40c74f6754249" /><Relationship Type="http://schemas.openxmlformats.org/officeDocument/2006/relationships/notesSlide" Target="/ppt/notesSlides/notesSlide26.xml" Id="R9185f635396f4b0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e6cac27bc4cbe" /><Relationship Type="http://schemas.openxmlformats.org/officeDocument/2006/relationships/notesSlide" Target="/ppt/notesSlides/notesSlide27.xml" Id="R4e9d36515c054ac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a70726ec14415" /><Relationship Type="http://schemas.openxmlformats.org/officeDocument/2006/relationships/notesSlide" Target="/ppt/notesSlides/notesSlide28.xml" Id="R5ba7a95ebd2d4c7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235f224154b36" /><Relationship Type="http://schemas.openxmlformats.org/officeDocument/2006/relationships/notesSlide" Target="/ppt/notesSlides/notesSlide29.xml" Id="Rdc84103a5bd44fc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1951791494c30" /><Relationship Type="http://schemas.openxmlformats.org/officeDocument/2006/relationships/notesSlide" Target="/ppt/notesSlides/notesSlide30.xml" Id="R3e62b6801fa64c3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e711b756e4396" /><Relationship Type="http://schemas.openxmlformats.org/officeDocument/2006/relationships/notesSlide" Target="/ppt/notesSlides/notesSlide31.xml" Id="R04d92b7c4788473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ff05484124436" /><Relationship Type="http://schemas.openxmlformats.org/officeDocument/2006/relationships/notesSlide" Target="/ppt/notesSlides/notesSlide32.xml" Id="Rc93974fc1c4f494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fe78a20e948c7" /><Relationship Type="http://schemas.openxmlformats.org/officeDocument/2006/relationships/notesSlide" Target="/ppt/notesSlides/notesSlide33.xml" Id="R8dcbb1e279314d0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506442fde4a42" /><Relationship Type="http://schemas.openxmlformats.org/officeDocument/2006/relationships/notesSlide" Target="/ppt/notesSlides/notesSlide34.xml" Id="Rb15288fe328f47a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21808644b4f46" /><Relationship Type="http://schemas.openxmlformats.org/officeDocument/2006/relationships/notesSlide" Target="/ppt/notesSlides/notesSlide35.xml" Id="R79b4b50c02cb47b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8195250d346b9" /><Relationship Type="http://schemas.openxmlformats.org/officeDocument/2006/relationships/notesSlide" Target="/ppt/notesSlides/notesSlide36.xml" Id="R94a4e1f53c764c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397e6e5354a95" /><Relationship Type="http://schemas.openxmlformats.org/officeDocument/2006/relationships/notesSlide" Target="/ppt/notesSlides/notesSlide37.xml" Id="R0adbd89cb66e42a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5247e50e44f2f" /><Relationship Type="http://schemas.openxmlformats.org/officeDocument/2006/relationships/notesSlide" Target="/ppt/notesSlides/notesSlide38.xml" Id="R06c7605ba36648c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e6ead3dbd44cb" /><Relationship Type="http://schemas.openxmlformats.org/officeDocument/2006/relationships/notesSlide" Target="/ppt/notesSlides/notesSlide39.xml" Id="R85b83196648e4c9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4e6796fd745de" /><Relationship Type="http://schemas.openxmlformats.org/officeDocument/2006/relationships/notesSlide" Target="/ppt/notesSlides/notesSlide40.xml" Id="R7b63c7f6921d440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1f1840052485c" /><Relationship Type="http://schemas.openxmlformats.org/officeDocument/2006/relationships/notesSlide" Target="/ppt/notesSlides/notesSlide41.xml" Id="Rc29899c3db89405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085bb429e44ca" /><Relationship Type="http://schemas.openxmlformats.org/officeDocument/2006/relationships/notesSlide" Target="/ppt/notesSlides/notesSlide42.xml" Id="Rdb2645c908b547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D50BD-E238-4FD4-B491-06CFDAC1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9C645-3131-47B7-A039-09980958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Cryogenics: Introduction to Thermodynamics, Carnot's principle, Efficiency, Production of low temperature - Joule Thomso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6664C-2251-4AC2-8B17-FD0736C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PHYSICS OF MATERIALS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1BPHYM102/202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2BB16-C06C-4636-AD8B-41DBDDCA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C3888-617F-4B71-B6F0-1A9202B7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B5744-C2FB-417B-9066-CFBD1143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675F4-D5DD-49DC-93F5-ECF5E3C9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55683-C5F4-432A-ABE7-1DB6714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6C1B7-8E1C-4068-94F0-13A2AC2E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BF42E-F1AC-4BBA-B8BF-47A96E76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9B022-741D-40D7-BB0C-802EC009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C082D-B69C-41A2-AF33-58495172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F92BD-475D-480E-914A-513085CE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121003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D7665-404C-4E9A-8449-F21AF752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2D1D8-470D-4BB3-AF3B-D9E58483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67ED0-F139-4952-BA03-AA23A6C6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294E0-4568-40B1-9C5D-AB8BEB48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8A34A-8953-470A-B880-C03A37DA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CBB0A-9E1E-4840-8D7A-0C94B129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821E1-B859-477E-B308-FEDEC49E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69DAB-B3F7-43F3-A6F0-22E56D78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3F336-4D9D-4FED-B75E-050D1968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57BCC-E4B1-404F-9AFC-2FD318F6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12522-1762-4841-888B-8F5F669F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BD5C9-2147-4422-B810-7C7A8732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66A06-678E-4702-A9C9-054E0078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826D3-06E8-476B-8712-792E4FD7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01B35-5346-46EC-8BE4-2155161B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313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980CBD-FB4A-44E5-B4B1-35D897B9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768E9-E551-46AD-93FC-227E1FE8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CDE1B-2EFF-4E39-A79B-06FA99DB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98CEC-DFE7-4F29-8547-F52A63C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7056C-A2E0-4B7D-B908-695144FB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264D5-9F6B-437B-A206-B529F42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C2CCF-BEED-46E7-BE4D-BAD5888F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FF3ED-3C22-4355-84FA-F061F874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155D6-314D-40B3-88A7-78D37866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Cryogenics: Introduction to Thermodynamics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FD963-13AA-4508-B05D-FDB70131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89365-DCF2-4135-A192-C83F815D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1B9E1-350E-4181-B566-B8D08E5F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Carnot's principle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B2A08-532E-4BD5-9FCD-0FD22296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7EC87-3D73-4925-A5B2-5611732C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14638-01DF-4785-B85B-64440889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Efficiency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409D2-8871-431D-8E61-237C74CE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63617-B74F-46AD-A032-F8B51145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119C3-ED85-40CF-AFA3-E26C59E7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Production of low temperature - Joule Thomson effect (Der...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AB75D-F2AB-48B1-9A0A-6BF0B87C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8EC52-7C8D-4690-8E4F-3EE57576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CAA6B-BBEC-4BBE-B6F4-5F3865A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Porous plug experiment with theory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48AEB-7B60-42BB-9B22-1DD0C9E5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DF9BB4-521A-42B6-B0A8-E6C8B6E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12C1D-15E5-4110-9D66-BC255BC2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Thermodynamical analysis of Joule Thomson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667DBD-BA70-4A01-B89B-65A9C369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C4459-A904-4FB2-A0D5-F1E15AB7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C48DD-B5DF-4287-8FC6-114B2ED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Liquefaction of Oxygen by cascade process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1CDA45-837B-460E-BAD0-4555AE33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565EB7-A1D8-4C11-AE19-4FD294FE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792A04-8BEA-4AA2-A3F6-D7740CC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Lindey's air liquefier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D11DFB-BBA6-4996-89BC-2A993DB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CAC535-59D9-4BDF-BA59-B574CA1F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23724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0CF312-D13A-4EBB-A2A1-F8BF906A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686B4-6747-42A0-B1CD-8F458BFF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21C49-4AD7-4B39-B37B-720121C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B3100-1533-4ED3-AA90-C72CA9EA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3DC1C-D3F2-415A-A194-1A01384D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8AEF9-73CF-4BA1-BB91-53C8989E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57C57-2B2F-432E-A13D-2F868B49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933A9-67AE-46F2-966A-2B2B8CB5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Cryogenics: Introduction to Thermodynamics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B10AD-09F3-45B7-AC93-19CC5F70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859C5-E562-437B-A284-2F58F783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53AF7-74BC-4B84-A242-8D88D3F0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Carnot's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72C23-B444-4A33-8A2E-FADB2E6B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739AE-BE64-4A52-A5F6-623F74CD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B00C1-4A92-4D4E-9BBA-0B922FF6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Efficiency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20BE1-4C90-4E9D-8C96-D570311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FEF70-4645-46E4-A8EA-D41A584A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5AB98-6D06-4C01-9E79-6DFF0881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Production of low temperature - Joule Thomson effect (Der...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DDF71-C5F8-4FED-940B-08B481CE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FC486-7C30-419B-89D0-2A9B5FB8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137BF-9924-4858-BDFE-4B2C1178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Porous plug experiment with theory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B17B6-A77A-48CF-BC09-84DC9BFF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7D756-94EA-42CF-AAC5-D3EE97DC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9C537-783D-4416-BD92-A1A634B3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Thermodynamical analysis of Joule Thomson effect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70B3D-5C80-4FFB-8F2D-65B3ABCD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7A8C59-6C7D-4DA9-ACBA-CB85920A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0FCAA-2D8F-479B-AC36-699A54EB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Liquefaction of Oxygen by cascade process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B39E66-8CD4-47AD-B907-F3F63AB7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D40EF3-B0C4-4AAF-999E-10901AF4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64A19C-5487-4D46-BE55-85908B5F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1442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322CC-AAB9-4739-9E7F-0A95243A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10DAB-636C-40D0-B281-3D02FD5C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FF28D-39DE-44A6-AD73-31B883C1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0BD1B-7005-444A-8178-B95A7300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8780A-E878-44F8-98FE-04F08E8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Cryogenics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22279-F6CF-46F0-96FB-B4144B90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Thermodynamics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BD213-5B71-4651-A8D7-BD77F822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Carnot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38427-ED27-46FC-B70C-4767322D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Efficiency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C40BA-5C2D-43D2-80C4-A52FC2AA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866E3-E64B-477B-9C31-C875C4AF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temperature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ECB18-D2A6-4554-8711-27893112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Joule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17172-52D5-49B4-9C74-EE42BC7D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Thomso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60C77-C457-4C99-B90A-FFB405C6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Thomson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9F061-CB02-4AE5-88D0-0214F08C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Derivation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00580-4934-413D-BB85-D8D27C65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28655-6826-4C01-A0E0-FB0481DF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09503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0634D-B2AE-43C4-B2BB-CB74F487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BE555-A699-44C8-BD62-E309D14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AAA0C-E102-434A-84F7-A5BFEC76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60A33-CCC1-4E03-ACD9-2BBF618A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48CAD-66C5-49FC-ADCB-8EE7E50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Cryogenics: Introduction to Thermodynamics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C2545-0EE5-4311-8F52-74F0505C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Cryogenics: Introduction to Thermodynamics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94707-F83B-443C-A111-7D65697A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3956A-31AC-46CB-822A-F8DF4D31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97427-17C0-414D-854A-C1DE178C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1EA82-2F43-4360-8382-7B29ADA9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D4E63-665B-49BA-A3D4-E4739627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3DA71-1E7D-4882-84DF-CF87A2E9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EF22D-AF98-48C4-A039-33ABA32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1F88F-3378-4221-A324-76C0DC81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B7E56-42F4-4977-B192-3AEE8FFD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F3806-1A19-42C1-B401-756EBBF7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881029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32009-6FA5-4A87-B639-B03A26D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D6801-5048-4F64-9FD5-0BFFE16D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A822B-FB20-4F90-895F-BE488CD7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76543-033F-400A-AB9F-50A75E08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BFEC8-2B55-4DDE-AAF1-3DAE346A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2F816-C863-44F8-9B80-13AE3B27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E2DAE-3E1F-4C78-A422-1E53A014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3846F-81A2-4EA9-A6C4-697BDD58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3DC5A-8EDB-403E-8BB8-81F58973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Cryogenics:...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9C4A6-95E5-4EB9-B5D0-3D2F1C51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68B1C-2F7A-48DC-9216-9E057477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2167B-2F31-4830-9358-B245A734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Cryoge...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FEC57-865F-4DD7-AA0C-269E47D3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A28C2-E650-44FD-9255-2F1E5A3F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46A9C-7AFB-431C-9855-0EA1DC52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Cryogenics:...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66D86-12DC-4B7E-9F8D-BF65DC4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633CE-B759-4667-8CB8-6B4F4B0A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B6F30-1E75-495A-A18F-B88CE2CF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Cryogenics:...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51716-D361-4578-98C2-96CD2F9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0945A-84B2-4CB6-B805-96DB104C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8B1C6-CEC2-4AAC-8782-603B31D3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Cryoge...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A9F5F-7B2F-4046-9667-4859B66D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B8436-BFD8-404D-8D7D-A842846C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32646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098E1-3B3B-4238-83D1-6294AFA9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17DCD-10B9-4CD7-86E3-7919F605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9F8DD-1215-4777-BA36-E299762C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9D4DD-EBFB-4BC6-B478-02E3C1D0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BD955-AFA7-4F8C-A43F-24DCB776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ED0A4-3FA8-410D-A117-509B9A80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4CF6E-87B3-4676-BACB-819997C7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17E15-B43B-4B8F-B4A1-39285DBE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679AA-16E0-4F03-A52C-BA1C272E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682C6-841C-4407-A256-F04D7747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553AE-23A9-4B34-B2B0-24D7844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C3F33-69C8-490F-9A90-C19D4DFC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C8819-9530-4D3A-A721-3E0E86B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416F4-2D72-456B-9B53-B2679553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7F129-2745-49EA-993D-466BA699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736595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22001-91FD-46E8-9703-00669EFC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A75CD-E788-4F17-B3C1-2BFA1790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43D39-0ED6-4589-97DE-B79B40EC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C1C6E-60FD-4DED-B927-846C743D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F36F1-48DE-4D5D-99F4-F6E3C08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09DED-AC2F-4FA7-B5C6-1D0B692A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Cryogenics: Introduction to Thermodynamics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0FEA9-CC32-4DAC-84D9-7501CB45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75E93-F282-46B6-964A-B0B9AE90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5858E-5542-4368-841D-5C82EE3E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68708-2769-47E8-8C1D-54D080E8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D5C04-9D4F-402C-B793-7211C7C5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5982481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1415C-5DC2-4F0C-BC76-12BC9E69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46ECF-EA30-436D-A82C-FD695304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E31F8-F96F-44B9-A0DE-ACBEEE51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1E547-8315-4E7D-B379-DC1401C4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E3026-99B5-4D28-84AA-ACCC582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Carnot's principle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E4509-5533-47A1-88FB-736F87C0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Carnot's principle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67A0B-086B-431E-9479-0F4C75A2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970E0-2C9E-4D4C-83B2-E10CC805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6315E-9FA6-4126-9EAB-8D6C5BA9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F5B6C-1388-4330-8FD9-96C46C42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C17F8-BF65-45F1-A690-893E2B16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A9215-9FE0-41B6-89AF-24D766C1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5913D-1DF0-43F1-92AF-797E134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3258D-0888-4B34-BBA7-0F2AF978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707E6-6C2A-4DF8-B25F-70CCE17A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B32F8-BECA-47A1-9F69-B9BB5328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70426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DBA980-C77D-46C1-89C7-E47559F3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67934-7CB3-4429-8E73-9CAF8CD2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B0F46-5272-4BA8-857C-FDE40264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72E77-8A16-4FC5-8C4F-1613F651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5CC93-8670-4A15-8720-2A59AE48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0B6F8-64C0-4FBA-85F7-83ED02E7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4D1B3-B19B-4957-A0A4-B296A785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256AD-CCE7-465F-84D8-3640C961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EA2C1-60BD-45B9-A413-29917AE9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Carnot's pr...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C88D8-9578-42BF-97BF-339E29F8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46330-C44B-495D-B124-EAC6C2C7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A4EBD-26CA-438E-9CE6-1CAE3D56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Carnot...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2306A-9AEA-46E7-84EC-12119FEE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B0357-C6A8-42D8-BE6B-A341AF78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10745-142B-4E99-8E88-95FA548A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Carnot's pri...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295FB-899B-4617-A303-946434C9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9716A-1978-4280-8A4A-7CCC159F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B2967-83B8-4A4A-85C6-B34F9EC2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Carnot's 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13170-849D-438A-91EE-65B65B0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F0B47-3285-42F6-89C8-9A8EE841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72AC5-A986-4B5A-BB34-CD67CEE0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Carnot...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08ABF-CD63-41F2-90B8-A1C0849A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2D8FA-AD08-40B9-A5B9-71BE3BDF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3462901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4A5F7-6E72-433C-868D-0CC5C26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85B69-B91D-4C3C-8020-5CA7F436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0840F-F913-4540-8115-EFA16AE6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0BCC5-0BD8-430E-8929-D40825DD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A429D-4A44-4055-8B94-2EB32E36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9ADE2-4C64-448D-84B2-9520EA7D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A52A8-BDB6-4B9F-828F-21DB84C4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E9219-592F-494E-AA94-6D8EFFD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F3E9A-339B-4CC5-8D5B-E73E0DC2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33D85-1D40-455C-9078-BC467B94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25446-B000-495F-B107-0752A4F3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676AA-5D8E-422A-8CB3-649010FA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6CB4C-80C0-4FAB-9A93-58C8B82A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A9354-809F-460A-A009-E0757548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1815C-5A05-4305-9A23-BA22EBBE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370956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C32A5-BBBE-49FF-8B6A-323A02DA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ADE86-175B-4ED5-863D-52A1E42A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8183C-ACFB-4911-8428-07CA96B9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BA43C-742B-49A8-96AF-A9140F23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D932B-CE93-43BF-B755-8CE4F7D3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ABE24-9E1C-45AC-BA80-A43713B0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Carnot's principle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00055-AF65-4279-B285-C0240582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E2428-145E-4293-AC48-854128BF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51F4-46D6-4432-9F35-99B2E43C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D740B-815F-4D28-8898-995271B8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CC6D1-4351-4434-B067-E06AB369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938931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F692A-0FF0-412B-BEE1-751EE808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30BB5-51C0-43C9-A3D4-F0E6B6EB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7BFE0-F592-4410-94F6-C96F74B4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F0998-5221-4F7A-9314-CF6EA7EB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6CA8B-490B-479F-AE7F-D1E7B362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Efficiency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8801F-D0A4-4328-AC90-87E5563C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Efficiency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F5606-F28E-4AF8-B07C-F94C16CC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31DCE-38C1-4602-ACEC-C68FDBC7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0BF10-5810-488B-A6D8-38AA2396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6960F-1D97-45FD-8C49-DFAA92FD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DAE46-095D-4966-A7CE-90BC86C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F896A-7D72-4782-B50D-FB6BB843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7B55F-6530-42FA-94F1-BB4D5E3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FCFA2-150C-449F-9D90-18E10FC4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0C55F-1679-404E-946C-5518F651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2A738-19E5-41C8-8C60-0947D65F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837736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2A154-B967-402D-9094-47564E63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45EFF-CD23-401E-AD0A-15E2A87C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22E5E-4AEE-4DF2-A06F-2555AC6D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2BF9D-6165-4903-BD5B-C0DBFE00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23AE8-C34A-4FEF-BBD9-43FAF770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01734-8D98-4C10-B8A1-3A14BFDF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2A7CB-A4C5-4998-BEE5-733CA2D0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BA533-7970-4A2D-A9B4-D7B0BDA3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B9A4E-A053-4688-80A9-3A7FFF0C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Efficiency.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4567D-597E-45F2-824A-BD19FFEC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D115E-2ED1-4688-B835-17238A00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82D02-90A1-47A2-B54D-EAAEBB4F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Effici...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27EF2-B6A3-4DD3-88FB-168B69E6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1B3FC-9805-44B5-90E9-BE710943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A4EA4-92E4-4F1E-9784-067F8869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Efficiency.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8FC26-D083-4111-B34A-C00704CB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B66EE-E705-45F8-9B30-CD1881F5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C708A-EFB4-4A4D-93C6-5EF673CE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Efficiency.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36A3E-28FE-4D29-BB92-A322E19F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E551E-243F-4565-B377-CF026FCA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9B7D7-4DEB-4597-A661-858B3EC4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Effici...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53912-0732-4B72-B061-1E490AE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C62B6-3F7E-40B5-A44E-30A51147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1261257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79C76-69BF-4860-8DD7-E59EE5CF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4FCBF-3C29-4C02-BE49-9A4727A3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772F0-F7BF-49C3-8B5C-D6511806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03B62-F533-4A81-B1E7-30BCEBC2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131D3-291E-4633-905E-1D99A3C6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D2831-73F8-4185-832A-71C5E8E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0E82F-98A8-470B-B4A3-2D0848B1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71A16-6014-47AC-863B-CA0BE7BC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FBAB3-FDC1-4D6E-878C-2B44D874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10B5C-4AD9-4830-B1C9-566D244A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5BBBE-18E8-431A-B95A-AA9B580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2B066-96F0-4EB6-806C-4F2F30C6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B3421-1B7D-4BBC-8F38-A3A06DA6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AD53D-D834-461F-AEF2-EC4EC4F4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E36D1-5E06-4237-8B99-53335B3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208513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7FB45-5BD1-47F2-824A-5BC8FC83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2CD8E-281B-4551-855C-BFD721EB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FB4B1-64D7-4D67-AFA0-22178BD7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BEFA2-4DBB-4955-ADDD-98BD0888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FC319-373E-4085-A64C-5B9B13A9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85E24-4AE3-47D9-A851-F800F6D4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Efficiency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7A376-AD8D-4F06-9508-7D341E2F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A0CF4-E413-4EAB-AD79-436AD24D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6777F-4A05-4A48-9775-2CCF35B6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EE70A-B283-4EE9-98DD-0722CE68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1F2D4-5F23-4D4F-A639-33677C90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663977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D0CF3-9422-4F3A-9793-1782305B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72D5C-CBCF-4307-8F2D-6C0BD6C5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FCC42-E63A-4F24-89B8-53AB51C9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7ADCF-7422-496B-A352-2F22D88D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24A78-AAB2-4BD2-8FAC-F1B894AA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Production of low temperature - Joule Thomson effect (Derivation with 3 cases)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D9C86-EF87-4672-AC67-DFB1016E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Production of low temperature - Joule Tho...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082CC-46DF-43EB-9194-795DBA76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20E9E-7E06-4D7D-82DB-433EBC36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958D5-E5C7-4765-99CD-D5863D53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8E214-1AAA-4ADB-8867-45BD799E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DA5EB-FBF8-4696-B519-E5714BB0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2283C-A644-4803-8859-1034E7FE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CC0B3-6FC1-48D0-98E1-8F3051A4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65452-C83F-4F61-93A0-21A7BCEB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3037C-C06A-4EDE-9866-3C3DAF95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4EE6E-ADE0-4B69-9BD5-A050DA4A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48101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48293-983A-4DFA-8EDF-34334A63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AB163-CDC8-41C4-8071-2CF21183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8C49C-7E92-4E08-BCA3-D35246B3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55D07-6183-4195-A5D7-7F3F1FCB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DEC0E-EB6A-4A50-8D66-27231154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CC804-4D99-48AF-AD11-C5C30FBA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E6098-FED8-4A48-ABB8-9C0558C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E8D17-1BD0-4136-9C37-7AA4A26F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21DC4-730B-4963-B43B-9AFDDC03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Production...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93807-B905-4534-9242-7C5C404F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698FF-2166-4B61-864F-0EB8367D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FB6E2-AABF-4C84-B687-E69EA65B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Produc...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71570-F7E9-405B-BAC1-035CB851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AD3FB-0330-489C-AD12-F863F83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A3000-EFBA-48F9-98F9-545CCE7C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Production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BF2F4-DC87-44CD-8D3E-56877708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D6335-4A43-401F-9E09-3D21BB9D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47226-EE80-49A2-981B-677286B0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Production...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15466-08DB-4929-9CB7-57A45D07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CE91A-D063-4D4E-8535-0C7F44D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B9518-17D3-4F92-A363-444EB204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Produc...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B3AFF-0D54-4858-B93F-7FAF80CC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9E741-64E8-4945-A2D6-4BC985DB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8320874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D26E0-85C1-4E11-80B3-FF081EC5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99E32-DE93-4945-BB1E-34302882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7ECA8-8EEF-40F5-B12C-4891C548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BE7FC-A2C4-4B3A-AF56-758C162F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ABA22-EC1B-4F71-857A-E927393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D8678-18FC-47D0-8752-1AC5588B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19F78-ED05-48A8-AAFC-BAACC308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E8C43-FBC5-4FEF-80D7-DF1C58FC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B6893-AF44-4704-8AA9-90BAB269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6933F-81D4-4562-800C-E1DE5AF8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7FADF-155D-4A51-B2D6-DFD74DF4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486BD-5F7E-4EF6-B96C-EB7D83CB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796C4-A8C1-493E-A144-9D79E972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14E0F-33EC-476F-A3C1-A9DF5575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0F303-97AD-42AF-AB94-76E2F88D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186995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3F166-1B6C-4F3D-A03E-CD5955B5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4FA0D-50DE-40D8-AC6F-E98BB882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7BB48-7FB6-41A0-90F7-ED090A0D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17C7E-44B1-48C7-A5AB-C1388096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01FE3-E5D5-4EB6-BB65-33808F93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49ABF-763F-481D-BE62-0FBDA813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Production of low temperature - Joule Thomson effect (Der...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DB235-3714-4687-972F-B3C0D75D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69590-FC42-4823-9A3F-4A0B8CFC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DA808-B668-4ABF-9C04-D14111C4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E819D-08AE-4FC8-9E5D-04736162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899AA-1237-4D4C-B79B-B0CD023E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894960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87973-D73A-40D0-A793-6A31417A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9D094-33DB-4DC3-848D-520B3C6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51FBF-F634-4E5F-AFF5-A49ECCE4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FCDB7-AB36-4BB9-AF36-0E49FDC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3097-B48C-4BBA-812B-F91C3DE2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Porous plug experiment with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77472-ED3D-43C3-A210-5F120582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Porous plug experiment with theory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B5D3D-E390-4021-ABF4-5CA14EAE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9F3D2-A5FF-49AB-BDE5-16D00771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7D2CE-E326-42D2-B3D1-D0C86402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485EE-59EB-46E7-B06A-C49CB8A4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02070-95AA-4AD8-B458-D9C96006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058E9-5771-4B97-9AB6-D35289ED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8C06B-096E-449F-BC50-1C0F4A42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A6988-3725-4A82-85BC-14A59F30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BC7E1-B3CE-4492-A87B-44F264DD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EFB3C-88B9-48D5-8B2F-7A393BAD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31447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1FFD7-4A70-4F1D-B3DD-06FCCEE6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1E7F9-D731-495E-8F5F-FA392DD4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E655E-CB13-4824-B3F5-B6466896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2F44D-8DE9-4B52-90AB-9A9EF13A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DC8EA-E531-40C0-BBB0-0C911E8B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95DCE-E83A-4CC2-9448-9318B92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E9397-6818-4FDC-A00C-2CEEFACA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522BE-6935-44BF-80D0-6F941D2A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A44FF-7AE0-452E-B562-5B0FBA62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Porous plug...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EE618-EE46-4DA9-9D86-26057574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962F9-8AFE-46AD-871B-FC365B6A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44037-0150-461E-8A9C-FF88566A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Porous...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4DE95-4E3E-4525-A997-54E70DA4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7C52A-D444-400D-B51F-D605A8BD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E51FE-E1EE-46A5-972E-00A07030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Porous plug...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3FADD-B0D6-425C-BD3C-15506A91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F0D0E-42AC-49E5-83A4-2327AEC7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D0360-CB7C-40E0-89E1-784956B8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Porous plug...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644ED-866A-4C44-93AF-DCFE71E4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3C2B1-1A38-48C5-89DA-99298EA1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AB657-8DE8-4713-B564-94F5162D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Porous...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F4E81-7691-4ECD-81DE-D9540F53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3ADB8-6EE1-4239-9B53-1616595B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13575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1D843-3025-43F2-81B9-F3E81AAE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D7B3C-9381-4575-836B-F649BA88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227B8-2019-4973-9C39-0E971101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34DD7-F793-46B3-B818-09EEE642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A9C9F-132E-48C3-907C-D2CF7119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A0842-B694-474C-8F7E-5BA4488D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27D41-EDBE-4B6E-A000-68BB5187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2D614-3C5C-45DC-8233-E7C29DA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E78A2-6E74-4196-A01F-76266C43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8859D-0A86-4B16-BA6A-B97BF063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0CD9C-1E6D-46A7-95B0-B4453548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14C85-D495-4DEB-813B-C21C501E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2F226-32C8-4DAB-B419-80B7B2C3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9AA6C-841A-4769-928A-9A32C89A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DBB6C-E81C-4E3F-A756-B2DF47F8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826715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67143-7EF9-4E4F-B7DA-A01F4377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06132-9B77-44C8-8E22-7F655F75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D2C7A-6396-40F7-B47F-5CFC583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EE721-7B53-4B7C-984E-40758447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2E244-6A52-4950-9D9A-C7754BCC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8DAEA-D263-43FF-884E-6C141786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Porous plug experiment with theory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8D3D7-95B0-411B-B707-E808C24C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EB36A-2637-4552-BB8D-42451E5A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34BD9-6C99-4641-987E-78FDC362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5756A-A6A0-481B-B572-36E4DE2A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977D4-99C6-44A6-A838-5996A13F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965351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D18A0-4B04-4FAD-B375-3025FF8A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93B93-8DE7-4BE0-B1E7-F338CE13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69F99-6E89-42E7-ADE9-D2163267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9290E-3955-47C3-9DF6-E7534DA3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C4ED9-58C2-4551-B0BF-33F669D3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Thermodynamical analysis of Joule Thomson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C3DA3-9767-4ADB-8169-E2EFFE7F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Thermodynamical analysis of Joule Thomson...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BE54D-DD25-437F-BD39-0E4BED50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ED77F-4F85-4877-A31F-2B1B3FDB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24B25-29E5-4B45-A0DE-B0B584BB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A2B83-0BB0-4162-80F9-4DE67027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ADD5C-EEC8-4CBE-867D-9D3DC953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4A59D-9D3B-42F2-AAF4-6B4BA8CB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18D0F-3332-448E-B2C1-31D2A906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CDDEF-07AD-4734-B2DC-FB937FA7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F1BF4-28FA-41BA-B6A9-78B9D85B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FC76F-63F1-43A9-8BD3-189866F7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7003760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54FF7C-D604-4500-A17D-D33C231B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7EE83-3135-40A2-A355-92DEB77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4D966-A07F-43C3-89D7-7D9E7C30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70A5B-5FDB-49C7-BA3F-B698A52D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365A7-A227-4F52-BF1D-E47E7C04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8BBCA-11F6-4FCA-AFF6-C54A99B0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EA5CA-0E02-404C-A514-0FCAA3DF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24150-3BF7-490A-9E6C-A22BDEB0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A09F2-6C6D-4C73-AD31-AC5E1B70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Thermodynam...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DDC0C-75FC-4B70-891A-3BF8BFD5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2A1F3-6327-4EAC-9917-07CEC653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E5ADC-1147-4D43-9A4A-E3B1A7FD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Thermo...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1D034-FE33-45E7-9714-988CFF1A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4CCE5-34EB-4EE6-A3BA-B1793D07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96787-7716-4041-82DB-0096B082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Thermodynami...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2266D-2A38-42C6-B48D-579C61B3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DB437-A8AF-4A1C-8B65-514746D3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2C4E8-7DAA-4959-9AF1-18BC1024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Thermodynam...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557F8-75ED-4705-A457-F09EDA22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467F07-DEE4-4805-9605-010A2DC0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E8C77-5644-49EB-B1A2-9260EED2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Thermo...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9A360-F13E-4AB2-87EF-7AC00CCF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39881-49BF-4109-980F-8329C055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1271129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95981-055A-40C9-B034-FD14AC6D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6C403-6CF7-4D17-8721-E42131DC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308C1-F7F6-4C89-AD3F-353CEBC5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33FDB-57E0-4668-A4C6-4C599845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887F4-8FA6-403B-A010-2C5C54F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3E045-7CCD-4BA6-930F-5819CCA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23986-90DC-46DE-91A4-65414729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2D677-C28D-4E16-A6DC-B3AC5A87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79DE4-BF7C-4B77-AAEC-87CF1489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1648D-F3E2-4E7D-9094-95AB5175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018EF-5DD6-408A-8686-EF57204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09A47-1380-4251-8D6C-F6FF769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565B2-652D-48CD-91F0-B2F3D793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73357-7CD3-4351-B6DE-3B079B73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B7204-ED89-42A7-AD65-56A9012A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262848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7BC3A-FBDA-42C2-B315-CE2B847D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DFDCE-A2DF-4A38-8A62-46AF3CE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6A0A9-7912-4609-9D77-586B82D4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45463-090E-4F99-8EEE-D521DDFA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3DFAC-FEB0-47F9-878B-A8C36AEA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F409C-9682-4FF5-87D1-F69C6CF9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Thermodynamical analysis of Joule Thomson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23BCD-3910-4458-98E6-12CACB0F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42AC3-3A1E-4770-A3E1-715AE9C4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1035B-EE23-48AC-8B9E-734FD931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9722D-B476-4113-925C-FA4CA46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B37AC-6AE3-4323-92CD-CAFC8E4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11932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67AAC-615C-4A5A-BFE1-7AA9E528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B26A7-68F3-4F77-B94E-8C8A784F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273FF-850A-4DA9-885A-DFBEE222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A8C44-060C-442A-8E7F-7EA6F13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B4D26-C2A1-4437-833B-EC3FBF6A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Liquefaction of Oxygen by cascade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DC35D-1C46-4597-AFD2-E5535DAE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Liquefaction of Oxygen by cascade process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D0388-7226-4F9E-B17E-F5E13778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780C5-6D18-4A69-B5D2-ACEAB7E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4707B-E288-484F-9CF4-4334529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CE23F-D402-425F-979B-F45E3BB8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82DD4-F94F-4A75-9D0A-A3689C12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FBED4-97C8-49C5-B077-B8CA5EB5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4D3BC-55AD-4A51-8E67-50C1F895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C6ECD-EA06-45D4-8DE8-FAC035DB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45764-4889-4C06-AD6B-4F9AFE99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FAD04-2A11-42EB-98D2-0863097D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050982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C51735-F073-4602-8471-47A083B9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323ED-40E9-4798-B808-96A5FC9F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C5540-C750-46B4-9E71-1D6B3E9B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C1754-5170-4A2A-93D8-9CB85681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4FD9C-0948-424D-BE62-B5A654CF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8446B-360B-4387-AE6E-4783AEAE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09258-4143-4F2A-97FB-A001E67B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D6A1B-B2DB-4364-8A7A-C8139DB8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E0745-F7E3-4EF9-86F7-70EC063A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Liquefactio...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C204D-322E-45D9-A143-82089E34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AC049-0B95-4C48-AD64-74D04920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11138-45F8-4662-A10B-DAD8169D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Liquef...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18F81-2D93-4E0B-B83D-78217E56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FEB0D-0BE1-446D-912C-DB845DC6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32872-C209-4B56-831F-A6E5812E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Liquefaction...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14EF5-BFE9-4D03-8B95-91939330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99BAD-8980-45DB-8B25-C708589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8DF37-BE93-43A8-9320-2226DD8F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Liquefactio...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1BE2E-EC7F-47D4-833E-EC68CCB6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8FCF3-0542-4385-9159-C384E548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55489-D260-464D-BC63-60584083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Liquef...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E7592-B47D-41EA-928E-D263D637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837BC-BEDD-4D02-98C3-6D548DBA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390142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69F87-D452-494A-A4C8-50C1C9B7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EB8D3-C645-4071-99A6-75C36014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F8272-E7FA-4556-978E-38A35A67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9AFE4-75AA-4887-BAB2-295557BC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D605E-3393-417C-9855-CC7C8B76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02B02-F16F-461F-BC90-D6BFFC8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DD985-A80D-4C87-8436-2304891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3C3BF-AE86-4F6C-8454-95C65542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4F5CE-1C78-4CA9-AF4D-F3B42506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B0363-E122-4A01-A930-464CB6EA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BDC1F-F5AD-441E-99FC-3FB6DD43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1BA58-928A-4367-9F4F-E2C65CEE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6C6F2-3F27-4183-98EE-F68636C7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42026-8079-4578-B7CC-D2E7AF5F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C3063-E7A8-45AD-9000-B91A8155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526624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E2103-38FA-4A42-8B1C-9A05CDC5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8742A-F42B-498A-A8FB-DD83F158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F5346-6991-4595-8F9C-5DAEA6B6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395E0-A6E6-440D-8BF1-947A68A8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3565D-2885-43BC-A545-47414F62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4AE18-D988-4440-8EB8-3CAEB118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Liquefaction of Oxygen by cascade process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F6E28-6926-47C6-9904-7D5A2F03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9BF61-CFDF-455F-8E64-C1128D4C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177D-2A81-4E75-B61A-0AC18B6E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19A71-6399-457F-B8CC-91BD51C6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B826E-ACED-4ED7-9729-D380433C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5132745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853F8-92B5-4217-BDCD-5A144963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D5C18-4F21-4591-B9D7-4D595FD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91E8B-43C1-4066-8452-9CE3C86A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94E0B-CE1B-4577-B905-948DA5DE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AD6B1-1DF9-461B-815A-CD753C21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Lindey's air liquefier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E9837-4604-4D49-92C9-90CA1487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Lindey's air liquefier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1E57C-B587-40A1-AFBA-6C783AAC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04460-81FB-481D-8164-810E77D5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D0D24-FC40-4996-AA7B-17DE977B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6070E-C57C-4B3A-B131-728F9008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995DB-7960-4756-8A69-62C5082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10CD6-C2C7-4F86-AB27-24B0FB85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1D864-1D84-405F-ACFC-F0FEDFCB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40BD6-14C7-4153-8AE0-891EBC39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C3271-9E28-4A70-9276-EB92A5AE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59915-D0B8-4978-821D-8CFB859B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2543534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19295-E79E-4BE2-B7AA-3D0C0FEC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A52D3-13B2-487E-B51C-A3026DC4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A02A3-5D39-4F78-AF4E-D9DA434D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85ECC-DE3A-48EC-9B4F-DE56E5C6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9A2EF-FB79-44AC-B9E5-8FB3710B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81F74-188C-477A-A142-CEE8DB22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6BBE8-D54B-43AE-84B8-7B6B48FF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83982-A610-4EAC-BE45-550EBB2D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ED380-590F-4181-A3A5-66682D9E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Lindey's ai...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64044-009B-4CF9-9C0F-FB37B1A2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15ABC-D778-4C30-AFB3-79440159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50B9D-584F-4A17-B3E5-5D2C9A05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Lindey...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21400-D94F-42E1-9494-0D4A8D75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9AE1F-3E6B-491F-97A8-D35862CD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53D37-2526-4537-9496-96A31567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Lindey's air...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186A7-B7CE-4AFD-8F89-48AE29AF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88EFF-7D23-4EEA-AADC-4DA18245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1866F-89E9-4AE4-A0DB-E12A3ADB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Lindey's ai...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77B5D-6573-4DC6-A14C-303C675E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A612E-A5E9-42B9-863F-ECBC9DB5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18132-3FEC-4AF8-BF72-1377CC80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Lindey...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56B8C-5C80-401A-86A3-FD29D70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49BF7-7BA9-49A1-88E2-72DAD7A4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0183898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A3F54-2E61-466B-B147-460B280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B3A23-E11C-4544-93C7-E6E0978B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FA9C2-3830-4268-90EC-D8497982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CE89F-CC3A-436C-8D92-F0188C6A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70E90-1432-43A7-A48B-5FB66C38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ECE92-0948-4169-A0A2-8D8B8DE2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A2A1E-88FB-4EF7-A74A-B85228A7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D9942-AEA5-4FDF-8EAB-671B866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BF90E-FEE2-4790-AA4F-5A920DCA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0E1C3-24E5-4AEF-8A01-1441354C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EF8F1-8F96-4DBA-B168-5DECCCF7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3500C-B5C1-4205-9A8F-D0EF13B7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0B181-E800-4EA2-92B2-BE333AB3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48C3E-3231-4811-BF78-1CF183C5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4BA1F-2C85-47D5-AF2F-B2D378B9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87770232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2B09B-A327-4765-8AD6-3C493E47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45378-715D-4FB5-9C6A-72EAD1E7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52C73-7B29-404E-98E8-AC95D305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46FC2-98F9-4427-B0EC-A3E713B7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6FB20-4CC6-4F14-81B7-9DB140AD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FCFB0-ABED-4E17-AA13-6A767E73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Lindey's air liquefier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D2DD4-C8F1-4FE5-8121-847A43A0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67260-FF08-4984-AB51-05141A11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19354-281A-4AB3-A62E-AC1CBD35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1CF02-A53F-4908-B72F-98E4BC37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111E0-0894-4162-9C9C-7579F731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2369437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7FC91-8708-449A-831F-32877ACD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76ADD-5A1C-4E90-87E1-4A14EC6C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415FF-4DB2-4875-8387-7F6C58EA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816DC-C8D7-4564-A7E7-ACC12624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840D0-5C85-4A47-9226-18779B8C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8AD7E-95CC-4ADC-8A6B-98B1B6F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693523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1798D-357C-4991-B60D-D4E3B1F8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D5E3C-88C8-40CB-91FB-37CD45A8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8BC16-CFAA-4B09-B753-CE46D5B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A931E-9F4B-443D-B762-CBDDFE5E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90CD4-7B9C-4EBC-B504-775F0C0E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Cryogenics: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Thermodynamics: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Carnot: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Efficiency: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Production: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96B8A-928C-4D0D-9A8A-8E71939F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282642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83925-CD6D-4BF0-8ADA-19293022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572E8-95A8-4100-A7F1-2557D3F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6A8B3-2DAB-4E2C-82DB-40CACC3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65B0E-8408-44D8-9690-36D20A5E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4C69A-6211-49F3-907E-07E5BE7C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B8860-61DA-4CAF-A5C2-E8E864FB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81218186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50A90-0F18-4D7E-9E4D-33EF8A01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48F5F-9F08-470D-BC33-E840B519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AE396-649F-4A09-923A-4EABDB1A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0D0C3-2DDF-4A20-A3AF-170B82A0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76986-A88D-4473-BC4C-6D29987F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D774D-E45A-4B7E-95DB-37E25CD2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4734267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649C6-1DAE-4F58-828B-1B62E2F5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81C6A-34D4-4110-89A2-AB77FBE2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A9D17-43D1-4509-84AB-67BFFD09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B7A13-FD82-4E59-BB7A-DF37B031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720A8-B534-4E4D-9741-1FCDE3E7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Cryogenics: Introduction to Thermodynamics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Carnot's principle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Efficiency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Production of low temperature - Joule Thomson effect (Derivation with 3...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Porous plug experiment with theory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790CC-1AFF-4CFF-9C04-08DC11E8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38D0D-7324-47C9-9583-6E84D3A3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05628-AEBE-4DEF-9FDF-5977CDB2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624528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2026-08-24T16:03:11.8070000Z</dcterms:created>
  <dcterms:modified xsi:type="dcterms:W3CDTF">2026-08-24T16:03:11.8070000Z</dcterms:modified>
</coreProperties>
</file>