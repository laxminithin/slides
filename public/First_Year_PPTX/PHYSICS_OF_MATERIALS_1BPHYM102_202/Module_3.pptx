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0efcf29ea144e0" /><Relationship Type="http://schemas.openxmlformats.org/officeDocument/2006/relationships/extended-properties" Target="/docProps/app.xml" Id="R2efdfbca9a4147a1" /><Relationship Type="http://schemas.openxmlformats.org/officeDocument/2006/relationships/officeDocument" Target="/ppt/presentation.xml" Id="R25ed725b9f2043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21b7a1b38c415d"/>
  </p:sldMasterIdLst>
  <p:notesMasterIdLst>
    <p:notesMasterId xmlns:r="http://schemas.openxmlformats.org/officeDocument/2006/relationships" r:id="Rb7df688dee254485"/>
  </p:notesMasterIdLst>
  <p:sldIdLst>
    <p:sldId xmlns:r="http://schemas.openxmlformats.org/officeDocument/2006/relationships" id="256" r:id="R57a0146cbe524645"/>
    <p:sldId xmlns:r="http://schemas.openxmlformats.org/officeDocument/2006/relationships" id="257" r:id="R4b619dfd3217453a"/>
    <p:sldId xmlns:r="http://schemas.openxmlformats.org/officeDocument/2006/relationships" id="258" r:id="R02665f837d6c44b6"/>
    <p:sldId xmlns:r="http://schemas.openxmlformats.org/officeDocument/2006/relationships" id="259" r:id="R95867badad484a32"/>
    <p:sldId xmlns:r="http://schemas.openxmlformats.org/officeDocument/2006/relationships" id="260" r:id="Rc2b70be30beb4605"/>
    <p:sldId xmlns:r="http://schemas.openxmlformats.org/officeDocument/2006/relationships" id="261" r:id="R7cc74ded742e4b81"/>
    <p:sldId xmlns:r="http://schemas.openxmlformats.org/officeDocument/2006/relationships" id="262" r:id="R7311fc2ddafb424e"/>
    <p:sldId xmlns:r="http://schemas.openxmlformats.org/officeDocument/2006/relationships" id="263" r:id="R1b78187457b14dae"/>
    <p:sldId xmlns:r="http://schemas.openxmlformats.org/officeDocument/2006/relationships" id="264" r:id="Ra8bf74c8a2fd425e"/>
    <p:sldId xmlns:r="http://schemas.openxmlformats.org/officeDocument/2006/relationships" id="265" r:id="R7fe29a2d7cce43bb"/>
    <p:sldId xmlns:r="http://schemas.openxmlformats.org/officeDocument/2006/relationships" id="266" r:id="R5262b4bc8ba5449a"/>
    <p:sldId xmlns:r="http://schemas.openxmlformats.org/officeDocument/2006/relationships" id="267" r:id="R445a9eac3ed24447"/>
    <p:sldId xmlns:r="http://schemas.openxmlformats.org/officeDocument/2006/relationships" id="268" r:id="Rff5604e3e1fa4a5f"/>
    <p:sldId xmlns:r="http://schemas.openxmlformats.org/officeDocument/2006/relationships" id="269" r:id="R878003c189184eae"/>
    <p:sldId xmlns:r="http://schemas.openxmlformats.org/officeDocument/2006/relationships" id="270" r:id="R2bb92ca2c331420d"/>
    <p:sldId xmlns:r="http://schemas.openxmlformats.org/officeDocument/2006/relationships" id="271" r:id="R59a5fdc830a541ce"/>
    <p:sldId xmlns:r="http://schemas.openxmlformats.org/officeDocument/2006/relationships" id="272" r:id="R3c69f4379fe34746"/>
    <p:sldId xmlns:r="http://schemas.openxmlformats.org/officeDocument/2006/relationships" id="273" r:id="Rab88d5cbd3c8467a"/>
    <p:sldId xmlns:r="http://schemas.openxmlformats.org/officeDocument/2006/relationships" id="274" r:id="R0f585ba45a4b4fda"/>
    <p:sldId xmlns:r="http://schemas.openxmlformats.org/officeDocument/2006/relationships" id="275" r:id="R3773c0dcd818435a"/>
    <p:sldId xmlns:r="http://schemas.openxmlformats.org/officeDocument/2006/relationships" id="276" r:id="R8361c7fb8b9140f6"/>
    <p:sldId xmlns:r="http://schemas.openxmlformats.org/officeDocument/2006/relationships" id="277" r:id="R092629d129e14292"/>
    <p:sldId xmlns:r="http://schemas.openxmlformats.org/officeDocument/2006/relationships" id="278" r:id="Rf0507f99541b4558"/>
    <p:sldId xmlns:r="http://schemas.openxmlformats.org/officeDocument/2006/relationships" id="279" r:id="R9df6afe683504e97"/>
    <p:sldId xmlns:r="http://schemas.openxmlformats.org/officeDocument/2006/relationships" id="280" r:id="R6ac219e5a20042ac"/>
    <p:sldId xmlns:r="http://schemas.openxmlformats.org/officeDocument/2006/relationships" id="281" r:id="R3631daf8c0214fc5"/>
    <p:sldId xmlns:r="http://schemas.openxmlformats.org/officeDocument/2006/relationships" id="282" r:id="R9b75597a1ad545a7"/>
    <p:sldId xmlns:r="http://schemas.openxmlformats.org/officeDocument/2006/relationships" id="283" r:id="R6d2f08cbb5f04a16"/>
    <p:sldId xmlns:r="http://schemas.openxmlformats.org/officeDocument/2006/relationships" id="284" r:id="R61c9093515304b13"/>
    <p:sldId xmlns:r="http://schemas.openxmlformats.org/officeDocument/2006/relationships" id="285" r:id="Rad019544e7a9471e"/>
    <p:sldId xmlns:r="http://schemas.openxmlformats.org/officeDocument/2006/relationships" id="286" r:id="R08a09fa3d85a43d0"/>
    <p:sldId xmlns:r="http://schemas.openxmlformats.org/officeDocument/2006/relationships" id="287" r:id="R2bb250f925f94d6c"/>
    <p:sldId xmlns:r="http://schemas.openxmlformats.org/officeDocument/2006/relationships" id="288" r:id="R8a2ce3b53118424f"/>
    <p:sldId xmlns:r="http://schemas.openxmlformats.org/officeDocument/2006/relationships" id="289" r:id="R8ca5c10218d949ed"/>
    <p:sldId xmlns:r="http://schemas.openxmlformats.org/officeDocument/2006/relationships" id="290" r:id="R017f21d3a9344417"/>
    <p:sldId xmlns:r="http://schemas.openxmlformats.org/officeDocument/2006/relationships" id="291" r:id="R335326f1029a48d5"/>
    <p:sldId xmlns:r="http://schemas.openxmlformats.org/officeDocument/2006/relationships" id="292" r:id="R7d4dd3f8a6f34963"/>
    <p:sldId xmlns:r="http://schemas.openxmlformats.org/officeDocument/2006/relationships" id="293" r:id="R3ffc2e2d456b4aa5"/>
    <p:sldId xmlns:r="http://schemas.openxmlformats.org/officeDocument/2006/relationships" id="294" r:id="R011c4a4a4ac54a97"/>
    <p:sldId xmlns:r="http://schemas.openxmlformats.org/officeDocument/2006/relationships" id="295" r:id="R4dae6745c9224a4f"/>
    <p:sldId xmlns:r="http://schemas.openxmlformats.org/officeDocument/2006/relationships" id="296" r:id="Rde5f53e750044532"/>
    <p:sldId xmlns:r="http://schemas.openxmlformats.org/officeDocument/2006/relationships" id="297" r:id="R0a653e210d3a4bf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f1f70ac1214820" /><Relationship Type="http://schemas.openxmlformats.org/officeDocument/2006/relationships/slideMaster" Target="/ppt/slideMasters/slideMaster1.xml" Id="R1621b7a1b38c415d" /><Relationship Type="http://schemas.openxmlformats.org/officeDocument/2006/relationships/notesMaster" Target="/ppt/notesMasters/notesMaster1.xml" Id="Rb7df688dee254485" /><Relationship Type="http://schemas.openxmlformats.org/officeDocument/2006/relationships/presProps" Target="/ppt/presProps.xml" Id="Rbfba9f64e56a4caf" /><Relationship Type="http://schemas.openxmlformats.org/officeDocument/2006/relationships/tableStyles" Target="/ppt/tableStyles.xml" Id="Rb5f969e8ab7243f7" /><Relationship Type="http://schemas.openxmlformats.org/officeDocument/2006/relationships/slide" Target="/ppt/slides/slide1.xml" Id="R57a0146cbe524645" /><Relationship Type="http://schemas.openxmlformats.org/officeDocument/2006/relationships/slide" Target="/ppt/slides/slide2.xml" Id="R4b619dfd3217453a" /><Relationship Type="http://schemas.openxmlformats.org/officeDocument/2006/relationships/slide" Target="/ppt/slides/slide3.xml" Id="R02665f837d6c44b6" /><Relationship Type="http://schemas.openxmlformats.org/officeDocument/2006/relationships/slide" Target="/ppt/slides/slide4.xml" Id="R95867badad484a32" /><Relationship Type="http://schemas.openxmlformats.org/officeDocument/2006/relationships/slide" Target="/ppt/slides/slide5.xml" Id="Rc2b70be30beb4605" /><Relationship Type="http://schemas.openxmlformats.org/officeDocument/2006/relationships/slide" Target="/ppt/slides/slide6.xml" Id="R7cc74ded742e4b81" /><Relationship Type="http://schemas.openxmlformats.org/officeDocument/2006/relationships/slide" Target="/ppt/slides/slide7.xml" Id="R7311fc2ddafb424e" /><Relationship Type="http://schemas.openxmlformats.org/officeDocument/2006/relationships/slide" Target="/ppt/slides/slide8.xml" Id="R1b78187457b14dae" /><Relationship Type="http://schemas.openxmlformats.org/officeDocument/2006/relationships/slide" Target="/ppt/slides/slide9.xml" Id="Ra8bf74c8a2fd425e" /><Relationship Type="http://schemas.openxmlformats.org/officeDocument/2006/relationships/slide" Target="/ppt/slides/slide10.xml" Id="R7fe29a2d7cce43bb" /><Relationship Type="http://schemas.openxmlformats.org/officeDocument/2006/relationships/slide" Target="/ppt/slides/slide11.xml" Id="R5262b4bc8ba5449a" /><Relationship Type="http://schemas.openxmlformats.org/officeDocument/2006/relationships/slide" Target="/ppt/slides/slide12.xml" Id="R445a9eac3ed24447" /><Relationship Type="http://schemas.openxmlformats.org/officeDocument/2006/relationships/slide" Target="/ppt/slides/slide13.xml" Id="Rff5604e3e1fa4a5f" /><Relationship Type="http://schemas.openxmlformats.org/officeDocument/2006/relationships/slide" Target="/ppt/slides/slide14.xml" Id="R878003c189184eae" /><Relationship Type="http://schemas.openxmlformats.org/officeDocument/2006/relationships/slide" Target="/ppt/slides/slide15.xml" Id="R2bb92ca2c331420d" /><Relationship Type="http://schemas.openxmlformats.org/officeDocument/2006/relationships/slide" Target="/ppt/slides/slide16.xml" Id="R59a5fdc830a541ce" /><Relationship Type="http://schemas.openxmlformats.org/officeDocument/2006/relationships/slide" Target="/ppt/slides/slide17.xml" Id="R3c69f4379fe34746" /><Relationship Type="http://schemas.openxmlformats.org/officeDocument/2006/relationships/slide" Target="/ppt/slides/slide18.xml" Id="Rab88d5cbd3c8467a" /><Relationship Type="http://schemas.openxmlformats.org/officeDocument/2006/relationships/slide" Target="/ppt/slides/slide19.xml" Id="R0f585ba45a4b4fda" /><Relationship Type="http://schemas.openxmlformats.org/officeDocument/2006/relationships/slide" Target="/ppt/slides/slide20.xml" Id="R3773c0dcd818435a" /><Relationship Type="http://schemas.openxmlformats.org/officeDocument/2006/relationships/slide" Target="/ppt/slides/slide21.xml" Id="R8361c7fb8b9140f6" /><Relationship Type="http://schemas.openxmlformats.org/officeDocument/2006/relationships/slide" Target="/ppt/slides/slide22.xml" Id="R092629d129e14292" /><Relationship Type="http://schemas.openxmlformats.org/officeDocument/2006/relationships/slide" Target="/ppt/slides/slide23.xml" Id="Rf0507f99541b4558" /><Relationship Type="http://schemas.openxmlformats.org/officeDocument/2006/relationships/slide" Target="/ppt/slides/slide24.xml" Id="R9df6afe683504e97" /><Relationship Type="http://schemas.openxmlformats.org/officeDocument/2006/relationships/slide" Target="/ppt/slides/slide25.xml" Id="R6ac219e5a20042ac" /><Relationship Type="http://schemas.openxmlformats.org/officeDocument/2006/relationships/slide" Target="/ppt/slides/slide26.xml" Id="R3631daf8c0214fc5" /><Relationship Type="http://schemas.openxmlformats.org/officeDocument/2006/relationships/slide" Target="/ppt/slides/slide27.xml" Id="R9b75597a1ad545a7" /><Relationship Type="http://schemas.openxmlformats.org/officeDocument/2006/relationships/slide" Target="/ppt/slides/slide28.xml" Id="R6d2f08cbb5f04a16" /><Relationship Type="http://schemas.openxmlformats.org/officeDocument/2006/relationships/slide" Target="/ppt/slides/slide29.xml" Id="R61c9093515304b13" /><Relationship Type="http://schemas.openxmlformats.org/officeDocument/2006/relationships/slide" Target="/ppt/slides/slide30.xml" Id="Rad019544e7a9471e" /><Relationship Type="http://schemas.openxmlformats.org/officeDocument/2006/relationships/slide" Target="/ppt/slides/slide31.xml" Id="R08a09fa3d85a43d0" /><Relationship Type="http://schemas.openxmlformats.org/officeDocument/2006/relationships/slide" Target="/ppt/slides/slide32.xml" Id="R2bb250f925f94d6c" /><Relationship Type="http://schemas.openxmlformats.org/officeDocument/2006/relationships/slide" Target="/ppt/slides/slide33.xml" Id="R8a2ce3b53118424f" /><Relationship Type="http://schemas.openxmlformats.org/officeDocument/2006/relationships/slide" Target="/ppt/slides/slide34.xml" Id="R8ca5c10218d949ed" /><Relationship Type="http://schemas.openxmlformats.org/officeDocument/2006/relationships/slide" Target="/ppt/slides/slide35.xml" Id="R017f21d3a9344417" /><Relationship Type="http://schemas.openxmlformats.org/officeDocument/2006/relationships/slide" Target="/ppt/slides/slide36.xml" Id="R335326f1029a48d5" /><Relationship Type="http://schemas.openxmlformats.org/officeDocument/2006/relationships/slide" Target="/ppt/slides/slide37.xml" Id="R7d4dd3f8a6f34963" /><Relationship Type="http://schemas.openxmlformats.org/officeDocument/2006/relationships/slide" Target="/ppt/slides/slide38.xml" Id="R3ffc2e2d456b4aa5" /><Relationship Type="http://schemas.openxmlformats.org/officeDocument/2006/relationships/slide" Target="/ppt/slides/slide39.xml" Id="R011c4a4a4ac54a97" /><Relationship Type="http://schemas.openxmlformats.org/officeDocument/2006/relationships/slide" Target="/ppt/slides/slide40.xml" Id="R4dae6745c9224a4f" /><Relationship Type="http://schemas.openxmlformats.org/officeDocument/2006/relationships/slide" Target="/ppt/slides/slide41.xml" Id="Rde5f53e750044532" /><Relationship Type="http://schemas.openxmlformats.org/officeDocument/2006/relationships/slide" Target="/ppt/slides/slide42.xml" Id="R0a653e210d3a4b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33580638c643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615f32fc794836" /><Relationship Type="http://schemas.openxmlformats.org/officeDocument/2006/relationships/notesMaster" Target="/ppt/notesMasters/notesMaster1.xml" Id="Ra585c0e86e5345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e1c500ada845c5" /><Relationship Type="http://schemas.openxmlformats.org/officeDocument/2006/relationships/notesMaster" Target="/ppt/notesMasters/notesMaster1.xml" Id="Recdda50f53e743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c9601654434ff5" /><Relationship Type="http://schemas.openxmlformats.org/officeDocument/2006/relationships/notesMaster" Target="/ppt/notesMasters/notesMaster1.xml" Id="R6bb8624f2bc54a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e92896c2274f6e" /><Relationship Type="http://schemas.openxmlformats.org/officeDocument/2006/relationships/notesMaster" Target="/ppt/notesMasters/notesMaster1.xml" Id="R52324b3ff91643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cfc252df8e41d3" /><Relationship Type="http://schemas.openxmlformats.org/officeDocument/2006/relationships/notesMaster" Target="/ppt/notesMasters/notesMaster1.xml" Id="Rada3908d984a4b6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8d49f8ffcd490d" /><Relationship Type="http://schemas.openxmlformats.org/officeDocument/2006/relationships/notesMaster" Target="/ppt/notesMasters/notesMaster1.xml" Id="R8dc0e1f6d9f545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29aa7aa24d846d6" /><Relationship Type="http://schemas.openxmlformats.org/officeDocument/2006/relationships/notesMaster" Target="/ppt/notesMasters/notesMaster1.xml" Id="Rb52bbc0405c5421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27a2d7ddb2449f3" /><Relationship Type="http://schemas.openxmlformats.org/officeDocument/2006/relationships/notesMaster" Target="/ppt/notesMasters/notesMaster1.xml" Id="Rd6855aac5c1d4da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e0fe6cb93b14ded" /><Relationship Type="http://schemas.openxmlformats.org/officeDocument/2006/relationships/notesMaster" Target="/ppt/notesMasters/notesMaster1.xml" Id="R9d7b6b1e62a84f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96e594784cc4342" /><Relationship Type="http://schemas.openxmlformats.org/officeDocument/2006/relationships/notesMaster" Target="/ppt/notesMasters/notesMaster1.xml" Id="Rdc66458a25c7468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db67bf7661943fc" /><Relationship Type="http://schemas.openxmlformats.org/officeDocument/2006/relationships/notesMaster" Target="/ppt/notesMasters/notesMaster1.xml" Id="Rbe806828479f4f1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830b0966c9d480b" /><Relationship Type="http://schemas.openxmlformats.org/officeDocument/2006/relationships/notesMaster" Target="/ppt/notesMasters/notesMaster1.xml" Id="R4582aa6125c24c5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e844ff8fee4459b" /><Relationship Type="http://schemas.openxmlformats.org/officeDocument/2006/relationships/notesMaster" Target="/ppt/notesMasters/notesMaster1.xml" Id="R5f4f9fb97fc34d8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21a3fc32a164f10" /><Relationship Type="http://schemas.openxmlformats.org/officeDocument/2006/relationships/notesMaster" Target="/ppt/notesMasters/notesMaster1.xml" Id="R28e0cabd2b924c2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519b7a8273f4279" /><Relationship Type="http://schemas.openxmlformats.org/officeDocument/2006/relationships/notesMaster" Target="/ppt/notesMasters/notesMaster1.xml" Id="Rcfc129a7fa484f1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7d720f778f04a64" /><Relationship Type="http://schemas.openxmlformats.org/officeDocument/2006/relationships/notesMaster" Target="/ppt/notesMasters/notesMaster1.xml" Id="R7582609047e84e5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c5866ec00ef4556" /><Relationship Type="http://schemas.openxmlformats.org/officeDocument/2006/relationships/notesMaster" Target="/ppt/notesMasters/notesMaster1.xml" Id="R4d517915f77e409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053aa3222f54679" /><Relationship Type="http://schemas.openxmlformats.org/officeDocument/2006/relationships/notesMaster" Target="/ppt/notesMasters/notesMaster1.xml" Id="R39cd5a012eea459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62baff8034341e9" /><Relationship Type="http://schemas.openxmlformats.org/officeDocument/2006/relationships/notesMaster" Target="/ppt/notesMasters/notesMaster1.xml" Id="Rddda9602bb4c418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947d716e2ca47ee" /><Relationship Type="http://schemas.openxmlformats.org/officeDocument/2006/relationships/notesMaster" Target="/ppt/notesMasters/notesMaster1.xml" Id="R82645b18361a439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f82177423524835" /><Relationship Type="http://schemas.openxmlformats.org/officeDocument/2006/relationships/notesMaster" Target="/ppt/notesMasters/notesMaster1.xml" Id="R4f8bacef84814fb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c95f7566e5a43de" /><Relationship Type="http://schemas.openxmlformats.org/officeDocument/2006/relationships/notesMaster" Target="/ppt/notesMasters/notesMaster1.xml" Id="Ra6ec9371cf68446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39965e271d64c53" /><Relationship Type="http://schemas.openxmlformats.org/officeDocument/2006/relationships/notesMaster" Target="/ppt/notesMasters/notesMaster1.xml" Id="Reb1a376b0476494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de7950590ae421f" /><Relationship Type="http://schemas.openxmlformats.org/officeDocument/2006/relationships/notesMaster" Target="/ppt/notesMasters/notesMaster1.xml" Id="R90cd1059bb4241d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8fd81f112b341a4" /><Relationship Type="http://schemas.openxmlformats.org/officeDocument/2006/relationships/notesMaster" Target="/ppt/notesMasters/notesMaster1.xml" Id="Rd003ad004178435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ead711a2bef4c77" /><Relationship Type="http://schemas.openxmlformats.org/officeDocument/2006/relationships/notesMaster" Target="/ppt/notesMasters/notesMaster1.xml" Id="Rf08b1f15a31a458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7a71053c0e54ed0" /><Relationship Type="http://schemas.openxmlformats.org/officeDocument/2006/relationships/notesMaster" Target="/ppt/notesMasters/notesMaster1.xml" Id="Rbb6479bba96e4da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0acb0d0a8df4917" /><Relationship Type="http://schemas.openxmlformats.org/officeDocument/2006/relationships/notesMaster" Target="/ppt/notesMasters/notesMaster1.xml" Id="Re8ce906b166e4a9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8143a2486a64d10" /><Relationship Type="http://schemas.openxmlformats.org/officeDocument/2006/relationships/notesMaster" Target="/ppt/notesMasters/notesMaster1.xml" Id="R9da38099500a45f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70ac1e4c1ac4706" /><Relationship Type="http://schemas.openxmlformats.org/officeDocument/2006/relationships/notesMaster" Target="/ppt/notesMasters/notesMaster1.xml" Id="R262162ef4b774a7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28ffbc8d29b458d" /><Relationship Type="http://schemas.openxmlformats.org/officeDocument/2006/relationships/notesMaster" Target="/ppt/notesMasters/notesMaster1.xml" Id="Rf138144ab3db447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e8a526b299e47c1" /><Relationship Type="http://schemas.openxmlformats.org/officeDocument/2006/relationships/notesMaster" Target="/ppt/notesMasters/notesMaster1.xml" Id="Ra3df3012262b440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3f5a747c5f2403c" /><Relationship Type="http://schemas.openxmlformats.org/officeDocument/2006/relationships/notesMaster" Target="/ppt/notesMasters/notesMaster1.xml" Id="R474545c614c6475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ee6b915e3c64106" /><Relationship Type="http://schemas.openxmlformats.org/officeDocument/2006/relationships/notesMaster" Target="/ppt/notesMasters/notesMaster1.xml" Id="R0b16e9e704a24316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9b013eee8ee4265" /><Relationship Type="http://schemas.openxmlformats.org/officeDocument/2006/relationships/notesMaster" Target="/ppt/notesMasters/notesMaster1.xml" Id="R072db4e16ab248b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4a1fbdba4a546d3" /><Relationship Type="http://schemas.openxmlformats.org/officeDocument/2006/relationships/notesMaster" Target="/ppt/notesMasters/notesMaster1.xml" Id="Rce2e6f0e12f2401b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f7aebf0c2ff45a5" /><Relationship Type="http://schemas.openxmlformats.org/officeDocument/2006/relationships/notesMaster" Target="/ppt/notesMasters/notesMaster1.xml" Id="R9c0b0bde05844523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27a713ad97ee46d3" /><Relationship Type="http://schemas.openxmlformats.org/officeDocument/2006/relationships/notesMaster" Target="/ppt/notesMasters/notesMaster1.xml" Id="Ra6eebc5c328b421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858a5227d27640d1" /><Relationship Type="http://schemas.openxmlformats.org/officeDocument/2006/relationships/notesMaster" Target="/ppt/notesMasters/notesMaster1.xml" Id="R9110d963ca614383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1e7dd8cc8234839" /><Relationship Type="http://schemas.openxmlformats.org/officeDocument/2006/relationships/notesMaster" Target="/ppt/notesMasters/notesMaster1.xml" Id="R0e47cd4f195b40f0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5093f793fd2043aa" /><Relationship Type="http://schemas.openxmlformats.org/officeDocument/2006/relationships/notesMaster" Target="/ppt/notesMasters/notesMaster1.xml" Id="R6b8664caa0fc486c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bca72742a8fa4960" /><Relationship Type="http://schemas.openxmlformats.org/officeDocument/2006/relationships/notesMaster" Target="/ppt/notesMasters/notesMaster1.xml" Id="Rbe8a96df125a42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5f4c95d36f47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0c7012f9bd4840" /><Relationship Type="http://schemas.openxmlformats.org/officeDocument/2006/relationships/slideLayout" Target="/ppt/slideLayouts/slideLayout1.xml" Id="R8ccd2388262d4a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cd2388262d4a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0d50b413544f9b" /><Relationship Type="http://schemas.openxmlformats.org/officeDocument/2006/relationships/notesSlide" Target="/ppt/notesSlides/notesSlide1.xml" Id="Rdc0218f4051048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0d5e5eb409486e" /><Relationship Type="http://schemas.openxmlformats.org/officeDocument/2006/relationships/notesSlide" Target="/ppt/notesSlides/notesSlide2.xml" Id="R3b6ff5bb07bb4d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139d075b234cbe" /><Relationship Type="http://schemas.openxmlformats.org/officeDocument/2006/relationships/notesSlide" Target="/ppt/notesSlides/notesSlide3.xml" Id="R4ffd220d590448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85eabc1f3e49aa" /><Relationship Type="http://schemas.openxmlformats.org/officeDocument/2006/relationships/notesSlide" Target="/ppt/notesSlides/notesSlide4.xml" Id="Rfda6e16980f84a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12ae3fc7ef4149" /><Relationship Type="http://schemas.openxmlformats.org/officeDocument/2006/relationships/notesSlide" Target="/ppt/notesSlides/notesSlide5.xml" Id="R0e5ad7ba44e149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59d6ff5dd4e65" /><Relationship Type="http://schemas.openxmlformats.org/officeDocument/2006/relationships/notesSlide" Target="/ppt/notesSlides/notesSlide6.xml" Id="R10160dc636b344b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65cb8ddcde4e5b" /><Relationship Type="http://schemas.openxmlformats.org/officeDocument/2006/relationships/notesSlide" Target="/ppt/notesSlides/notesSlide7.xml" Id="Re3c41ed5ab53468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9a8da1fbd74128" /><Relationship Type="http://schemas.openxmlformats.org/officeDocument/2006/relationships/notesSlide" Target="/ppt/notesSlides/notesSlide8.xml" Id="R9a6c5a7237ec48b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2a7060ba3d4590" /><Relationship Type="http://schemas.openxmlformats.org/officeDocument/2006/relationships/notesSlide" Target="/ppt/notesSlides/notesSlide9.xml" Id="R1c8bedc2bf1142d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3b752e9adc41c0" /><Relationship Type="http://schemas.openxmlformats.org/officeDocument/2006/relationships/notesSlide" Target="/ppt/notesSlides/notesSlide10.xml" Id="Rcf2a6c72d85142a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5697e78d194bcd" /><Relationship Type="http://schemas.openxmlformats.org/officeDocument/2006/relationships/notesSlide" Target="/ppt/notesSlides/notesSlide11.xml" Id="R32e4ca9d064b4f8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ce8a6d68dd4fc5" /><Relationship Type="http://schemas.openxmlformats.org/officeDocument/2006/relationships/notesSlide" Target="/ppt/notesSlides/notesSlide12.xml" Id="Rc430ab5e93bd4a9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51c715649644e7" /><Relationship Type="http://schemas.openxmlformats.org/officeDocument/2006/relationships/notesSlide" Target="/ppt/notesSlides/notesSlide13.xml" Id="Rc345728fbfc848d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97ad8cf32c4278" /><Relationship Type="http://schemas.openxmlformats.org/officeDocument/2006/relationships/notesSlide" Target="/ppt/notesSlides/notesSlide14.xml" Id="R70c790a2957e46e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0b891a9fb64c23" /><Relationship Type="http://schemas.openxmlformats.org/officeDocument/2006/relationships/notesSlide" Target="/ppt/notesSlides/notesSlide15.xml" Id="R2f3bf8e285aa471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aca8933ddf4b38" /><Relationship Type="http://schemas.openxmlformats.org/officeDocument/2006/relationships/notesSlide" Target="/ppt/notesSlides/notesSlide16.xml" Id="R16fa6b515a494ec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58a4c36df04f6b" /><Relationship Type="http://schemas.openxmlformats.org/officeDocument/2006/relationships/notesSlide" Target="/ppt/notesSlides/notesSlide17.xml" Id="Rb2eaf802eb8d4c5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f57bf7f3b141e4" /><Relationship Type="http://schemas.openxmlformats.org/officeDocument/2006/relationships/notesSlide" Target="/ppt/notesSlides/notesSlide18.xml" Id="R23fd6a6e8ca748e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d7577c4bed4d35" /><Relationship Type="http://schemas.openxmlformats.org/officeDocument/2006/relationships/notesSlide" Target="/ppt/notesSlides/notesSlide19.xml" Id="Rbabb4443eec4481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a7663bb64f468b" /><Relationship Type="http://schemas.openxmlformats.org/officeDocument/2006/relationships/notesSlide" Target="/ppt/notesSlides/notesSlide20.xml" Id="Rd3a900e0d339404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8e0f32d36b49a0" /><Relationship Type="http://schemas.openxmlformats.org/officeDocument/2006/relationships/notesSlide" Target="/ppt/notesSlides/notesSlide21.xml" Id="Raaa1f75fefbf41e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ae275983484499" /><Relationship Type="http://schemas.openxmlformats.org/officeDocument/2006/relationships/notesSlide" Target="/ppt/notesSlides/notesSlide22.xml" Id="R45891240ec194a0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e0cf27c6a342d1" /><Relationship Type="http://schemas.openxmlformats.org/officeDocument/2006/relationships/notesSlide" Target="/ppt/notesSlides/notesSlide23.xml" Id="Rdeca224f689c49b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8d84008c14564" /><Relationship Type="http://schemas.openxmlformats.org/officeDocument/2006/relationships/notesSlide" Target="/ppt/notesSlides/notesSlide24.xml" Id="R0a067bf17ce9451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8be354897b4271" /><Relationship Type="http://schemas.openxmlformats.org/officeDocument/2006/relationships/notesSlide" Target="/ppt/notesSlides/notesSlide25.xml" Id="Re613eb5f9b254fa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fa7aaa85554395" /><Relationship Type="http://schemas.openxmlformats.org/officeDocument/2006/relationships/notesSlide" Target="/ppt/notesSlides/notesSlide26.xml" Id="Rdcbf822a255a4c1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65dbf34a764eff" /><Relationship Type="http://schemas.openxmlformats.org/officeDocument/2006/relationships/notesSlide" Target="/ppt/notesSlides/notesSlide27.xml" Id="R561b219951f747f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cbb957764346a2" /><Relationship Type="http://schemas.openxmlformats.org/officeDocument/2006/relationships/notesSlide" Target="/ppt/notesSlides/notesSlide28.xml" Id="Rf0b459f69d344bf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e97c7f4e95452f" /><Relationship Type="http://schemas.openxmlformats.org/officeDocument/2006/relationships/notesSlide" Target="/ppt/notesSlides/notesSlide29.xml" Id="Rf9dd9c1cc123401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9d776259124f7e" /><Relationship Type="http://schemas.openxmlformats.org/officeDocument/2006/relationships/notesSlide" Target="/ppt/notesSlides/notesSlide30.xml" Id="R6b428aaadf3b400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578ca3cba0458f" /><Relationship Type="http://schemas.openxmlformats.org/officeDocument/2006/relationships/notesSlide" Target="/ppt/notesSlides/notesSlide31.xml" Id="Rb7107617e6b6475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df41f6aeca4a24" /><Relationship Type="http://schemas.openxmlformats.org/officeDocument/2006/relationships/notesSlide" Target="/ppt/notesSlides/notesSlide32.xml" Id="R60898efcda564a2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a5d1d8c49e49b7" /><Relationship Type="http://schemas.openxmlformats.org/officeDocument/2006/relationships/notesSlide" Target="/ppt/notesSlides/notesSlide33.xml" Id="R7fde459d0b844b7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744da8a49d4273" /><Relationship Type="http://schemas.openxmlformats.org/officeDocument/2006/relationships/notesSlide" Target="/ppt/notesSlides/notesSlide34.xml" Id="R6e6b4c529d5a4d6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6a87702eb84510" /><Relationship Type="http://schemas.openxmlformats.org/officeDocument/2006/relationships/notesSlide" Target="/ppt/notesSlides/notesSlide35.xml" Id="R7e11dee2ec7d47b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c9d1f8f9b54221" /><Relationship Type="http://schemas.openxmlformats.org/officeDocument/2006/relationships/notesSlide" Target="/ppt/notesSlides/notesSlide36.xml" Id="R1254f976ece5479c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5941caa6cf421b" /><Relationship Type="http://schemas.openxmlformats.org/officeDocument/2006/relationships/notesSlide" Target="/ppt/notesSlides/notesSlide37.xml" Id="Rf84b07b53cf94dc8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4aba766fba41a0" /><Relationship Type="http://schemas.openxmlformats.org/officeDocument/2006/relationships/notesSlide" Target="/ppt/notesSlides/notesSlide38.xml" Id="R286fc19441754d5e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eb06912f4c4534" /><Relationship Type="http://schemas.openxmlformats.org/officeDocument/2006/relationships/notesSlide" Target="/ppt/notesSlides/notesSlide39.xml" Id="Rccef108105094904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63f945bebd4b64" /><Relationship Type="http://schemas.openxmlformats.org/officeDocument/2006/relationships/notesSlide" Target="/ppt/notesSlides/notesSlide40.xml" Id="R70924b8ffde046a4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8d78e6198c4b58" /><Relationship Type="http://schemas.openxmlformats.org/officeDocument/2006/relationships/notesSlide" Target="/ppt/notesSlides/notesSlide41.xml" Id="R6432651ecf9e4967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a6434b44d84fd8" /><Relationship Type="http://schemas.openxmlformats.org/officeDocument/2006/relationships/notesSlide" Target="/ppt/notesSlides/notesSlide42.xml" Id="R5448321b1b0c4a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D42812-E5AE-4A46-AB67-202B6950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00ED87-F334-4206-9F2E-F2869BBE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Thermoelectric materials and devices: Thermo emf and thermo current, Seeb eck effect, Peltier effect, Seeback and Peltie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710DA0-7674-441B-A3FC-2A98E0F3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PHYSICS OF MATERIALS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1BPHYM102/202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4A34A9-1A17-4B87-AA1F-F8BB8EC4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DD8B96-83E4-4440-8368-98AB460C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25900A-B371-43CA-902A-4F3CD720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60FF3D-6D05-4550-AD84-0BEDFF2B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24934D-5C4D-4F1D-9E59-642A7CC8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F358B4-77D5-4814-B9C7-2D820256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FC1F36-9FC1-44D0-9CAB-7ED3FE59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53E31C-232D-4833-8DD5-4EFD0DA8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944596-CECA-4A6E-912A-B66B4795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A0242D-9A87-4012-A18F-7F7B67D1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6786184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330086-7F38-4AB5-8ED1-A82FE030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8660CE-213C-4132-B6D6-C27EBDBD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5C9EB4-3E47-4A00-AB53-7416A125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1DB5B1-A41A-4732-947A-811C6C77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E048DA-946A-4658-9851-258E5EA0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185AC3-3170-4ED2-B531-B5D9C40E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C2A565-0872-4B79-8941-C38CD614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897A4C-4421-479D-803D-CB490D7C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EEEA71-3034-4AC4-A4EA-C0592F90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388E8D-70D3-40C2-A5DF-93EF1F62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2D1A24-031C-4EB9-9BC5-D4B2BFF8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9F4C46-7FA2-4ACC-8DA3-DFE0FF98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521447-DD5F-40E5-83A5-CF36A247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F3E980-AE51-4438-9F88-7CC9C13B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577AE5-DB89-4F39-996A-6E4EAD52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7956748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DBA3DF-DB48-4685-A699-A166C66F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EDEF98-8CAF-49F0-904B-7F35698D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BF6A64-CD69-4367-8390-B4978D27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49AE36-7AB3-42F3-ADD9-95CCD833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4D8147-F7F3-409A-8F2D-5D0A9869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C98DFF-FB68-44AC-8400-2941F508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35F8E3-4C70-4B5A-AAC3-2A599957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7161D5-F0E3-4A33-A295-BAC463A4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7DA19E-8FDB-4273-A12E-F75581DF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Thermoelectric materials and devices: Thermo emf and ther...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9EDDF3-1CCB-4759-834B-73A5A06D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7E181B-315D-4815-8F51-9B9E7957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1DBB76-2DA3-4DEC-9C31-919714F4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Seeb eck effect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09FA63-9754-4316-9E43-4ADA89C8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D52D7A-B1C9-435C-8017-9EDFA507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9F3AB9-6C08-4F51-BD65-EBCAE9F3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Peltier effect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D42D73-4802-40AF-BF03-F96A6F9B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3315A8-D33F-45F9-8378-B49F1DC8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546858-6242-4FB7-8EF8-299F3C096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Seeback and Peltier coefficients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02E159-0A77-4108-96FC-425FDB56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244AFB-6496-45F9-A053-8B1A39F6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1972E8-8189-448E-A47C-1B323478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figure of merit (Mention Expression)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B2AA80-4DD1-4C1A-8511-271EB5CE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055964-E72F-4B06-8BF8-8DD36891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61F356-126B-4E32-A3AB-C39765F4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laws of thermoelectricity. Expression for thermo emf in t...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1042EB-9330-4803-9DF3-DF2BAAA9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1F0DD9-6C8A-4B0F-914D-45F3FABF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429470-F108-4978-843E-8A0839DB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Thermo couples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64083E-5221-47EE-95CC-04F83778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5E8FB0-96E9-48A9-A49A-06B036F1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F32149-BDA9-4D38-B068-DA3358FB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thermopile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8C61C6-A499-412D-9430-8602C3D3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EAE8C6-1504-46BB-85E7-0BFAC419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7174627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46D0FA-D590-4638-885E-D9B36D25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9E85A9-68E9-4567-8464-D1E8BE12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CC18FE-BC12-48B5-B2B4-BA3ECD01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EA9BBF-FD48-40A0-9920-C1BBC6CA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E0D247-DFAC-4F77-94E7-147BAFA6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BE3F51-9D03-47F6-815B-C4F71CE3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D55BFF-C3D7-48B6-8BB2-3E084F5F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ED6AB7-6917-4BD9-87F6-BC712147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Thermoelectric materials and devices: Thermo emf and ther...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76DD0D-9B68-40A4-8740-91C093F5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54C5F0-48ED-40E5-88B8-D4CEA62A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F81717-098B-41C9-A3D1-AFC40D7E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Seeb eck effect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6147E1-09BA-4B66-9B7C-2AA5EA4E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9E2678-7982-4B17-AFB7-A147F442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D8EC0B-B8F2-4832-8AA2-9615116A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Peltier effect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25E589-1C08-415A-BD28-F5DD61D5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C0FF69-7A7D-4DF7-87DB-72275652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B6E2D5-72A2-4F1B-B409-46481D2C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Seeback and Peltier coefficients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777679-5137-4F10-B999-C8A5FD6D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3D4517-F820-421E-9611-F005F7A5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0CB51A-68F0-4B43-955E-AB8A122A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figure of merit (Mention Expression)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C6A877-95E3-493C-B91C-BCDB7335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AA16BE-AB0E-4622-A851-1EC6293B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C84304-4E3A-4D73-A1A5-BEA39052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laws of thermoelectricity. Expression for thermo emf in t...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296D43-FED0-4EEF-85E7-3FC12A74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9BD97B-0839-4DEC-AB76-86849013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048DCA-CE20-49EF-926C-3076E1AD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Thermo couples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2940AA-1E58-491D-8EE4-AAE99B13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87C8B3-DB55-4823-A652-3F8D9979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67844D-A2C4-4193-ABB7-5003C830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5463767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51BE78-3599-4DEB-9514-CBA3B237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2AC15E-0DF6-4094-83DE-E4CBBDF0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04ADF9-2742-471F-89BF-5536FA44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AF1F8E-39E6-4317-90AD-03C6BB3A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742E6E-3F24-4100-9E49-CED3B10A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Thermoelectric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A8EAFC-AAB0-4E64-80B2-043EBDFF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materials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4BC65D-65A4-4983-9370-50610C4F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devices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C2C821-33D6-4094-AACE-FDABE77B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Thermo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8E5D4A-B98B-41CE-8FD3-DECFA145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current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682456-53CD-418A-87A1-86A9AB79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Seeb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DADAF2-F726-4F44-A941-72F61921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Peltier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BD44B6-7D5E-40AB-8D85-8B55B259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Seeback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7A8E9C-CCFC-4C2A-8F1B-991EBC6E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Peltie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165EA3-DC7E-43B4-BC41-4ED7109D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coefficients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719B24-44D5-4141-AF9B-E6D5ADB2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D9469E-F941-443A-A0A5-D7BF4DC5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418740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C52560-3769-4E33-948C-865C96FA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B8D12D-52EF-4A6F-844F-5A665807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DD11AC-C812-4799-9772-63C69703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C4D12C-0D02-4083-82F6-E133C099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9D94CB-EB23-4876-82F9-4C298ED7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Thermoelectric materials and devices: Thermo emf and thermo current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740B26-A2D7-4114-ADE7-A8F85D92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Thermoelectric materials and devices: The...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8E77DF-7BB8-4F8E-9DAC-043E954E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5CE6CE-D9E9-408E-B5B1-F9ECE9C6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0045CA-FB9A-4DF0-9134-8CE7C09E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124E81-9C2D-4586-A25E-33B3A3EB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DA7B82-FE41-4EA0-A101-79217643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0A08A9-FE9C-4B5E-89A3-09BCFF3E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7697F7-AA82-4FB3-ABE7-EEAD3F39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1A77F-DE69-4E61-9BB0-DB46D843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06A5CE-9F5B-45D3-B2A1-ECD978D5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894801-3F8F-45EF-B08D-D3F0D007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5250946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556A2C-ED35-45BA-ACE1-20360FA13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8D8E23-F4D2-4174-8128-88E195C6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A030FF-C6E6-42B4-8E15-DCD93FCF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6AD5C0-F143-468B-9ABA-9C58F194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3DB6EF-E060-46A5-812F-270C74B9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2EAA9E-0970-4CE0-967C-FCA8C4CD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EEC361-B423-4B03-9FBA-C0E7B5C9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960F44-3063-469E-BBE0-58CF8005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3627A1-4D2A-4C59-B435-4017B39C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Thermoelect...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2DD9B2-7CBA-46CA-8BD6-F17C40F6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BBA55C-537F-4D44-95E6-4653E9AC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8A90D6-3115-4BB7-952A-99CA0A0A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Thermo...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975459-8577-48FD-A7AE-C71C7F64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84AD48-4F96-4DC5-8345-A78362E6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44D799-66D4-4A25-B897-C97437AA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Thermoelectr...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3D8A0C-C3FE-40BF-8AF0-14115A2DC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894F17-E138-4639-9E90-3DAFCEA0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85F4CB-6AC3-42FE-9E02-C933D0C4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Thermoelect...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643DB3-ED0A-4545-9C94-D3531264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22746D-9486-40C5-92AF-D7E8AAB1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322D2C-B3ED-47D7-9F43-9B7E8D64C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Thermo...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50743A-022A-4A71-A1FE-6FDCAEA6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1F82E3-233B-40A2-98B1-6EC83586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4768731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59BF65-CBA4-48B8-82E2-F54A524C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C2B105-C457-40B7-8091-989CCF77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06A468-1B83-47D9-9FBF-29A122AC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7E89D1-994A-4CC4-9A79-2B749D69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9BCDC6-7120-4A71-A6E6-17720867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9AEE70-031E-498D-A927-EF05BBBE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4E87DE-4D5C-4480-93C5-CED8F1CC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09848E-AFA5-4FC4-BBA0-4B337798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6A3059-4BDC-4DE4-9992-1920839C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119E03-22C3-4450-BC88-2CAF29C9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751970-FBE4-48B9-AE3E-33891948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45BD5A-1688-44DA-871F-AAFF10B4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42E021-A249-49E1-995E-65559040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6FA94C-CCFC-4632-99C0-C5B307E6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651B46-E0CA-4720-8593-5D125B71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3683067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A2FEDF-7D1D-46D6-B5E2-55B480A6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77571A-7D53-4527-B8EA-86F5468D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F88277-2AA3-406A-AE78-7B980502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96FB1B-7412-461E-88F3-580998AE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816479-11E1-46F8-A8EB-39E61090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A62CA2-346A-4475-A969-5FE97ADD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Thermoelectric materials and devices: Thermo emf and ther...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68AE8A-D669-480D-A2E1-EB34EAEB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037EAE-2CEE-4F54-B5E5-A92799E5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C4E1C2-0BBB-400F-883C-4D764C04C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1687B5-8070-4EA9-BDE1-9D334E45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6722D9-3A30-44DC-A84F-70B539B6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5525744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8D2E24-32EA-479C-8423-48FF648E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26A41C-D62A-4829-9DBC-E52C0471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F3E8AC-BB4B-4513-81A2-49E8BC12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CA5126-427B-46B0-A6AF-03CA1B78C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5C6243-D4CA-4791-89B0-CE70C0DC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Seeb eck effect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E3E80D-6C83-4E13-AC28-82F28DAC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Seeb eck effect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92A33E-6E0F-4D48-9D22-3C5B7F5B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CE8B57-73FF-42A3-8BF5-22D3F16B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A715DC-140A-4BBA-89D0-E83F8117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EFBA82-DE9D-4BAF-A128-134643CC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D37779-426B-435B-A21E-34040F90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7241A2-CAD0-43B4-B338-A28872D4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6AFD64-26D4-4FF1-8437-FBB518D4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2DD8F7-4417-45A6-BFC1-A71D9886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2D3769-C752-497B-ABFF-906A057E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44C4A8-3A4F-4B7C-A645-617DB192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3757852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A4D4AB-6F11-4F0B-9A37-6AB9ADFA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DC99FC-67F2-4D3F-AD81-F39F7F66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B7662F-D576-401C-BCD4-B57E4500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797CAE-3F6A-439C-9DC6-C7D1748F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5BC57D-9A65-4C9B-8F35-7496300B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41454F-31F3-49DB-990B-F0B5393B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7C2627-EC42-4798-A0E5-4F1A62D6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2A99F3-F069-4D2E-AB38-A70D722A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016934-7D9C-4AA6-9EEE-00B269DE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Seeb eck ef...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C4983D-F52B-49F0-AA63-795B1484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197659-94E0-46AC-9F81-3FA42F9A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0A7712-312D-4775-9150-59245323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Seeb 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C3E613-3122-4C62-8140-75C6E5FA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C43935-6B2A-441A-A014-02C167063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7A4140-4CA5-4ED9-9EDE-950F5D3B6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Seeb eck eff...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4E2085-E5A1-46F8-909B-6F927537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FE61AA-AF15-4A1C-87AC-9A1E6266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37ED94-39E8-4F42-A2D2-9280C41E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Seeb eck ef...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4BE18E-2962-4C6D-B450-D2A8BAE7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4DD514-8680-49E6-B2FA-AF7E5BA6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40DD4F-72DB-4077-9432-3F903ECA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Seeb 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D563BD-91B6-484F-AE01-C0FF2DD6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F17779-CF45-4B31-BFF1-F87FF073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6424326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2237EC-B560-4B59-84B6-D9C72520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3B5592-AAD8-4C66-A2A4-D5A62658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97A45A-327A-4C5A-85CB-1C922EDF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2E4CAA-38CB-43D2-89CB-F5D2ED99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6AA329-3D11-41EE-9B67-A4CFF48C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D4F1AA-74C9-4453-96A9-2D72221C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DC6A2B-7A27-4CCC-8176-464C66C8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B28310-852F-416C-A0E6-7300D534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09FE78-0778-45BC-BA43-505A61CF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2EE012-8417-4DA5-9A0A-D734A987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0D1462-C910-4912-A427-8F016387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B8190E-EF4E-4DE1-B9F2-E34475E4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4A6A71-3B9A-4855-9973-4A0DA5FD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09FCCE-C06F-4618-B410-4B24D4CB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59A7FB-9E41-44C7-B96E-3D11A7B6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9254895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029E17-332B-4996-B652-C8FF1CAC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DF3601-2D8D-42DC-8016-B1D65315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E7C03F-76AB-4A83-BF73-A39758D9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F9F7D0-B4EC-4468-9AAF-DCEA030A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9F37ED-9014-430A-92C3-0938EED2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119D05-0C76-434D-87CD-E2A24C61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Seeb eck effect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341B80-9715-45C3-A132-61A59FA9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201C37-32C5-40EB-A8E5-E863973A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98F918-1931-4D26-96F8-8DBCEAB1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647369-A703-4ADE-BDDC-E35A0A9F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D1491F-E3CA-4DE6-9EAF-8FC2052C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93106772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9563B7-C456-4C06-8674-C938C3E8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58CCAC-E733-407D-AAAD-72C978AE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795B25-0545-43D5-8A34-54397D6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983401-2627-4C65-861C-6A025BCA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DF0FA4-FB79-4AD3-BB8F-146F6E00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Peltier effect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9F7AC5-5575-41BB-B6BE-DE4D91CC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Peltier effect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90B1D9-76F4-4023-8441-AA44CB04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8D819B-D2D0-4222-8700-524C7C39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971AE1-78B5-46B7-91FB-5D808A95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0C2F83-0C98-442B-B3B8-C3804479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C9D508-9879-43A0-BCD4-F2753822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B8385B-409A-4CDE-A8A2-F369F734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6FAE2E-57A5-4DEA-8766-1C0E1E74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5926BD-750D-42A7-B9F8-C93F7F83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5B9D6B-D82B-4C97-902D-E30CFD95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826FD1-592B-4096-AA7A-F341E588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49816107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24F7F0-E24F-4F67-ADDE-AE3BCFAF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317BB2-2F3E-49E4-8169-FA49085F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CEFAAA-BA1D-4BAE-94A2-B5B70E7E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D3468E-DC1C-40BA-8F2C-79AA2A76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8609AD-DF2B-4182-8334-69B08888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CC5C2A-C922-47DB-8061-51589E08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996AFA-7ACE-438F-A23E-062546BD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777AC8-4618-47DF-A153-517BD296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FD74EF-73EA-4F5A-8101-63DE2BE3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Peltier eff...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CF4525-38B9-4F82-8E30-876FF9B5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9061DF-941B-4ABD-8B5B-465FDCF3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79FEBC-737F-409D-A02A-B5BFEAC0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Peltie...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4B68A0-4830-4B94-BA17-B36FE2CE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2072CD-0DA4-434F-ADAA-00DD7A13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0B256F-1D1C-42D9-8FF2-D68A6529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Peltier effe...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1AC0BE-B712-41D8-885F-C2119136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52B4BF-E1EB-4B20-9265-54760166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C3251D-7727-46DE-B42C-230636BC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Peltier eff...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DC401C-260F-4003-9110-685131B1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410078-56FB-4672-AA18-66841E75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1390E4-0C43-436E-AF26-EDB65651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Peltie...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5B0AAE-3FA6-4119-95BF-7A43FF89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D9EF76-A9E4-4091-B489-E59A48B8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8616570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F4FA87-D29C-47D4-83E1-A909D41B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092FC5-16A3-4B01-A924-C105B281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96D25F-5B24-4717-A701-287805BE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704074-AFD9-496F-A75D-1DA6784D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96E2C7-6DA1-4C1F-8926-85FF5D05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69AD2-7949-4E4E-88C0-967D85BA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A770E0-EBCD-4B9B-87C4-3B2767F8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7DF595-31E0-4481-9513-2F958E14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7EEAFF-7646-4D08-B8BA-184F95C9B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5848B2-0C05-4C36-A562-421D8E92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1E696C-2587-4871-BE74-9C9A10FE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DB60A3-0858-4AA2-A01F-509B13AF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6E1ABB-14E6-413E-935D-00373381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9BF7E8-EC7C-4D8C-9C47-990B9F42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F85395-8024-40CD-A6A6-94092351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22619320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4C2C35-A72E-4CC2-ADE5-D713B8D3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7FC814-D3F5-4EB7-B6E2-D40EBA95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C1F6F4-84FD-4290-BB9C-C4327222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F0910A-D372-4A5A-92F1-D65A159C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195EFE-A1E5-4F28-86E2-337E854D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32E4B-155C-4265-B287-CC1499F4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Peltier effect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3548C6-283B-48B5-84EC-555DD951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F36FD0-CFDA-4753-BE24-74574454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EA8786-4213-43B8-BAA5-0D237A7E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FC14E0-E4EF-4D80-927C-485D7C51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A6834E-2233-411F-B23D-A2D324A0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84923926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41E560-DFF3-4B94-AB2F-5C8903D6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C256AC-560D-4683-AD4E-3A10EE60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883E81-9541-44FD-8CF8-613D0DDF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34D07E-E5E0-41B6-8C58-6BA4739E2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B05E61-F593-45EC-92E8-D52EC8A8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Seeback and Peltier coefficients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113848-B70E-42A0-A55D-342BDE07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Seeback and Peltier coefficients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F0FAA0-D45D-4385-BDDD-F1DE0AA6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6B122C-0EBB-4F8E-A1BA-8CA62DD2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A71722-C14C-40B2-8D37-2FE46EA2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782D04-C13A-4600-9596-496ED371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79293B-EDB7-4348-8BFE-4B21A4DE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9C7702-4DB3-41AD-BD52-B5FF49BD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9DA68E-21EC-41EA-8E48-4EB4648F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4625E5-E5B6-4CFA-986B-B91E1DDF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CBBA3C-7DEF-4DBA-960F-346B1103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D9186C-4341-4B9D-AF55-A3D31269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75621712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83D2E0-0680-4F26-A810-504BFBDE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F4D0C1-C026-4B49-B72E-AD75A20F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E8365D-D487-4C4D-AFE6-E5A5379C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B57AB7-22F3-4D49-A6A9-A721920F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9AA54E-DD6C-4C38-8E59-90BCF2A3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6EEFE0-B73B-42D2-B81B-69FC4BE1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597FFA-C41F-40DA-B9AD-72B2F1BE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CCBD64-5FB1-4A7C-9CB9-E9CBB1DF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BDBF8A-5CF7-4B3F-A75F-8477B935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Seeback and...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3E45E8-DA76-465E-9D58-1008F392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7E59FC-49DB-455F-AE96-50E137C6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9430AA-8F0B-49D2-AFBF-7D721245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Seebac...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490E77-2D2A-49F5-A175-E2431254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E6E852-E8CE-48BB-BC93-1A1FF5AB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009DFA-DF27-4A4E-9D9E-727A2E1C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Seeback and...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D46FA3-51D7-49E4-913E-A7AB08E3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9D0D6C-D2E4-478D-83F7-77424496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0DBDC0-D22E-4A1A-B5FD-CD096576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Seeback and...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5175FE-05FB-4651-832F-6387E1CA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D34D01-8AFF-435E-B38B-543C69F1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6CD449-CC43-4964-94B8-364797DB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Seebac...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C16FE2-2EEF-4633-8B01-58E50605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2D7EA7-A8BF-4206-BDE1-A4316770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17464325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F93788-2AF7-4EAE-963B-5CD90311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0F1F29-88E0-4F57-AB86-C51E34B3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18EE15-5B90-4D51-853C-30B811C1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2727DB-FA9C-48CD-9BA4-EA0F5B09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4853AE-E5E2-49D9-874C-9E23ECA0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7F2831-1F69-4682-9715-E38ACB68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B5DD99-808C-43FA-95A3-37AFC229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94B636-BCEF-43A4-9C31-C55EFF18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6A8329-7E7A-4634-B065-00A03183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E2AFB1-9E88-4CC7-988F-2E767B08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ADA429-3ED5-4ED5-AD08-3ACB8F48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2E845D-2BAA-44D8-8A82-4E3B35AB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5F3E12-5FC6-4CA9-B0A6-60297D59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FC2C33-B457-465C-817C-AF7D0FF7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B664ED-ECB4-4A73-A4B8-F90E473C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45044376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D63999-3474-48A4-9B23-9B7110DA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736389-A4C2-4DF5-9628-84669B00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323E50-4407-4CFD-BE5E-02C46BE6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C25E48-06FB-494D-BD30-DC0383D7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069583-7274-4220-8D8C-A5D51B17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0B8C55-3CCD-4C59-8ADE-4C1D7DBA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Seeback and Peltier coefficients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527BAB-0B7F-45E5-B3A9-3C396FA0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CF2065-85EA-43AD-BDDE-E538CB8A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21B18B-8BA5-4603-B4BF-F739DA79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C12106-1FBC-490E-8AF1-FFAA03A9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0D9C83-07D5-4511-A082-577C8837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9930884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3BB9F9-5EED-4309-AEA5-FBEC11D9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E8552C-291F-4FFD-8312-9AB5F926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410918-DAC6-4762-9B5D-E88AE023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7D9407-005C-463F-A45E-FD90D0F5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5FD658-63E0-4F44-AF65-70424C85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figure of merit (Mention Expression)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076C1E-6956-42A0-96DA-7FD8560E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figure of merit (Mention Expression)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D4E67D-1314-4DE7-9F3A-BB8F9325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8409A3-0E3A-4ABD-BF68-875E2171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4405BE-9952-414E-961F-89CA3E2E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25BD18-A221-43B1-96E6-37D8F977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60C0B7-D8CA-4AA8-81E2-07DD2A6E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DDDC0A-5596-4782-A497-6FBFB409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FB869D-FFDF-4070-B5AA-42ADB83A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A6AB7B-E064-411C-9EA7-15C82AC8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1F7D1D-E75B-4D9B-BC77-9093BDD8D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D74538-BAD2-45DA-85C7-4268C020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81795629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BAA1B7-76D0-4688-8DDF-0FE0CCF1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6C31BE-EA70-4B55-A1FD-34781E7F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041F88-1626-454F-A8BC-F7FF5E66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38CB69-DFE1-4462-9C57-93DE0F89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1D1C8A-F321-4835-A518-221F9ABC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2946F8-DFF6-4554-BA21-B79F44CF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EC1533-BB3C-42D9-895E-FBA458EA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435863-FDFF-41C0-A2C5-BCA1C7A3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AAEA00-D915-4A90-A20A-5494F12E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figure of m...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285156-6443-49BF-B247-A7EA118E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C5A53B-6CE9-4361-9040-BD0857D6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5A06FF-7145-4FEF-B1FC-3C7DA2EA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figure...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1A393E-6768-4C03-B29C-01968433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24B486-4434-405E-8D32-F2CD7547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60DEB2-1FA3-4A46-A416-6C62093B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figure of me...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B590AA-73C8-48F5-9E5C-30E55A8C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C1F301-D380-4ACD-BBCF-A14D7F73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8E0646-62BC-41CB-B1C8-D47C4C6D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figure of m...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60583C-D50C-4042-8118-D5B4A904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FFCE07-B6CC-41B4-83C6-611D4ACB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D80A65-7A6B-444B-9EF7-855A1E25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figure...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FA5E08-708B-43A2-8A73-DCE2F630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69B097-9251-4316-93D4-15319BB7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31170763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D9B11F-024F-49E2-AAB8-432E4A05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98DA0E-65B9-4DF4-BEC2-75F3EFCF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CB8268-06DC-46B4-9EB4-31359DC9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70ED21-9B0A-4DEC-8F3A-C64392D4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EF0868-E853-43C1-8F17-135EF9B7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9254-507D-4B7A-9220-1F153C5F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0995D1-5C88-4511-886B-FCFE11D0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0187C0-80FA-45C6-AD0A-0472BA91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BA58EB-65B9-4331-8BBF-BF8E13AE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07C708-66EC-42B4-9044-A3957299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18EC5B-ABB4-4FF9-AFD4-E5538017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ACFC9C-2E52-4ACF-97DD-4370D84A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FD0FB1-2CB3-4221-8B84-8CB72A40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7F1FCB-BEDB-41CB-949C-9AA43747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65E976-96D4-4E43-8AC9-6B7EBB29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72230993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EF1C0C-3442-4387-8946-B9D2A836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B13489-8C76-4A60-8735-ABCC381B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5143B4-071A-483E-8E5A-92D80C9A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8F79F1-4DDF-43B6-9801-42CF3DE2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6F80DF-5FED-40EE-9C11-472ED2BE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AE8E98-4B1F-445C-AAFC-FA170723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figure of merit (Mention Expression)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F8397E-99DA-4170-A15C-DD0AB464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B0D549-2960-465A-95BB-A6426115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98DF39-7DE2-4DC1-8F52-19FCAF32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868635-C22B-457F-B78E-EE6C5DE0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A41453-92FA-4F3D-89FE-8E93DE87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45652786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3F3920-C083-4FBA-9FEE-98505A4D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52623D-7A26-4EE0-9D8D-7F8A7DF0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5554A9-8ED3-4BA9-942D-4864CC79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2E8332-DC99-4AF2-99EF-E04A858A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5CA616-AC35-426E-846D-586D92CE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laws of thermoelectricity. Expression for thermo emf in terms of T 1 and T2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9CC78B-B859-42F6-82AD-FC98AE4C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laws of thermoelectricity. Expression for...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4CE317-C16A-49F3-B17E-86FA3EC9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EADD36-DCB0-4B9E-8708-50B24F47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3B5692-2F8A-47C7-B379-470162C0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6F0DF5-328F-49EF-B95E-C15EA36B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E00103-5062-4A9B-B2C7-276A7E44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221043-E5CE-4466-B880-1BC4BE52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041CF7-7C34-4C6C-863F-EBE73971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3C65AA-B538-4322-A6A8-8771ECCF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9C0245-8EC4-49E1-8A31-E879FC8C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0DCBEF-A5DE-4031-A81D-6A7010B8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68073872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303C63-9531-4395-86A9-2EDF6A78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B79E44-9CD5-4EC9-AC08-F4CC6E59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95A2CC-873C-42F1-8114-023F522C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306237-B086-4194-9674-6AEDF84BC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75D489-07A6-4B75-B2AD-83CDFD77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C36EA7-5013-4458-9D34-A04E9C5D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EABC67-576F-4C01-BAB3-DD02FE24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3F4E66-2C19-4EE2-B06E-9F6991BE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75E765-FDF1-4B48-B37A-12DD2726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laws of the...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17E592-45A0-4E00-B089-55C2F294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F85D2C-EB93-4B25-BFAE-4EA9B979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BAF760-6336-4849-AA77-0270B2B6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laws 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CF14BE-1D3C-4163-9C01-AD817CC0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C58C22-7EB6-4151-B5D9-85EF9A19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9CECBF-05A3-4806-86BC-84FE3DA3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laws of ther...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8DFC4D-FD65-4018-A36A-F26F448A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689D7D-8CAE-4587-A7DF-DC64D077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673864-E6D9-481A-B40F-868525A4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laws of the...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7CEF5B-E371-44C5-B279-06E45937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3A67DC-0D99-4FB3-AB9A-1C580FE9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1A0D55-C6A4-44CB-B615-29A45634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laws 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E4AEF9-782D-4FA4-8BDB-40E2BDAD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09F2F3-3F40-43AE-9E7A-10269FCD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78318148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98D4FA-3FEB-4F9F-BCF4-EF961400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A7EFAA-5C32-4A84-94EF-3A9256C4C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673ACC-C8BB-4F56-AC7B-8DB60152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B4EA27-D257-470B-A7EA-78D9D224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DE410C-30A6-4B83-8B2A-AA1F4F0F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720509-E3BC-40F6-9368-8AD7B651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C1F212-C4C3-4A35-A8CD-2FB0DF8F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E2AABA-C50F-42B2-BD0C-D5228EF8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CAF7C5-A458-409B-9A64-ECE2AD84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4DD601-AEF5-46B9-8636-E8300BAF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B5DE41-402C-4680-AFF1-F0DE14AE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6FD793-F6F0-49D1-9AF8-A5837008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EED26E-DB3A-4FB2-B894-42087558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BB3E6D-C075-4F69-BCB4-5D6C2E74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0EBD4C-7967-421C-87A9-67353B66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67540143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0F664F-10D3-48DD-9C22-1933DE7E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BF8FCA-34B5-4474-B51F-557F1D89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376A7D-D8C6-4DDB-90CA-08241479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9BB528-76DF-4B9C-9A28-FCFE808B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A5EF2E-03E1-4A8F-A715-99DF968A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596A08-BB62-40AD-B84A-625EE0CF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laws of thermoelectricity. Expression for thermo emf in t...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22340B-5D69-4C17-95EF-CA71B758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75DF6C-B32B-4ED3-9E6E-1115D6E2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88E962-F5C0-4307-9A22-E5A36320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FC2B6B-6668-4997-8A31-9A11BD60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252452-17F3-4D40-857F-58B66A14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80117062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30E667-9CEB-4E26-86F5-35708024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44DC86-5ECC-4640-AF99-3577685B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E661E0-A249-4E8B-ABB5-1E7961B3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0B6184-415A-4096-AB4A-929DF2FB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2A7F2F-DF2A-4663-9A43-FA7F6C93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Thermo couples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FE7151-9855-462E-B1B5-42A07812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Thermo couples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B5CEF3-A400-407D-8C7E-0AA71BEA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5968B9-FD64-43E3-982A-FB4D0814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E50324-A007-48C5-BBCB-85339347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AE618E-B884-4F03-89F9-508B637B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1D6B11-AA4E-414C-9219-D1AC1772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489084-2C00-44B1-AB12-9E08F097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84A211-9DF3-4F0E-BB6B-27539F7D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FE5C95-3284-4951-885C-4F1C0ACA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85631E-ECC6-416D-A284-17597152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A624D8-CDDC-42CC-85AF-C89299FC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202283900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DA12E5-6D7E-4D5E-B12F-3833095C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8EC686-3758-4042-B84E-995F3532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766DB1-0C7D-4F21-8BAA-2BC25320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58BB11-BD73-491D-AF63-EACB57CE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336EFE-B01F-4A7E-8353-94E91CD9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08A131-95B8-4B6E-B11F-D35EB862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948C06-2848-4927-BEE4-A3113645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D8B58F-F386-4F0A-B87C-0ADF790A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3CC186-147C-489A-AD69-36F1654A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Thermo coup...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843ED4-FA2D-4187-8BD4-F0A1A175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51F87A-CEED-4E2E-A9CD-A6036E71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EF2A04-CC3C-457E-BDF6-143A54B4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Thermo...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FC9856-482D-4AFA-89BE-D2478754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926B6A-102E-46D6-AEB9-0B5C1BA6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300AE0-09AA-4386-A336-E1936F72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Thermo coupl...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B5279A-1AC0-4602-A4B9-D5F404DC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569086-1F3A-4BFF-824D-7FE75BA9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F5ED95-020E-4D12-B8AE-6B9E90A6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Thermo coup...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B197C0-3922-4D22-A54E-E7939273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99809E-6A08-425D-B080-A45314EE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3FDFC0-2885-4A15-B364-6747C295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Thermo...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25F095-216F-4D8D-9548-038722BF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9A1061-1E35-49DB-A133-2C931A03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45118068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46688E-79CD-4169-9912-24F341542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BC57F2-205D-41EC-9865-0C660268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E976C0-6152-48FD-8581-F1D18FB1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9338A4-F98F-4835-BB81-184E49F7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D64313-67E9-49E9-9F67-CFC86FB2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F96E8F-EA60-4DBA-A9E5-35706083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7346F9-D798-436B-99A9-698731C0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4965B7-5009-49F6-A678-907EDB80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E42FC8-71AF-48DC-BCD4-2C1E4A18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D76C6D-0CCE-41A4-81AE-A48117AE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7B9AE7-0011-4E96-AC36-53502640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6F901C-F718-447C-808F-94ED2B0B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13AAF3-C378-426C-80A1-49774D26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2D2C23-5BC8-4BEF-AF4B-2006C825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166874-74FC-4DB1-BF6F-674CDEA1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95956600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017F5A-2EE7-41CF-AEE9-78B40DF9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E54699-0A1E-4CF1-ABAA-195C8AD8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02A74A-947F-4D54-B713-77FEC1EE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2B73C2-CA76-49D1-A437-84661E49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8DD089-7696-4349-8472-F4F79A62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93ABDA-F5FB-47E4-A828-4B9F796D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Thermo couples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C80112-E9B9-48DB-9996-2913D80E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DCC1EC-35DC-4076-82EA-9EF60862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2E1A5F-5F92-43E0-A830-512B3ECC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E9FE70-9229-45A0-AB3F-89BD16ED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25E18F-8DB9-4EE9-B692-F1AEA946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06090041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1E93C3-6D28-464D-BA80-69E52E40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24CB6E-A9E6-41B2-95A9-8F91651A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98DC9C-8B66-4D1A-A3CA-B06A5623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53032B-C6F2-4006-ABEE-75438715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2AA077-5367-4083-B5C4-3A65E696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thermopile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23E0F0-AD80-474D-B326-399C785F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thermopile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4AE3C2-7D84-41DA-8CBC-7C8B90FC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B834A5-E323-4F76-AAF1-2910D516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115761-97E1-4771-8379-4FECDCEC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CDA937-9749-4EA5-9BA7-F51029FB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B7FEF4-80A0-49D5-B282-1173E81C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E300ED-7DEF-4E8C-A56B-5CD3D487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91B803-41AB-4B31-BB24-0702692E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E8D0EF-09EC-4513-BEAF-4F07D0FA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EFFA14-4145-4C03-B78B-1B9BAFD0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19A79B-8965-4C08-8CCC-CE0CD24B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93323531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F9D63B-4E26-4EF5-BFE6-5E3D434D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B94B19-7F6A-4F5E-8047-3A750FC0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9BD8BC-7EBF-4C8E-B0E8-ED850D3C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8946AE-70E4-42D0-B955-388A72B7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0DF046-A828-441D-B38B-36D13A1D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5B100E-8F15-4D57-94FE-D8AFFA6F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655E25-497E-433D-8697-4032C66B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A327AD-8C75-49B3-9947-E29A0279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23306B-A903-4BAD-89A6-237DA13C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thermopile.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CCCAFA-F652-447A-AE27-D1C1BCE8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E4F6BB-9FE9-4828-BE23-8CBCFE57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341064-6B21-4945-B8EE-B5EA0F0B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thermo...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8705C1-25B3-4C01-ADB2-A4FB4295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DF45E5-8A2D-43D3-960D-F7387E49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F52E46-30C8-489F-932A-70645FF4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thermopile.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BBB4BE-1706-4DF7-BD83-02320B61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BA059D-F10E-4323-B4D6-F30559CF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2A55BE-604D-433E-8E14-61E9EF64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thermopile.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0D2473-745D-44ED-801B-320959BE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092105-805E-46A8-912A-6403C3D8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FDD4A7-8659-4587-A948-C5CAF0B2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thermo...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1440ED-F2D8-42D1-A070-76C58A96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C6A676-D0AA-4A2D-B90F-0259C674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57289570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F2542B-3A7A-47AE-B3BB-C8778FF9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EA3CE0-A185-4E9C-95F3-DA2E75A9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755C3F-B809-4056-A192-4545C60D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783983-DBD3-4EE0-84FD-9C35EC95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1B89E7-7932-4500-B227-44378F27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B861A3-7664-41F5-9237-4B96E2D4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0838DD-4631-41FF-A580-A01A7C7C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A7D783-096C-4568-AE57-019A5A2F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4FBED9-781F-4F06-BD41-0512A9AB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16D921-FC4C-4C9A-A274-FB572B58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CB7EDC-A50E-4121-8FF2-4C91DED2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5AF7CD-26E4-40C8-9FFF-55D907AB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9B775A-C955-49E9-A502-1C5A6064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9799D3-5F05-47EF-8B26-F054CB97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474CDE-6D2B-4AC6-B3E1-7E63AB583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30038141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F372BE-6EEC-49E7-9067-8229E501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BE90F4-0F24-4492-8897-431C5047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5A64BC-3475-4222-84F1-9D68EEB6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6697EE-D560-47EE-A93F-C6E7715D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238D84-B845-4807-B155-570800CB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6CE7A2-D18C-46F2-B1EE-A66141E1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thermopile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74C7E7-5014-4522-A959-328AFD58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8798EA-BE3C-4D1A-9DC3-8A71C778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93BE43-A4C4-4998-BC42-50425F6E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F6373B-5DE5-4BE4-9D84-ADD3FCA1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4BB69E-C6C2-4B40-98A1-FD72070B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32227576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F06E3B-D852-4939-B157-DAC176FB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1F8DEF-D467-4BB2-A1C2-C617EF03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548B61-C4F6-453D-B1E8-B2E452A2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61CD7F-2701-4321-92EB-80B9481D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D57402-22FC-4CED-993A-2E898075F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20009F-968B-497B-9B6B-4A15E009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73271162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176EB3-23BD-4BFD-B85A-0EC64FB3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A46A4E-6209-40CB-AD3D-E4F2E599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45AE2E-0D92-438F-BC1E-FB62A638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A90844-D18E-4623-9F4A-627D30C2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AC39E3-55EA-4E46-9350-926A0F30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Thermoelectric: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materials: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devices: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Thermo: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current: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575973-A05A-44B5-B591-6E2A5FDF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36270488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82A029-3447-46C3-84E0-651004A6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30B8BD-30D2-4213-AA90-9738AB87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7DB445-1AF1-4E54-8CF2-8CE1E734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56CA64-8DF8-4258-B55B-6F24E21E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489148-1B8E-4397-88C3-3AE6912C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Physical setup: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Observable quantity: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Governing law: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Graph/equation: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Engineering meaning: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2357A8-9A8D-405F-B6FC-E0D1FCCA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56841774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D697E4-B945-4ED2-889A-BB2028412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F9CFD0-7250-4FAB-A718-DBE5EB03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D832D6-F76C-484E-BCCB-C4FF5866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49DA8E-770E-4304-BB61-BBD3D9AE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D05F2-933E-4B41-9156-02AD8B87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Memorizing the final formula without identifying what changes physically in the setup.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9E1B8F-3BB3-4F17-8EE4-E8A5CA5A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717896147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EA8C97-C20F-4606-97F8-9275DC8A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118C7F-5EC0-4581-B566-E1361DC4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DE5349-CD35-49F1-B694-16587776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32494F-F023-47FF-8163-E2C9F93F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2F4D21-E1FA-4081-9006-C0B43D4D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Thermoelectric materials and devices: Thermo emf and thermo current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Seeb eck effect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Peltier effect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Seeback and Peltier coefficients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figure of merit (Mention Expression)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F9968B-90BF-46EA-8767-1D22A914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DC51EF-32A6-4FDB-B79D-BD0C7F34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E291EE-7366-4129-A669-419B93D3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6160604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2026-08-24T16:03:11.5800000Z</dcterms:created>
  <dcterms:modified xsi:type="dcterms:W3CDTF">2026-08-24T16:03:11.5800000Z</dcterms:modified>
</coreProperties>
</file>