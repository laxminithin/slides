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ad769408fb2477b" /><Relationship Type="http://schemas.openxmlformats.org/officeDocument/2006/relationships/extended-properties" Target="/docProps/app.xml" Id="R46419c21e19c47aa" /><Relationship Type="http://schemas.openxmlformats.org/officeDocument/2006/relationships/officeDocument" Target="/ppt/presentation.xml" Id="Rf2bbc46b20b140f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5acb6ebbea44437"/>
  </p:sldMasterIdLst>
  <p:notesMasterIdLst>
    <p:notesMasterId xmlns:r="http://schemas.openxmlformats.org/officeDocument/2006/relationships" r:id="R31a92ac8e2d1435d"/>
  </p:notesMasterIdLst>
  <p:sldIdLst>
    <p:sldId xmlns:r="http://schemas.openxmlformats.org/officeDocument/2006/relationships" id="256" r:id="Rfefd082a2d254115"/>
    <p:sldId xmlns:r="http://schemas.openxmlformats.org/officeDocument/2006/relationships" id="257" r:id="R29c5eacd32c5418e"/>
    <p:sldId xmlns:r="http://schemas.openxmlformats.org/officeDocument/2006/relationships" id="258" r:id="Rb16a80980b24487f"/>
    <p:sldId xmlns:r="http://schemas.openxmlformats.org/officeDocument/2006/relationships" id="259" r:id="R013f661ec0c64290"/>
    <p:sldId xmlns:r="http://schemas.openxmlformats.org/officeDocument/2006/relationships" id="260" r:id="Re3252ae7a51a48af"/>
    <p:sldId xmlns:r="http://schemas.openxmlformats.org/officeDocument/2006/relationships" id="261" r:id="Rcf22151372034e9d"/>
    <p:sldId xmlns:r="http://schemas.openxmlformats.org/officeDocument/2006/relationships" id="262" r:id="R5756b0e5daa649f0"/>
    <p:sldId xmlns:r="http://schemas.openxmlformats.org/officeDocument/2006/relationships" id="263" r:id="Re86ddc6076d846be"/>
    <p:sldId xmlns:r="http://schemas.openxmlformats.org/officeDocument/2006/relationships" id="264" r:id="Re42bd2fa3b084d61"/>
    <p:sldId xmlns:r="http://schemas.openxmlformats.org/officeDocument/2006/relationships" id="265" r:id="R598a821483734cff"/>
    <p:sldId xmlns:r="http://schemas.openxmlformats.org/officeDocument/2006/relationships" id="266" r:id="R16253289004d4f84"/>
    <p:sldId xmlns:r="http://schemas.openxmlformats.org/officeDocument/2006/relationships" id="267" r:id="R7496addc949c48a4"/>
    <p:sldId xmlns:r="http://schemas.openxmlformats.org/officeDocument/2006/relationships" id="268" r:id="Rd1edb5f8a0154ba7"/>
    <p:sldId xmlns:r="http://schemas.openxmlformats.org/officeDocument/2006/relationships" id="269" r:id="R2b20cbaf7f4a4b6b"/>
    <p:sldId xmlns:r="http://schemas.openxmlformats.org/officeDocument/2006/relationships" id="270" r:id="R8a673ca9f8e84cd4"/>
    <p:sldId xmlns:r="http://schemas.openxmlformats.org/officeDocument/2006/relationships" id="271" r:id="R28c8d740245d477b"/>
    <p:sldId xmlns:r="http://schemas.openxmlformats.org/officeDocument/2006/relationships" id="272" r:id="R330967ed214f4cfe"/>
    <p:sldId xmlns:r="http://schemas.openxmlformats.org/officeDocument/2006/relationships" id="273" r:id="R9ee3fc60241743f1"/>
    <p:sldId xmlns:r="http://schemas.openxmlformats.org/officeDocument/2006/relationships" id="274" r:id="R476db4dfdf064e0d"/>
    <p:sldId xmlns:r="http://schemas.openxmlformats.org/officeDocument/2006/relationships" id="275" r:id="R257593572ef74dc7"/>
    <p:sldId xmlns:r="http://schemas.openxmlformats.org/officeDocument/2006/relationships" id="276" r:id="R0a161cf6857a4d8c"/>
    <p:sldId xmlns:r="http://schemas.openxmlformats.org/officeDocument/2006/relationships" id="277" r:id="R8848adcec56348e3"/>
    <p:sldId xmlns:r="http://schemas.openxmlformats.org/officeDocument/2006/relationships" id="278" r:id="Rb8adaa476fca4079"/>
    <p:sldId xmlns:r="http://schemas.openxmlformats.org/officeDocument/2006/relationships" id="279" r:id="R0e5784d551364984"/>
    <p:sldId xmlns:r="http://schemas.openxmlformats.org/officeDocument/2006/relationships" id="280" r:id="Rde00f1eef3bd4e6e"/>
    <p:sldId xmlns:r="http://schemas.openxmlformats.org/officeDocument/2006/relationships" id="281" r:id="Rf459a9143d694b2f"/>
    <p:sldId xmlns:r="http://schemas.openxmlformats.org/officeDocument/2006/relationships" id="282" r:id="R7ea4a9b24c544eda"/>
    <p:sldId xmlns:r="http://schemas.openxmlformats.org/officeDocument/2006/relationships" id="283" r:id="R239890dac4494aa2"/>
    <p:sldId xmlns:r="http://schemas.openxmlformats.org/officeDocument/2006/relationships" id="284" r:id="R9e6420fb213440de"/>
    <p:sldId xmlns:r="http://schemas.openxmlformats.org/officeDocument/2006/relationships" id="285" r:id="R6c0a9ec5a5ac470e"/>
    <p:sldId xmlns:r="http://schemas.openxmlformats.org/officeDocument/2006/relationships" id="286" r:id="Rf9f4cf738fa049ab"/>
    <p:sldId xmlns:r="http://schemas.openxmlformats.org/officeDocument/2006/relationships" id="287" r:id="R7d651807a06e4f53"/>
    <p:sldId xmlns:r="http://schemas.openxmlformats.org/officeDocument/2006/relationships" id="288" r:id="R26aa819b9fbf4d24"/>
    <p:sldId xmlns:r="http://schemas.openxmlformats.org/officeDocument/2006/relationships" id="289" r:id="Re4a7871d29954226"/>
    <p:sldId xmlns:r="http://schemas.openxmlformats.org/officeDocument/2006/relationships" id="290" r:id="R5858cea4a8cc4b03"/>
    <p:sldId xmlns:r="http://schemas.openxmlformats.org/officeDocument/2006/relationships" id="291" r:id="R47424cba8fdb42d5"/>
    <p:sldId xmlns:r="http://schemas.openxmlformats.org/officeDocument/2006/relationships" id="292" r:id="R8da2fbd2c546496e"/>
    <p:sldId xmlns:r="http://schemas.openxmlformats.org/officeDocument/2006/relationships" id="293" r:id="Rb7ef81f7366f4b5f"/>
    <p:sldId xmlns:r="http://schemas.openxmlformats.org/officeDocument/2006/relationships" id="294" r:id="R649cab4441a642b3"/>
    <p:sldId xmlns:r="http://schemas.openxmlformats.org/officeDocument/2006/relationships" id="295" r:id="R11a08a55b97b4ba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38e276a362d48f5" /><Relationship Type="http://schemas.openxmlformats.org/officeDocument/2006/relationships/slideMaster" Target="/ppt/slideMasters/slideMaster1.xml" Id="R15acb6ebbea44437" /><Relationship Type="http://schemas.openxmlformats.org/officeDocument/2006/relationships/notesMaster" Target="/ppt/notesMasters/notesMaster1.xml" Id="R31a92ac8e2d1435d" /><Relationship Type="http://schemas.openxmlformats.org/officeDocument/2006/relationships/presProps" Target="/ppt/presProps.xml" Id="Rff1e851ead4f4001" /><Relationship Type="http://schemas.openxmlformats.org/officeDocument/2006/relationships/tableStyles" Target="/ppt/tableStyles.xml" Id="Rf8e9756727d54d81" /><Relationship Type="http://schemas.openxmlformats.org/officeDocument/2006/relationships/slide" Target="/ppt/slides/slide1.xml" Id="Rfefd082a2d254115" /><Relationship Type="http://schemas.openxmlformats.org/officeDocument/2006/relationships/slide" Target="/ppt/slides/slide2.xml" Id="R29c5eacd32c5418e" /><Relationship Type="http://schemas.openxmlformats.org/officeDocument/2006/relationships/slide" Target="/ppt/slides/slide3.xml" Id="Rb16a80980b24487f" /><Relationship Type="http://schemas.openxmlformats.org/officeDocument/2006/relationships/slide" Target="/ppt/slides/slide4.xml" Id="R013f661ec0c64290" /><Relationship Type="http://schemas.openxmlformats.org/officeDocument/2006/relationships/slide" Target="/ppt/slides/slide5.xml" Id="Re3252ae7a51a48af" /><Relationship Type="http://schemas.openxmlformats.org/officeDocument/2006/relationships/slide" Target="/ppt/slides/slide6.xml" Id="Rcf22151372034e9d" /><Relationship Type="http://schemas.openxmlformats.org/officeDocument/2006/relationships/slide" Target="/ppt/slides/slide7.xml" Id="R5756b0e5daa649f0" /><Relationship Type="http://schemas.openxmlformats.org/officeDocument/2006/relationships/slide" Target="/ppt/slides/slide8.xml" Id="Re86ddc6076d846be" /><Relationship Type="http://schemas.openxmlformats.org/officeDocument/2006/relationships/slide" Target="/ppt/slides/slide9.xml" Id="Re42bd2fa3b084d61" /><Relationship Type="http://schemas.openxmlformats.org/officeDocument/2006/relationships/slide" Target="/ppt/slides/slide10.xml" Id="R598a821483734cff" /><Relationship Type="http://schemas.openxmlformats.org/officeDocument/2006/relationships/slide" Target="/ppt/slides/slide11.xml" Id="R16253289004d4f84" /><Relationship Type="http://schemas.openxmlformats.org/officeDocument/2006/relationships/slide" Target="/ppt/slides/slide12.xml" Id="R7496addc949c48a4" /><Relationship Type="http://schemas.openxmlformats.org/officeDocument/2006/relationships/slide" Target="/ppt/slides/slide13.xml" Id="Rd1edb5f8a0154ba7" /><Relationship Type="http://schemas.openxmlformats.org/officeDocument/2006/relationships/slide" Target="/ppt/slides/slide14.xml" Id="R2b20cbaf7f4a4b6b" /><Relationship Type="http://schemas.openxmlformats.org/officeDocument/2006/relationships/slide" Target="/ppt/slides/slide15.xml" Id="R8a673ca9f8e84cd4" /><Relationship Type="http://schemas.openxmlformats.org/officeDocument/2006/relationships/slide" Target="/ppt/slides/slide16.xml" Id="R28c8d740245d477b" /><Relationship Type="http://schemas.openxmlformats.org/officeDocument/2006/relationships/slide" Target="/ppt/slides/slide17.xml" Id="R330967ed214f4cfe" /><Relationship Type="http://schemas.openxmlformats.org/officeDocument/2006/relationships/slide" Target="/ppt/slides/slide18.xml" Id="R9ee3fc60241743f1" /><Relationship Type="http://schemas.openxmlformats.org/officeDocument/2006/relationships/slide" Target="/ppt/slides/slide19.xml" Id="R476db4dfdf064e0d" /><Relationship Type="http://schemas.openxmlformats.org/officeDocument/2006/relationships/slide" Target="/ppt/slides/slide20.xml" Id="R257593572ef74dc7" /><Relationship Type="http://schemas.openxmlformats.org/officeDocument/2006/relationships/slide" Target="/ppt/slides/slide21.xml" Id="R0a161cf6857a4d8c" /><Relationship Type="http://schemas.openxmlformats.org/officeDocument/2006/relationships/slide" Target="/ppt/slides/slide22.xml" Id="R8848adcec56348e3" /><Relationship Type="http://schemas.openxmlformats.org/officeDocument/2006/relationships/slide" Target="/ppt/slides/slide23.xml" Id="Rb8adaa476fca4079" /><Relationship Type="http://schemas.openxmlformats.org/officeDocument/2006/relationships/slide" Target="/ppt/slides/slide24.xml" Id="R0e5784d551364984" /><Relationship Type="http://schemas.openxmlformats.org/officeDocument/2006/relationships/slide" Target="/ppt/slides/slide25.xml" Id="Rde00f1eef3bd4e6e" /><Relationship Type="http://schemas.openxmlformats.org/officeDocument/2006/relationships/slide" Target="/ppt/slides/slide26.xml" Id="Rf459a9143d694b2f" /><Relationship Type="http://schemas.openxmlformats.org/officeDocument/2006/relationships/slide" Target="/ppt/slides/slide27.xml" Id="R7ea4a9b24c544eda" /><Relationship Type="http://schemas.openxmlformats.org/officeDocument/2006/relationships/slide" Target="/ppt/slides/slide28.xml" Id="R239890dac4494aa2" /><Relationship Type="http://schemas.openxmlformats.org/officeDocument/2006/relationships/slide" Target="/ppt/slides/slide29.xml" Id="R9e6420fb213440de" /><Relationship Type="http://schemas.openxmlformats.org/officeDocument/2006/relationships/slide" Target="/ppt/slides/slide30.xml" Id="R6c0a9ec5a5ac470e" /><Relationship Type="http://schemas.openxmlformats.org/officeDocument/2006/relationships/slide" Target="/ppt/slides/slide31.xml" Id="Rf9f4cf738fa049ab" /><Relationship Type="http://schemas.openxmlformats.org/officeDocument/2006/relationships/slide" Target="/ppt/slides/slide32.xml" Id="R7d651807a06e4f53" /><Relationship Type="http://schemas.openxmlformats.org/officeDocument/2006/relationships/slide" Target="/ppt/slides/slide33.xml" Id="R26aa819b9fbf4d24" /><Relationship Type="http://schemas.openxmlformats.org/officeDocument/2006/relationships/slide" Target="/ppt/slides/slide34.xml" Id="Re4a7871d29954226" /><Relationship Type="http://schemas.openxmlformats.org/officeDocument/2006/relationships/slide" Target="/ppt/slides/slide35.xml" Id="R5858cea4a8cc4b03" /><Relationship Type="http://schemas.openxmlformats.org/officeDocument/2006/relationships/slide" Target="/ppt/slides/slide36.xml" Id="R47424cba8fdb42d5" /><Relationship Type="http://schemas.openxmlformats.org/officeDocument/2006/relationships/slide" Target="/ppt/slides/slide37.xml" Id="R8da2fbd2c546496e" /><Relationship Type="http://schemas.openxmlformats.org/officeDocument/2006/relationships/slide" Target="/ppt/slides/slide38.xml" Id="Rb7ef81f7366f4b5f" /><Relationship Type="http://schemas.openxmlformats.org/officeDocument/2006/relationships/slide" Target="/ppt/slides/slide39.xml" Id="R649cab4441a642b3" /><Relationship Type="http://schemas.openxmlformats.org/officeDocument/2006/relationships/slide" Target="/ppt/slides/slide40.xml" Id="R11a08a55b97b4ba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d313e41fd5f455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262d70c65c24bd3" /><Relationship Type="http://schemas.openxmlformats.org/officeDocument/2006/relationships/notesMaster" Target="/ppt/notesMasters/notesMaster1.xml" Id="Rf1c87bfedfae432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9f19e304a384ab9" /><Relationship Type="http://schemas.openxmlformats.org/officeDocument/2006/relationships/notesMaster" Target="/ppt/notesMasters/notesMaster1.xml" Id="R221524960446425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c7e7c0ddfd14622" /><Relationship Type="http://schemas.openxmlformats.org/officeDocument/2006/relationships/notesMaster" Target="/ppt/notesMasters/notesMaster1.xml" Id="Rcb4595da6f90492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c58145303a14884" /><Relationship Type="http://schemas.openxmlformats.org/officeDocument/2006/relationships/notesMaster" Target="/ppt/notesMasters/notesMaster1.xml" Id="R8440a4093997420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572845f9c5f4fa7" /><Relationship Type="http://schemas.openxmlformats.org/officeDocument/2006/relationships/notesMaster" Target="/ppt/notesMasters/notesMaster1.xml" Id="Ra4431118a9324ed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d3a6e725994429d" /><Relationship Type="http://schemas.openxmlformats.org/officeDocument/2006/relationships/notesMaster" Target="/ppt/notesMasters/notesMaster1.xml" Id="R265ec65662ee41e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e357692e9144663" /><Relationship Type="http://schemas.openxmlformats.org/officeDocument/2006/relationships/notesMaster" Target="/ppt/notesMasters/notesMaster1.xml" Id="R901c11ba3b3e4e0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1333a3305094141" /><Relationship Type="http://schemas.openxmlformats.org/officeDocument/2006/relationships/notesMaster" Target="/ppt/notesMasters/notesMaster1.xml" Id="R80cde2443bcd474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e7649aa7f854e32" /><Relationship Type="http://schemas.openxmlformats.org/officeDocument/2006/relationships/notesMaster" Target="/ppt/notesMasters/notesMaster1.xml" Id="Rb9ca03680b454d5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1e0358cc9584d3a" /><Relationship Type="http://schemas.openxmlformats.org/officeDocument/2006/relationships/notesMaster" Target="/ppt/notesMasters/notesMaster1.xml" Id="Reccc9639b6134a7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cbebd71c79547d8" /><Relationship Type="http://schemas.openxmlformats.org/officeDocument/2006/relationships/notesMaster" Target="/ppt/notesMasters/notesMaster1.xml" Id="R09d78c4058d642d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6eb062b7dc544b5" /><Relationship Type="http://schemas.openxmlformats.org/officeDocument/2006/relationships/notesMaster" Target="/ppt/notesMasters/notesMaster1.xml" Id="R38f41977156f43d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3a5272e63164d26" /><Relationship Type="http://schemas.openxmlformats.org/officeDocument/2006/relationships/notesMaster" Target="/ppt/notesMasters/notesMaster1.xml" Id="R1c6e749e0fef4d4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d6a4e9c3af54dba" /><Relationship Type="http://schemas.openxmlformats.org/officeDocument/2006/relationships/notesMaster" Target="/ppt/notesMasters/notesMaster1.xml" Id="R79da75e79fa3444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56473c37a2f4ec8" /><Relationship Type="http://schemas.openxmlformats.org/officeDocument/2006/relationships/notesMaster" Target="/ppt/notesMasters/notesMaster1.xml" Id="R3c411786126a43f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86ff2d540c84aae" /><Relationship Type="http://schemas.openxmlformats.org/officeDocument/2006/relationships/notesMaster" Target="/ppt/notesMasters/notesMaster1.xml" Id="Rffee5e14a7a3483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625f56fab6a401b" /><Relationship Type="http://schemas.openxmlformats.org/officeDocument/2006/relationships/notesMaster" Target="/ppt/notesMasters/notesMaster1.xml" Id="Rd4c59a89b8e646c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f45125bea4d4300" /><Relationship Type="http://schemas.openxmlformats.org/officeDocument/2006/relationships/notesMaster" Target="/ppt/notesMasters/notesMaster1.xml" Id="R97af3683a8374f5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3cf30f889eb481f" /><Relationship Type="http://schemas.openxmlformats.org/officeDocument/2006/relationships/notesMaster" Target="/ppt/notesMasters/notesMaster1.xml" Id="Refa6f51e3f174b4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fc0edc832264f00" /><Relationship Type="http://schemas.openxmlformats.org/officeDocument/2006/relationships/notesMaster" Target="/ppt/notesMasters/notesMaster1.xml" Id="Rdc071211fb81494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d9d2cc23eda474a" /><Relationship Type="http://schemas.openxmlformats.org/officeDocument/2006/relationships/notesMaster" Target="/ppt/notesMasters/notesMaster1.xml" Id="R726f676ce8ee46c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1009819a8274a17" /><Relationship Type="http://schemas.openxmlformats.org/officeDocument/2006/relationships/notesMaster" Target="/ppt/notesMasters/notesMaster1.xml" Id="Rc37698d552f74ef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cd02f72b2e7474c" /><Relationship Type="http://schemas.openxmlformats.org/officeDocument/2006/relationships/notesMaster" Target="/ppt/notesMasters/notesMaster1.xml" Id="R951dca5c54e54c7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bb6761d31014fe4" /><Relationship Type="http://schemas.openxmlformats.org/officeDocument/2006/relationships/notesMaster" Target="/ppt/notesMasters/notesMaster1.xml" Id="Re1fdb1a1e9d84bb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d5ff67a5b3d48a0" /><Relationship Type="http://schemas.openxmlformats.org/officeDocument/2006/relationships/notesMaster" Target="/ppt/notesMasters/notesMaster1.xml" Id="R23fc66bdf80142e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467c0f490bf46e5" /><Relationship Type="http://schemas.openxmlformats.org/officeDocument/2006/relationships/notesMaster" Target="/ppt/notesMasters/notesMaster1.xml" Id="Rd07817786be548b4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9b0495a1620410d" /><Relationship Type="http://schemas.openxmlformats.org/officeDocument/2006/relationships/notesMaster" Target="/ppt/notesMasters/notesMaster1.xml" Id="Re24c4f7ee52c43b1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dd5125dd52bd46e2" /><Relationship Type="http://schemas.openxmlformats.org/officeDocument/2006/relationships/notesMaster" Target="/ppt/notesMasters/notesMaster1.xml" Id="R39b7d0dd66284e55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ba3624f2022244f5" /><Relationship Type="http://schemas.openxmlformats.org/officeDocument/2006/relationships/notesMaster" Target="/ppt/notesMasters/notesMaster1.xml" Id="R6ae446e7836842f9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fd69c9f3f43e4d2b" /><Relationship Type="http://schemas.openxmlformats.org/officeDocument/2006/relationships/notesMaster" Target="/ppt/notesMasters/notesMaster1.xml" Id="R0f899aae62e64273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a2db22844be14ecd" /><Relationship Type="http://schemas.openxmlformats.org/officeDocument/2006/relationships/notesMaster" Target="/ppt/notesMasters/notesMaster1.xml" Id="R1b51973cb75b4d0a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09f54df7fbb74e95" /><Relationship Type="http://schemas.openxmlformats.org/officeDocument/2006/relationships/notesMaster" Target="/ppt/notesMasters/notesMaster1.xml" Id="R31f08911033b41c1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8a0038927f414fea" /><Relationship Type="http://schemas.openxmlformats.org/officeDocument/2006/relationships/notesMaster" Target="/ppt/notesMasters/notesMaster1.xml" Id="R567ebe01af674487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63b1fbb15e0144f3" /><Relationship Type="http://schemas.openxmlformats.org/officeDocument/2006/relationships/notesMaster" Target="/ppt/notesMasters/notesMaster1.xml" Id="R146cfa20f0824a77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125c324418364643" /><Relationship Type="http://schemas.openxmlformats.org/officeDocument/2006/relationships/notesMaster" Target="/ppt/notesMasters/notesMaster1.xml" Id="R9953975bbb56497f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4b4861c89fb04290" /><Relationship Type="http://schemas.openxmlformats.org/officeDocument/2006/relationships/notesMaster" Target="/ppt/notesMasters/notesMaster1.xml" Id="R708190147d444bb9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4945fb69dd1e405a" /><Relationship Type="http://schemas.openxmlformats.org/officeDocument/2006/relationships/notesMaster" Target="/ppt/notesMasters/notesMaster1.xml" Id="R765f0a1bbdfd4ebf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d309cc3b1b314ad2" /><Relationship Type="http://schemas.openxmlformats.org/officeDocument/2006/relationships/notesMaster" Target="/ppt/notesMasters/notesMaster1.xml" Id="Rf1fcb2dddbd44b7c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37396a1b29fe4341" /><Relationship Type="http://schemas.openxmlformats.org/officeDocument/2006/relationships/notesMaster" Target="/ppt/notesMasters/notesMaster1.xml" Id="R6b92552ad8b74fa4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332be2b8ba5241ae" /><Relationship Type="http://schemas.openxmlformats.org/officeDocument/2006/relationships/notesMaster" Target="/ppt/notesMasters/notesMaster1.xml" Id="R871081451fbf471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669407a14c41d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1770a0ff74d48c9" /><Relationship Type="http://schemas.openxmlformats.org/officeDocument/2006/relationships/slideLayout" Target="/ppt/slideLayouts/slideLayout1.xml" Id="R35e6e6ae388d4f4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e6e6ae388d4f4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2c3b7d1c174ba3" /><Relationship Type="http://schemas.openxmlformats.org/officeDocument/2006/relationships/notesSlide" Target="/ppt/notesSlides/notesSlide1.xml" Id="R8c8a41797cf440d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3cb433e0fa4a22" /><Relationship Type="http://schemas.openxmlformats.org/officeDocument/2006/relationships/notesSlide" Target="/ppt/notesSlides/notesSlide2.xml" Id="Rf3bd268a25aa430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1e597a4411440f" /><Relationship Type="http://schemas.openxmlformats.org/officeDocument/2006/relationships/notesSlide" Target="/ppt/notesSlides/notesSlide3.xml" Id="Rea1ebaa94cf44e1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bfcf61888a4cda" /><Relationship Type="http://schemas.openxmlformats.org/officeDocument/2006/relationships/notesSlide" Target="/ppt/notesSlides/notesSlide4.xml" Id="Rccea9c5e7af64e9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af94f0a9624526" /><Relationship Type="http://schemas.openxmlformats.org/officeDocument/2006/relationships/notesSlide" Target="/ppt/notesSlides/notesSlide5.xml" Id="R9e2436a610f04d9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038a7a435346c5" /><Relationship Type="http://schemas.openxmlformats.org/officeDocument/2006/relationships/notesSlide" Target="/ppt/notesSlides/notesSlide6.xml" Id="Rb23e2e9b1d9641c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7cd067cefe4ec4" /><Relationship Type="http://schemas.openxmlformats.org/officeDocument/2006/relationships/notesSlide" Target="/ppt/notesSlides/notesSlide7.xml" Id="R6027c8fab2fe43d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00b1df03cd470f" /><Relationship Type="http://schemas.openxmlformats.org/officeDocument/2006/relationships/notesSlide" Target="/ppt/notesSlides/notesSlide8.xml" Id="Rcf179565dcf3408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c176f6aade40c8" /><Relationship Type="http://schemas.openxmlformats.org/officeDocument/2006/relationships/notesSlide" Target="/ppt/notesSlides/notesSlide9.xml" Id="R840df192dd25494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53bf3cdddb4287" /><Relationship Type="http://schemas.openxmlformats.org/officeDocument/2006/relationships/notesSlide" Target="/ppt/notesSlides/notesSlide10.xml" Id="R0ee3b3098a6c4a2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36ab0298474e4d" /><Relationship Type="http://schemas.openxmlformats.org/officeDocument/2006/relationships/notesSlide" Target="/ppt/notesSlides/notesSlide11.xml" Id="R79463ae133df48a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36ccd5180c49d8" /><Relationship Type="http://schemas.openxmlformats.org/officeDocument/2006/relationships/notesSlide" Target="/ppt/notesSlides/notesSlide12.xml" Id="R2152f365436a4fb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800006009a4701" /><Relationship Type="http://schemas.openxmlformats.org/officeDocument/2006/relationships/notesSlide" Target="/ppt/notesSlides/notesSlide13.xml" Id="R5352abe3d2df4e1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ffc397b3274439" /><Relationship Type="http://schemas.openxmlformats.org/officeDocument/2006/relationships/notesSlide" Target="/ppt/notesSlides/notesSlide14.xml" Id="R8e523c12d1ca483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a54761158e4fb6" /><Relationship Type="http://schemas.openxmlformats.org/officeDocument/2006/relationships/notesSlide" Target="/ppt/notesSlides/notesSlide15.xml" Id="R4c10670657374b7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9a3d5f79c24c9a" /><Relationship Type="http://schemas.openxmlformats.org/officeDocument/2006/relationships/notesSlide" Target="/ppt/notesSlides/notesSlide16.xml" Id="R2fcfdd7a3b8746f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77f37c1bc3469c" /><Relationship Type="http://schemas.openxmlformats.org/officeDocument/2006/relationships/notesSlide" Target="/ppt/notesSlides/notesSlide17.xml" Id="Rff99514433994e4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7a77f9faec4a1d" /><Relationship Type="http://schemas.openxmlformats.org/officeDocument/2006/relationships/notesSlide" Target="/ppt/notesSlides/notesSlide18.xml" Id="R1a3d569ba9b84d6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a675453c4f4e8b" /><Relationship Type="http://schemas.openxmlformats.org/officeDocument/2006/relationships/notesSlide" Target="/ppt/notesSlides/notesSlide19.xml" Id="R1a1d8c217394475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1d62b57d3e4e63" /><Relationship Type="http://schemas.openxmlformats.org/officeDocument/2006/relationships/notesSlide" Target="/ppt/notesSlides/notesSlide20.xml" Id="R09328c44b641471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99232354d74032" /><Relationship Type="http://schemas.openxmlformats.org/officeDocument/2006/relationships/notesSlide" Target="/ppt/notesSlides/notesSlide21.xml" Id="R9b8e59e33705450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9a81add9cd45cf" /><Relationship Type="http://schemas.openxmlformats.org/officeDocument/2006/relationships/notesSlide" Target="/ppt/notesSlides/notesSlide22.xml" Id="Re62f6d17271d46c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124782ec8941dd" /><Relationship Type="http://schemas.openxmlformats.org/officeDocument/2006/relationships/notesSlide" Target="/ppt/notesSlides/notesSlide23.xml" Id="Rf928dde7620745f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e378e87e674284" /><Relationship Type="http://schemas.openxmlformats.org/officeDocument/2006/relationships/notesSlide" Target="/ppt/notesSlides/notesSlide24.xml" Id="R73d6c312f92945a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e5d492aae044a2" /><Relationship Type="http://schemas.openxmlformats.org/officeDocument/2006/relationships/notesSlide" Target="/ppt/notesSlides/notesSlide25.xml" Id="Re3357d3901b647b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a177ee444e4ac7" /><Relationship Type="http://schemas.openxmlformats.org/officeDocument/2006/relationships/notesSlide" Target="/ppt/notesSlides/notesSlide26.xml" Id="R5ac2cb7a889441f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22e49f6eaa48ab" /><Relationship Type="http://schemas.openxmlformats.org/officeDocument/2006/relationships/notesSlide" Target="/ppt/notesSlides/notesSlide27.xml" Id="R30548eef52b840d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b63357f5634ee9" /><Relationship Type="http://schemas.openxmlformats.org/officeDocument/2006/relationships/notesSlide" Target="/ppt/notesSlides/notesSlide28.xml" Id="Re5394df114984db3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dc6bf811ce4871" /><Relationship Type="http://schemas.openxmlformats.org/officeDocument/2006/relationships/notesSlide" Target="/ppt/notesSlides/notesSlide29.xml" Id="Rf5b7d2b17c1e45f5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69d7a94e954961" /><Relationship Type="http://schemas.openxmlformats.org/officeDocument/2006/relationships/notesSlide" Target="/ppt/notesSlides/notesSlide30.xml" Id="R4813b962a5004102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a029438a374bd4" /><Relationship Type="http://schemas.openxmlformats.org/officeDocument/2006/relationships/notesSlide" Target="/ppt/notesSlides/notesSlide31.xml" Id="Rd04a5eebd3ad487a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d6b85ffae34d45" /><Relationship Type="http://schemas.openxmlformats.org/officeDocument/2006/relationships/notesSlide" Target="/ppt/notesSlides/notesSlide32.xml" Id="R5d62e1f3242d4e1c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f534831d7242f3" /><Relationship Type="http://schemas.openxmlformats.org/officeDocument/2006/relationships/notesSlide" Target="/ppt/notesSlides/notesSlide33.xml" Id="Re757c676df0043d7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884145918c4373" /><Relationship Type="http://schemas.openxmlformats.org/officeDocument/2006/relationships/notesSlide" Target="/ppt/notesSlides/notesSlide34.xml" Id="R20820e4a72f54291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ed36f8d28041a0" /><Relationship Type="http://schemas.openxmlformats.org/officeDocument/2006/relationships/notesSlide" Target="/ppt/notesSlides/notesSlide35.xml" Id="Rd7362a080a3342e1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21e8e6e1f04079" /><Relationship Type="http://schemas.openxmlformats.org/officeDocument/2006/relationships/notesSlide" Target="/ppt/notesSlides/notesSlide36.xml" Id="Rfa05669de8c64253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4337905a8c4b5c" /><Relationship Type="http://schemas.openxmlformats.org/officeDocument/2006/relationships/notesSlide" Target="/ppt/notesSlides/notesSlide37.xml" Id="R9974b04127224cf8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455fb7893844b6" /><Relationship Type="http://schemas.openxmlformats.org/officeDocument/2006/relationships/notesSlide" Target="/ppt/notesSlides/notesSlide38.xml" Id="R7697c1bb12f24d71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bb69ec1bf9440d" /><Relationship Type="http://schemas.openxmlformats.org/officeDocument/2006/relationships/notesSlide" Target="/ppt/notesSlides/notesSlide39.xml" Id="Ra2f43a8b18af4875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e3d4f4fe63467f" /><Relationship Type="http://schemas.openxmlformats.org/officeDocument/2006/relationships/notesSlide" Target="/ppt/notesSlides/notesSlide40.xml" Id="R0be238c9e8b74ce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7327C4-D99A-408F-A2DE-E88DBA064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100DC5-F120-4DAF-AB76-0C8E1AACC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Oscillations: Simple harmonic motion (SHM), Differential equation for SHM, Spri ngs: Stiffness factor and its physical 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8D4606-7F2E-4700-B309-5523FF22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PHYSICS OF MATERIALS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1BPHYM102/202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C0B25A-031A-4EAC-8874-79115C74F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211D88-4996-46D3-A1EB-D8BEC6633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63ECDA-31A9-4595-BD03-220309E8A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849740-865A-4540-BA8F-CB0B3C390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6952E3-B2A0-4E1E-8137-BED8D4968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B9150D-D7D6-401F-9440-3713DFF4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D8F8B7-D157-4547-8B78-2196FFBE4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C8256F-FF08-42B6-A923-F85C218E0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68951E-18A8-4D34-B1C3-A0D9BBFF0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A33ECC-2AEE-438B-B10E-3A287D3C4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13853853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1CD270-1CD7-4DCC-80D8-72025871F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4B393F-98B2-4DFC-B622-4624057AF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B4DD39-6F13-4C39-95E5-E7B924047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C1ACC6-ADF2-47FC-B55C-79065F751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E05B28-9F40-4AD8-AE7E-035CB2E24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346125-DA10-4249-98AB-F36C3FB9D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82D642-4395-4DFF-BDEE-FFBB889B1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5E2361-41D9-4471-9E1D-B5AB84CB7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1AA08C-0FF7-4D4B-85E6-E1E064F9E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E28832-BA61-4474-9818-FCF0ACEC6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208DD3-37E8-4268-99F3-E47CA2C3B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FE2217-BF1C-4D6F-8D47-207FC8508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D8FED4-B293-4596-94BF-B98151A8F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CDB1C8-A2E8-478C-A55F-3ED1740BD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F52105-E706-4FF7-BF33-236D00989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19496382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9A99F5-9468-499B-920E-06547CE4F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B2E3D8-694D-4685-9E29-B0F5A5D4A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0DB49E-7954-4938-B1A2-750E01142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8A62E9-7A4D-45E4-BEEC-C563F6A32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B3D918-556E-4968-9941-FB83BADB3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D5CA71-FC24-4C0E-8DBC-3EE2E9ED0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30D7A6-B67D-47F8-806A-FF252570B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61F0F8-9A56-4747-9F49-1A1A88F73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DB0D2C-4DFC-49F2-8994-6FE56A85A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Oscillations: Simple harmonic motion (SHM), Differential...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8CCEB5-97A5-4701-A606-C8A977BA4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6CDD6A-AA8C-4DA3-9B48-534A59BA9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8FAAF8-7DF9-4455-A72D-910656339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Spri ngs: Stiffness factor and its physical significance,...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A97502-89E7-4175-9F8B-4B144D847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DCCBC8-469D-4FC8-B4EF-076B20AAA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79609B-09BF-46BD-86B1-1AB202142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Theory of damped oscillations (Qualitative), Types of dam...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C15CDB-1D34-4E92-9408-B52695459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D77DAC-6E4F-4E9F-8D75-A05667967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B3AB4B-E7D7-4C74-A623-DFD18070C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Engineering applications of damped oscillations, Theory o...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C1E22C-B964-49E9-9258-53A15EED7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41866E-F136-4873-AA49-16888F34B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8DC087-0AEC-47F2-904E-CA470057D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Book : 1(Forced Oscillation)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78EFE5-EFDC-48EE-B9B3-AB438CC90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969152-13CE-4B12-9F83-B5B77BCF3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10392699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787C26-F52E-45D2-A4D5-3D41C9E69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63E9A7-1821-4705-B1AE-F2AD199F6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DE1742-7573-4316-A445-8FE82713F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DD4CA6-6C87-4D74-9A15-BD4D795AC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121CCB-177A-4BAA-8A20-A3224A0BD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584C9B-A5A3-4576-8599-54394F768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B69D2A-1476-43E9-AA42-0C17E8307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8C1A18-3209-4D40-8043-4C3BE5212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Oscillations: Simple harmonic motion (SHM), Differential....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1BC203-8168-4C59-A8F0-B5EBAE15A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96433B-249E-4EA9-BFA9-B541391DD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54D567-680A-4573-843C-E0D327273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Spri ngs: Stiffness factor and its physical significance,...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5FB91C-A7CB-4048-8EBA-ED739CA99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79AF97-3954-43D2-B469-45E584A0A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68E3D6-0A31-4C14-A76C-F34CE4771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Theory of damped oscillations (Qualitative), Types of dam...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F2EFB3-FA1A-4BF1-8B31-BF4FC674B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9945B2-563D-4142-B090-84A2373D3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2EE661-1976-4813-98C4-5C0CB8A7B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Engineering applications of damped oscillations, Theory o...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D6846A-461A-49E3-8517-4024A83C4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6CBC26-CC4A-42A8-953E-A10F921AB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AB5741-1371-462B-B999-1511B53B7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Book : 1(Forced Oscillation)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732C64-43B5-4DAE-81AD-E0922767E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74ED28-36F1-4BE9-B21A-3BC31B4BB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23E53E-C60C-4F44-9729-EB2167BF0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338164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ADB877-5B91-4841-BB87-7FBA1CB7C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CB9C03-0923-4098-AAC1-088EDD98D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6E86C3-EA09-43C1-B47A-AF58875E7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71D01A-C031-4D85-8F35-54A5E2546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691B5C-0D9D-4662-952B-C7C9D1909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Oscillations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4F6C48-266B-4067-A00F-5348479E2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harmonic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1C4FAF-913C-40DB-83AA-22BF17213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motion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FACB9C-96BC-475C-BE25-C054F52F7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SHM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C4BFCB-D37F-4FEC-9B07-637696641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Differential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BBBCE5-F3BB-4D60-9A32-EEBDC406E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equation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CA029C-4610-4F60-A3AE-93255B429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Spri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05485F-218D-4DDD-9105-7629D5F7F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Stiffness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31C4F0-542A-4988-95C4-89ECAA23E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factor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69348E-5337-41B2-A12B-9DC7CF7D4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physical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5821B8-B5D0-4408-8C08-20E1FAFF3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950E77-59C7-4EC4-A091-CC4951DA9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2189425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384D0F-839A-4A95-BEF7-42A9AFF0C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4365E7-1BD2-4AB3-B591-927BFBAE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8B280B-23A7-4096-82AB-2954EEF0F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F4DCA1-6123-498D-BAC2-280BF8737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A48023-763F-4D9A-9C00-2D04DFE7D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Oscillations: Simple harmonic motion (SHM), Differential equation for SHM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EC8E1F-1697-4B26-A11B-4BF56F243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Oscillations: Simple harmonic motion (SHM...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7E5F1A-DA60-4DD8-B49F-9F4E8E090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BA6EB0-D682-4915-B77F-C0A36F92E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94DBFD-A9FD-442C-A7E1-93E077E2B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080240-C080-46A7-8B3B-E0AA78235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92BF49-967F-4EB2-B5F2-6D4BE7BA9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1FD36C-9EE5-491F-87F0-3203E7CAF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A917FD-1C03-4D60-AE45-EEEAB74C3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BD217C-5F29-48E1-83A9-38AB1F792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1828C3-9738-4951-9267-48B1A630F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6907DA-D6C8-4C77-A16C-BAA8C2EFD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290962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02CA0E-40D3-4CF4-AF38-28A18EE0C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A29EE9-C6A1-4E2D-A947-0EA7E33D3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577772-5BB5-4E11-90D3-FD2A513E1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89D3B8-0304-45F9-966F-146858F65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5B3E1F-2E48-4A42-A775-AF265428B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FBE722-F3DE-4E29-B750-23BE4576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D123D4-FFE6-4DE7-AA0B-258D07422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171CCC-0B10-4341-9452-8C31DB48D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937DA6-5D17-4B27-9E7E-8873B3338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Oscillation...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AB73E2-3EB3-46B2-A722-87E9F6F6C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FDC33E-16B5-4565-A779-6A94AD3E5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44906F-563C-4A11-87A0-D1140EE1F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Oscill...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8F9616-51C1-42A8-9EAB-791A165C9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DC5336-12D0-4F0F-8275-BB53A6E9A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EB14B0-0D05-4AEA-B1C4-6DE60D2DD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Oscillations...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2F0704-1123-40C3-905F-15629D8BD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D04C11-F8F1-4FFE-BBBF-8EBCE59DC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3593B9-26C6-4334-A17D-D833580BC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Oscillation...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7C6B29-4C76-44EC-AFE6-B601E8E8B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D16DD8-2C07-4EC5-B626-42E73D70D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32D4EC-F3D1-4488-8EC7-796B7EB1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Oscill...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10EFE5-AD2A-43EC-97DE-668E52D2D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7776C0-DD73-417D-81C8-46ABEB1F9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12741605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9A8837-999F-4CC5-9406-C9E7300F8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5546D3-BCDA-4C17-87E1-31586F6F3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3ECE5B-03B6-4C3B-B656-3D5C42120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B15703-3D97-4284-B1DB-9B779A8DA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295BAD-7E7B-4133-BB2C-112CD14DC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E877D8-7625-4CA5-B091-9CDF6DBFE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66C379-DC28-4FAF-A599-A52CB5EE9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072CF5-8DC0-499D-834F-1AC8438CC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94460D-F3D6-4F3D-93C7-F0A59C743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7E5753-D2BC-4786-A600-377F28613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E4F078-D5E6-4C63-A5CA-EE3B16C75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A5A733-5C92-4342-A683-F7BC1BD57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2D87FE-D411-4367-ABD7-94688F6FE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4414D0-B635-4893-867F-14F4EB055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1F9C14-99C2-494C-9391-1AF946CC7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5240134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9B2F8C-51C7-4B7F-B884-FB41DD852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BF231B-34D0-45F2-8B29-1E1381DE6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479388-4764-4542-B705-E89A284BE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A98E00-3095-4D98-994A-1044A35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8989F2-0C21-4D07-B9B6-036EAC34F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59A0E9-20E8-423B-9285-260B75D56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Oscillations: Simple harmonic motion (SHM), Differential...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C887CB-7B7B-44C9-9C21-3D643E9BB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3FFBC4-F2D1-4F98-AA7F-8D5A84B05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1CC775-5570-4571-82BC-42A743AB2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2801AA-4937-4E8A-A31E-3CCA20BDA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D7FCF3-494C-4C06-AA9E-4FB6FA65A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88299334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01A903-A48E-4277-8DB3-405747940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106760-DC76-4A40-BE32-EBCD2C575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3050A2-6940-4057-8DC1-1519192DD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262518-3835-4E37-B1F1-95B48A621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C3E1BA-CD60-4D8A-800D-25EB113A6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Spri ngs: Stiffness factor and its physical significance, Series and Parallel combination of springs (Derivatio...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623BBA-26A1-47B5-842E-5D59AFC60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Spri ngs: Stiffness factor and its physic...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009D90-FAE6-434C-B576-78BC430B7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8B5459-5CA1-4E09-AF9E-7C918885F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2D3D6C-58A7-4565-9B57-AA5349132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4CE912-E9A4-4FF4-973D-23D125E7B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B7C20F-9257-4D7D-8AD0-A363DF741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B14D47-AD61-4EC1-A77A-E3683B8A2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6EC9A4-A716-4344-BA6E-E1E4EFBCF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4DA54E-E72B-4544-BA7A-37FA06553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C06653-10F3-4829-8A1B-4BC8FCF11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63EB7B-75BD-4D13-8EEF-6CF86BF24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212184567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5B86D1-C723-4FD3-9D00-D36455065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3645C5-A24D-43B7-8F6C-6DD2D82D7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ACD80F-750F-4314-8C26-BF3831F95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1C5FFE-95A7-4A52-B89A-B0B0FC0EA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115198-E8B3-4855-9130-63FC25AA6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E5A007-9137-4A79-8CAF-ECC766B31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52672D-F9F1-4F28-9781-74476A802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F3CB2C-9012-4CD8-AED8-9A045B38F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145523-D918-4829-A7D8-4ECD22D89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Spri ngs: S...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FEB669-5470-40D7-819D-D66C3CDC6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2177F3-5C24-4F61-9109-E501D4EAC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55AA15-6B68-4820-98A3-879A70772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Spri n...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91F7D5-F986-4661-AFF4-99D334255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F17C9E-3F02-43AA-9468-F76FB01B0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5C4F7A-9FB5-483E-B6C7-DBEFBF607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Spri ngs: St...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8F4675-0956-4F0C-BDCC-D53C3DA5F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597159-2033-498B-AA76-798892570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7D4AA4-9DE8-484E-AA19-9D4BB4907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Spri ngs: S...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35519B-2C4F-47AB-BC49-10ACBBB81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5D6C31-D9B3-47CB-A55A-820B7371D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F7326D-346A-4E38-A56F-20B4670BB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Spri n...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75539B-C653-439E-9A96-8379A3DB3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EEA988-5EF4-4440-A039-7BEF2BBE9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91191116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87A9DD-40B4-4360-88F1-130631E23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5CB6DD-F9DB-413F-AF8B-53D1ECA1E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546E8D-A9EF-4F4E-BB3D-64D5BDB38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0BCA49-2E7C-4345-BF40-B7D2C0698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A9AE03-319C-4C92-9A8B-BF3DAE402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F49B90-9505-4593-8F13-D1DEB4F4D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CE5409-F166-4033-8DE0-A026EC7C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0CC053-56BD-4216-9C6C-38C39AE13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36F04E-ACF2-428D-8A6C-D3616C2E2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6FC32E-EC2C-46E8-B3CB-E8F477CEC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6B75C6-DD5C-4EF2-83B6-BBC1D199E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A94B30-7C88-469E-95C5-147D782E7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FA841A-CCD9-41E0-BBC3-58C0DE8B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F3F78F-11C6-4759-ACDC-758FA86CE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51C055-DA71-4C62-A802-99C01EDAA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157880887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72A987-C6E9-4FC3-93D3-E9AD99B3C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D39741-D7EF-47B2-B66E-A3E4113FF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C34877-86B1-4B3A-B295-68F85631B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EF7931-0251-4FBA-8FCE-7714FDBFE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36F430-CF2F-4803-A69A-3F3541AF3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88C9D3-324C-4BB8-88D1-92F67353F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Spri ngs: Stiffness factor and its physical significance,...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EA5208-423A-4787-A31B-DF4DF043C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687B02-2E1F-4E8F-B0A0-5A4B6B009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A06499-8177-4DA3-AC4A-438D89DCD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EF2C0E-2DBD-426D-85DF-93197EC25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B9EA79-82AE-473E-824D-E5B1DC1AF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172577462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7FFE58-64F8-4874-A348-08431965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CC895E-02C7-4A08-B19E-AF27033B3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9C62D7-DD27-49DB-AA49-4AF5A09C3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67509C-CCBA-4773-B539-069F48CB1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F02B93-7205-4AEA-80A0-10609D99A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Theory of damped oscillations (Qualitative), Types of damping (Graphical Approach)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774AB5-7675-43DC-88A2-99590175B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Theory of damped oscillations (Qualitativ...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C2ACE9-16D6-4DC9-8E91-D7D1677E2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F4967D-636B-4ED8-B707-D1ABDE99E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F14633-4E22-4E31-A69A-D8A22EC32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2A8850-36E8-42A1-888D-8670839BD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0666B6-5CC7-4394-BF49-FAF693114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DC4685-7909-4AE6-967C-56638AB6B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0B0C83-434B-44C2-AF60-BBD23A5A8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A32C51-4BCE-4360-90A0-836166C92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161AF8-6126-4813-96F8-5E2036419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08D341-3A90-4E49-81B4-CE5E3D556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8227340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B60FE2-3037-4337-B449-72A85BF7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4EA72D-647B-40AD-8ABC-0463738EB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958EB8-BC14-49C1-A600-C0686B757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D4EE2E-77B4-4D38-979A-D8B48ED6C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8DF8EE-E619-4510-BCE8-E46F78C4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BB68A2-C31A-4BEF-B247-3F47DFCBB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F84C31-E087-4313-81C5-403655E75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C05413-EEC9-4F24-832B-7C9CB0D8F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9D5E8D-BEE2-4F54-8FA3-6333BDC31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Theory of d...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907D8D-BFCC-411C-B3BF-4246923CE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6F8639-2DFA-4826-BBBE-461F0A0F6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A264B8-6E83-4B8A-9A1D-E320CDF15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Theory...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AD63C7-B7D2-4536-B072-0647F43E3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DD1AC0-6D7E-44E6-BBC9-16BF3294F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3195DA-869D-48EB-BF38-4178C31AE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Theory of da...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BBA275-BC19-4459-8F17-219347EA9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BCF294-2424-4DF2-91B6-19F2E884D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2F2993-A555-410B-88FF-370E0EDB4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Theory of d...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D34CB9-CB5C-4722-BFC7-21CEEE624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1FA29C-B6E2-4118-A18B-667246A0F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B1B789-DCA3-4DD8-91CF-2FA6691B2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Theory...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193167-28EA-4AB6-BF1D-44F054831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7468A4-FE82-4831-8B4A-61497C6DC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137499248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57A9D8-4D5B-49E2-B9F5-7A5341CC3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CE0B79-7231-413B-BB65-05B923A74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EEF4E7-4342-46F0-A3A0-FFD591D77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6237A1-F610-4B48-9FEA-84D95B6E4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D2BC4D-9B55-4113-B162-09AAF6F55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9BDCBC-2A9D-4F88-A5AE-854C303C8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050DAC-48A1-454C-B9DA-73753FDF7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598612-3509-40CD-9B41-CDF02D650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683CCC-48BE-46E7-8CEA-BC9CA1FD7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95FD0B-E01E-412D-A6A9-1C9D97BB1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B490B9-F505-485B-BEE3-EC7692CCA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CD647D-2673-4D0A-B6FA-C26C8E8CD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9451AF-7CCA-4FCE-994F-80E62335F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1AF594-F9D7-40C0-919B-00D175A11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B2F814-6A07-48A4-95CA-397B85A3C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133881093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9000CC-335F-4F78-84D3-91725939E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E6A18E-9FB5-421C-98C8-5E80CC037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CC4D18-C6D0-4FE8-B1DF-771DA4235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88B6C9-323B-4CA5-8027-848B00DA1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F9247B-122E-4FA4-B25B-AC85A82E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4E18B0-9E84-4E25-9018-C158CDBB0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Theory of damped oscillations (Qualitative), Types of dam...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7A6E16-41A3-4E88-ACC9-F16739972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C8AE48-4F49-44FF-8E15-3E32A9664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273937-A560-4D2C-A746-4F39B54C3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DC7053-1D6F-4484-B187-611F1ADC3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36C76D-C375-4773-A7B2-36E9C6B12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208619641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2E3ABC-1654-4706-AC3A-B54E70D0E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448301-B022-498A-9D2B-2B7FECA5E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288E9C-6CDD-4FA9-AAB2-CD9669A81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FEC6B6-8DBE-4F47-A4A1-A8A5FD1F8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5D0216-9E6D-44C9-A14C-B9C34B9F7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Engineering applications of damped oscillations, Theory of forced oscillations with derivation, Resonance, Shar...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890041-BEC6-4994-9B63-726150B84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Engineering applications of damped oscill...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C2000A-4E89-4A92-A565-0FE3D7A42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7DB843-1F86-4F54-BEF6-E02B01212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23E20A-E161-46E6-B508-3C645C1A9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9EEF29-8D76-4EAE-8E91-B9E625CB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AA3A4B-437E-4BCF-809C-B9222A85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EB6124-C434-4766-87ED-80FC45EE9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D3C97A-AA8C-493B-BCB9-C8DE7659B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6F30A1-B029-4366-A0C5-F359317AD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7084F6-0A13-43D2-B857-F6AB69879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48AAC6-6875-4E33-B30F-97654C4F2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190167693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713ED6-1408-4527-8180-BD70D7B82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998319-45E4-421A-9B0B-29529E2E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4A1759-C6B8-4452-AC23-EBBA59625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A4CCCF-9752-4582-A429-B45449AD1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AEF2A3-B866-4B51-871F-87E2C8311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1523CB-CF3E-4B64-BF0D-E6747AA85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BF9B97-3D16-402E-8010-AED2ECBD0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35EBED-33FD-4F8F-BE11-C8796E27C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FF47EF-C26F-451B-B6CC-1361BDA24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Engineering...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CC62A8-C8AB-444F-91F9-6C2B04D9C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0BA62A-D24F-427B-869E-92ADD43A8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9140C4-237F-4EE2-928C-79C72CFC7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Engine...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4E085C-AE36-4543-B9C2-0A1E3AA42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2D9E21-F5FC-4E92-AE7D-1C83CBB12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3DCDD8-1642-4803-8339-087A4FD1B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Engineering...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B420C2-6D6F-49BB-B0F4-484B29960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73FB04-8F87-40B8-B7D0-FDB913B2E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55AF73-7D63-4DC2-AE5F-ACB905546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Engineering...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9CE3E8-08F6-4D13-A301-D687C3AC8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2A5703-FB26-409E-9896-35317CACF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A3C2B2-4705-450B-9BC9-FE244C8DC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Engine...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1DBCC5-1FA1-47E5-8607-F6CD105F1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A82498-1F83-4E74-99FE-B3C648E85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160809846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9D9DBB-269A-4463-9A5E-E0FF4A7F3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AC0F56-8AC0-43D0-9528-32229F330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8A3EA8-2ED5-4E93-B4FB-ED77B7B78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76CD95-A688-4838-896E-DCB100E35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685FF1-2DEA-4952-A141-7E60DAE50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236871-5893-40A8-B041-C2265F4E8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8B4146-E0E2-4DA9-91AC-A282DED43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88043E-817A-4E49-8A87-36AB7A1A6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6E9C98-3970-4DFF-B8B0-C9FFA698B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CB48F7-B9F2-4776-94D3-F241A9CEE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D5F647-4F5F-4FF3-8BDA-1454B92B4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BF6A7E-C77E-4C85-91BF-B05856B0F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6762DE-5A95-453C-8426-406BF6084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BC3D87-0FFE-4C82-BA55-7175C71E0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DF922B-1BFF-4C0F-901B-4A5D642A6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66461134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244937-916A-4874-9A25-7E8360FDE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8DE64D-DD51-4EEF-B11D-39B1F509A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A054FF-221B-4D6E-9AFA-498A70A15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D6A750-3874-4FE4-8839-87DC4D6A7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2516AB-F588-4087-BCDA-882ED7DB7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F91A53-3279-4DFF-8A1F-CB568775D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Engineering applications of damped oscillations, Theory o...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15AA4C-FFDC-4672-8F08-D2E1A7E4D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5CD378-8356-4E46-ABD6-47B40915C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3ED157-BA76-4A52-9833-B0923CDB7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F9DBF9-2D27-43AD-971B-9795BDA19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E73226-03F9-4FFD-AB71-2242D042C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52558894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1681C0-5D87-4610-80F5-E6774052C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DAAC12-B348-4860-B8B2-3D04E8AEB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5C966D-9F24-4CCA-8AF1-8273255A2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66D578-735A-4217-8372-A03B936A0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5CCE44-C5BF-4586-8008-DA9C506B3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Book : 1(Forced Oscillation)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1F594B-5340-4322-94FA-A9273FC33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Book : 1(Forced Oscillation)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C97DAC-0DA0-4401-B6B9-F9F381FD6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260C25-73EE-4DA5-B5FD-AF43B4BD2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C46D51-E0D7-49A3-BB02-E58F68848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301FF0-4C2D-4DFE-BAE8-2AD529540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794400-2FDF-4E19-82EB-35CA5E032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6D37C4-8CEA-47A5-A1F3-F131A4FC9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2E7784-725B-460A-B034-64B31B314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553B81-A273-4360-A1F6-1BFE06AD1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3EFDCA-D99D-4E86-9ED5-749CE5B21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BF0EDD-3A68-4034-80D0-1CEAB0FC8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200461532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F3BB97-BBFE-4996-A61A-BF3085A7C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0808DF-1AD6-4879-9507-95654669D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ACD105-C52B-4E8D-A42B-8B368BBE2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DA759E-3ABD-4761-8E8E-C2242C481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B6C5BC-9776-4218-AC6B-2D48297FF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BC5126-5FC0-4ABE-A7CE-6B0E4AAFE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65BF30-D28E-4A3B-A5DC-4C03C8006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80076A-0EAC-4D2E-809B-E45B4F01C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50319D-77B3-4A37-BEC8-03422DA85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Book : 1(Fo...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C66B95-4AA3-48ED-BF99-6BCC8BE2E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65B7FC-E485-4EA2-8822-AAE25032B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72B36F-B274-413B-94CB-9307F575C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Book :...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5E8269-A4F8-466F-8542-D77C792AE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33B056-D7EA-4ED0-A5DD-F3CCFA07B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CE32E9-4282-455B-80B2-51B8D8B14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Book : 1(For...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1CB1C4-E5AB-4103-8647-C4361E846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040EDD-CA2D-47A4-BFF7-53D504FE0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E2A9E3-1FC0-450D-AA7D-6F17924D5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Book : 1(Fo...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C9DD64-E1B1-46F7-B0C5-38969D507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7C4536-3144-4972-A6E1-7BBA4B1B1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B4666D-587C-4354-922E-FEB9537D5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Book :...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530941-0E1D-444A-895D-8C24B0A78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D1041E-C82C-4237-935D-88593C56F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41681558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977A14-FF54-4AC4-9DE2-A06A26A9B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38E7F1-0B2C-4674-8FD7-FBC876F8B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39E846-6E93-4177-9B30-AAEE84274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6F3B2E-DA3C-4C12-BA22-E541FD3AD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E36CD7-85F8-4BF5-9323-554D97634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AF6E4E-C58F-4EF1-8701-5364CE59E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901645-EA5D-498D-BE7C-A3EB0B93F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D07608-6F2A-4DC6-BF1E-5025ED4FE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E30B96-783B-471D-8789-22319D8EF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7FF632-B0BE-467B-8E93-F0654D776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667AE9-8B68-4582-B98F-AA41D04A1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B981B2-24A0-4329-9839-24015E3D9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A57459-30FD-4A99-B7B2-7F98AFA21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0A9E1D-E423-415E-8B06-981C8FC0F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97C9B7-C17E-4A05-BE22-3FBA230D0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102633386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B24715-8AD8-4610-9880-36C9E2811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131888-B0DC-4907-8709-10012B2A2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34246E-9EED-4BCC-B4C6-7DD2EB2A8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45E41E-D802-41D7-8984-49BACEA6C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521F03-23B3-41DB-BEC2-3543FD015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E5F1BE-579C-41BB-9AFB-AEC90EA94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Book : 1(Forced Oscillation)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1BDCFE-00C1-4E89-8505-F827DF5FC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A6EDC2-F019-419A-AA1B-20F1142FF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D15215-67FE-436F-BF59-E1CD8CC76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90E326-0631-4910-A11E-138DC31B9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DA2DE7-9F47-497C-B544-714DD8E12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137673495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B674E5-165E-448F-9A09-FA9EC1D19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97BD42-9033-4A42-9AC6-D01768E0B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DB0C97-CF4D-4964-A273-EA2EAC697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A03FB0-D86D-4CE1-BD01-E34FF22A4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DF95B3-F9FA-4042-9946-FAB66D8A4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16B849-62BA-4298-BB1D-9EFD3B5A8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100996419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259062-1FC2-4248-8754-89C12F1A8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D00DD4-08C4-41B6-9597-2213B8833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4E64F2-220C-4752-AEC2-ACB2B7388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2F5FFA-3BFE-41F4-A1EE-C60E16098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5AE49C-ECF7-4F3B-8177-FD57306D9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Oscillations: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harmonic: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motion: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SHM: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Differential: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B68DA9-7E2A-4D51-B8A3-BBACF9F02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31034008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B20EB7-AF64-4076-99CB-72022AB60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74B289-831E-48FF-92C0-1C1932B00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731F73-C3B7-4EC6-B44E-7B99EFE9B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E2DED4-10EB-42A9-9D9A-19E8205AA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51E39E-4815-40B6-8DB2-FF7B1E5E2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Physical setup: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Observable quantity: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Governing law: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Graph/equation: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Engineering meaning: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E83A29-1FA9-4661-A61F-855AB7A95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198898014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ED3E2A-8DAA-4A08-8070-C11439698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93E912-E584-421A-BD52-974D5CF48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BD28DD-3C3A-411F-A274-7E0618DAD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E83FA5-EB70-4041-B665-7E1D0F9FC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59D37B-7C15-4B09-A7CC-141DB7175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Memorizing the final formula without identifying what changes physically in the setup.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4AB86E-B74D-4EDF-BBC3-8EAF7931A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67620546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6C4BF7-57AC-4775-94EF-017F2D8B5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3694C6-9926-4569-B185-8BBCADE12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EAEFAE-65E6-4C81-A965-873831D86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366C14-5F6E-484F-A825-94A42A0B3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4D031B-D629-4B1F-8BB0-40746D29B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Oscillations: Simple harmonic motion (SHM), Differential equation for S...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Spri ngs: Stiffness factor and its physical significance, Series and Pa...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Theory of damped oscillations (Qualitative), Types of damping (Graphica...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Engineering applications of damped oscillations, Theory of forced oscil...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Book : 1(Forced Oscillation)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4F81C7-FEB9-4FF3-A562-4B28EE435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435A17-02CF-411D-A624-90EFF347D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749274-2834-4722-944F-A0F452B0A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31023144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102508F-45E0-4FE2-9DB4-A79B68F59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D95E07-CF3F-49B9-AFA5-5D819C23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Oscillations: Simple harmonic motion (SHM),...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4BC36F-7CAE-4448-A2FD-0D6C33912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EC8BA7-B1E0-4F70-906A-581CAD4F3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E691FF-949F-4AE1-BA29-6A2BFE14C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E5C6EE-BF4B-4658-B2F1-D897698C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A1F410-28C0-4D7F-BF80-EA026CD6F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F6BF02-EF14-4277-8EF5-4BAC53A7E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15A2D3-69E2-4534-96E5-9756066E6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173CCB-597B-42CB-8A60-96FE681E3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23D59A-7C99-43C5-84ED-F5348E5B6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5A6658-17BA-4246-88ED-33E31098C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FF6D15-A8D6-4590-A2BE-FAF8DC5F0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C9AD71-3382-408D-8C74-6183FD7E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A23C4D-8BBA-459D-8655-E84AFF3CF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1AF979-EBBA-4266-B8F9-ADD8C6C58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412048-C36A-404B-97C5-D6A8192A7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0E6367-36F4-4F33-913A-96B032F21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2B1BC4-556F-4564-AA47-F9188A4A1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A50C98-5537-4D6C-9D9D-2221BAFC9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8A21B7-D63E-4FA6-B547-1D061CE77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82EC25-A0A4-44EB-91ED-5E4860434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457AA7-132C-41C5-A92A-D8AB406CD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CFA11B-3E50-48CB-875D-DBDFF6E49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438494-0ACE-4AFE-B67B-2D01F3CC3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D43197-558A-447F-9943-7C96ED0FC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2DCC88-58F0-419D-A608-241C6361B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E88AEB-A2EC-46B6-AD05-D1981618E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A05FAF-0194-413B-8414-6B9B6E4E2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55ECB0-5943-4A9F-BAB3-8CEDF4764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B079338-E2CC-44A3-8ADC-0A7D987FA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3815C10-8DE4-4975-98E4-3E06DCB3F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90319388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C36EE96-6A94-4840-860C-89F5A1E6B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03B67F-6488-4E00-8FD8-B0F6A402A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Spri ngs: Stiffness factor and its physical...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FF31C6-139C-428F-A262-2CD52F879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D39354-90A6-4C51-A61E-CC1BAEB94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CCA683-5056-4DC2-81CA-3A71D7528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F9D83E-302D-4C16-927A-DAD0FCEEF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45E11E-602D-4B07-A3CC-0861E3487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C0E179-02F9-4687-90B5-087F45F37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419D21-49BC-4215-A611-F29DA05A9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37B51F-B326-4DF6-B7A7-D4F414D1F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DFDA94-4B0D-4FFD-B71B-F987B227A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0753AE-92E0-4CC6-87A0-1F7B7C503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1F336F-00D8-4D51-9CB0-B7A93D433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A4DC9B-6C48-4E6E-B7B0-B7416E458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9415BB-D961-4AEF-92E8-35CE27551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F02336-319C-4225-BE3A-40A365B20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CDC46C-0FCD-49C0-BE96-49C85D496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6FBC68-D285-434D-B800-71FF56B93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ECC1F4-C984-4770-BD77-5B5B143D1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846FFA-3BDA-4134-A059-92434D1EC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4DC0D0-D772-4BC0-B6B9-AF1AA6587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2A48A7-1AF8-413B-96E9-3CB683D6D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7D440A-07F5-47E7-8756-5EC6A5798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EEEBDF-04CD-445F-BCAC-C7012053D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C745DB-7FC2-4986-9D84-32A85089D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075040-FB35-4D96-B7B1-EC0E1FC89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020568-CFB6-4326-AFE1-E79F07135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F24D2F-6410-4B7E-A9E6-539D130FE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4C0753-38B7-4DBD-9DCC-8B91DA094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DA50AE-17D9-48BC-849E-4A86694E9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EDECBF-A1C1-43A1-9EC9-A9A70F681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C3366E-4840-4884-8BA0-639977FD2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124217314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C593691-1168-4980-A7E6-56ACE979C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686784-793B-4BB2-A5DD-B73EDEDEB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Theory of damped oscillations (Qualitative)...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22B2E4-DC18-4D53-BCC9-A7BCFB682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B966E6-083D-4895-B48C-91D898F05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C93EE1-5C5A-459C-A632-E48854CAD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3B0528-32E1-4E86-A9EE-F30AF3D35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41F6EB-F63F-42F4-A1E7-6F25752DD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E7922D-837C-4595-83B8-DEF67DA75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37404C-0619-42BA-87F8-714D2B5C5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61DC21-BAAA-4FFC-BE10-3C49C4B84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C4D65A-3B21-4BA1-B413-42360AFD0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E537DA-038D-4EE3-9CC6-567258B48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2974DE-D9BC-42EB-A2B8-98247460A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F1A319-52B4-4AA9-98CE-60D9DB4DE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07E33F-1E3A-45F3-AF36-8896C5102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5BCC0D-9426-421D-A823-1F5259BE3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FB1509-CCAE-4942-9C8F-0BA7B15A1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AE4AA8-AEB2-4955-9108-FC05293A5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831A7C-965E-4B78-A705-F49140799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69298D-D248-498B-B0AD-64CDA1105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194E57-5547-47EB-B708-F5F79EE3A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8EA211-6FE9-43AE-AAED-C7505AA68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45D16B-A946-4C2C-A5E4-E0861C0AA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4A7DFF-A7C8-457D-8537-ECE14899B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BD643F-8C6B-4E8B-8954-68ABC8F8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D20E1D-EA92-42CA-9037-916310880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82C031-6C00-45C9-A9FE-403CECFF6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2A502A-85E2-432F-AA8D-C42977269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090BFF-FAB7-4046-BD1E-6B5DCADA7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4D80FA-8607-4A6A-A9BF-952BA2859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15205B-98C0-45EE-923A-EC6E6BDFB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50D6765-BCF2-4513-8C25-FFC9DA384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1973012499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AA53A6-7359-414A-BB48-AAAA2709F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B34503-581D-4A91-950A-5F21F49FF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Engineering applications of damped oscillat...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42B02C-78D8-433F-AB30-DCCF37128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F72091-DA6A-4C23-850F-4EE3A8993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BBF488-A7CD-4990-9D2C-8FF831D72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2A2AAE-7EE4-4350-AFEC-C271F49FA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80EA52-7DE4-484A-AFFD-7F5D76974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095F37-71AA-4B66-917A-330DD1B8D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0913DA-C573-4ED8-AE83-B63CECCCC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8D22DA-9F95-4EF8-88AA-85B4511DA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7B3119-2766-4B38-AC8D-4D107138F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35B7E0-E2AF-4CA9-91A5-25EAF2E81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B6C434-833E-48D8-B68B-2ED8D3412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859EB2-CFEB-405F-B190-DA1046988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1F9DF8-B10C-42F0-8014-AC2813C39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BEE737-5333-4284-B172-7DCA65EEC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FD7B66-B1FC-4BDE-982D-6FAE932C2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34286B-9B0D-4528-9229-889035AFE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DE7DE4-6372-4DE3-891B-32CBB1157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56C0A7-368E-424A-9377-9DE051580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C4F02A-D406-47CD-9EB3-2CB5AE8EF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A96632-A0A4-4610-843D-8F649AEB9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A8A625-7AC8-483C-94CF-EFE04503A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BC9580-A393-40E2-A348-29742593C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4B544E-AE48-4D30-AA25-53DD7BC0A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37E247-7A6E-4A5D-BA2F-340BD568A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188165-78F9-4F10-9C50-9C65E6AE8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23962C-4603-4ED0-A5D6-33ECAD8D5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1E3688-F4D3-48C2-84CB-BC1B89C55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6ACA861-292D-49A2-AA48-17A9CDC4E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15CCBFA-F074-4B4F-BF70-E0A95E49E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2B917D0-67C3-47BC-BDBB-2857344D7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265757536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9980724-EF6D-4F95-9EFA-F9C2D51A1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D54BB7-8327-4FEF-9B45-58C1CB9E3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Book : 1(Forced Oscillation)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FC1F18-338A-497C-B80C-325912334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FDB11B-9D81-450C-91FC-B29BD0219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D1420D-6410-4925-B57B-B396A7D2E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8248AC-D45D-410A-B344-5726A2B4B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3213BC-93E8-4018-814E-CD3EB8414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10459B-317C-4D26-A233-B399133AC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C2FD64-8608-4687-9799-11E42E9CC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835899-EB5B-424C-B982-AF949EF19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6D6759-4D6C-493E-B4F6-F5B0ABB02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2446D5-ACEB-48AD-ACCA-FA2A5A1F7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1CB257-0BC6-48DA-8A3F-6577215C2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B67676-85BF-428C-8EC8-FB0735D7F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D6C06B-C996-4A29-ACAB-378FDC57D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A1C90A-91C4-49CA-9742-B15CF7A22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CBAF21-FCAB-4853-8CD5-69A42586B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32C2E4-64CD-4C0C-8AFB-3B5B25365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32CB62-B677-4F2E-8788-17FA3125E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155CE6-81D6-41AF-9202-C53D74F26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CBCACA-DE1B-41F7-8DAA-2CD509D63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6304F3-E473-4168-BACF-BFB4D1B56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1F002E-D451-4CB6-B2FA-04D945510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6E0A89-FAD8-4748-B470-B3A0D19C8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F6F738-87B6-4800-A13F-8981310C0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10F3EE-AB10-4AA5-8BAB-D901B892F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8E8E8F-C905-4C72-B149-F9DE46B2E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A8BA0D-78EA-49F5-83B9-23C31ACB1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AE05ED-B5A4-401F-93F0-E4582218B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4E0035-F312-4787-8D9F-CECD4F491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6D58B6-531F-4825-9281-45BD19870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1CBBCA0-8830-4EE1-863F-153182F35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1547542604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0809ED1-C98F-4480-89C4-9B8F9C5BD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0E8CCE-4156-4C63-B563-5EDF68CF0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Oscillations: Simple harmonic motion (SHM),...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EE6803-146C-48AB-B079-6C84C4CDC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D97E3E-589B-4B93-8E0C-9E1FF7DA1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9741E8-C130-4554-AF05-25E8ADF51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D869C5-79F0-4FA6-A6A6-47760375C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B6CCF1-B4F7-42AB-84BA-C715F2624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A6D480-C91F-4CC7-AB53-BF5B5F6A5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4EAFBD-7285-4115-8C1A-FEFD2F2BC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03729E-068A-40BA-8880-AE6DD6D08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CDB4C4-9B7B-4B17-B8F8-71197C415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1E21FE-C9BB-41B5-84A9-9A978A059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16D969-E153-41C0-9EB5-5608C3F60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A802FF-81FB-419C-B2F1-AC6530BB5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C253EA-25CF-41E6-ADB1-8FA0C72BF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33DAF3-DEBA-42B6-9DC7-C12FC687F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5EF4F6-3F1B-496C-AF59-43FC86200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E35328-B2ED-4172-B1C2-6ACCFE46D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36C0DF-3565-4388-B92F-21BF75153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1C36FA-31E8-407C-B01A-5B0306FB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224AAE-5349-414A-B6CC-58160C99F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29DF61-BE7F-4279-AFCA-74338AF89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87C86A-ED46-46A9-B3F8-67B9F4FE6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EEF61B-1DC6-431B-AB79-4D4A53C0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EF4C38-A9FB-4980-B17D-626973477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520866-FA78-432C-ABBB-4B5DB419D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AD9DE8-74AA-4B75-A1D2-971E99FCD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A110E9-7FB5-4B5D-A47D-B3BC10FAF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8146CC3-D4BE-40DD-969D-67D0D0A64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890C77-0457-4637-ADA6-1CFE2EA9F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DBC4660-780B-437C-AEDB-03C26A1DD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E7738B1-D381-4B72-A0E4-8C37E8D5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1162322220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C526AC1-1A6A-47DF-ACAF-6FC58F422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FEE95D-3D13-4480-A3E2-FA59231A1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Spri ngs: Stiffness factor and its physical...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FE92E0-113D-40EE-83B3-BCE6CD296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B82EA0-B66B-483E-A842-D1AC5EC1B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EC4A91-68E0-429F-B873-A40F58025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8B5A11-B07F-4CFF-849E-368C53116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E6E36E-13E0-4839-BF98-5BC70FAAC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774D80-A132-42B1-BF8E-F00B3D205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9A1A90-2FD6-49CA-B3E8-BFF251FEC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9B17F7-BCB4-4341-BF08-046F1C067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1773F9-BF2B-4338-95CD-3FC024AA4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179830-DF35-4653-8473-E4A346725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B507AC-C5F2-439A-81D2-817116EEF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D33CF3-BAED-416E-96C6-80D08DCBE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D82210-EE76-4647-9DEF-A6908D521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DA9127-57BF-4BF8-9B1A-5989CF229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6569A5-0DF4-44A7-8AF9-1D401FB5D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CD9E87-20D7-468E-AA33-5EB0D21C3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D8E533-E775-4496-9F82-07F288934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B1CEC0-70B3-4035-BDA0-A40E55EB2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324140-0216-40A5-8FD0-8EBCE1D5E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31C846-F2F7-426E-98BC-A963D8529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19B07C-7818-4A20-8409-601676945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64F6C7-6A87-4FE2-A0FB-AB0D9F5A4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86EDB1-E7F4-410D-B9F3-B32270E65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1D6494-05FE-4178-BA49-247A752FB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67C8C6-3A02-48DA-9EE2-08F8AEF2D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649C1A-D6C5-4F94-B248-B4F24D8F4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9CC2E7-7C26-4268-AD18-277107D07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C57386-3EC0-4C46-9E70-D5514E981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F569CF-6095-4D9B-B507-F91F4D79D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22C034-7C5F-4379-A3BE-76A30843E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799922029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6CACAEB-BEAD-4181-8D84-9F70D244A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F89AD1-D354-43AD-AEDD-D46F4504E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Theory of damped oscillations (Qualitative)...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070195-224C-4F1B-B126-8415FDBCE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FAFE64-616F-4C39-B281-2AA8F5288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85D19F-A712-44C2-B219-293C14E54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6F4610-84DA-4AE7-BA23-7495CE869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B225B3-EAC3-4DEB-A6AE-23902BF61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211580-9881-42ED-8ABD-898FABFB0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4799AE-0384-451D-AFDB-A9027DD52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93EAA5-2DB4-4386-9AA4-44899EC17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8B0978-FF9A-41B7-BC57-C02040E76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2190E3-71A8-4F33-B861-FA233D4EE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AD253E-C728-4311-ACC9-662F80F57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6374B8-2FC1-4F46-B0C1-18410BFC5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44A1F1-1FD1-4CDA-A8FB-A6F73D05C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F603B4-D3D8-498E-873B-AD4AAFBA5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73576E-6B33-4AAE-96C9-6942D454B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21F0D3-8FF9-4B3B-AEAE-CBF700E62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3AA961-4B02-45B3-8FAC-BE087BDDC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543175-4947-4C5D-A699-6684B971E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74764B-D41B-4AAB-B80A-DA60DBDC2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C83167-51C8-4C90-8C9A-D90828D1C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682492-99D0-4230-8EBF-CB75FC524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945E00-E0A5-4B41-B669-5A017F52D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256CD9-8748-4055-B8C7-F433359E3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3DCE27-B195-43A8-AACD-E9C189E9C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0B7A09-C3CB-4529-A073-11DDF2019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0804FA-A7DD-46C2-9A37-B57937410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D926AE2-D333-4ED0-8501-2656F2DC6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92F7A9-4F06-4A42-B2C4-D27EC3401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41B418-FAFF-4FA4-B696-FEFB86768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1690374-DAC3-46BC-ADD7-65790E191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1699981086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77A8E74-E9BA-4A76-A990-4E341D132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23E6D4-4461-4AFA-9A77-22688F56E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Engineering applications of damped oscillat...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EFD4A9-686E-4030-960E-E91A435EF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C9529D-2519-451A-A50D-CAE6FF8A5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BF947A-A4A6-4671-A518-DCE4CF759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0B5D6E-39A0-482B-A6B7-8A69998B1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752FB3-1AE5-46F9-84B4-0ADF7A268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9D51AE-B4CA-40E7-A163-BC9CB6E7D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ED8A3C-7AB4-4A82-A5EF-3BCE9AD24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A8599E-A77F-4F4E-BD71-D7DBCFF87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8DF567-DB41-4DF8-9711-D46659D23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658AB4-532A-4589-97A5-BEC3B4E9F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68F88C-0159-447D-A3F6-BB298250F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372235-F9B8-4480-A678-509578A1A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9A09D2-735F-402D-A80D-F1897FB5C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DCB2D3-3969-4CAF-92BF-3A37CA6E6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840FEC-09FC-42AD-B197-18099BEE8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0E7D6B-7828-4954-AA5D-B950E1AB0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5421D7-1B07-4E44-BB86-3CBB58C1E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BFF05F-A9D2-444A-8F57-4CDE0900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1BB54D-F896-4365-9BB2-321BE0F77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FC7DB6-6F93-4576-BA71-8E109FEC3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EE1EB1-0EFC-4C35-AE94-FE74A2BD9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37E9F5-3C01-496A-A766-C8DA9C911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0AE47F-2E1C-453C-AFDF-2DB9BE295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C82E6D-1159-4D6B-8FFE-28776D199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276FE4-ECF7-40C1-9E59-93295DF39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BAD10F-441D-43BE-82BD-1FF0B09E9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EC966B-B598-4E7B-A876-11B3D455F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CA41D8-E003-4DF4-BEA4-F14B1330D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8B0F65D-5A63-46BD-8A75-9EAB473C5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3BECD4-A501-4083-9F22-3F9089EEE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1704974941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1E8C79A-D7DA-40D5-981D-333023709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70D49B-87A4-4D88-A37B-FE85F54A7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Book : 1(Forced Oscillation)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88F5CC-4945-47BC-B368-6E842595A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08FE24-7B01-4D03-A108-174FCF9E6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CA3D92-C665-46D8-8FE0-F33CF7CE2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509995-83AC-4B94-93F9-C56C1B956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D37973-E2A3-4E96-9071-1741586BD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F26BDA-112F-4406-AF40-484E59162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83960E-FE9F-4C70-8FDE-5B14F8C32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4C87E2-BE09-4F7C-9886-30CA098B5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993D74-9658-40CE-AC1D-13CB21746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0ED733-5100-410C-86EC-ABE6550BD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DFE8BF-0482-4778-87BE-3A805A0A6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108D1B-EC96-45AC-8E1B-F0E5C7DCF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0FFD33-4358-4358-8A0E-B57B02047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2AB636-2F3F-4862-8E21-051FEE6DB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7DD5FF-51B0-4EC1-900D-68B8B9E7B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FB4A02-D2A0-4FB9-B88A-2E53AE90E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BEA2C8-B39E-494B-B443-B89383D7A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1FF350-D2B0-46F5-B4D4-712F80ABF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6F7C14-29C1-4FCC-9270-978C2B82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E3AAC6-728F-4ADB-B48D-5AC4C8481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0094DC-2C53-43ED-A05D-625B567AC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0E304E-D9CB-4BC4-B881-BCAA7E55B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14061E-37E2-4A8E-B3A3-84E164CBF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3761CF-D540-46D3-83AB-37B14C55E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6D4483-4F8E-40B7-93EC-EA4BFCF61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9555E2-9205-4F26-993E-3C11DE72C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31861E-5B8A-40BB-93A4-19180E67D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14C1A9-0005-46BA-A42A-D03E89AC1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90DA202-1907-46EC-B17E-0048D58CD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185F0DB-C63B-4FD3-977B-6F1A71E8A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13918296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2026-08-24T16:03:11.0570000Z</dcterms:created>
  <dcterms:modified xsi:type="dcterms:W3CDTF">2026-08-24T16:03:11.0570000Z</dcterms:modified>
</coreProperties>
</file>