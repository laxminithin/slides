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7817789272407d" /><Relationship Type="http://schemas.openxmlformats.org/officeDocument/2006/relationships/extended-properties" Target="/docProps/app.xml" Id="Rdd30821892104ff2" /><Relationship Type="http://schemas.openxmlformats.org/officeDocument/2006/relationships/officeDocument" Target="/ppt/presentation.xml" Id="R1b0fbfa78c1142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478c451be84da5"/>
  </p:sldMasterIdLst>
  <p:notesMasterIdLst>
    <p:notesMasterId xmlns:r="http://schemas.openxmlformats.org/officeDocument/2006/relationships" r:id="R909da3efce7a4ab3"/>
  </p:notesMasterIdLst>
  <p:sldIdLst>
    <p:sldId xmlns:r="http://schemas.openxmlformats.org/officeDocument/2006/relationships" id="256" r:id="R5bd52cc6a23c4362"/>
    <p:sldId xmlns:r="http://schemas.openxmlformats.org/officeDocument/2006/relationships" id="257" r:id="Rc9797ba63829431a"/>
    <p:sldId xmlns:r="http://schemas.openxmlformats.org/officeDocument/2006/relationships" id="258" r:id="R5a841662f08b4ee5"/>
    <p:sldId xmlns:r="http://schemas.openxmlformats.org/officeDocument/2006/relationships" id="259" r:id="R09a80c3c53a74670"/>
    <p:sldId xmlns:r="http://schemas.openxmlformats.org/officeDocument/2006/relationships" id="260" r:id="Rb44e6ee70f3840d3"/>
    <p:sldId xmlns:r="http://schemas.openxmlformats.org/officeDocument/2006/relationships" id="261" r:id="Reb7392d6b8754010"/>
    <p:sldId xmlns:r="http://schemas.openxmlformats.org/officeDocument/2006/relationships" id="262" r:id="R99dc80a5fd57459f"/>
    <p:sldId xmlns:r="http://schemas.openxmlformats.org/officeDocument/2006/relationships" id="263" r:id="Rcb68c79c4a8742df"/>
    <p:sldId xmlns:r="http://schemas.openxmlformats.org/officeDocument/2006/relationships" id="264" r:id="Rdb1e3227f82d4d61"/>
    <p:sldId xmlns:r="http://schemas.openxmlformats.org/officeDocument/2006/relationships" id="265" r:id="R318435d70d214ff3"/>
    <p:sldId xmlns:r="http://schemas.openxmlformats.org/officeDocument/2006/relationships" id="266" r:id="R3e51890925544860"/>
    <p:sldId xmlns:r="http://schemas.openxmlformats.org/officeDocument/2006/relationships" id="267" r:id="Rb79d9628590b4927"/>
    <p:sldId xmlns:r="http://schemas.openxmlformats.org/officeDocument/2006/relationships" id="268" r:id="R69a50d8aba03435d"/>
    <p:sldId xmlns:r="http://schemas.openxmlformats.org/officeDocument/2006/relationships" id="269" r:id="R3785bb480ec443a7"/>
    <p:sldId xmlns:r="http://schemas.openxmlformats.org/officeDocument/2006/relationships" id="270" r:id="R8920c2e8351d4819"/>
    <p:sldId xmlns:r="http://schemas.openxmlformats.org/officeDocument/2006/relationships" id="271" r:id="Rf211bea5d7cb48c5"/>
    <p:sldId xmlns:r="http://schemas.openxmlformats.org/officeDocument/2006/relationships" id="272" r:id="R5d98bd01f7614921"/>
    <p:sldId xmlns:r="http://schemas.openxmlformats.org/officeDocument/2006/relationships" id="273" r:id="R9df4595857274ea9"/>
    <p:sldId xmlns:r="http://schemas.openxmlformats.org/officeDocument/2006/relationships" id="274" r:id="R16fe4986de0c42e8"/>
    <p:sldId xmlns:r="http://schemas.openxmlformats.org/officeDocument/2006/relationships" id="275" r:id="Rff7159b8ab954d14"/>
    <p:sldId xmlns:r="http://schemas.openxmlformats.org/officeDocument/2006/relationships" id="276" r:id="R8d054e68b7794e71"/>
    <p:sldId xmlns:r="http://schemas.openxmlformats.org/officeDocument/2006/relationships" id="277" r:id="R8cae7ca1710c4a71"/>
    <p:sldId xmlns:r="http://schemas.openxmlformats.org/officeDocument/2006/relationships" id="278" r:id="R1221b2b60a9546ee"/>
    <p:sldId xmlns:r="http://schemas.openxmlformats.org/officeDocument/2006/relationships" id="279" r:id="R2d2793fa20aa4ac1"/>
    <p:sldId xmlns:r="http://schemas.openxmlformats.org/officeDocument/2006/relationships" id="280" r:id="R056fce17b4764928"/>
    <p:sldId xmlns:r="http://schemas.openxmlformats.org/officeDocument/2006/relationships" id="281" r:id="R9b5b168fb22a4e44"/>
    <p:sldId xmlns:r="http://schemas.openxmlformats.org/officeDocument/2006/relationships" id="282" r:id="R554fd59e1992419b"/>
    <p:sldId xmlns:r="http://schemas.openxmlformats.org/officeDocument/2006/relationships" id="283" r:id="R98713a5a8c0f471f"/>
    <p:sldId xmlns:r="http://schemas.openxmlformats.org/officeDocument/2006/relationships" id="284" r:id="R74221ad9593244de"/>
    <p:sldId xmlns:r="http://schemas.openxmlformats.org/officeDocument/2006/relationships" id="285" r:id="Rb7d6ccf0e9dc4bd8"/>
    <p:sldId xmlns:r="http://schemas.openxmlformats.org/officeDocument/2006/relationships" id="286" r:id="Rfc6ff14cb3c54d22"/>
    <p:sldId xmlns:r="http://schemas.openxmlformats.org/officeDocument/2006/relationships" id="287" r:id="Ra3ebcda891854b2e"/>
    <p:sldId xmlns:r="http://schemas.openxmlformats.org/officeDocument/2006/relationships" id="288" r:id="R25234f9f48fd4a04"/>
    <p:sldId xmlns:r="http://schemas.openxmlformats.org/officeDocument/2006/relationships" id="289" r:id="R1243ba91b1254bba"/>
    <p:sldId xmlns:r="http://schemas.openxmlformats.org/officeDocument/2006/relationships" id="290" r:id="R42cc81f1d4884df3"/>
    <p:sldId xmlns:r="http://schemas.openxmlformats.org/officeDocument/2006/relationships" id="291" r:id="R10214777e4394874"/>
    <p:sldId xmlns:r="http://schemas.openxmlformats.org/officeDocument/2006/relationships" id="292" r:id="R758b778004184fe3"/>
    <p:sldId xmlns:r="http://schemas.openxmlformats.org/officeDocument/2006/relationships" id="293" r:id="Recb8af2dd5ae4ba4"/>
    <p:sldId xmlns:r="http://schemas.openxmlformats.org/officeDocument/2006/relationships" id="294" r:id="R477e9fa428a34635"/>
    <p:sldId xmlns:r="http://schemas.openxmlformats.org/officeDocument/2006/relationships" id="295" r:id="Ree39b706e6c946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237eef77414a51" /><Relationship Type="http://schemas.openxmlformats.org/officeDocument/2006/relationships/slideMaster" Target="/ppt/slideMasters/slideMaster1.xml" Id="Rbd478c451be84da5" /><Relationship Type="http://schemas.openxmlformats.org/officeDocument/2006/relationships/notesMaster" Target="/ppt/notesMasters/notesMaster1.xml" Id="R909da3efce7a4ab3" /><Relationship Type="http://schemas.openxmlformats.org/officeDocument/2006/relationships/presProps" Target="/ppt/presProps.xml" Id="R043b4fde4ca14c8b" /><Relationship Type="http://schemas.openxmlformats.org/officeDocument/2006/relationships/tableStyles" Target="/ppt/tableStyles.xml" Id="Rf468f69959924356" /><Relationship Type="http://schemas.openxmlformats.org/officeDocument/2006/relationships/slide" Target="/ppt/slides/slide1.xml" Id="R5bd52cc6a23c4362" /><Relationship Type="http://schemas.openxmlformats.org/officeDocument/2006/relationships/slide" Target="/ppt/slides/slide2.xml" Id="Rc9797ba63829431a" /><Relationship Type="http://schemas.openxmlformats.org/officeDocument/2006/relationships/slide" Target="/ppt/slides/slide3.xml" Id="R5a841662f08b4ee5" /><Relationship Type="http://schemas.openxmlformats.org/officeDocument/2006/relationships/slide" Target="/ppt/slides/slide4.xml" Id="R09a80c3c53a74670" /><Relationship Type="http://schemas.openxmlformats.org/officeDocument/2006/relationships/slide" Target="/ppt/slides/slide5.xml" Id="Rb44e6ee70f3840d3" /><Relationship Type="http://schemas.openxmlformats.org/officeDocument/2006/relationships/slide" Target="/ppt/slides/slide6.xml" Id="Reb7392d6b8754010" /><Relationship Type="http://schemas.openxmlformats.org/officeDocument/2006/relationships/slide" Target="/ppt/slides/slide7.xml" Id="R99dc80a5fd57459f" /><Relationship Type="http://schemas.openxmlformats.org/officeDocument/2006/relationships/slide" Target="/ppt/slides/slide8.xml" Id="Rcb68c79c4a8742df" /><Relationship Type="http://schemas.openxmlformats.org/officeDocument/2006/relationships/slide" Target="/ppt/slides/slide9.xml" Id="Rdb1e3227f82d4d61" /><Relationship Type="http://schemas.openxmlformats.org/officeDocument/2006/relationships/slide" Target="/ppt/slides/slide10.xml" Id="R318435d70d214ff3" /><Relationship Type="http://schemas.openxmlformats.org/officeDocument/2006/relationships/slide" Target="/ppt/slides/slide11.xml" Id="R3e51890925544860" /><Relationship Type="http://schemas.openxmlformats.org/officeDocument/2006/relationships/slide" Target="/ppt/slides/slide12.xml" Id="Rb79d9628590b4927" /><Relationship Type="http://schemas.openxmlformats.org/officeDocument/2006/relationships/slide" Target="/ppt/slides/slide13.xml" Id="R69a50d8aba03435d" /><Relationship Type="http://schemas.openxmlformats.org/officeDocument/2006/relationships/slide" Target="/ppt/slides/slide14.xml" Id="R3785bb480ec443a7" /><Relationship Type="http://schemas.openxmlformats.org/officeDocument/2006/relationships/slide" Target="/ppt/slides/slide15.xml" Id="R8920c2e8351d4819" /><Relationship Type="http://schemas.openxmlformats.org/officeDocument/2006/relationships/slide" Target="/ppt/slides/slide16.xml" Id="Rf211bea5d7cb48c5" /><Relationship Type="http://schemas.openxmlformats.org/officeDocument/2006/relationships/slide" Target="/ppt/slides/slide17.xml" Id="R5d98bd01f7614921" /><Relationship Type="http://schemas.openxmlformats.org/officeDocument/2006/relationships/slide" Target="/ppt/slides/slide18.xml" Id="R9df4595857274ea9" /><Relationship Type="http://schemas.openxmlformats.org/officeDocument/2006/relationships/slide" Target="/ppt/slides/slide19.xml" Id="R16fe4986de0c42e8" /><Relationship Type="http://schemas.openxmlformats.org/officeDocument/2006/relationships/slide" Target="/ppt/slides/slide20.xml" Id="Rff7159b8ab954d14" /><Relationship Type="http://schemas.openxmlformats.org/officeDocument/2006/relationships/slide" Target="/ppt/slides/slide21.xml" Id="R8d054e68b7794e71" /><Relationship Type="http://schemas.openxmlformats.org/officeDocument/2006/relationships/slide" Target="/ppt/slides/slide22.xml" Id="R8cae7ca1710c4a71" /><Relationship Type="http://schemas.openxmlformats.org/officeDocument/2006/relationships/slide" Target="/ppt/slides/slide23.xml" Id="R1221b2b60a9546ee" /><Relationship Type="http://schemas.openxmlformats.org/officeDocument/2006/relationships/slide" Target="/ppt/slides/slide24.xml" Id="R2d2793fa20aa4ac1" /><Relationship Type="http://schemas.openxmlformats.org/officeDocument/2006/relationships/slide" Target="/ppt/slides/slide25.xml" Id="R056fce17b4764928" /><Relationship Type="http://schemas.openxmlformats.org/officeDocument/2006/relationships/slide" Target="/ppt/slides/slide26.xml" Id="R9b5b168fb22a4e44" /><Relationship Type="http://schemas.openxmlformats.org/officeDocument/2006/relationships/slide" Target="/ppt/slides/slide27.xml" Id="R554fd59e1992419b" /><Relationship Type="http://schemas.openxmlformats.org/officeDocument/2006/relationships/slide" Target="/ppt/slides/slide28.xml" Id="R98713a5a8c0f471f" /><Relationship Type="http://schemas.openxmlformats.org/officeDocument/2006/relationships/slide" Target="/ppt/slides/slide29.xml" Id="R74221ad9593244de" /><Relationship Type="http://schemas.openxmlformats.org/officeDocument/2006/relationships/slide" Target="/ppt/slides/slide30.xml" Id="Rb7d6ccf0e9dc4bd8" /><Relationship Type="http://schemas.openxmlformats.org/officeDocument/2006/relationships/slide" Target="/ppt/slides/slide31.xml" Id="Rfc6ff14cb3c54d22" /><Relationship Type="http://schemas.openxmlformats.org/officeDocument/2006/relationships/slide" Target="/ppt/slides/slide32.xml" Id="Ra3ebcda891854b2e" /><Relationship Type="http://schemas.openxmlformats.org/officeDocument/2006/relationships/slide" Target="/ppt/slides/slide33.xml" Id="R25234f9f48fd4a04" /><Relationship Type="http://schemas.openxmlformats.org/officeDocument/2006/relationships/slide" Target="/ppt/slides/slide34.xml" Id="R1243ba91b1254bba" /><Relationship Type="http://schemas.openxmlformats.org/officeDocument/2006/relationships/slide" Target="/ppt/slides/slide35.xml" Id="R42cc81f1d4884df3" /><Relationship Type="http://schemas.openxmlformats.org/officeDocument/2006/relationships/slide" Target="/ppt/slides/slide36.xml" Id="R10214777e4394874" /><Relationship Type="http://schemas.openxmlformats.org/officeDocument/2006/relationships/slide" Target="/ppt/slides/slide37.xml" Id="R758b778004184fe3" /><Relationship Type="http://schemas.openxmlformats.org/officeDocument/2006/relationships/slide" Target="/ppt/slides/slide38.xml" Id="Recb8af2dd5ae4ba4" /><Relationship Type="http://schemas.openxmlformats.org/officeDocument/2006/relationships/slide" Target="/ppt/slides/slide39.xml" Id="R477e9fa428a34635" /><Relationship Type="http://schemas.openxmlformats.org/officeDocument/2006/relationships/slide" Target="/ppt/slides/slide40.xml" Id="Ree39b706e6c946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56ad6105cd4c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706b9113c644ca" /><Relationship Type="http://schemas.openxmlformats.org/officeDocument/2006/relationships/notesMaster" Target="/ppt/notesMasters/notesMaster1.xml" Id="R65f161ccc38f46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91f260efce4c47" /><Relationship Type="http://schemas.openxmlformats.org/officeDocument/2006/relationships/notesMaster" Target="/ppt/notesMasters/notesMaster1.xml" Id="R92a5e818703842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5fbebd5086471f" /><Relationship Type="http://schemas.openxmlformats.org/officeDocument/2006/relationships/notesMaster" Target="/ppt/notesMasters/notesMaster1.xml" Id="R50189acc7bba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e036f57a164bd5" /><Relationship Type="http://schemas.openxmlformats.org/officeDocument/2006/relationships/notesMaster" Target="/ppt/notesMasters/notesMaster1.xml" Id="Rcc0a317b6af74e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ca4cbc78d94bee" /><Relationship Type="http://schemas.openxmlformats.org/officeDocument/2006/relationships/notesMaster" Target="/ppt/notesMasters/notesMaster1.xml" Id="Ra5714501e9b549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ecac3992834890" /><Relationship Type="http://schemas.openxmlformats.org/officeDocument/2006/relationships/notesMaster" Target="/ppt/notesMasters/notesMaster1.xml" Id="Rf3f103016d5d47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1641ce9fd64f5c" /><Relationship Type="http://schemas.openxmlformats.org/officeDocument/2006/relationships/notesMaster" Target="/ppt/notesMasters/notesMaster1.xml" Id="Rc384a7cffbca47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86b66f06624c5b" /><Relationship Type="http://schemas.openxmlformats.org/officeDocument/2006/relationships/notesMaster" Target="/ppt/notesMasters/notesMaster1.xml" Id="Rb833252919e341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900ac041f8b4014" /><Relationship Type="http://schemas.openxmlformats.org/officeDocument/2006/relationships/notesMaster" Target="/ppt/notesMasters/notesMaster1.xml" Id="Rcc266d9203674c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37426104094a67" /><Relationship Type="http://schemas.openxmlformats.org/officeDocument/2006/relationships/notesMaster" Target="/ppt/notesMasters/notesMaster1.xml" Id="Rcbd11985699c412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e9f2171d1d4a7f" /><Relationship Type="http://schemas.openxmlformats.org/officeDocument/2006/relationships/notesMaster" Target="/ppt/notesMasters/notesMaster1.xml" Id="R0154689fb65e43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75ac97cccd4154" /><Relationship Type="http://schemas.openxmlformats.org/officeDocument/2006/relationships/notesMaster" Target="/ppt/notesMasters/notesMaster1.xml" Id="Rff89007315a84d3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8f0f365992d42aa" /><Relationship Type="http://schemas.openxmlformats.org/officeDocument/2006/relationships/notesMaster" Target="/ppt/notesMasters/notesMaster1.xml" Id="Rbfd67546acdc47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6cbece2f276494e" /><Relationship Type="http://schemas.openxmlformats.org/officeDocument/2006/relationships/notesMaster" Target="/ppt/notesMasters/notesMaster1.xml" Id="Rbf176087fd9d49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22374061b94b0d" /><Relationship Type="http://schemas.openxmlformats.org/officeDocument/2006/relationships/notesMaster" Target="/ppt/notesMasters/notesMaster1.xml" Id="Ra30e625399ad45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e44a088e86b429c" /><Relationship Type="http://schemas.openxmlformats.org/officeDocument/2006/relationships/notesMaster" Target="/ppt/notesMasters/notesMaster1.xml" Id="R02a87a9f006b436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82ca12a01fb4a3f" /><Relationship Type="http://schemas.openxmlformats.org/officeDocument/2006/relationships/notesMaster" Target="/ppt/notesMasters/notesMaster1.xml" Id="Raae47b9a54e84f4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a4e8b67f634f29" /><Relationship Type="http://schemas.openxmlformats.org/officeDocument/2006/relationships/notesMaster" Target="/ppt/notesMasters/notesMaster1.xml" Id="Rce3bfdb81cce4e0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501d0905da4405" /><Relationship Type="http://schemas.openxmlformats.org/officeDocument/2006/relationships/notesMaster" Target="/ppt/notesMasters/notesMaster1.xml" Id="R87e6a134695e47f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ea0aa39ab044a9b" /><Relationship Type="http://schemas.openxmlformats.org/officeDocument/2006/relationships/notesMaster" Target="/ppt/notesMasters/notesMaster1.xml" Id="R8279e131c7a94f7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b967cc77e8946d1" /><Relationship Type="http://schemas.openxmlformats.org/officeDocument/2006/relationships/notesMaster" Target="/ppt/notesMasters/notesMaster1.xml" Id="Re9aa3db7bafb43a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8d6ef858903462d" /><Relationship Type="http://schemas.openxmlformats.org/officeDocument/2006/relationships/notesMaster" Target="/ppt/notesMasters/notesMaster1.xml" Id="R285d4330c0fb4d6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8e7f1f377049b2" /><Relationship Type="http://schemas.openxmlformats.org/officeDocument/2006/relationships/notesMaster" Target="/ppt/notesMasters/notesMaster1.xml" Id="Ra6903794aa83444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0896d3a6b8b4fd8" /><Relationship Type="http://schemas.openxmlformats.org/officeDocument/2006/relationships/notesMaster" Target="/ppt/notesMasters/notesMaster1.xml" Id="R16cd63a27aef4a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fa00f4be7c4e34" /><Relationship Type="http://schemas.openxmlformats.org/officeDocument/2006/relationships/notesMaster" Target="/ppt/notesMasters/notesMaster1.xml" Id="Rd6ec95d56ece410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19dd78518dd4c95" /><Relationship Type="http://schemas.openxmlformats.org/officeDocument/2006/relationships/notesMaster" Target="/ppt/notesMasters/notesMaster1.xml" Id="Rab405ab3103e446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f7b2c7308a84a4e" /><Relationship Type="http://schemas.openxmlformats.org/officeDocument/2006/relationships/notesMaster" Target="/ppt/notesMasters/notesMaster1.xml" Id="R3ce630a43bb1409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db57cdb79134ebc" /><Relationship Type="http://schemas.openxmlformats.org/officeDocument/2006/relationships/notesMaster" Target="/ppt/notesMasters/notesMaster1.xml" Id="R94e30e130f83468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1af05aa7eaa34217" /><Relationship Type="http://schemas.openxmlformats.org/officeDocument/2006/relationships/notesMaster" Target="/ppt/notesMasters/notesMaster1.xml" Id="R91536daefe3c4ef7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aba3e7b01354343" /><Relationship Type="http://schemas.openxmlformats.org/officeDocument/2006/relationships/notesMaster" Target="/ppt/notesMasters/notesMaster1.xml" Id="R006d99abb725426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da785b7c0b144bd4" /><Relationship Type="http://schemas.openxmlformats.org/officeDocument/2006/relationships/notesMaster" Target="/ppt/notesMasters/notesMaster1.xml" Id="Rf1264a1f185c4b4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a8dbbe8aea7442b" /><Relationship Type="http://schemas.openxmlformats.org/officeDocument/2006/relationships/notesMaster" Target="/ppt/notesMasters/notesMaster1.xml" Id="R780a188f13304c2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dcd306080ce4a01" /><Relationship Type="http://schemas.openxmlformats.org/officeDocument/2006/relationships/notesMaster" Target="/ppt/notesMasters/notesMaster1.xml" Id="R40a4fb1c174f446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68d76aea2a14258" /><Relationship Type="http://schemas.openxmlformats.org/officeDocument/2006/relationships/notesMaster" Target="/ppt/notesMasters/notesMaster1.xml" Id="Rd5188e07604e4e44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0d3554621bb44fa" /><Relationship Type="http://schemas.openxmlformats.org/officeDocument/2006/relationships/notesMaster" Target="/ppt/notesMasters/notesMaster1.xml" Id="Rab78d14f5a564a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545a08432a4c28" /><Relationship Type="http://schemas.openxmlformats.org/officeDocument/2006/relationships/notesMaster" Target="/ppt/notesMasters/notesMaster1.xml" Id="Rbccd5ab7bc594a3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802a233a2e4675" /><Relationship Type="http://schemas.openxmlformats.org/officeDocument/2006/relationships/notesMaster" Target="/ppt/notesMasters/notesMaster1.xml" Id="Rf6c74739e4ff4da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31705efdc3b422e" /><Relationship Type="http://schemas.openxmlformats.org/officeDocument/2006/relationships/notesMaster" Target="/ppt/notesMasters/notesMaster1.xml" Id="R693c00410df1405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3aeb1b66c624773" /><Relationship Type="http://schemas.openxmlformats.org/officeDocument/2006/relationships/notesMaster" Target="/ppt/notesMasters/notesMaster1.xml" Id="R5a3d607734d14d6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ece63ebfe514bf3" /><Relationship Type="http://schemas.openxmlformats.org/officeDocument/2006/relationships/notesMaster" Target="/ppt/notesMasters/notesMaster1.xml" Id="R050e7a19f2bc4d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d01bc3ae6a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5a45850cf44538" /><Relationship Type="http://schemas.openxmlformats.org/officeDocument/2006/relationships/slideLayout" Target="/ppt/slideLayouts/slideLayout1.xml" Id="R478d50649e3f45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d50649e3f45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4c275b1b34520" /><Relationship Type="http://schemas.openxmlformats.org/officeDocument/2006/relationships/notesSlide" Target="/ppt/notesSlides/notesSlide1.xml" Id="R1c0b139be76145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4656ff52d24d5a" /><Relationship Type="http://schemas.openxmlformats.org/officeDocument/2006/relationships/notesSlide" Target="/ppt/notesSlides/notesSlide2.xml" Id="R636a00fbc63a4d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268112e2d49c1" /><Relationship Type="http://schemas.openxmlformats.org/officeDocument/2006/relationships/notesSlide" Target="/ppt/notesSlides/notesSlide3.xml" Id="Ra5571bacaa6e46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d5a832c9384971" /><Relationship Type="http://schemas.openxmlformats.org/officeDocument/2006/relationships/notesSlide" Target="/ppt/notesSlides/notesSlide4.xml" Id="R0f6cf2be3c5345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72627f0324543" /><Relationship Type="http://schemas.openxmlformats.org/officeDocument/2006/relationships/notesSlide" Target="/ppt/notesSlides/notesSlide5.xml" Id="Re9b1ca0d1fce488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7ffba36474564" /><Relationship Type="http://schemas.openxmlformats.org/officeDocument/2006/relationships/notesSlide" Target="/ppt/notesSlides/notesSlide6.xml" Id="Rf2ba7c56d6bc44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63624b370e4809" /><Relationship Type="http://schemas.openxmlformats.org/officeDocument/2006/relationships/notesSlide" Target="/ppt/notesSlides/notesSlide7.xml" Id="Rc870834adcaf4a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c9915768f4261" /><Relationship Type="http://schemas.openxmlformats.org/officeDocument/2006/relationships/notesSlide" Target="/ppt/notesSlides/notesSlide8.xml" Id="Rb8d5df1d09c0452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b8750af7bd451f" /><Relationship Type="http://schemas.openxmlformats.org/officeDocument/2006/relationships/notesSlide" Target="/ppt/notesSlides/notesSlide9.xml" Id="R3b653d2e10f24f7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09eb4a7e44d3f" /><Relationship Type="http://schemas.openxmlformats.org/officeDocument/2006/relationships/notesSlide" Target="/ppt/notesSlides/notesSlide10.xml" Id="Rc03c20fec7014a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b6008310f412b" /><Relationship Type="http://schemas.openxmlformats.org/officeDocument/2006/relationships/notesSlide" Target="/ppt/notesSlides/notesSlide11.xml" Id="Rc28e624b2dde4e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e007378564a9a" /><Relationship Type="http://schemas.openxmlformats.org/officeDocument/2006/relationships/notesSlide" Target="/ppt/notesSlides/notesSlide12.xml" Id="R6d842ebd8db24a4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e37a44cd947b2" /><Relationship Type="http://schemas.openxmlformats.org/officeDocument/2006/relationships/notesSlide" Target="/ppt/notesSlides/notesSlide13.xml" Id="R56ff513c2d5c4d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0882c17dc46ff" /><Relationship Type="http://schemas.openxmlformats.org/officeDocument/2006/relationships/notesSlide" Target="/ppt/notesSlides/notesSlide14.xml" Id="Rfe0d92f18e7e4a0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2a9980531542f9" /><Relationship Type="http://schemas.openxmlformats.org/officeDocument/2006/relationships/notesSlide" Target="/ppt/notesSlides/notesSlide15.xml" Id="R0ce6c2d54887450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513fa30894dd0" /><Relationship Type="http://schemas.openxmlformats.org/officeDocument/2006/relationships/notesSlide" Target="/ppt/notesSlides/notesSlide16.xml" Id="Rc8114644765647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8e0657f254157" /><Relationship Type="http://schemas.openxmlformats.org/officeDocument/2006/relationships/notesSlide" Target="/ppt/notesSlides/notesSlide17.xml" Id="R27e87a4473d647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90eda1a684f89" /><Relationship Type="http://schemas.openxmlformats.org/officeDocument/2006/relationships/notesSlide" Target="/ppt/notesSlides/notesSlide18.xml" Id="Rb1cb2bd5b7114b4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013daab9bc48ee" /><Relationship Type="http://schemas.openxmlformats.org/officeDocument/2006/relationships/notesSlide" Target="/ppt/notesSlides/notesSlide19.xml" Id="R40d0165321d841c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a18f808af48d4" /><Relationship Type="http://schemas.openxmlformats.org/officeDocument/2006/relationships/notesSlide" Target="/ppt/notesSlides/notesSlide20.xml" Id="R3420b0e237e94a9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92f41179a49c4" /><Relationship Type="http://schemas.openxmlformats.org/officeDocument/2006/relationships/notesSlide" Target="/ppt/notesSlides/notesSlide21.xml" Id="Rd0bb4ef88dce4c5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f4f5e7581406f" /><Relationship Type="http://schemas.openxmlformats.org/officeDocument/2006/relationships/notesSlide" Target="/ppt/notesSlides/notesSlide22.xml" Id="R1d9d61896b714f9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90f04d75014da3" /><Relationship Type="http://schemas.openxmlformats.org/officeDocument/2006/relationships/notesSlide" Target="/ppt/notesSlides/notesSlide23.xml" Id="Rd8a921ac11e54cc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9ddec0450456e" /><Relationship Type="http://schemas.openxmlformats.org/officeDocument/2006/relationships/notesSlide" Target="/ppt/notesSlides/notesSlide24.xml" Id="R505f5994883b42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78026d6de46e2" /><Relationship Type="http://schemas.openxmlformats.org/officeDocument/2006/relationships/notesSlide" Target="/ppt/notesSlides/notesSlide25.xml" Id="R258615e579a64a2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5e0de3c6a94eaf" /><Relationship Type="http://schemas.openxmlformats.org/officeDocument/2006/relationships/notesSlide" Target="/ppt/notesSlides/notesSlide26.xml" Id="Rf604691bcf4c442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616e59c094dca" /><Relationship Type="http://schemas.openxmlformats.org/officeDocument/2006/relationships/notesSlide" Target="/ppt/notesSlides/notesSlide27.xml" Id="Rd2ff1e86b31e4c9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e2cbbccc254cd0" /><Relationship Type="http://schemas.openxmlformats.org/officeDocument/2006/relationships/notesSlide" Target="/ppt/notesSlides/notesSlide28.xml" Id="R8e5e78680b5f4a7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287a41df94ea9" /><Relationship Type="http://schemas.openxmlformats.org/officeDocument/2006/relationships/notesSlide" Target="/ppt/notesSlides/notesSlide29.xml" Id="Rba3c4fa4c8084a5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2e10d2f9f48be" /><Relationship Type="http://schemas.openxmlformats.org/officeDocument/2006/relationships/notesSlide" Target="/ppt/notesSlides/notesSlide30.xml" Id="R05c1d65ae31b4d9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86ab237954168" /><Relationship Type="http://schemas.openxmlformats.org/officeDocument/2006/relationships/notesSlide" Target="/ppt/notesSlides/notesSlide31.xml" Id="Ref9449e5efa1442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3e9bdfcfb48b3" /><Relationship Type="http://schemas.openxmlformats.org/officeDocument/2006/relationships/notesSlide" Target="/ppt/notesSlides/notesSlide32.xml" Id="R609bb1f60eab489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bba35cab549fa" /><Relationship Type="http://schemas.openxmlformats.org/officeDocument/2006/relationships/notesSlide" Target="/ppt/notesSlides/notesSlide33.xml" Id="Rf08177e40eb8475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8e90ea7f054442" /><Relationship Type="http://schemas.openxmlformats.org/officeDocument/2006/relationships/notesSlide" Target="/ppt/notesSlides/notesSlide34.xml" Id="R2f183b250d004d2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e9cee693a4665" /><Relationship Type="http://schemas.openxmlformats.org/officeDocument/2006/relationships/notesSlide" Target="/ppt/notesSlides/notesSlide35.xml" Id="R968018a6d6ff47c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796d2d40e6445c" /><Relationship Type="http://schemas.openxmlformats.org/officeDocument/2006/relationships/notesSlide" Target="/ppt/notesSlides/notesSlide36.xml" Id="R9631e2f298334b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6d243846a493b" /><Relationship Type="http://schemas.openxmlformats.org/officeDocument/2006/relationships/notesSlide" Target="/ppt/notesSlides/notesSlide37.xml" Id="Rbfb750b5e64a470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9ecb7bb4004a68" /><Relationship Type="http://schemas.openxmlformats.org/officeDocument/2006/relationships/notesSlide" Target="/ppt/notesSlides/notesSlide38.xml" Id="R2618e96753f7421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f9bc317664f28" /><Relationship Type="http://schemas.openxmlformats.org/officeDocument/2006/relationships/notesSlide" Target="/ppt/notesSlides/notesSlide39.xml" Id="R8f2881eeadc44fc2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8b5f099faa49c0" /><Relationship Type="http://schemas.openxmlformats.org/officeDocument/2006/relationships/notesSlide" Target="/ppt/notesSlides/notesSlide40.xml" Id="R19f34aa836dd43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3470F-8C4A-43D3-99C1-F08CBFAF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C5504-5657-46FD-B0CA-1C504E35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Elasticity: Review Stress-Strain Curve, Str ain hardening and softening. Elastic Moduli, Poisson's ratio, Relation betwe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6D2D3-8F1B-4198-B497-F0087EC3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1D287-C438-4416-9D61-B51A4D3D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23536-2D48-4056-934A-DC39FC9E3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8AEEE-0582-426A-9FD0-69CE08E8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81278-5F53-4DAB-9783-A467F0D2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3683D-7D9D-4B54-8538-26B4224A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98213-7480-430C-960C-4828F258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D45C7-CDC7-4E9D-8939-3CC22CF3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E193C-4CF4-4CF0-A8A9-3543F307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A2990F-0802-42D5-B9C1-68E84AF6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1DB98-1B54-47EF-9E41-F4FB374D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0613189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1381A-4B05-483C-A95F-61F5C7AE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AC8D45-86DE-4166-9667-98905FE58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D506A-E9C9-46BC-A9E5-123AB1F4C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C14351-A476-422B-B97E-DA55B1C7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18586-9281-4335-819E-E2F7D246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28AE6-9184-496C-BDED-21E360471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65632-8458-4ADD-8F36-F2A79527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965FA-DFCB-4F8E-8D7B-5C9200D78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75E7D-1506-4374-A70B-340D9EE5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CB46C-E325-45DE-B3E3-72169CA8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D0C4D-1F79-4A7D-9AE8-D7505727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78636-B3BD-4281-BA0F-890185CC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2F9FB-9258-4133-AC61-439D2308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401CA-6204-40DF-A843-94C2D8614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513629-085C-4F1D-8ADE-48DEE490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12368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2A6F70-28BC-4963-8ED1-694EB0C2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3AA18-03CE-49F4-BEA6-CC45B1A0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A1355-53DA-4825-9895-D6FDBF77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02D4E-7778-45A1-BDC9-7A277F54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B6411-8997-4527-A8B1-B0E3A00A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4054C5-E240-4774-92A8-A0BFC007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7C113D-E94F-441B-94C1-EA3165985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A4A7D-8342-4A04-A07B-83A11542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CEE62-B166-40F7-BF9C-EA9B10EC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Elasticity: Review Stress-Strain Curve, Str ain hardening...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877178-9311-4AE6-BEFD-13D67833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6D6FB-2BDB-4D35-99E9-40AFEDC1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EFCFB-ECD3-4647-9E85-306E3998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Elastic Moduli, Poisson's ratio, Relation between Y, n an...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E35A8-1195-42D0-B49A-1F662F9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99E39-2932-402A-94B8-A63F3058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7563F-26B0-491C-AC7C-E519FEF0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Static and dynamic loading, Beams, Bending moment and der...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4711B-6A7D-477C-B961-52297AE0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ECCE0-A6E1-404A-A000-43B4A7A5D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3B7ADC-235C-4E58-950B-D592BAD0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Failures of engineering materials - Ductile fracture, Bri...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D00C8-0429-41C1-92C6-47E3684D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44E4F-28E7-4158-926E-15E6D6CE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6544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6AAEDD-0FA2-4846-B146-C14F5A71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040BE-D9E9-48F9-97DA-8C63C318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371C5-0267-4DB0-8A59-F7BBF689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F9BEE6-EC9D-437A-9559-D9F72C8E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2C17B9-1F42-412B-9648-263176E8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556A9-DA0B-453F-8CC5-7DBED9E4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FCCD93-D76E-4BED-96B3-E744DD48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E9B893-8CE0-47EC-9EE3-109FDA79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Elasticity: Review Stress-Strain Curve, Str ain hardening...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FB44D-1D60-484F-AE6C-3E7C9D24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4874A-FE40-48A4-8E3A-81802846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DA5FE3-F5E0-49A2-9B13-38C31F52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Elastic Moduli, Poisson's ratio, Relation between Y, n an...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189767-44C9-4153-B66A-254E16C9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68DF1-C525-4372-B0D1-6D13CE4B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959BB6-7C29-4A9D-89A8-E4F81193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Static and dynamic loading, Beams, Bending moment and der...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AE204-C895-4DC6-BD4A-22ED432D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B0F5D-310C-4539-875D-0C62C63A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39A23F-CC31-48C6-9060-3FE9298C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Failures of engineering materials - Ductile fracture, Bri...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D8EE4-9B8E-4937-84C7-F9289C75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70F36-02CA-4D66-B487-9BE112E06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6B5A5C-7102-413D-910A-310F5BB2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68636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CAFE76-2892-4FB2-A1DA-A4827946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C15F0-D92A-4E76-BD3A-06DB203A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A7E43E-070F-4CBB-9C19-E51AB4302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93A64-DEB2-43E5-A88D-53EB1228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71F09-4C11-4568-B465-179E4F59F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Elasticity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5565A2-0B0E-434E-8E7D-257E0F3F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20D57-C56B-4990-8E71-A4584459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Stress-Strain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FF162-EFE0-40DF-97C0-9B94D1B7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Curve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C7678-A333-46F0-9148-B4067D5D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hardening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E70136-179A-453E-988F-220B2630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softening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48C60-7882-4FD0-9570-82E6CDBD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Elastic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BE9E2F-E681-4633-AE28-006A603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Moduli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8751D4-A4B1-4D4E-90B6-155A6D5A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Poisson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52497-A016-43B3-8D92-A82C5626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827CA-C4EB-4E7D-99C3-800DE045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896BB7-750C-4EBF-9E15-E1D7A4F1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308136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54E90-A995-4AEA-9B56-7E97E705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B1DB5-3988-4423-8500-00188F27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AA5F8-193F-4717-A90C-81A18948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836A63-8C21-47AE-82B7-343AB066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5DDB6-9D5E-4C8A-BB42-16BD3B7F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Elasticity: Review Stress-Strain Curve, Str ain hardening and softening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424C8-C192-41AC-A7E8-E1EF9D71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Elasticity: Review Stress-Strain Curve, S...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7A7FF-0941-4765-9F53-7C806877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B33A38-ED54-4838-8655-F6B91B6B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FFF4E-0AB7-4518-9F7F-D5AEF03D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6B8DF-6530-4A96-8077-D903DC0A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DF1D0-FA85-47A2-8086-7ED180F8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1F8B9-DBA9-42C3-B380-C979AABDE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7B6ECA-D0CF-4AED-9FFA-35FB795C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0FC0B7-16A0-4A65-BFE6-712A25CB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733F6-52C3-4917-8F06-4908BD48B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9DD2A8-7FF9-4878-A01C-ED15B518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7076799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835791-6FE8-45A2-8CFB-7658E5319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CB0B7-C905-4E84-AB3F-93667283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07756-AB61-4942-959C-F6BCA5D3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E23358-2853-4366-970D-A9DD77E5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DF1F4-9810-4CA2-842C-F2C55A7C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626EF-4012-4001-8498-0A49AB65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5404-8024-4B10-99A6-2944A114B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5DF6E-FD3E-46ED-83BC-FEF73458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D33793-E47B-4FC9-83C1-6E539052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Elasticity:...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A2F9E3-0AF4-4CE9-BAEB-48181167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FB8B4-5198-44BE-93ED-D4C4984C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6B1D1-A4A7-479C-B904-4D7EB8B9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Elasti...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92C56-3825-4C08-AFB3-D1598F15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61FCF0-6151-461A-AB0F-9B769B31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209165-F7A5-441E-871C-7346E38A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Elasticity:...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4C0478-20FF-43FE-9CA7-76BA7485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DBE064-036B-46C9-81E4-7AB532B5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281E3-C0EA-47B9-A263-DC84E480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Elasticity:...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EA330-ED9B-4661-BABF-2546095C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D9CDC8-0F81-4C0B-878F-01D51951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4EDCF7-6A2F-4FAD-AE83-CAE34BF8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Elasti...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67B52D-E35A-4D2C-97D7-A929904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0A5968-8C3C-4A43-9038-36C844C5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679755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D3F31A-F48C-45D1-A9C5-DD01ABD5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83DB1F-53E3-4F41-B5DB-F242AC67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32359-AC66-4E73-AD74-BE1B9F78F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A53E77-C09A-42E5-86D0-E280802F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9174AD-79F8-4405-9C81-2F876562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C34C1C-B886-4BC3-BE75-D0600A6C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7E52F-1E85-4245-8861-8CD78441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A329D4-654F-4A84-8D8C-8C414871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64D56-A3EB-4E54-A710-3FB11FF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908A1-368E-49ED-BEEB-CE988D7B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1106D-AF86-4DCA-A8C7-C459E98B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AFD85-A514-48C2-AF17-F9A2CA39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DC897-F1D9-4609-AAC8-835AFA68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D3258-E3B5-4580-8AE5-9C703CF3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1D93E0-8EF0-4613-B584-DDAA4B2E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8661683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EC8EB1-3977-4404-9D70-5C9451D7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A9AC9-E118-49FA-941C-8E58AD62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C7EB95-2386-4228-A0E1-FB6445D0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E0B4CE-56B5-4C50-8296-04D8906F7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0E5251-792D-4EA4-87D1-62D07031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F2A9D-C642-4293-9C68-B6A2F366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Elasticity: Review Stress-Strain Curve, Str ain hardening...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AAF20-BCE3-4E91-9073-FFD0F460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0EB2E2-688C-46E7-85D0-1BFCE8BA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B21B22-941D-42A3-AEE3-4FC7FD8B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F5365E-91D6-4763-A52C-4864D5DA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4F09C-8277-427A-9A2B-47E8443B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7741466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C2F3C1-8152-429F-A78A-7E2518DB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A5F457-2478-471E-BDBF-CD00109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5C3D16-750B-4F87-82E2-2A435A63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67815-D172-488B-9C98-9447F99BB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5BEDB-3AC4-438C-8EE6-57872597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Elastic Moduli, Poisson's ratio, Relation between Y, n and σ (with derivation), mention relation between K, Y a...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138A8-FA4D-4D0A-80E7-FCB832AA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Elastic Moduli, Poisson's ratio, Relation...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FD160-D00A-4ACF-8C84-A0A01B2C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0F908-9F60-4C77-8434-0F055286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9029D-49DA-4BBE-B951-9D221B2C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5C10E6-B3C6-45A0-9E07-243702F9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048302-01D2-405C-9A86-8964DAD1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B36D9-ABFA-4617-8B0F-03AF6D90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0E3FB-A71F-4C97-BF7F-7666527A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F4B8C-E2B3-4391-B2C1-850D14E1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4D1179-E317-40CE-B276-98DE8D9C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DECE0-13B9-4603-9ECE-72A06CB3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395117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1656F9-C486-4931-A5EC-A9B8578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F5C67-5CD9-479D-B218-22C2F094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EA3D6-8C35-45F3-AEC0-670FBE9B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1E698-3EBD-4255-BEB6-213F4142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66832A-F5B9-4AEF-9B68-1C3A8A99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95571-6BB2-4544-A0AD-DC7D7939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1E85C-262F-42E8-9E70-D3C82681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EE23F-1049-4323-AB68-E9B666F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F2510F-911D-49FC-83FC-5C5270D5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Elastic Mod...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4F6E10-620C-4A15-81CC-29108027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DC250-CDA8-4E1A-9E1E-71357599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61676-C1B7-4F2D-8115-F4FE141A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Elasti...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CD826A-AEC7-4369-A9A0-1C32C089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CABD1-4655-4A5E-AFF5-B24F1A1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E9EEDB-2DA5-49B9-B5AD-FAD04156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Elastic Modu...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B2976-9A6B-484D-B23C-B0C64779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8E016-0AF3-40D6-9CD0-F039C15B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71772-F3A9-4D7B-8365-BF125AD7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Elastic Mod...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B0890-E102-4F80-8CF8-1D0E4AE6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A5C10-73C4-45AE-A98F-574D9BCE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178EF9-12CC-4B61-9C4D-181E3CFA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Elasti...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16B429-A6AB-4B5F-A89C-4BBA76AA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0AB1CD-A216-4789-97F7-F048D262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436316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66270D-DFC6-4D68-819B-2877C3EF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539FC-7ECE-4346-B8D9-BDF347A1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03A62-2139-4CCE-BC55-495F6575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8560A-44A8-4496-B247-7A8B01F1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73D4E0-F791-4518-A652-DB5346AC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8DD637-F995-4453-B24F-2CF86672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907C83-4328-4F37-9D1C-E7A694D7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E7D845-1CC4-4541-AD01-6BDFB7B3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97C506-B3C4-4E84-947C-C934D0FC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25B9-D2F1-4F49-A1BD-17D8F644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ADE5A2-9FBA-46B7-8C9A-41B1B50E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1561C-25D7-4A04-92B0-01D13CD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9C9D0C-9F8A-455B-AC88-F4070D90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044C94-C9FE-4B24-88E1-2D36B865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ED79CA-57F3-45E2-8011-79E93E07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878967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4D728E-E314-4B28-8EAA-70ECAE87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D661CD-FB4E-4896-BAC6-9896C89A6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0ACA3-F168-42CC-A63A-D8D3A054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45F6EF-2939-4D4E-9E37-5389DA1E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D4A328-1AF4-4615-93C6-82065B52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3A5C5-A1D6-4CDA-B238-AAB741ED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Elastic Moduli, Poisson's ratio, Relation between Y, n an...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C6477-3BB8-4EC1-9011-E8A25A2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32F544-3621-4B54-BB1A-2102DCF9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93AF38-C7A2-49B4-ADBB-C49BDCE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2A6BF-6EEF-44B4-977A-CFBE3FC4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80B42E-335E-43B0-997D-DE7766EC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1258988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5E7A1-DDE2-4FD5-988F-A4D03512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68AF46-239A-4425-9751-09327184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E2960-2611-4DB3-90F0-5F3B1DF4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1676D-FD23-45E8-A1E0-AF7B61777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6B6A44-B9F8-47E9-97CD-EF6FF5468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Static and dynamic loading, Beams, Bending moment and derivation of expression, Cantilever, Torsion and Express...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460A27-D89F-412B-8B69-115ABF81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Static and dynamic loading, Beams, Bendin...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22F3C-5895-4C3D-A7DC-85C61E63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159A5-0ED7-4A15-B4A9-8B89D2C0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76815-A91C-465F-8FEA-048960B2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2FC67-E7C0-4506-AF30-FBB6EED4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E16B3-1ECB-4C15-811D-318677E3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6CEFE7-229F-4385-AF85-59CCF2A1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B21CD-7871-4465-9EBA-30AD7F57F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48DBA2-C5E4-4145-B9EA-69409190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4099D-3CEE-4836-BD81-CC815DAD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960379-AEFB-441A-A55E-3826D1BE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217286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6EB83B-D74E-4D38-B78D-95BF82ED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950BB-162E-461C-B8D6-6ED3A1225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A6E80-88BD-4BE1-80E9-0A17E75D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25D6B-6201-4C6D-98EE-CC1287FB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AD6FD-7E72-42A1-9C83-82DEC01A0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866CEE-0EE8-4E45-BA84-4618CE0D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EDC44-9B5B-4DFB-8D9D-113F63ED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E0A55-0432-450C-8341-EC85AE78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CA28B-686C-4293-8D6C-AF5F87B3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Static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30FA62-D3D1-4F91-BC88-F1844508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F6382-7443-4E68-856C-7C3BB78E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EA3962-F117-49CD-98CE-34D1D8122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Static...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65C48D-BCDA-4D8E-8323-1DE28DA7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C6656-518D-4440-8222-2B20154F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E26C8B-C1CB-417D-9F50-4453761F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Static and d...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35B01-FAD9-4E8F-B070-51BF3273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EEEBB1-7E74-440B-9FA5-0DBD8F9F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BCF1E-9ADF-4495-8182-CD3820E4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Static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C8FB0C-1037-4023-B797-5DE48BC1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8F82DA-E0E0-40A8-B5EC-72CF79BD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305E17-132A-4F3A-AA3F-3E6C86A1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Static...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7AEBB2-CA75-4F6F-BD21-DD6B3795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B57EF5-CA6E-4223-A2A6-E30AC658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357581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20B52C-D6B1-4FAC-BF9D-3455489D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5313E-5634-4E9A-9A36-B46ABEE7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3A3BD-F74E-4736-8B1D-3B537318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F8DE2-82F9-4736-86F4-FE7ADF4A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0F792-8B1D-4A5A-B625-2575BA02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723E72-E216-43F5-BDF3-F7B9B8BD5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82ACD-2901-4950-A2F3-5D02DABF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98FA52-3CA5-4B44-9664-EFA63C20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8E6902-6EDE-4118-A04F-E3EAB4CC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A946C-3BE5-4AE5-980E-2E748EA2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D1C08-1F07-40D7-80C5-3EA05737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5B74ED-373A-4F56-A4B6-D811E797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7CE15D-78EA-4DE9-ADF4-B6884E89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59B25-C149-4C64-993E-24095D06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25DE29-3FC5-44CE-B0BB-293703A5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431539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17CD6-0A7F-48E7-A184-252671C0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CA196-0AB8-4BB3-8ACA-A7436977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4A2A6-401C-4D5D-AE62-B5E503BF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D7EF9-D337-42B0-8F52-9FF108B8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5C0EAC-8FCE-4E70-9796-1F34137F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07EEB-3618-4224-97C7-92BA8E22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Static and dynamic loading, Beams, Bending moment and der...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F5E99F-C51D-464E-B750-9E88C00A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652F4A-C886-4B0D-ACB0-B779FD22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01B0F-31F9-43E0-900D-A7095CB9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95A84-402F-45DC-8378-DB7090A4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92E6B5-DF55-437D-BE55-230DC89F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669765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0C5886-25CB-43BA-BB64-0E71571E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622FF-6AA5-4CA5-8419-AD14D513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98F38-CCE3-45EC-BFFA-BAF3FD7F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33741-6EB5-405B-8A24-8FEF829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15D44-FFD9-4111-BC43-EDDA131E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Failures of engineering materials - Ductile fracture, Brittle fracture, Stress concentration, Fatigue and facto...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D09DF-AD69-4258-902C-B2C81E8A0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Failures of engineering materials - Ducti...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D9B534-258B-4958-91E9-2C6B3C9B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18CE7-1926-44A0-B858-AC13D2AA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7502F-8241-4A9D-BFFE-FA425B10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B6F0FF-2CDC-4BB5-971F-E6976A852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2E718-B51F-438A-9A43-696F4AA8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F7EC88-2398-4A6B-9EE5-94200C09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12811-24CD-4A39-A3E6-F7F3D98B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E33464-42DF-4C6F-9FB4-22FA9E84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02E2A-2593-459A-AD2C-067C6630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803951-772E-4C7F-8D11-BC68FB29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1331547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F3FCD2-B27E-4A4B-8CF6-B8DEB784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78CC14-36FC-4D41-B67D-E870EB1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BB8718-1385-447B-8123-E9865937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0C5895-DCB2-4E4D-9ABB-54488E18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9A1592-3D2A-40A5-82C0-D55B635F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E4D1D-036C-4FB6-BF68-E36E9097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97DA4-0A0C-4117-A040-DC1EC15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293A2-D6D0-4F66-97F8-081CF686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1FB02-7A1A-47CE-9D60-703189DA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Failures of...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970D54-F7FF-40BF-A28C-EA1AA466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F92DA-9874-472E-AD92-09EE8B09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F222F0-DCA9-48B6-A0A9-963B38B5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Failur...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92BED-59C1-46C7-890B-6963D415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45CA40-786A-4CEF-ACD5-55C01FB8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70B1BB-C408-40E8-AD2A-AF087BCA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Failures of...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41DB7-60D0-478E-B127-A6EF94DF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6669BE-406E-4B22-AA8A-FD66225A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A8CFC2-0EAA-4F0A-9E51-CB9F8C21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Failures of...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398674-7C19-4445-8DAE-4E642494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AD7B2-B54B-448B-988B-C042AA9B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612C5-DD3B-4584-9AB0-0B1C12A2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Failur...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B6BF4-EFBB-447A-8A11-0518B3E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39B8F-9955-44EA-BFF3-CFFEDA23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3839988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5A1360-2E9A-4778-810A-483806B1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01E44F-DF0B-45E3-A0EC-7626802B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875023-101C-464A-A264-0E64CAD51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8017C7-719A-4AD4-9549-23F79711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C438C-8B76-4985-A29B-3F206F0A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A533C-ED06-4F89-BEF3-3139BB84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9C28A3-04BD-47B8-BA36-E5ADCD57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FEA6D-A22B-4BE9-9384-3CCBDE8B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61741-805C-4512-AB17-DFF88D78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FA0E5D-7912-4BEF-B5E4-46F880FE0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EC783-00EE-4BEA-A570-305306BC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2F4E4-7F37-4BF3-9D5B-AF17AD3F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95817-C8BD-4748-B881-CA2E079C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960AD0-E99D-4BE8-A5F1-678724DD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4DFFD-F228-4C4B-BA26-2B9DCA39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72016491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88695F-0E84-4877-8819-38AA82E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2CBE4-3841-4531-8512-1E5376EF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02B30-D7C8-401C-A25B-D249002ED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44BB9-8264-427C-B530-41BC3317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19D2A-F61D-40C9-BA1E-A4A87481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7B9283-4D39-449D-9F3B-83E5FE62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Failures of engineering materials - Ductile fracture, Bri...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A461A-8508-4CB2-80B0-FB2247AD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C6D232-99AF-40C0-9857-CD59C8FF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D433B2-59FE-4F00-93F0-DE0F8591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9A4E90-F7DF-4B2C-B88C-D21623D1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B16D7-C1EF-463B-AABB-7A1D27AB8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0377911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DEC5E-D6A1-4AE7-ADF5-EBECC5C0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31167-6D28-4146-91B4-B3AD8B82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67191-AF71-4ACD-8A6C-01B00204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4E4BE-FD3B-490F-9803-39714C4B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D0FFA-52E0-4589-AF36-346F51D5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67BBE-1E23-4EBA-9E6C-43B9A906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7750825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D06599-FBB6-4537-BA71-A1418FAA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652552-9A61-47DF-8C56-14667AC4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A92793-4E84-499A-A68E-CD630C27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5E6C9-0AC5-435E-8DE0-3B6B0164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77139-51D0-4590-89C8-588F019E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Elasticity: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Review: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Stress-Strain: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hardening: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52C7FC-D42E-490E-A967-D80C8578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3665542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1EADF0-B4C7-479C-B626-D72EB97E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C212F-E6E5-4DC0-B237-C610DB4E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204F5-232D-45F7-B407-4EA946EE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29EA0-1E2F-45A6-9836-5C66044E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DDFBC-F9E8-47CF-A6EF-39942BA6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B35A24-ED5F-4D7A-9B76-3BDC7554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50754131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840F5-2F15-44D8-986C-0DA0F0965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A3D76E-779A-45FA-BF19-B584A00A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7F853-4C9E-4670-8179-C5D382A47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444EE-624A-498B-A9A8-565BD87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47977-0221-476E-A2A2-0794200B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A0F17B-8B37-4417-9C7B-E06F0285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0602708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E9611B-2694-4C8A-A850-69340A62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BA91C-A752-4737-A819-56FD39C3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79FB0E-6D90-4EDA-91F3-6E70B2C3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B6932-4716-4514-9C73-3AB82662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E7707-83BF-4294-A7EA-1A54D241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Elasticity: Review Stress-Strain Curve, Str ain hardening and softening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Elastic Moduli, Poisson's ratio, Relation between Y, n and σ (with deri...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Static and dynamic loading, Beams, Bending moment and derivation of exp...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Failures of engineering materials - Ductile fracture, Brittle fracture,...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45E9B-B27A-4EA7-A4C3-5329DE69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EAF41-9918-4507-B5D2-E5BDBB5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A5961-1E94-4B45-923F-6ED48A67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4146957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1C7007-B8F5-4E23-BD67-0A6A7D43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903A9-87E6-44C3-A92A-8C46BB2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 Moduli, Poisson's ratio, Relation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75893-CE49-41B0-8D61-1BC5E55F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57D0B3-D7E9-404A-821D-5EBF5479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116B39-EB40-423A-90B9-B671CA3B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97400-E2D6-4450-8F03-70AC091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3EF7A9-37E5-4B3F-AC44-86AA13F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93BD86-3D18-4A48-99FA-A1246C8A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A4CEF-6360-43D5-9B49-88CD75BE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F445F-CA2C-4992-A9FB-DBF42E7C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19AEF-6396-46CB-A242-604A8499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11DFE8-5C20-4798-B315-A7F36A88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336F73-B26E-43CA-A897-2D3FE1B7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C06E85-1C32-4AEC-92A2-D522DE2C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6BCB74-C5F6-4C19-9430-1B7DA576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076EFB-3DC1-4E11-9B8F-0516D686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AA6B91-81B1-407D-85D5-AD9F6507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18E5C-5EA3-4D54-9D74-771DCCC4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689F2E-A201-4B4E-B701-02D0FFA3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21FC77-3BA4-4A32-BBAC-7AC5499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F071C8-1ADE-481D-B934-48D522CE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0221D-BFCE-430D-A188-B435EAFC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0B66D-74C1-49CE-BA80-161D7404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17EA71-5359-4430-8D78-B9F6E8F7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C01BED-C689-446D-B6FC-5A1E5245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898C5-658E-491E-9160-CDED66EB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F37321-CC8A-4655-A1D0-70ED8EAB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5A398C-BE14-487D-A6CC-65AE90D3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A12AC6-7ACA-440C-931F-E7F8C260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3A1A36-2478-4F6D-AC54-E49525BE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2E3F7C-E46D-4645-A7DB-975D1D1B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972C51-8C9A-4FA7-95EA-0A8DFE6C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530460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C21D99-6D07-4B2F-9F9F-C089E5AD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4F30E-7A13-4819-B150-D7714D9A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Static and dynamic loading, Beams, Bending...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832F8-589B-4076-923D-E40580F5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E9C53E-D410-4BDF-B8A2-2750BB1A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54640-07AC-4976-9E9C-BF1D2750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E559C-B977-483F-96C5-1DF94488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A5C42-3920-45CB-922B-11793B0D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EC0BDB-BAF6-4FA9-A325-A4F1115E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E105F-8C36-4751-975D-FEB05150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EAA51-ED26-4172-A79D-5296B95F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80BB7C-A10D-462E-86EF-70C61284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F8D65-E514-404F-8A8A-67441B84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F8F1DE-0468-4CCA-AF36-2C5DC367D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BA0DA3-C22B-4DC7-8B9F-FE72A91E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CFD90-D407-4F11-9CF1-2EACA6E0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CD806D-9FA8-42EF-9FFA-50B8C4B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2B42FD-29D5-45EE-AD3E-A261640A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D5B908-4DCA-4E8F-A136-73F74D3C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A26526-F51A-4969-A5F7-A56C78AF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28D21A-CC40-4DD9-AF79-C4476777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3F172-C89F-47B0-82E3-0B16769C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81CC8F-6B53-4F84-A933-53752366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9CF0F-70B1-4B0D-9242-DA74321E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B4906F-61CA-4D21-BF4A-2F0E439B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533026-E336-4988-A03B-65C0AB2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52B5D7-F9CC-4E6D-BF0D-512950CE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9947A-0E0D-45F1-91E3-E1E82BAE6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188BF4-2B69-486C-8EFE-75E0D24F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76FB31-EBCA-4387-AC20-5EBB26077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241DA4-BC82-4C4D-B294-C3A62155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54009B-0B63-4A2F-9765-B6E6329B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70CBBE-A90A-487D-9121-791DBC9EE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7432499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49BB5B-BF69-40AB-AE34-B0FA7B31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94478-FC27-4155-9C45-D117A89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Failures of engineering materials - Ductile...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28DF3-44A9-49E0-A4FA-4246C0D1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9229D-BAFD-4B94-BEB3-DDED48E0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AF6D0-69F5-45CB-9DCB-F33A5C3CB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C2012D-ADD0-4590-B4D5-92E5A9DD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2C044-CF8A-4550-A496-B3B3256B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5EF488-C994-4D0D-898C-FB6A13EE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5D4D7-22FF-42EB-BF03-6059AE88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642C4-22B3-4620-93B9-F41D623D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A0809-6C3F-48A5-B618-A2C19696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AFB28-EA48-412B-AF81-30D129B8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B1F0F-B1BD-4C2D-AD99-32EF3A59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09C7E9-07F0-4146-BD1D-B0BD0EF4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F8A67-0075-4599-B0A3-CF830CD9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103C3-FA61-4030-BFF3-48670583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CA616B-C250-4645-B1B2-A3563D65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63E01-A057-430F-A0AD-7879789C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8971F0-FD1C-44B5-81AB-AEC25469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C54358-2024-422E-A180-654BA107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E21557-22D5-46E5-803D-70443837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390569-D816-4250-83EE-C8121D11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4D248B-A35B-4B1E-991A-DB812BBB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AF8E16-C375-429D-B33F-8F9B3359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ECAB34-CF3D-40B5-8B42-E09893C8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1739BF-8EA1-471F-8CF4-E977F9A6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E3B74-75E2-4612-B915-41AC8AF2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2D3DC0-6831-46D0-9D3D-40ED74B4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2353E-DCE6-45D8-84B7-63B4698B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8FEA6-3202-4133-86E6-E69FFF48B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0A9BD1-BF20-4575-87AA-DFDD517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C820F-784D-4E0A-A0A8-83D2543D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67053625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482A72-31DF-486E-9243-A3F20D27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C6AF3-01D4-4D59-A802-0A130026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Elasticity: Review Stress-Strain Curve, Str...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F4A314-72F6-4FC1-A929-3B93EE31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60D232-72D9-4F37-8638-1C1BFEBB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D3BFE-A2A5-4F45-83C5-4C5A533B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A071E-D109-49F5-AE25-C01D2ABE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A25F8-F984-4C06-A463-057A3A90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93E05-1E16-4697-92F2-A4703F22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000F8-29D6-4D44-98E1-0E51B8A9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8BCE3B-C647-46B2-9DAA-00EBA7E0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B0396A-E7E6-4726-8AFB-7816F192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5E9F7-894A-41C8-A883-10335C9B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F2457-A1B5-43AF-88C2-9D757924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59DD3-8AE2-4D14-8327-11ABBC43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C4250-6A81-4B11-9E34-ECA587B7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DADE2-715B-4410-A5E3-8247BEEE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4D2F6-D4D7-45F9-94DC-F2D6348D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EA6EBE-E7ED-40E1-9D15-779FC716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8B21C7-8840-470A-8ADD-665141CB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C2CF8D-2E22-497B-A327-73FAAEE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24F441-FD4A-4E58-899D-40187C2F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770F4E-A6A4-4179-BCB4-930C365E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D30F6-590C-48C0-BD49-7CB05967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F1849-BB4C-468E-A234-9F4692EE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F8EE60-647D-4AE8-9F67-3B99080F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67B71D-CB77-4D2D-93DD-FC34C81D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F39EFA-D51A-4A87-8646-21083126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BA532C-9384-4C25-9C73-569AA82B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923D01-AE96-4874-B32F-B2AE61E4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2C48FF-AF83-4E2B-9E29-E5B56ECB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C3C81A-AEEB-4920-A323-DB2E07EBD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0CCC7DF-46DD-43E3-B752-5BF284DD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554445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FC030A-A343-4DEA-9409-57E42E56D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8EF039-18C7-43B3-A59E-DB743A9E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 Moduli, Poisson's ratio, Relation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C0F73-15BC-4F0F-8126-9067E18C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6C197-A19E-45E0-99C2-B2C67BBC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3D4A5B-F8EA-4BBB-A0AA-E7CA4F7B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E97BD4-30A0-4E5C-B3B2-90FA1E32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0EF8E-BB5C-48E2-8599-DABA54D2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E8547-3E7E-4F27-9B44-B8297248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2529A-DD76-4F46-BBE5-42DBF8B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578DA1-5FCC-4125-8C5A-31051AF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FA325D-4EBC-40CB-BD79-B34DD3751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34E463-EE95-4159-A2BD-FBCD764E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F7E3F3-8C72-4A42-A2B6-16EE1880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3E65C4-F3A2-4EB4-A63A-44B25248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32B7A0-ECEE-4011-8566-4C189EDC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67EF4B-53F5-408D-BEBA-B7AA5E8A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34179-C6C1-4883-825E-8C415EBB3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AD5E2-596C-4371-AC47-C1683198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F5578-62D9-4D5B-8DD0-9FF7904E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C223B-FA31-4D0F-8D52-A2A11556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87BC3-9AD7-43F8-AE61-99778CFE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CE730-192D-491B-A2E3-1485E13A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82D8C3-3E74-4D56-9978-8B8362D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382AF-DA89-4DCD-BD90-09E6EAFE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7FE44B-DC44-4379-AD00-3E91299B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C8C5F-7ACF-4C35-9E40-CEE6A60C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2BF1D0-95CF-4779-93CB-1AF9276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B6F66-9E07-4E17-9474-DD13AD2F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78D663-2BAC-4DFB-86C5-9EA2B14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E05FAB-F804-4BA5-A34C-C288B532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3D3BEC-D785-49C9-810E-C4C933C9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35F46-47FA-41B5-ACD7-6AFB366E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42427570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3C20DB-D551-48EF-85BA-BCBC1180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42C32-2349-46CC-83B5-801898FC7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Static and dynamic loading, Beams, Bending...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F214A-8B21-4410-9300-D6266069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7CFFA-0906-477E-AE35-9E6B0191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7B1C0-AB35-4994-A466-F4E2EB3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AC27D-ECE1-4CF4-A2B3-6703BDC1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BFB38-C35B-49CE-B00C-1D535C6F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A6B2C-AE1B-4880-A051-180F2292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4C7B1-6D09-4795-9413-43517672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15371-05CB-4B81-9D04-E6B9D319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23468-2734-489F-959D-3F54FEC6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25BCF-6E5A-49B4-A670-846A2AFC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4A751-4DA5-44BA-A898-C06B5DA3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306572-81B9-4122-BF46-432C22D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C719C-649C-4F29-AF8B-94071304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754C3-499C-4952-8285-0DAF90E2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4D58F9-9763-465D-9FE8-96C90D9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F7181-5BE0-4777-B041-268A70B8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F733EE-AFD8-4C17-B7B4-AAE200BD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AC4F8-F2D5-407A-A786-F2A01D83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4C2057-25FE-4CC9-8CB6-FC631E04B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A02D3-1078-4FB9-87BE-4AEF8D4C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65D19-5884-489A-88A5-B681348C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6F245-186C-48F5-A83B-B4F0DFE0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DA660-B995-4E4C-9902-A4F9ADD0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76DE6-1F3D-4978-B7FB-4EBAF20B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3ABE40-DB95-489D-9A03-95D51E85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8C7C0-D6EC-4AE9-83AF-88C554A2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8FEEF7-C572-4EE4-A6D6-85C375F9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E1884A-C3AC-4C68-BE3B-F946C1D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59C262-9132-4AAA-9AEB-FF8C9821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AE5EE8-A19A-4BFF-A260-DC94A3BF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76947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AF3D0A-2A71-4CA4-958D-4D0EE64F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DF65D-4F17-4A04-8363-266F80E4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Failures of engineering materials - Ductile...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341D0E-8C88-4858-883F-3E307677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A19FE-7F90-4880-B1CF-85BD9F99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9A162-1A9B-4C46-ADD5-33396D88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32AFF-8775-4C8B-AA35-797E86C6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BD3B4-05E0-4328-95AC-3BE418C0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044244-0A24-41DC-A564-719F263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DAB08A-4AC5-4930-8FAA-F2A092443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385AA-BE38-4749-A717-D04E5525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8C61BA-FE55-4E6E-A348-8BCB4EB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E3748-E9D6-4FC7-BCE5-2C6CE194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A2D2C-6ACB-42D4-9089-04B174F0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4777A-30EE-4E8C-A657-4AF51327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150DBF-8683-4CAC-92CC-566CFA54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5CE21-3B71-41DD-B10A-F86849AB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02307-A41A-4A96-93CD-BB2A444D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64AB1-2AC1-41B6-AF0C-FA8E7D16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CEA960-2B75-43CF-AEB8-0288448E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E6D594-3216-404F-B98C-E732EB22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A11BB-2C49-4B26-BDF6-CC43D6B2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E2D4DA-1927-44C2-B95F-EF13B3C4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4E16C7-4E8D-44E6-B8F5-E549C2A9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A985B-922D-4006-8779-1E41C845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21D944-F47D-46CD-A4B9-42A85FB08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077810-66EF-4A6A-937C-79AABEED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BB342B-C48C-4E27-8F6B-789DEB44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8D9AC7-6CDB-45C7-986E-6A5FFF20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79714-E146-4968-B1BA-C0FF98A9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E13D6D-A823-4560-B122-EBE72BFA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1991D7-D528-47F9-B5C7-DF8892DA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77EC02-8A7F-4212-BB05-FAD07BBD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9599074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7B9093-8DBE-4FCA-900B-B553FAA6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233C1-6913-462B-875C-F3EF6BE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Elasticity: Review Stress-Strain Curve, Str...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46EFA-DCE3-4B01-A537-777AFB81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081B8-D990-4D86-8900-14B238C5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1F26B-036F-4BAC-B830-44DE3FB1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E812D-5B28-42A6-9753-8F2DD713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F5D30-5B8E-4EEF-BE1B-148EB98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02742C-590A-46F4-BA97-6988464F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78D11A-02F0-462F-869E-FD334C8A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49FCB-F2C1-470C-B5DA-BE8C975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D3F191-410C-4C08-8E8E-24A08DBD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06262-0B63-4718-80DC-AC384848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F0F19-A30F-40C6-AC34-27484B66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0B74E-6EB4-4921-B7F3-9008728A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BC92F-9538-4478-8B68-EE5C547B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F345B-E28C-4A5E-AF8F-5D46F547D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95229D-A31C-4305-BD8B-5A8F2891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30E1DB-C899-4F56-9DA6-8CF4247F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2BC76-0407-4E26-87F1-3609439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29427D-8C59-4F0A-9BD8-30FB647B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68947-79E9-469C-B483-3483C52B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A5946-E570-4AD5-94C9-7AB6D528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BE913-CA62-4DEE-B9B3-BFC5CA4C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13F416-E1A1-4D3E-9F91-269A765F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F1D161-B800-4F2E-AF6E-D2DDAC61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FE3CDE-7CD4-4344-8742-61F3D0B4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93D03C-05A2-48E7-A49D-875BF65EC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618295-550C-446A-AC00-4FD6F097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EAB55A-4531-45DC-9975-9794705D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4E02B0-602F-4ACA-B7B5-6AC59132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A4412-6DDD-4E13-B67E-4697E17A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67FF40-5960-40B7-A181-98D25611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9670493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DBFC92-26FD-4B22-B856-32923A3E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248F0-F486-43AF-AEE1-19EC96D6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 Moduli, Poisson's ratio, Relation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5585B-C74C-44BD-970D-7B7083FE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175CC-2BEB-41E9-A5DA-8002872A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FBC9DA-14AC-4334-983B-5193D6F5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CF609-437C-4FA2-9BA6-DBF46116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43611-90DB-4A53-9EF4-DBD70A0D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52169E-347D-414C-92AD-F9AB7C96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8BD1D-1887-4012-8014-2AD036F0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FD2A19-A62C-4AC6-B02C-1DF4402E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FB8E7-5DBD-4BB3-ADDB-AB8323B2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DB327-55C6-4752-A077-CA254ABA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36F18C-3FAC-4894-9546-0731CFC97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B08A21-4A66-44BC-948D-E004BB5E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9523E-2AA1-4A74-8FBB-1DC55CC0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9E319A-4681-4EB3-9D41-B9C9D239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73AE3-BA8B-41E9-A14C-751FE437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BE48B-1D3D-4F9F-AC18-00CF1EBC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7A4AE3-2715-4C26-BBC4-6C641B1C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98D60-DD2A-4D77-B0D4-915B1E9D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37D834-7574-4146-BFE5-AAA2F170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3C38F6-4706-4F82-9E47-FF8F9348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D78513-A9EF-46B3-AC60-B4C77EB1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B01DCF-DDDD-4493-8034-E833CCC7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D42156-3DAD-4782-A091-075157DB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A1B89B-0EBB-4387-AC04-8067DE7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138412-059D-41C9-97C5-BD35DFFB6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5F543A-4D90-4F22-8EAD-4B0FFFC0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248BDD-F866-4296-A288-E3F4C352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05D82A-4F50-45BC-A4D9-2BF9DBEC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8C11CD-B6CD-48E9-814B-5AE7BECF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E79689-88F4-4B0D-988F-5BF365C9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90738668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F654D9-E6E6-4FEF-B161-E794F0E7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B1B902-AD3C-40BA-8A96-9F4F03C6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Static and dynamic loading, Beams, Bending...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F57A24-5D0D-4696-805E-E155BA9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F7F92-73C8-4F4A-A841-502C9E68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7604E-A685-4237-B84B-0CA2A32B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27A5BD-A542-4AC1-AA67-1804A6AF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A8BD7D-FF3B-4294-A8F4-1ADC5323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773EB-98E6-42A2-8F2E-F45482B8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44BF3E-8A75-4664-9EC9-5DB269C9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088AA-210A-4A51-84AE-72E72157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82FDB-ED16-46BB-AE97-B9326AF1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ABD53D-0CFD-4725-B5CF-59868DA7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9E70B-15ED-4E39-A582-50F1C09F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1464DC-092E-4AE7-B976-A6B2581B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24EB09-BD04-4D72-ADC4-C760BE07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5CB53D-A4DA-4D21-88EC-46BB7DA7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10B13-7780-45CC-AB0C-04F43DBFE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C5C459-8D03-4ECC-ACEB-E4ECAAAE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93415D-2C5A-490E-8792-C6B688B2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944A4-841D-4E76-9E81-73CCAE5B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155F7B-712B-4AD3-89AA-034C559E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8BD924-4D48-42BD-9483-561916F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3008E4-55BE-4643-94F5-8AC8D466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48053E-1E2D-4261-9B04-E56ADB42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7C3602-12A9-4B25-B055-452AD09DF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4DAA16-258F-44B4-913A-9614B279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556376-7F99-47EE-89A8-2822575A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B2358-D72E-4FE0-91E1-9D549185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21303F-D4B6-4A99-B717-D5F41838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1396E8-B5D9-44FC-A023-48236D10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56BA52-1B2F-4BC6-9BE8-2D73542A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263DC0-4FC9-44ED-A910-EEEC1A4F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8713489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06147C-BF58-4128-913E-143BC0EE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A54E-C888-47CF-9645-78BE4D65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Failures of engineering materials - Ductile...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1D5797-194A-44EA-8D9E-AAB343A5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21BC8-DC5C-4B64-A6EA-FF74F9220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7C378-03AC-41A1-A17C-D09ED384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C6AB05-67BD-4D77-8582-F7CE5F42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82196-A970-4087-A37B-26415B0A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25A42-3379-4E83-B736-6108D20D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48688-D993-4C42-8045-6BBFD515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15120-9B1B-4625-BE16-C276C6CB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2519A-19FB-4B7C-87E7-BFF0CDB9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FD961-DBBB-472E-8CB1-A9A5A7B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C861AE-4340-413D-B9B2-EDD71C1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3956C7-DC35-424B-8846-B4CD4120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8750D9-5375-4616-B756-9103F6B8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CD0C48-283E-4C70-A099-56E7C44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95C99-0DD3-4BC6-A04E-F9A19B68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26147-A29C-4B80-BC01-B5B7E18F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B534A9-F125-4439-9C48-2C47E2FA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25E7E-7C54-4021-A319-F53EB77D6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6DF52-BB22-4F76-A948-1C078B3B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541931-C493-4A7C-987E-805A06A4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43F6D5-FFF4-483E-A4A5-6697F44B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4C5E98-E57F-4722-A913-1F074C21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535DA-BDFB-4C8E-B82D-C5E4E1F1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273DC5-E71A-4980-A87D-ED122069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E2D936-9EA5-49C7-9897-0269C8F5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246432-EE54-4581-8AAA-1C5AC669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0B237D-2F24-4EDF-8F0C-B2C1ED3F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E76EB3-3134-468B-B1AB-31CCC15A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081A7E-036C-48F7-A50D-B94379D5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106461-DF91-4BEB-AF13-7F768E76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24408548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D1E1D9-BDC7-4566-91BF-A511F5A9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D5BE2-7A74-4F52-BC81-A8C32BAA1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Elasticity: Review Stress-Strain Curve, Str...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5C3EC-084A-4C89-8871-C04D0B9D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90D72-6AC8-4F93-80B0-BA5EE824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1F821-048E-4225-9175-E086A013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872BC-3F4C-4744-9E23-D597E398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92D21-4FE9-4BED-A8EA-337E8B80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1D0C0-6D30-4DB2-9D73-616217E5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C01E41-BAAF-44F9-B00F-8224828C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9FE61-2529-4EC9-8437-F589DAA7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16A67-CF47-4359-89B8-D21FDC74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E38312-D47C-44E8-8DDE-152ECCAD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11B535-0EA9-4135-906A-65678C82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DEA5CE-BED2-437D-94B0-1C6DFB1D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E56953-EFE7-4900-B909-25DD5433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CD3CF-FAC4-4963-9800-37C8F177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699F1F-2EDA-4AE8-8B41-1C8AED3C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92ABC3-1AB5-4506-B331-C6C21933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7479E-83D6-4381-9B8E-F38C5F17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B7FCC5-9A6A-4068-921E-59B13DD8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7CCB78-BF5E-4198-97F6-FD7C8EF4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F62A79-0D4B-4AAF-BD20-520FD932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CFB81A-5B91-42E1-A1DE-713468F8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AFF50B-0FEF-4A6C-BB6E-D2355467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595D51-2C23-4A53-B5E8-ADD9133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CD5BC1-2D8A-46B5-9C78-C1DD9581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77D49B-0858-42EF-B8AE-FEAA44F7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7073D2-E82A-4982-BC5C-EFD5C9CC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2A883-1916-4D9A-BCA5-3926BC4E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B0D8DF-AB10-4683-B5A5-C2D3C305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9BD3E0-680B-4E80-971C-3717D08F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95532-1897-4D7C-B2C5-2BD67B15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173199481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267785-D149-4F29-8D1B-AC6452B5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41F63-B31F-4BD8-AE79-25BADD5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Elastic Moduli, Poisson's ratio, Relation b...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B6AED1-0607-4746-B54C-4DF36E29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8D64C-13A9-4DAF-A837-E057B70D2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58811-C89F-445D-834A-21B984E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E9B80-3FDB-4B29-8915-4BB3369C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677C4C-DBDF-49E6-BE6C-E433C422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C22F9-B954-42EC-A1E9-1FB3AA31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5E8CF-E52B-4AA0-99CF-00A15814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AA8B3-011C-40D0-A7A0-77D662EB4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46105-E4C4-4686-A9ED-3C01F477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062C2-CF73-474F-882D-BF519AFF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DCA2E-146B-442F-87C7-0728881D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5E4C5E-3F50-4317-ABE6-A9E6A10C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9FD6C5-D226-4FC6-9308-7052F6B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37C9DE-3C0D-4A0C-9C5F-82E8CE5C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EF18EF-4195-4C81-B38B-F1B491F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6E57EA-3BE4-497A-AB1B-941EA34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374F2-E777-4D34-B948-37BB9491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EA3BCF-27B6-4A48-BC64-34E4CE95C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C934A7-E12C-40F1-AA1F-65B2F4311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A9489C-F646-4CC9-AC00-F0175E7D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F9528-2055-4620-8FAB-5C940426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9D99B3-D85C-4193-9E4C-B8123259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1910D5-22AF-42BF-A1EA-2FA8C91D3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7A8C12-5C69-4D15-8842-0817FD67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2A2131-76E6-47CD-A018-6D020FC7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6A611-F435-4F2E-B525-EB09DFA7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BCC2EA-1607-45CE-8210-5DE3AF26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06044A-2FBC-48F0-BFA7-789D957A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F59837-5F22-439A-A566-35358CA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B227B0-6F42-4A57-94C5-4E296E249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0369926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08D4CF-1871-48A5-BB79-DE2BC301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F2EA4-DD8A-49AC-A824-4C523CB8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Static and dynamic loading, Beams, Bending...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7398E-E42A-4727-8FD4-605DB9535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617036-0B2D-48D0-BD4D-06B1CA32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0498F-1E52-41E3-ACED-E635B4F8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6702A-42BE-471A-894E-488F9EE3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706085-8878-4501-99EE-F07470D99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29685-E79D-4CA8-968C-F0F52815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48282-58F7-40E5-9716-5FF556BF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106930-5459-4CF3-8FE3-F4AE96C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B01285-AF51-4D36-8BA5-A543958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6E531-CFBC-4319-B563-C55B0C8B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8CBCDB-5884-41EC-816B-5B97D276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F5DDC-FCB3-4552-8824-6401A060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06D630-CD6D-40AA-AE51-9AA72C61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35C3B5-C871-4EB4-8ECE-071BB879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D66B0-7360-4FB0-9D62-262BA746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D38E27-BD73-48EB-8C02-C1104AFA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29DB97-1E3A-4EF8-8B48-F9C932E7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A3F4F-23EA-4FB3-A783-15B1A78B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020E25-5E79-4DBE-8DF1-EDDD33CD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F2A2CB-2A63-4C9A-AB82-185E199A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89C264-B41A-466E-89AF-D84B8914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B19576-96A4-490A-A451-A252A476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83B9B-DB6F-4C13-9EFF-76F65DD6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CAB82E-7D4B-43BD-BD34-FDDC209D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4109F-CA65-4749-B6FD-95ACFC7A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D6968B-B532-4019-90CA-DDE7D50E3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16EAC3-6C57-47D8-842D-3CDFA3EC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B3C5AB-58C8-4705-97E6-B4D8ABE2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4BE2E9-94A0-45B7-B1B7-DCD841073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16973-9377-491C-8DBA-993C9D7C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OF MATERIALS</a:t>
            </a:r>
          </a:p>
        </p:txBody>
      </p:sp>
    </p:spTree>
    <p:extLst>
      <p:ext uri="{BB962C8B-B14F-4D97-AF65-F5344CB8AC3E}">
        <p14:creationId xmlns:p14="http://schemas.microsoft.com/office/powerpoint/2010/main" val="21449275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2026-08-24T16:03:11.3110000Z</dcterms:created>
  <dcterms:modified xsi:type="dcterms:W3CDTF">2026-08-24T16:03:11.3110000Z</dcterms:modified>
</coreProperties>
</file>