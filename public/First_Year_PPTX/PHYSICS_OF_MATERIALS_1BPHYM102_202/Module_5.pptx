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98114779dd4e93" /><Relationship Type="http://schemas.openxmlformats.org/officeDocument/2006/relationships/extended-properties" Target="/docProps/app.xml" Id="Ref47cbc94cc64e9d" /><Relationship Type="http://schemas.openxmlformats.org/officeDocument/2006/relationships/officeDocument" Target="/ppt/presentation.xml" Id="R1f031b5a2ccc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2717121b024cda"/>
  </p:sldMasterIdLst>
  <p:notesMasterIdLst>
    <p:notesMasterId xmlns:r="http://schemas.openxmlformats.org/officeDocument/2006/relationships" r:id="R85d7505777994a38"/>
  </p:notesMasterIdLst>
  <p:sldIdLst>
    <p:sldId xmlns:r="http://schemas.openxmlformats.org/officeDocument/2006/relationships" id="256" r:id="R45c80816a1264d19"/>
    <p:sldId xmlns:r="http://schemas.openxmlformats.org/officeDocument/2006/relationships" id="257" r:id="Rf022dc45e5914744"/>
    <p:sldId xmlns:r="http://schemas.openxmlformats.org/officeDocument/2006/relationships" id="258" r:id="Rc31e1a1c95414c37"/>
    <p:sldId xmlns:r="http://schemas.openxmlformats.org/officeDocument/2006/relationships" id="259" r:id="R24a33744bbfa4cbc"/>
    <p:sldId xmlns:r="http://schemas.openxmlformats.org/officeDocument/2006/relationships" id="260" r:id="R1258cd01e5114859"/>
    <p:sldId xmlns:r="http://schemas.openxmlformats.org/officeDocument/2006/relationships" id="261" r:id="Rfd89c26eb7eb4df9"/>
    <p:sldId xmlns:r="http://schemas.openxmlformats.org/officeDocument/2006/relationships" id="262" r:id="R47c68b6538924e14"/>
    <p:sldId xmlns:r="http://schemas.openxmlformats.org/officeDocument/2006/relationships" id="263" r:id="Ra501fb6351724b5f"/>
    <p:sldId xmlns:r="http://schemas.openxmlformats.org/officeDocument/2006/relationships" id="264" r:id="R5fc69675f2964136"/>
    <p:sldId xmlns:r="http://schemas.openxmlformats.org/officeDocument/2006/relationships" id="265" r:id="Rb5a9deaf53194ce4"/>
    <p:sldId xmlns:r="http://schemas.openxmlformats.org/officeDocument/2006/relationships" id="266" r:id="R2e5cb3cebf614b57"/>
    <p:sldId xmlns:r="http://schemas.openxmlformats.org/officeDocument/2006/relationships" id="267" r:id="Rc829ee8e4e43425c"/>
    <p:sldId xmlns:r="http://schemas.openxmlformats.org/officeDocument/2006/relationships" id="268" r:id="R2664a3c63d9440a3"/>
    <p:sldId xmlns:r="http://schemas.openxmlformats.org/officeDocument/2006/relationships" id="269" r:id="R264367195a2b4682"/>
    <p:sldId xmlns:r="http://schemas.openxmlformats.org/officeDocument/2006/relationships" id="270" r:id="R4f99a58f9cb44c36"/>
    <p:sldId xmlns:r="http://schemas.openxmlformats.org/officeDocument/2006/relationships" id="271" r:id="Rc9abd1ada55d4226"/>
    <p:sldId xmlns:r="http://schemas.openxmlformats.org/officeDocument/2006/relationships" id="272" r:id="Re758e49fe8234bd6"/>
    <p:sldId xmlns:r="http://schemas.openxmlformats.org/officeDocument/2006/relationships" id="273" r:id="R5aa5172a0a3e4cf8"/>
    <p:sldId xmlns:r="http://schemas.openxmlformats.org/officeDocument/2006/relationships" id="274" r:id="Re07d66becf2b4ef9"/>
    <p:sldId xmlns:r="http://schemas.openxmlformats.org/officeDocument/2006/relationships" id="275" r:id="R5a1c2b30ef944b85"/>
    <p:sldId xmlns:r="http://schemas.openxmlformats.org/officeDocument/2006/relationships" id="276" r:id="Re08c6bff2b8c486c"/>
    <p:sldId xmlns:r="http://schemas.openxmlformats.org/officeDocument/2006/relationships" id="277" r:id="R739fa1e5cb3d47ab"/>
    <p:sldId xmlns:r="http://schemas.openxmlformats.org/officeDocument/2006/relationships" id="278" r:id="Rac02a045e5494ade"/>
    <p:sldId xmlns:r="http://schemas.openxmlformats.org/officeDocument/2006/relationships" id="279" r:id="Rfe5d05d4095b4ecd"/>
    <p:sldId xmlns:r="http://schemas.openxmlformats.org/officeDocument/2006/relationships" id="280" r:id="R13f6bb9678f14f0d"/>
    <p:sldId xmlns:r="http://schemas.openxmlformats.org/officeDocument/2006/relationships" id="281" r:id="R4d61840e282748bc"/>
    <p:sldId xmlns:r="http://schemas.openxmlformats.org/officeDocument/2006/relationships" id="282" r:id="Rbf259fe09aeb4acc"/>
    <p:sldId xmlns:r="http://schemas.openxmlformats.org/officeDocument/2006/relationships" id="283" r:id="R7d54816245de4762"/>
    <p:sldId xmlns:r="http://schemas.openxmlformats.org/officeDocument/2006/relationships" id="284" r:id="R629fc7ef3d3f47f4"/>
    <p:sldId xmlns:r="http://schemas.openxmlformats.org/officeDocument/2006/relationships" id="285" r:id="R4a0e91f466f4497d"/>
    <p:sldId xmlns:r="http://schemas.openxmlformats.org/officeDocument/2006/relationships" id="286" r:id="Rddb464b245e8411f"/>
    <p:sldId xmlns:r="http://schemas.openxmlformats.org/officeDocument/2006/relationships" id="287" r:id="Rfb1a565e8bb54e93"/>
    <p:sldId xmlns:r="http://schemas.openxmlformats.org/officeDocument/2006/relationships" id="288" r:id="R7dd8204f44044fd8"/>
    <p:sldId xmlns:r="http://schemas.openxmlformats.org/officeDocument/2006/relationships" id="289" r:id="R9095e58c518c41e9"/>
    <p:sldId xmlns:r="http://schemas.openxmlformats.org/officeDocument/2006/relationships" id="290" r:id="Rb5bb44af44944ba4"/>
    <p:sldId xmlns:r="http://schemas.openxmlformats.org/officeDocument/2006/relationships" id="291" r:id="Rb7246d44473c464d"/>
    <p:sldId xmlns:r="http://schemas.openxmlformats.org/officeDocument/2006/relationships" id="292" r:id="Rf6d52ce4d8cc4ec0"/>
    <p:sldId xmlns:r="http://schemas.openxmlformats.org/officeDocument/2006/relationships" id="293" r:id="Ra57c59171cb643fc"/>
    <p:sldId xmlns:r="http://schemas.openxmlformats.org/officeDocument/2006/relationships" id="294" r:id="Rbcd8b6e1b6604d69"/>
    <p:sldId xmlns:r="http://schemas.openxmlformats.org/officeDocument/2006/relationships" id="295" r:id="Red2de22de1d7455b"/>
    <p:sldId xmlns:r="http://schemas.openxmlformats.org/officeDocument/2006/relationships" id="296" r:id="Rd3c0d6ae7d454174"/>
    <p:sldId xmlns:r="http://schemas.openxmlformats.org/officeDocument/2006/relationships" id="297" r:id="Rb896d1506a3648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342339c2d04157" /><Relationship Type="http://schemas.openxmlformats.org/officeDocument/2006/relationships/slideMaster" Target="/ppt/slideMasters/slideMaster1.xml" Id="Rb52717121b024cda" /><Relationship Type="http://schemas.openxmlformats.org/officeDocument/2006/relationships/notesMaster" Target="/ppt/notesMasters/notesMaster1.xml" Id="R85d7505777994a38" /><Relationship Type="http://schemas.openxmlformats.org/officeDocument/2006/relationships/presProps" Target="/ppt/presProps.xml" Id="R4e6cacb8336e4439" /><Relationship Type="http://schemas.openxmlformats.org/officeDocument/2006/relationships/tableStyles" Target="/ppt/tableStyles.xml" Id="Rbc796dac05b44749" /><Relationship Type="http://schemas.openxmlformats.org/officeDocument/2006/relationships/slide" Target="/ppt/slides/slide1.xml" Id="R45c80816a1264d19" /><Relationship Type="http://schemas.openxmlformats.org/officeDocument/2006/relationships/slide" Target="/ppt/slides/slide2.xml" Id="Rf022dc45e5914744" /><Relationship Type="http://schemas.openxmlformats.org/officeDocument/2006/relationships/slide" Target="/ppt/slides/slide3.xml" Id="Rc31e1a1c95414c37" /><Relationship Type="http://schemas.openxmlformats.org/officeDocument/2006/relationships/slide" Target="/ppt/slides/slide4.xml" Id="R24a33744bbfa4cbc" /><Relationship Type="http://schemas.openxmlformats.org/officeDocument/2006/relationships/slide" Target="/ppt/slides/slide5.xml" Id="R1258cd01e5114859" /><Relationship Type="http://schemas.openxmlformats.org/officeDocument/2006/relationships/slide" Target="/ppt/slides/slide6.xml" Id="Rfd89c26eb7eb4df9" /><Relationship Type="http://schemas.openxmlformats.org/officeDocument/2006/relationships/slide" Target="/ppt/slides/slide7.xml" Id="R47c68b6538924e14" /><Relationship Type="http://schemas.openxmlformats.org/officeDocument/2006/relationships/slide" Target="/ppt/slides/slide8.xml" Id="Ra501fb6351724b5f" /><Relationship Type="http://schemas.openxmlformats.org/officeDocument/2006/relationships/slide" Target="/ppt/slides/slide9.xml" Id="R5fc69675f2964136" /><Relationship Type="http://schemas.openxmlformats.org/officeDocument/2006/relationships/slide" Target="/ppt/slides/slide10.xml" Id="Rb5a9deaf53194ce4" /><Relationship Type="http://schemas.openxmlformats.org/officeDocument/2006/relationships/slide" Target="/ppt/slides/slide11.xml" Id="R2e5cb3cebf614b57" /><Relationship Type="http://schemas.openxmlformats.org/officeDocument/2006/relationships/slide" Target="/ppt/slides/slide12.xml" Id="Rc829ee8e4e43425c" /><Relationship Type="http://schemas.openxmlformats.org/officeDocument/2006/relationships/slide" Target="/ppt/slides/slide13.xml" Id="R2664a3c63d9440a3" /><Relationship Type="http://schemas.openxmlformats.org/officeDocument/2006/relationships/slide" Target="/ppt/slides/slide14.xml" Id="R264367195a2b4682" /><Relationship Type="http://schemas.openxmlformats.org/officeDocument/2006/relationships/slide" Target="/ppt/slides/slide15.xml" Id="R4f99a58f9cb44c36" /><Relationship Type="http://schemas.openxmlformats.org/officeDocument/2006/relationships/slide" Target="/ppt/slides/slide16.xml" Id="Rc9abd1ada55d4226" /><Relationship Type="http://schemas.openxmlformats.org/officeDocument/2006/relationships/slide" Target="/ppt/slides/slide17.xml" Id="Re758e49fe8234bd6" /><Relationship Type="http://schemas.openxmlformats.org/officeDocument/2006/relationships/slide" Target="/ppt/slides/slide18.xml" Id="R5aa5172a0a3e4cf8" /><Relationship Type="http://schemas.openxmlformats.org/officeDocument/2006/relationships/slide" Target="/ppt/slides/slide19.xml" Id="Re07d66becf2b4ef9" /><Relationship Type="http://schemas.openxmlformats.org/officeDocument/2006/relationships/slide" Target="/ppt/slides/slide20.xml" Id="R5a1c2b30ef944b85" /><Relationship Type="http://schemas.openxmlformats.org/officeDocument/2006/relationships/slide" Target="/ppt/slides/slide21.xml" Id="Re08c6bff2b8c486c" /><Relationship Type="http://schemas.openxmlformats.org/officeDocument/2006/relationships/slide" Target="/ppt/slides/slide22.xml" Id="R739fa1e5cb3d47ab" /><Relationship Type="http://schemas.openxmlformats.org/officeDocument/2006/relationships/slide" Target="/ppt/slides/slide23.xml" Id="Rac02a045e5494ade" /><Relationship Type="http://schemas.openxmlformats.org/officeDocument/2006/relationships/slide" Target="/ppt/slides/slide24.xml" Id="Rfe5d05d4095b4ecd" /><Relationship Type="http://schemas.openxmlformats.org/officeDocument/2006/relationships/slide" Target="/ppt/slides/slide25.xml" Id="R13f6bb9678f14f0d" /><Relationship Type="http://schemas.openxmlformats.org/officeDocument/2006/relationships/slide" Target="/ppt/slides/slide26.xml" Id="R4d61840e282748bc" /><Relationship Type="http://schemas.openxmlformats.org/officeDocument/2006/relationships/slide" Target="/ppt/slides/slide27.xml" Id="Rbf259fe09aeb4acc" /><Relationship Type="http://schemas.openxmlformats.org/officeDocument/2006/relationships/slide" Target="/ppt/slides/slide28.xml" Id="R7d54816245de4762" /><Relationship Type="http://schemas.openxmlformats.org/officeDocument/2006/relationships/slide" Target="/ppt/slides/slide29.xml" Id="R629fc7ef3d3f47f4" /><Relationship Type="http://schemas.openxmlformats.org/officeDocument/2006/relationships/slide" Target="/ppt/slides/slide30.xml" Id="R4a0e91f466f4497d" /><Relationship Type="http://schemas.openxmlformats.org/officeDocument/2006/relationships/slide" Target="/ppt/slides/slide31.xml" Id="Rddb464b245e8411f" /><Relationship Type="http://schemas.openxmlformats.org/officeDocument/2006/relationships/slide" Target="/ppt/slides/slide32.xml" Id="Rfb1a565e8bb54e93" /><Relationship Type="http://schemas.openxmlformats.org/officeDocument/2006/relationships/slide" Target="/ppt/slides/slide33.xml" Id="R7dd8204f44044fd8" /><Relationship Type="http://schemas.openxmlformats.org/officeDocument/2006/relationships/slide" Target="/ppt/slides/slide34.xml" Id="R9095e58c518c41e9" /><Relationship Type="http://schemas.openxmlformats.org/officeDocument/2006/relationships/slide" Target="/ppt/slides/slide35.xml" Id="Rb5bb44af44944ba4" /><Relationship Type="http://schemas.openxmlformats.org/officeDocument/2006/relationships/slide" Target="/ppt/slides/slide36.xml" Id="Rb7246d44473c464d" /><Relationship Type="http://schemas.openxmlformats.org/officeDocument/2006/relationships/slide" Target="/ppt/slides/slide37.xml" Id="Rf6d52ce4d8cc4ec0" /><Relationship Type="http://schemas.openxmlformats.org/officeDocument/2006/relationships/slide" Target="/ppt/slides/slide38.xml" Id="Ra57c59171cb643fc" /><Relationship Type="http://schemas.openxmlformats.org/officeDocument/2006/relationships/slide" Target="/ppt/slides/slide39.xml" Id="Rbcd8b6e1b6604d69" /><Relationship Type="http://schemas.openxmlformats.org/officeDocument/2006/relationships/slide" Target="/ppt/slides/slide40.xml" Id="Red2de22de1d7455b" /><Relationship Type="http://schemas.openxmlformats.org/officeDocument/2006/relationships/slide" Target="/ppt/slides/slide41.xml" Id="Rd3c0d6ae7d454174" /><Relationship Type="http://schemas.openxmlformats.org/officeDocument/2006/relationships/slide" Target="/ppt/slides/slide42.xml" Id="Rb896d1506a3648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621cbaa0a346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255ccc966a43bb" /><Relationship Type="http://schemas.openxmlformats.org/officeDocument/2006/relationships/notesMaster" Target="/ppt/notesMasters/notesMaster1.xml" Id="Raf9e67d5d44540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ec652f4fcd4316" /><Relationship Type="http://schemas.openxmlformats.org/officeDocument/2006/relationships/notesMaster" Target="/ppt/notesMasters/notesMaster1.xml" Id="R67d37507909247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e76fc32a354708" /><Relationship Type="http://schemas.openxmlformats.org/officeDocument/2006/relationships/notesMaster" Target="/ppt/notesMasters/notesMaster1.xml" Id="R8e95bf0d421047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d704ee1704d6a" /><Relationship Type="http://schemas.openxmlformats.org/officeDocument/2006/relationships/notesMaster" Target="/ppt/notesMasters/notesMaster1.xml" Id="R3f98eece622d49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28dfe6d63421a" /><Relationship Type="http://schemas.openxmlformats.org/officeDocument/2006/relationships/notesMaster" Target="/ppt/notesMasters/notesMaster1.xml" Id="R68bb8b9e5eb443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6e853a2c0647bb" /><Relationship Type="http://schemas.openxmlformats.org/officeDocument/2006/relationships/notesMaster" Target="/ppt/notesMasters/notesMaster1.xml" Id="R6b9ff93b2ee941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240247be0d4a0f" /><Relationship Type="http://schemas.openxmlformats.org/officeDocument/2006/relationships/notesMaster" Target="/ppt/notesMasters/notesMaster1.xml" Id="Rfc05f1e3e93246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838911bd9d4397" /><Relationship Type="http://schemas.openxmlformats.org/officeDocument/2006/relationships/notesMaster" Target="/ppt/notesMasters/notesMaster1.xml" Id="R1ac26bb9e75540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5e6956d6ac42bb" /><Relationship Type="http://schemas.openxmlformats.org/officeDocument/2006/relationships/notesMaster" Target="/ppt/notesMasters/notesMaster1.xml" Id="R3d8adae62b9949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431e7703024483" /><Relationship Type="http://schemas.openxmlformats.org/officeDocument/2006/relationships/notesMaster" Target="/ppt/notesMasters/notesMaster1.xml" Id="Rae2ec86ecfe046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3782db15c54b96" /><Relationship Type="http://schemas.openxmlformats.org/officeDocument/2006/relationships/notesMaster" Target="/ppt/notesMasters/notesMaster1.xml" Id="R8687c55381f241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cc64e09c60477a" /><Relationship Type="http://schemas.openxmlformats.org/officeDocument/2006/relationships/notesMaster" Target="/ppt/notesMasters/notesMaster1.xml" Id="R2b4d7fadcac64b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a7d77dcd9b4555" /><Relationship Type="http://schemas.openxmlformats.org/officeDocument/2006/relationships/notesMaster" Target="/ppt/notesMasters/notesMaster1.xml" Id="R6bd6481190c346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9a5f11515b43ff" /><Relationship Type="http://schemas.openxmlformats.org/officeDocument/2006/relationships/notesMaster" Target="/ppt/notesMasters/notesMaster1.xml" Id="Re98c9a24e8614a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4fcd484ec946e5" /><Relationship Type="http://schemas.openxmlformats.org/officeDocument/2006/relationships/notesMaster" Target="/ppt/notesMasters/notesMaster1.xml" Id="Rc5579dfd57b449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fe67046186492a" /><Relationship Type="http://schemas.openxmlformats.org/officeDocument/2006/relationships/notesMaster" Target="/ppt/notesMasters/notesMaster1.xml" Id="Ra4d39ab3841c4b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153a83f2134451" /><Relationship Type="http://schemas.openxmlformats.org/officeDocument/2006/relationships/notesMaster" Target="/ppt/notesMasters/notesMaster1.xml" Id="R47a8e8e8c13849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0204d8755c4589" /><Relationship Type="http://schemas.openxmlformats.org/officeDocument/2006/relationships/notesMaster" Target="/ppt/notesMasters/notesMaster1.xml" Id="R713a930fdc2b48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0127b1d4134fa5" /><Relationship Type="http://schemas.openxmlformats.org/officeDocument/2006/relationships/notesMaster" Target="/ppt/notesMasters/notesMaster1.xml" Id="Re6a4aed76de743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15ef532aac4b5a" /><Relationship Type="http://schemas.openxmlformats.org/officeDocument/2006/relationships/notesMaster" Target="/ppt/notesMasters/notesMaster1.xml" Id="R85ef2741de9f41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534f33c34144d3" /><Relationship Type="http://schemas.openxmlformats.org/officeDocument/2006/relationships/notesMaster" Target="/ppt/notesMasters/notesMaster1.xml" Id="Red2cb9b16c1547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f2664dfa9e74c03" /><Relationship Type="http://schemas.openxmlformats.org/officeDocument/2006/relationships/notesMaster" Target="/ppt/notesMasters/notesMaster1.xml" Id="R3caa809fceba47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23876d16e24f6d" /><Relationship Type="http://schemas.openxmlformats.org/officeDocument/2006/relationships/notesMaster" Target="/ppt/notesMasters/notesMaster1.xml" Id="Rd0fc5a33107a4da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a734d2fce94de4" /><Relationship Type="http://schemas.openxmlformats.org/officeDocument/2006/relationships/notesMaster" Target="/ppt/notesMasters/notesMaster1.xml" Id="R8892a20b7f904a9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f012cf6d604536" /><Relationship Type="http://schemas.openxmlformats.org/officeDocument/2006/relationships/notesMaster" Target="/ppt/notesMasters/notesMaster1.xml" Id="R7c0c6a9b18924f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5b5fbf20c8140a2" /><Relationship Type="http://schemas.openxmlformats.org/officeDocument/2006/relationships/notesMaster" Target="/ppt/notesMasters/notesMaster1.xml" Id="R190274b00c0e477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830a4bffbbb4982" /><Relationship Type="http://schemas.openxmlformats.org/officeDocument/2006/relationships/notesMaster" Target="/ppt/notesMasters/notesMaster1.xml" Id="R3c2ce86ed30942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df64ece5a74313" /><Relationship Type="http://schemas.openxmlformats.org/officeDocument/2006/relationships/notesMaster" Target="/ppt/notesMasters/notesMaster1.xml" Id="R58a3adec2ca24ca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e992654fd5143b9" /><Relationship Type="http://schemas.openxmlformats.org/officeDocument/2006/relationships/notesMaster" Target="/ppt/notesMasters/notesMaster1.xml" Id="Rc63fae24920f4af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6dadf4bdcb14f65" /><Relationship Type="http://schemas.openxmlformats.org/officeDocument/2006/relationships/notesMaster" Target="/ppt/notesMasters/notesMaster1.xml" Id="R9dc58ac9a81b488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7f74b36031e4683" /><Relationship Type="http://schemas.openxmlformats.org/officeDocument/2006/relationships/notesMaster" Target="/ppt/notesMasters/notesMaster1.xml" Id="Rdfd0c5e4fa3440d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aca03d189d24d55" /><Relationship Type="http://schemas.openxmlformats.org/officeDocument/2006/relationships/notesMaster" Target="/ppt/notesMasters/notesMaster1.xml" Id="R5e1d090deebc42d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583d9e3155c43a7" /><Relationship Type="http://schemas.openxmlformats.org/officeDocument/2006/relationships/notesMaster" Target="/ppt/notesMasters/notesMaster1.xml" Id="R025bb700c490413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adaf16d07eb481f" /><Relationship Type="http://schemas.openxmlformats.org/officeDocument/2006/relationships/notesMaster" Target="/ppt/notesMasters/notesMaster1.xml" Id="Rf3309dd2739f45c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41389d77dba4da2" /><Relationship Type="http://schemas.openxmlformats.org/officeDocument/2006/relationships/notesMaster" Target="/ppt/notesMasters/notesMaster1.xml" Id="Rba9a031c2671478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9f7236745864321" /><Relationship Type="http://schemas.openxmlformats.org/officeDocument/2006/relationships/notesMaster" Target="/ppt/notesMasters/notesMaster1.xml" Id="Rb08bbe18b02f4d7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59e1d0b0bd3492c" /><Relationship Type="http://schemas.openxmlformats.org/officeDocument/2006/relationships/notesMaster" Target="/ppt/notesMasters/notesMaster1.xml" Id="R9d4b15887f45428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31d9c39d84a414e" /><Relationship Type="http://schemas.openxmlformats.org/officeDocument/2006/relationships/notesMaster" Target="/ppt/notesMasters/notesMaster1.xml" Id="R48c237fe8a4741b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8d67e8a6791476e" /><Relationship Type="http://schemas.openxmlformats.org/officeDocument/2006/relationships/notesMaster" Target="/ppt/notesMasters/notesMaster1.xml" Id="R53b58523a6bd466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1d53f029399456a" /><Relationship Type="http://schemas.openxmlformats.org/officeDocument/2006/relationships/notesMaster" Target="/ppt/notesMasters/notesMaster1.xml" Id="Rc4cc7fe5e0b242c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066c47540714582" /><Relationship Type="http://schemas.openxmlformats.org/officeDocument/2006/relationships/notesMaster" Target="/ppt/notesMasters/notesMaster1.xml" Id="R0edd40246893451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1b6b681541544a3" /><Relationship Type="http://schemas.openxmlformats.org/officeDocument/2006/relationships/notesMaster" Target="/ppt/notesMasters/notesMaster1.xml" Id="R4331acac3e7c4c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296f9bd774e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c61448eb8c48fd" /><Relationship Type="http://schemas.openxmlformats.org/officeDocument/2006/relationships/slideLayout" Target="/ppt/slideLayouts/slideLayout1.xml" Id="Re2a2ce2e727b45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a2ce2e727b45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6626d7e964724" /><Relationship Type="http://schemas.openxmlformats.org/officeDocument/2006/relationships/notesSlide" Target="/ppt/notesSlides/notesSlide1.xml" Id="R48139cc43e6242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a94988cfd40be" /><Relationship Type="http://schemas.openxmlformats.org/officeDocument/2006/relationships/notesSlide" Target="/ppt/notesSlides/notesSlide2.xml" Id="R590abb7571c9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074f5ad1c4ed4" /><Relationship Type="http://schemas.openxmlformats.org/officeDocument/2006/relationships/notesSlide" Target="/ppt/notesSlides/notesSlide3.xml" Id="R91285fbf2cfa43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3076731ac44a0" /><Relationship Type="http://schemas.openxmlformats.org/officeDocument/2006/relationships/notesSlide" Target="/ppt/notesSlides/notesSlide4.xml" Id="R023c1768779c4c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a4be437ec477f" /><Relationship Type="http://schemas.openxmlformats.org/officeDocument/2006/relationships/notesSlide" Target="/ppt/notesSlides/notesSlide5.xml" Id="Rdd841e3bb45e43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91f5a5ca746f7" /><Relationship Type="http://schemas.openxmlformats.org/officeDocument/2006/relationships/notesSlide" Target="/ppt/notesSlides/notesSlide6.xml" Id="R85b50a84de1844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338d7cddd4257" /><Relationship Type="http://schemas.openxmlformats.org/officeDocument/2006/relationships/notesSlide" Target="/ppt/notesSlides/notesSlide7.xml" Id="R14a698dd089f4b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ea627c1f5408c" /><Relationship Type="http://schemas.openxmlformats.org/officeDocument/2006/relationships/notesSlide" Target="/ppt/notesSlides/notesSlide8.xml" Id="R7127d5baa78045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403d3eec949b5" /><Relationship Type="http://schemas.openxmlformats.org/officeDocument/2006/relationships/notesSlide" Target="/ppt/notesSlides/notesSlide9.xml" Id="Ra60bde5a53bb45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8023564154f16" /><Relationship Type="http://schemas.openxmlformats.org/officeDocument/2006/relationships/notesSlide" Target="/ppt/notesSlides/notesSlide10.xml" Id="R3505a98d19204b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f2abc938447af" /><Relationship Type="http://schemas.openxmlformats.org/officeDocument/2006/relationships/notesSlide" Target="/ppt/notesSlides/notesSlide11.xml" Id="R4ff11aed0eda44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25092bab94d6a" /><Relationship Type="http://schemas.openxmlformats.org/officeDocument/2006/relationships/notesSlide" Target="/ppt/notesSlides/notesSlide12.xml" Id="Re6fb140c183549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98d02012c4c08" /><Relationship Type="http://schemas.openxmlformats.org/officeDocument/2006/relationships/notesSlide" Target="/ppt/notesSlides/notesSlide13.xml" Id="R4704f6d4d6444f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39efbdb5b43dd" /><Relationship Type="http://schemas.openxmlformats.org/officeDocument/2006/relationships/notesSlide" Target="/ppt/notesSlides/notesSlide14.xml" Id="R83c0b1c015f64f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803c3417c441b" /><Relationship Type="http://schemas.openxmlformats.org/officeDocument/2006/relationships/notesSlide" Target="/ppt/notesSlides/notesSlide15.xml" Id="R58234e401bba46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9e8e5fd5a44cd" /><Relationship Type="http://schemas.openxmlformats.org/officeDocument/2006/relationships/notesSlide" Target="/ppt/notesSlides/notesSlide16.xml" Id="R30e6bc27ffb044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db0c3edec404d" /><Relationship Type="http://schemas.openxmlformats.org/officeDocument/2006/relationships/notesSlide" Target="/ppt/notesSlides/notesSlide17.xml" Id="R4f74c5b7fca84b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37d1f0e974350" /><Relationship Type="http://schemas.openxmlformats.org/officeDocument/2006/relationships/notesSlide" Target="/ppt/notesSlides/notesSlide18.xml" Id="R45aeb100a6ec4c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ae31a95ca4eb6" /><Relationship Type="http://schemas.openxmlformats.org/officeDocument/2006/relationships/notesSlide" Target="/ppt/notesSlides/notesSlide19.xml" Id="R895017ff0c174d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7d39b654e4f53" /><Relationship Type="http://schemas.openxmlformats.org/officeDocument/2006/relationships/notesSlide" Target="/ppt/notesSlides/notesSlide20.xml" Id="R116b0c82a0984f4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c245643224b0d" /><Relationship Type="http://schemas.openxmlformats.org/officeDocument/2006/relationships/notesSlide" Target="/ppt/notesSlides/notesSlide21.xml" Id="R1732a8aea62a4de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320af0e134fc1" /><Relationship Type="http://schemas.openxmlformats.org/officeDocument/2006/relationships/notesSlide" Target="/ppt/notesSlides/notesSlide22.xml" Id="R7d4cff1946a0437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537f707674109" /><Relationship Type="http://schemas.openxmlformats.org/officeDocument/2006/relationships/notesSlide" Target="/ppt/notesSlides/notesSlide23.xml" Id="Rf2b100b8fa57460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9b6c059734b64" /><Relationship Type="http://schemas.openxmlformats.org/officeDocument/2006/relationships/notesSlide" Target="/ppt/notesSlides/notesSlide24.xml" Id="Raedc789e9a1c48c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49eba51934e58" /><Relationship Type="http://schemas.openxmlformats.org/officeDocument/2006/relationships/notesSlide" Target="/ppt/notesSlides/notesSlide25.xml" Id="R2b4f3cd9cd074f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9bb9c21864a49" /><Relationship Type="http://schemas.openxmlformats.org/officeDocument/2006/relationships/notesSlide" Target="/ppt/notesSlides/notesSlide26.xml" Id="R5cbccb1444fb4de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285390df24538" /><Relationship Type="http://schemas.openxmlformats.org/officeDocument/2006/relationships/notesSlide" Target="/ppt/notesSlides/notesSlide27.xml" Id="R1ae3fc1633284f4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7716f0f034901" /><Relationship Type="http://schemas.openxmlformats.org/officeDocument/2006/relationships/notesSlide" Target="/ppt/notesSlides/notesSlide28.xml" Id="R09799391d2164b8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512cf7f564bb5" /><Relationship Type="http://schemas.openxmlformats.org/officeDocument/2006/relationships/notesSlide" Target="/ppt/notesSlides/notesSlide29.xml" Id="Rc29e4e3bd6624b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2178742cd4d8d" /><Relationship Type="http://schemas.openxmlformats.org/officeDocument/2006/relationships/notesSlide" Target="/ppt/notesSlides/notesSlide30.xml" Id="R6fb1ea8ba68448c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23dcbb0a04e87" /><Relationship Type="http://schemas.openxmlformats.org/officeDocument/2006/relationships/notesSlide" Target="/ppt/notesSlides/notesSlide31.xml" Id="Re32b287256324f1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d1cdcd7d44ddf" /><Relationship Type="http://schemas.openxmlformats.org/officeDocument/2006/relationships/notesSlide" Target="/ppt/notesSlides/notesSlide32.xml" Id="R08dd6a352ad9482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0fb9e0cd949d2" /><Relationship Type="http://schemas.openxmlformats.org/officeDocument/2006/relationships/notesSlide" Target="/ppt/notesSlides/notesSlide33.xml" Id="Rd5fc6bcbb7be4c1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beb1cc8f24ead" /><Relationship Type="http://schemas.openxmlformats.org/officeDocument/2006/relationships/notesSlide" Target="/ppt/notesSlides/notesSlide34.xml" Id="Ra86f196311c344c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dab5e6a74453f" /><Relationship Type="http://schemas.openxmlformats.org/officeDocument/2006/relationships/notesSlide" Target="/ppt/notesSlides/notesSlide35.xml" Id="R39353a077f1445d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497200d3e4c2b" /><Relationship Type="http://schemas.openxmlformats.org/officeDocument/2006/relationships/notesSlide" Target="/ppt/notesSlides/notesSlide36.xml" Id="R3ec46afb3b8543f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54aaa3788462a" /><Relationship Type="http://schemas.openxmlformats.org/officeDocument/2006/relationships/notesSlide" Target="/ppt/notesSlides/notesSlide37.xml" Id="Rb780a43b2602406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586ca40bb46af" /><Relationship Type="http://schemas.openxmlformats.org/officeDocument/2006/relationships/notesSlide" Target="/ppt/notesSlides/notesSlide38.xml" Id="Rb8f5503634b74de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ab27a302c4202" /><Relationship Type="http://schemas.openxmlformats.org/officeDocument/2006/relationships/notesSlide" Target="/ppt/notesSlides/notesSlide39.xml" Id="R1ce61861c6e0459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139b71ede4309" /><Relationship Type="http://schemas.openxmlformats.org/officeDocument/2006/relationships/notesSlide" Target="/ppt/notesSlides/notesSlide40.xml" Id="R269f540125da4b7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a10f9f29d4be7" /><Relationship Type="http://schemas.openxmlformats.org/officeDocument/2006/relationships/notesSlide" Target="/ppt/notesSlides/notesSlide41.xml" Id="R49ff1a455bda4d7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b8e521b34d76" /><Relationship Type="http://schemas.openxmlformats.org/officeDocument/2006/relationships/notesSlide" Target="/ppt/notesSlides/notesSlide42.xml" Id="Rdb269d19998e42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BF4D6-5F7E-4CB6-9116-75AA782F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E31AF-67E9-4489-B739-7B251FBC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Material Characterization and Instrumentation Techniques: Materials Properties: Wave particle dualism, Schrodinger equat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7588B-84B3-4CAF-850E-F4B4B45F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BEDF9-887F-4B75-8CBD-055D4C38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27BE1-1FC6-4E8C-BA9D-64BD9838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AE75B-C06D-4918-9455-C25E6E14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F954C-51C9-4793-B0E0-ABCF2C9A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E0BB2-B6E5-4AE9-8F86-1B7A803F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9613A-7AD2-4263-9F33-D682CF51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ACFD7-58CB-492A-96EF-84849172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EE1DE-E87F-478F-B4C3-3EF19BB9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E9C71-C75A-43F2-9F17-1E8B8C2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CB211-9857-4BD0-ACB5-B0ACFC3F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9334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F78DC-0BAA-4078-A84B-EFA8713C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D8C1A-2C22-4B56-8CF7-77AC8D84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EC38D-1086-48F0-A6F6-2BEB1AFC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DAFC1-1882-4109-81C2-F4BC5B30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96178-6950-4ADE-B75A-C3587016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4550C-9F8B-4BCF-9B72-671FF298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67792-24C0-478C-9824-FFCA5136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504F9-BC2F-4F22-BB04-94032D72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C8606-BD28-4385-B07C-D8EB5623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5AFA1-D300-4ACB-9F6F-A4977C9B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C0EAA-D936-445F-BB4D-D95EEEE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C467D-A48C-4554-A787-B9535F38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B5738-2129-49C9-80E9-D2B55D8E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22E16-92BD-4F84-9155-01EFA586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168E6-A237-41A0-BEC2-7322E00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31619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5F1FAA-A969-43A7-8F0A-B23E7730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16CF7-DC97-4244-A4BB-25D567F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E5771-8274-4FCF-81F1-F29F4DE4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825BD-F31E-4431-96F3-B9CAAC1F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B3D91-CE62-43EB-87EB-1515CED4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6F534-ED24-4123-A948-ED19B1C8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B96DE-03BF-429A-8D91-7A65EC61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0A7EC-08C9-43B9-BF8A-ED58EC2B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83547-E1CB-4962-98F7-3F919942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Material Characterization and Instrumentation Techniques:...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E654B-F067-40F7-87DB-C567E3C6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C2F1B-5B69-43CD-B22F-2203FD2B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B152E-8E6F-48EE-A0E9-0FE0404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Schrodinger equation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8A1D8-55B2-46FE-8734-B6403B5C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E5F2C-83F5-41B6-94C2-0F080913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47010-3E76-4E61-879F-A80AC3D2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Interpretation of wave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DB010-1408-49C2-A3F9-482B864B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2CDF5-8E1C-4D87-BB71-C00F7792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7A377-F184-4E7D-BF8A-E0387F14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Particle in an infinite 1D potential well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F0672-2CE8-4EAA-BE10-469EB5AE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DA47A-75BB-4E27-9D52-0222088D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61C1A-AACC-4DC7-9C88-CCAC9D8E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Quantum confinement in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6F7D6-86F9-4CAE-B682-77717E1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C298D-B2FD-43B1-8231-086B3133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28552-FCDC-4A85-89D0-49660B21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 and 3 Dimension (Qualitative)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36F4B-4642-467A-AD49-3BC3451E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669CAD-038E-4A5E-A172-972D2411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2F33E-058C-4E96-8451-12C6A58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Density of states expressions and graphical representation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2C957-3FCA-409D-B0B1-BE594955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60BA3-B79E-4F92-BDA9-46A831C1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44CE1C-40EE-4D51-B398-89471DB6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Optical properties due to quantum confinement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8484D-C818-4129-8F52-0B3C2868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A5F44-9821-4527-B5FD-F4B8E07A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50769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DEF5C3-556D-4FE7-B1C9-1E1EA245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7385B-070E-481C-B11C-F6842F2B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12A2C-69AF-4348-B3CC-299AC90B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B5298-726E-4396-8609-07DFB0E1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2A20-E758-4B51-9411-73882715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86B40-15A4-4BBF-BA5B-D657C28A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2CB48-866A-4343-9A51-820EF736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EFFB2-B7D0-4C13-A8AA-E51A5D2E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Material Characterization and Instrumentation Techniques:...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ACB13-2CB4-4227-B43C-CF154EEF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B88AB-6613-4842-957B-4552AFFA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056AF-3796-489B-8976-82FC8D43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Schrodinger equation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E8F0A-8656-429B-801E-D9215C9F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F8570-28AB-4C58-A9D7-7EFE0BD4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83E4A-7CAD-449C-B11A-7453D46A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Interpretation of wave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292EE-5DA7-427C-95AF-0033ECF9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C3873-785E-453E-BBBC-ABC6B4BA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73DC1-D9BD-4C4A-A04D-52092EAA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Particle in an infinite 1D potential well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4E3A4-2025-42E2-8F3A-20C2D7B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2B6D3-5702-4B30-AB20-64D811CE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39ED4-7F85-4918-9309-AA005A32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Quantum confinement in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79FB2-2769-4273-A41D-F54AB8A2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00E41-2A49-41F3-9FBF-D51387F0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73FFD-8F93-4DBE-8E0F-64567C8F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2 and 3 Dimension (Qualitative)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C2696-6EE1-41A1-BC16-31634E5B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05798-9DEB-44E6-B8E5-4D24043C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707CC-81F3-4617-BEAD-C69CE57C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Density of states expressions and graphical representation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CD9A1-5820-4546-9E46-F8737E10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F2120-BB41-468F-ACB0-30E04219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6F6B9-59C0-4D43-B2C5-8238CBC2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99512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9CD66-7140-4824-99F6-DDBA9C3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7F8FB-1053-4859-A98D-48434D01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4E94F-295E-4D15-9338-55148756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B50AA-9055-42C0-8240-9C0C06FB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83446-70BC-4FD2-9DA7-AEDC8705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AF223-68AD-44FF-9020-0F337B02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Characterization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BA41A-4413-4954-9CE2-AFB1BFE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Instrumentation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3CCF-56C3-4085-9508-2090D49B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Techniques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7DAFF-34EF-4DB8-9DD6-DB8772EB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45B4B-107F-4713-978C-8BE5C30B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E9D45-5C1A-42B7-9825-4DD25B08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6F730-A633-49F5-884A-F34213E4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particle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4BF82-3589-4EF9-A477-398FBDE5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dualism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620C5-5BC5-437C-B603-FC342F3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Schrodinger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16390-A700-46F1-B42A-6F0982EF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3BFF4-BE2D-47E1-B748-9E47EA3A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86936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9D0A0-DFDA-4265-BE9C-F988FB22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79A14-06D3-49A6-AF94-4345BA1F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485A5-A984-4399-892B-E99CED71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4C044-5C3D-4DA1-9089-7FB43405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6A7E1-A225-49FE-82C4-E3024880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Material Characterization and Instrumentation Techniques: Materials Properties: Wave particle dualism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3DFE5-72C3-402B-BDF5-C51B801B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Material Characterization and Instrumenta...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951B4-4D0F-4F49-822D-C01ACAD0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46399-A3FC-4859-88FD-A2E5C40E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B92AE-2258-43AB-A62F-1C276BEE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DC10A-2F3E-437B-840A-BFE7EBCA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C5544-7E7A-40F2-9434-D6727D47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5B114-649E-4CF2-AFC0-2AACCEE4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5C855-C2C3-4B24-8E77-FCE7D5BE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3074F-D672-49C9-A29B-3FCC7A1C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F8C84-A41A-4FA5-A4C9-EA2A8BC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DFB02-12DD-4AC9-B4E2-220568D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97148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B2F4D-167A-4212-91F4-DE0ADCE3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BA2BA-36D2-4B3C-A962-015A22AA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E32D6-027F-449E-BE73-93A22A51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9BD91-5BED-4F98-A5BF-49490B4A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9D59A-3528-48A8-85AE-BF26FEF4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9F038-530E-4790-A073-7045A1F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8C059-EE88-4A61-B31A-E367F4D0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6DCD7-39F5-479F-BC00-37C78D2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10900-A172-4A98-8943-4C748F49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Material 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40477-35E0-42F5-9EF5-979F9D7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825CB-D234-490C-AFF8-884E7614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61577-D4A4-484B-B345-F880F5A7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Materi...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01E59-F656-4B81-A094-BC1F0329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3BB42-1EEB-4935-85A4-1B9B1094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E9570-36B6-480B-B8E5-DBC99C2C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Material Cha...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F3600-A6EC-406C-B76E-1F43629E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17600-821F-447B-83CE-7B6E86E3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61676-1D76-403C-BFD4-14AF395E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Material 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4914C-99FC-4F90-BBA0-0FD18675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81081-F0D5-4E58-991C-E06CBA4E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7A2CA-1B8F-4148-AFE0-FFB53BD1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Materi...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DB5AA-CCCD-41EE-8BA4-A8E48C7B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CB5EA-02FE-4B7B-BCE8-2516477C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95858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6ABAC-4075-4420-BD54-A601C46D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E31F7-4CB2-4183-AD57-92CC560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D0FE6-28C8-46AC-B427-44E0B7F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9E0FD-BA87-4439-8825-DC7D761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FF6A9-0F23-4C4A-B205-0EB35D31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D62C3-DA3E-46D4-98B3-616DA94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B36B1-3A71-4D71-AEA6-A0BC91B1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9F50D-51CA-42D9-A885-14D75E61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98741-F2C6-4D25-894E-62300CD0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83CC2-9D74-41CC-9692-654FB80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14E74-43DC-4562-B729-2B628F42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BAF66-A9C5-4D49-B7EE-1448E28C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C9A7F-6F6C-45FA-B2B0-37AA8134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63EEF-0F65-4734-B600-1DD1A5AE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23148-7F46-4771-B60B-5CD66425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882024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A5E31-4548-4512-A0A3-35DA9D7F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758E3-EC21-4F63-8D13-A7346B6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35A1C-DE83-4494-B23B-EB085FE1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CD523-9C7C-4238-BD21-BE8D700B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CAF8C-07D9-4385-AE5F-B3CAB2EF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ADA03-D6A3-4772-8099-841DC745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Material Characterization and Instrumentation Techniques:...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16B9B-B758-46E5-A6EF-DA88BF8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F3682-6725-421D-A24E-D32232EA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95E88-61B8-4207-9633-D959FF8C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EB13B-40DD-46C8-9C23-FE60A012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35547-F3F0-450B-AF35-2ED826A7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8737172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B0CA7-8EAF-446F-BA91-5F0378B3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4F924-C18B-4179-9AF5-325D3D8A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B5E70-EAA0-4C2C-A470-122C86F8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B8C85-13B3-4648-AD72-B2E69DA1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C81C2-1566-43B1-B512-E409F79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Schrodinger equation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26E12-9F7E-41E0-B2B3-6ADF0AF3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Schrodinger equation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66F40-996E-455C-BF68-E572A03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D3758-7C3E-4D05-943B-C077A3F6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B8F40-E7EC-4819-9734-CA34DF7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0BB6D-0461-4FD6-8DF4-E7BCC399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8DB20-E239-4560-9F45-748FDAA1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283EC-E6EE-4B6E-90CD-AD157C91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7256F-9710-4240-974C-EAD1FBFF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3BEE9-CBC2-4363-B0D0-8F83FBBD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2D510-7C4D-4069-8D76-97771F03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E5C34-95CA-491F-8A67-7B8CF3CC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911596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1899C-356E-48C1-A02D-3BD62731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4DE59-2837-481E-BE9E-3CBE9753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3F6D1-1C74-4C34-9859-EDA8618B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6E232-1D54-42BB-9C28-658A74B5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C10CB-6459-41B5-898A-2578598F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A48A3-DF15-4D0C-9E17-2062D983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8EB4C-1C24-4FBB-BE61-D9857846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22EC7-198E-4C3E-988C-F8AD7FBE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05301-688B-46D7-9E4B-A8122E3C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Schrodinger...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0D1EA-7E2D-42B9-83B4-EF069BE1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441FD-4DF5-4BE9-987A-B4C11182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3B01A-7510-4180-A424-1B2AE8B8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Schrod...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3127B-F924-4D6E-BF46-68C51209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E3224-1079-4C05-8512-36D24242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68FB6-8F85-4DF2-8C6D-EB9574FD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Schrodinger...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F4770-3263-428A-9494-68F64A99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24D29-20DE-4B7F-BEE6-3CB2D339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26C35-D964-4828-B175-1C28A700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Schrodinger...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3A084-CB6F-4A11-A7B0-2A5E0BDC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44855-FB87-4F1D-8C30-4BFB28A6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DB89D-673E-4477-B528-22BE3112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Schrod...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FD044-2563-4638-9257-65F17F8C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28E572-369C-4CC9-BE9C-567FB234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733178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1EA91-FC34-48CB-A525-3C261285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1AD36-6319-461A-BBD9-22C53CC7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F6C62-2778-45F8-8D06-AA923C39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75B74-5AA7-459C-B892-2303808E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1C434-7048-405C-A3B8-5FEC9D2D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EAD33-00B5-42FF-A000-43A11E4D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02722-28FA-4F35-95A3-B805C087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CBF7E-C9BE-4BF9-B507-664F5793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AD401-02DF-47A0-ABAD-5F8C2E59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9353B-2E75-4BE4-B3FF-F8B3376F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A8561-908D-402B-AB52-B9D77BE2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C300D-7BC1-431F-BF31-8B06DF5E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6719F-B8A0-4FB0-92DF-472527C8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63E7F-2BE6-49EE-B152-E9F2C870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BB42C-2DD1-4E49-A628-D945FF7E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0362777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E7AAB-0366-44D9-8F86-859B6A3D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9053E-C5E1-4300-923E-EC74EABE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77F1D-98E6-45F5-A38F-A908F5D2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6C54F-4A4D-4852-A17E-B50648D6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AAB45-00BF-443E-971D-BE012E87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1A014-8954-4AFF-8DA2-34C696B7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Schrodinger equation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AD7A6-737D-4B79-B108-53078667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38DB7-3448-48F3-A028-B7FD1BC6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6169C-987E-4D78-8284-4EC186B5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D5F94-AC46-470C-81FB-AB622BC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1D3C3-B127-473E-AAC0-69ECB18D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346201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E94AF-096C-4401-A376-7CF59FE8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1979F-E2A4-4A90-A883-CBDBAE26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CE0D0-2A21-4A6C-8774-FEBC1F2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751C5-07FD-4C0D-BAB2-55A4A2F2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30294-4F43-401A-A26A-BA055F78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Interpretation of wave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33235-37D9-4819-A94C-5567ED53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Interpretation of wave function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0B351-85C7-4A79-A89A-C7C1593C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106EF-76EC-4A1D-8CE8-3301D6FD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C1DDE-370A-4CB4-B1AD-4911F30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4F175-868E-4483-9EBB-F8160EDF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7968C-009F-4B4D-8715-4853CB85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438B2-0922-4C10-BF57-E0471705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9C4A3-4EA3-416A-880F-1D1DF22E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C452A-7F63-454E-8835-1F71C85F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9BFB2-FD56-4E08-937A-695DD9B8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CDC6D-E36A-4DD2-8301-511883FB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30079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BEBEA-7B2C-4E4B-8C22-AE0225C6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A6911-C89F-4B9F-854E-55B03FC1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7744C-6167-4E64-8CA7-57A763CB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CF851-4CB3-425A-8A76-06398AA2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B4E4F-6E3E-46EA-9F3D-35559EC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0C4F9-AE70-4237-AB15-DE0790D5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BE2C0-30DD-45FB-8928-3D138B01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120C1-07D5-48E7-AA30-ADD850BB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C8EEB-7765-4982-9433-6BA8812B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Interpretat...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3D6D2-919C-400B-B2EC-0FDAA732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65D69-CA3B-429A-8631-6F27D67F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1C402-3B27-4E16-BC1B-237FF12A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Interp...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69400-8CE6-4C64-A393-D2723B0E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E5642-0D71-45BE-BC2A-C098CCE4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90741-4F42-44B2-AAB0-D454BF6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Interpretati...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F97AE-57B8-47B7-92B5-1331D890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FD44C-3D5D-4B2E-B8C2-9788FAF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31558-4E1D-401E-B9E0-67AFCB9E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Interpretat...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4E4FE-09CA-49A2-B77C-659EA7B0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EF0C6-400F-4A4C-BAA6-D8E38721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21CA0-14F3-43DA-A07B-3BACF99C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Interp...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62617-ADCC-4B86-994C-217160A2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8EDD6-71B8-4B51-8FD8-1A386F07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054267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D29FB-CB70-414B-874E-1F52813B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EFA33-DA40-4BEB-8B3C-B86F3170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12CA1-C38B-4B48-84C2-90B26E88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502CF-50C8-4A4A-90D5-33C4BBC8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3520D-53BF-4231-A7FF-19B9740B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A2334-3022-417B-B1A3-7C7804A0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A2FF4-EB6C-477E-9278-8BBCD284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C3A7B-ABD3-401F-BD27-6E6C23F9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1D9C8-A7A4-4AC9-B1B1-C6B12FA3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3EB9B-8FA5-4244-8724-D13C8117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A263E-164C-4EF2-B5A3-32C50CD8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9E6BD-51C8-44E7-9A1E-19CA9382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6E760-1950-4388-B9FA-C7C3FD63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7BDDE-024B-49B7-864F-A882A17A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626BD-3417-49DA-BA53-75BA3E5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389213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9F693-223F-49ED-9FDD-107C72FB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D5988-1598-41CD-8018-9C597909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A04D9-F1A4-446F-AFDF-1E3885E2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1F5D9-8405-44C5-A6E4-311425DA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946E1-6F3A-4B4E-BE0D-BFED9D02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EF2D8-52FB-4980-A111-E0B67E96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Interpretation of wave function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27CA8-7D6B-439E-BAEE-79C34000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22583-BB04-4A4F-B1E4-0A18EAA0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EB990-A185-46FD-946E-17B1DF6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0478D-EB52-43B6-9895-0E8B210D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045CC-495F-4CD1-B905-331F0D64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3888938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9E2C9-7C2A-4E6B-B468-1B0B536D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B1897-1C19-4450-B2D9-8E5A4084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088D8-1C6C-44CB-8FF4-4C13C8AF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547B6-7ABE-4C5A-9EF9-F2E9A50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5E155-D4A6-421F-999E-2AF3DC2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Particle in an infinite 1D potential well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849DD-1EF2-48FC-898D-89CD74C5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Particle in an infinite 1D potential well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8F88D-2EDF-4D29-97F8-3416304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DA8FE-F46C-4E46-BBFA-9BEB57E7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340A9-516F-43DF-9FFC-761A0116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B55B3-C62A-455B-86CC-A870F652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608D3-D027-4BB7-8651-7BAA4C11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3468D-C08A-4BE3-AC6B-0C01939B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E04BD-97BD-49C5-8464-711D3E76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1823B-AE3C-40B6-9E22-4537320D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09709-F2A0-44A1-8FAB-DAD5ABF9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28C5E-067D-4DBE-B982-C7B52D7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690273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730AE-7867-4091-A3EC-0F42D2C0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53302-3DAC-4558-9D19-EB36A0DA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D0F7C-7602-46AB-B309-9D43CAAF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7F4B1-21EC-44F1-90F5-6DD92A3C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02D59-6DB9-42C8-84BA-A5B62FDF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1A673-41BF-4488-AE29-5D2CF5F5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6D0A6-8182-4B6B-BC7D-6CA705AC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B3473-E4C0-4848-A81D-78033086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3F98C-D396-4FD3-8E2F-D4F665F9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Particle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991D1-F4ED-4C48-8CE8-D8778A89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991C6-9C22-4803-B700-DA5599B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3610D-4E0A-4F2B-8DE7-6AE95411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Partic...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9DC4B-C25A-4E17-92A3-1A995D0B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4C000-2859-4819-975C-816CCFE5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AF0D1-776B-4C46-96B7-FA80C3A8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Particle 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F14B9-D989-421F-B848-E9C01255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D3C8F-1F64-427A-97CA-39F91B73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D51CB-4362-4761-8CF0-56E3A7E3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Particle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E21B8-A6AA-447E-AC77-6F687B25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57FA4-EBA9-4E29-A1FD-C2DB6DC7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B341D-0FE9-472F-AD18-61DD17C9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Partic...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FF57B-5588-466D-84E7-77B9D66A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63E76-7C12-4C08-BB65-0BB0039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8172970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49A21-5246-4750-8202-BD44846B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A5720-694D-4678-AE54-CCC91BF3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58C83-4D42-4CB1-8FC8-6AA2C23E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FA048-F0CA-4B14-8837-26EA5DCF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84434-AC8C-4915-88AF-95C5C761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62073-EA34-4CFC-84ED-59C271D7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116DC-8205-4347-A4CE-DA745F27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5C4F5-EB80-4AB5-8302-BF0B6A20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07619-CA81-4E40-A88B-AA5A2034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A3237-1570-4808-A7D3-645753C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367E6-0EB2-49EA-AF75-EC4A6FC3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4C7A6-F6D3-47B3-97B3-1899600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A7492-14A5-4E22-BDFB-93F1B8B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F637B-945A-4C23-B29F-CC7915A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7A440-2727-4CFD-AA8E-6728ACED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154463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A90CC-5FF2-4DED-8A95-7B878BAF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E00A8-DCE5-48BE-A587-CF26C1DF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86CC9-4308-4C3C-A1FA-A02F0FD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E65F4-4A93-414A-9095-C958B989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F5909-5A56-4C2C-B24A-A0FDAADC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8DF2A-8DB8-49C3-8CA1-DC6F8C60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Particle in an infinite 1D potential well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07E2B-E244-4FCB-809E-28C3835D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7A892-2C61-45C9-AD9F-70DFC082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D5ACC-D0AF-4A8F-B1F3-1AA807CD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3FBC2-FC21-41B1-B734-C4B363B4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F8AB9-6657-46E4-8C92-C6BA8EAA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341383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C2B20-2BD1-4332-A818-0FB00839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BFCC8-1E4B-4E2A-AE8C-B2F84FC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62DF5-57BF-45E6-B60C-ABC1AB24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5BC5F-676D-47C6-AA68-93388EAC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11E79-0D0E-4F62-9630-F7DB43B9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Quantum confinement in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B21AB-13CC-4CDF-AE9A-D3DB6D8E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Quantum confinement in 0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5E36E-C6AA-49F1-B461-8FD83FA1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6D5EA-D114-4551-A66B-A3105E14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88DA4-6F2A-484F-968C-49FAE8F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C6B5D-1F34-42A7-A014-E34DFAE3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5374B-6F16-405B-BB67-2ECA44E6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88CE0-9F53-42B8-B125-768BC873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38A54-D8C0-4464-A1D6-FB6DF089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75648-EAEE-47BF-825D-C463B18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A423C-3845-4946-9091-7DBE8A16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EB045-EE5A-4FA3-886C-36A84626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6467389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2E8D2-508F-48C2-814A-588F88B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55B47-9304-4729-BDE6-592B0E2F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E3D9E-4D66-4978-98DB-1EBF7C3E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06144-1439-4BDD-8D8E-AB5E0F29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BDD4C-B9DA-4E95-A4C7-57E89991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07C02-0A20-458A-B71E-250346C5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49BE2-AA40-4F9F-BE6E-C7248E57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F8BD0-4D5A-40EB-9060-F43BEC86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71FD2-8D8A-4C88-A8CB-8AEB2972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Quantum con...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F94BE-8ED1-4495-88B5-271F185B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C26FE-29CB-4301-9CF3-B7025A2D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61191-F68C-4DB3-917E-3D3C2D9B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Quantu...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14447-6936-4B94-85AB-47918C0B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F443F-3C43-44D8-A609-4F2BAAB7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E296D-26A1-4F99-AA37-0B066F9F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Quantum conf...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CF9F2-2639-44CF-B529-A513D501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AA8A5-5DF3-4D83-B0B5-5D28E3EE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45611-3CCC-42CD-8249-3D972C4B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Quantum con...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496CA-FFBB-4586-96D9-1E0B3414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63137-A0FF-4266-BC11-8397BAE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6FDF6-F5D6-4021-8831-6AEF4800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Quantu...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F5846-DEEB-4273-9C80-42A560E8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169AB-6DB2-446C-A5FD-DF5B893C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8589528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4EFE3-1B08-467B-A049-5593F598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F311D-9DE3-4064-A35C-826992A5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BBC9E-362B-4234-8C29-FE531032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20E32-7791-466F-8DCB-B7F82DF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C0430-13CC-46E2-96A7-7DC9B71B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142AA-1152-4BD5-B1CD-4AE90F69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B3B63-3C1E-434A-99B9-947ED9FB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82CA9-BF34-4B9F-B207-41C75D48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5BF3F-1241-4C06-9A29-BD370970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9B312-B917-4891-8410-AFA7584D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9CCE4-C7CD-48B1-A175-C90DE1A2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AD3F6-8BF4-40D0-B69C-29F4A012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FBEA1-0F0A-4A76-B748-BD05387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81B2F-5DC8-4F03-97A0-19CB5647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349FA-57FF-4732-8CE9-1D692B7D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1306184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12A4C-C65E-4996-A917-984303C4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3258-56C4-4051-AC34-ED5EFF3C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B0A23-7C35-4182-B8C4-720AAFE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9C689-DDC9-4B77-B75A-298C34A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54DFB-A262-4F60-8EB6-20394814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C7C99-53E2-4973-9204-1B98DAC1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Quantum confinement in 0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0B229-5030-4101-A4F3-83473A8B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C5446-AEEF-48C6-ACF7-861D6C36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A6E6B-B8C2-42AD-A1D4-5E3535BE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324E0-1B1A-4622-AD62-3FE6CE9C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75C2D-5F68-4D21-AFDC-20EAA51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0563468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337A7-AB69-4738-9183-C1358747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DB93C-59BF-4FE5-9258-7AA1B9A4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8975F-F591-4567-9B48-D8E8CD7B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536FF-2A16-47CF-8702-3463A9DE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BF998-25EA-4CD3-80D8-723ABF97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2 and 3 Dimension (Qualitative)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3B684-FA07-4C25-9708-0FFFAD37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2 and 3 Dimension (Qualitative)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2547F-562E-43FD-8C8C-AEED0785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62F4B-96A0-46A8-86A9-0134008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DA4A4-5568-4581-98AC-5DC185B3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EEC9B-E231-4A10-B309-A1615A57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BFF48-4CBD-48E8-8B87-868968A3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0A619-42E1-478F-BFA4-64919EA7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BC333-10CE-4B56-99DE-197BAE31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C8B67-DA2F-47DF-BF53-F613029B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12DD1-C763-45B9-8821-2CA2F683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01311-BEB4-48BA-AA4F-55C627AD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743009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8FBCF-A4A9-428B-AA16-1ADCA6B4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0BDFD-63C0-42EA-B28B-D51BEEF0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18ED7-73A8-490F-98F4-E8693427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08123-7F78-47FC-805B-BA3EF89B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478DC-D456-4B8C-8314-D543D587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DE093-7E58-4AFA-849D-5199BE3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C7CD3-03E1-4153-8A58-78E23511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C0FFB-7900-453C-931C-90AD99D2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C16C8-86A4-44AD-B1B0-4F8F0A7D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2 and 3 Dim...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320C-939B-4D85-B015-93F6A8DD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F74DB-A02B-4C0A-A821-56B7ADD0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E1460-6DFE-4D37-BCCF-9C7AA419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2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DC090-A654-4E8B-B169-2049E505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E6FD6-BE2D-448E-A2B3-8F34DC8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E2F86-45E6-4A3A-BBA8-4C2BD82C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2 and 3 Dime...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D2F25-3474-41F5-A3E3-F92D9F1F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014F0-C3D7-4B89-A66A-9D74B2BC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67F1E-A3BE-4FC2-B797-4A927069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2 and 3 Dim...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5A729-4927-4331-8636-BDB13CAC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9C102-F6E0-4C7F-82BB-5ED0FF89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868DD-92BD-4609-8AED-9657AEB2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2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BF11E-BB9E-4611-BC4A-6AD820E7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EC2B2-2B59-447C-B5AE-FD4134AA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892276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30259-6B8D-4896-BAC6-ABF1A422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5F2E0-8055-4F76-9475-99D41514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DA9A2-E5FD-46E6-BCF9-75EA42BF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EF8AB-3726-4703-AC48-DADD9B56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0282D-5C05-4DF2-9E13-A64B7F2D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020DB-3C26-4829-8FC8-7D1656FD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B9209-0545-41DD-899E-9E417031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D5EB6-9B8E-4EF0-A596-970FC07D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64E24-CE37-4F9A-9E85-38951834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613B9-5418-4137-BA8B-A6C25C2E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EFF56-B81C-4B19-84D9-B396AFC0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40962-A9F9-4046-B637-DEFE8620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7BED2-F783-4EB2-8458-3E5EDEE5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D0C80-E0FD-447F-928D-31AE9A59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05520-1EB5-4DDD-AF1B-1026E0B7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0226612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339AA-89ED-4D5D-8EAB-A43CCACE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08FAB-E72D-4EC7-8804-9EE30212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B0758-918C-4BC3-B62D-9F5AB4FC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9D276-3442-4D4C-8535-9C968C76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C1BF4-AD3B-4AB3-938D-81D47D2F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761BC-1610-44E5-8887-C6B2DBC6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2 and 3 Dimension (Qualitative)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B6E00-5D82-466F-B272-F2C222AE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60BC2-4775-49AE-8F2A-7FFF2027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F82EF-ECD2-472A-804F-EC0E1BA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72887-3632-4D69-8739-C7427443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89A52-DF49-4B6C-8335-9C62AC3E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1902186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17400-9A86-43AB-9E69-9F8B2584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55875-8198-44C3-A2B5-9BB327D7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C8C1B-6CC6-4C4C-8963-8EAA79C2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7468D-0B15-4BA3-ACFC-02E0FF04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0F0A5-A2A6-41C0-89A4-98EFE364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Density of states expressions and graphical representation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5192D-6E12-4244-9FDB-7CCE08D5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Density of states expressions and graphic...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AA2FA-6548-4887-93F7-94A3F04C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514A1-ED37-466F-8D48-BCD96C8E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FEC1F-8963-453A-9F69-E262E732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F5C77-F394-41A3-826D-1F612362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729A9-05D9-4EC3-9CC3-8CF5CCA0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EC283-8B45-4E03-9D14-3E2B4B8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1147D-0CCF-43EE-B9C9-B04B52F3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36E13-D35A-4E8E-91D0-5476C673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3E9E4-78C4-44FA-9DE1-01126BAC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A7E64-53D1-4BD8-9ACA-154873F7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3341664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BE855-B200-440A-A30A-43A8C69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B8933-AAA0-40DA-AD4B-3A22E93D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B15D7-828C-422B-A298-EA955F98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D5784-DBB7-4106-A3AA-DE551312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E532B-4673-40B3-AD4E-6EC0C261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D57EC-1C6F-4E63-B497-B3871C4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26282-EAA4-48EF-A03B-D096195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AD2C1-347C-493F-AD52-0B01EB38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25F75-2130-483A-A36A-D7B46682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Density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56FEC-AC15-4542-BBD3-CDA4AA79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86DBC-BA97-4CDE-BD6B-7FAD2D4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03031-4779-4AA4-82CA-6BDDB66D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Densit...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BEBB4-75D9-458E-AEC6-F602251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C4272-20BC-4F8F-A70C-39D2B3B6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9E350-7111-403F-A5FF-22F78992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Density of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880EB-2BE8-48CC-8B09-88C239D0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3BDA4-F7D8-4830-834D-F8E1AA5A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972B4-CA62-4DC6-88C3-A964F09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Density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66D57-BBE6-4E40-9E27-92A5D61B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D8818-D60E-4E26-AC6D-0D7D3D59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FEBC4-0E7E-4CD0-B11D-11C95A06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Densit...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EA131-5E10-4E3D-B29A-04C0D499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F2FC2-5ED9-4DDF-A7BE-9CD021EA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8892200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79D5E-0149-4FA4-BD05-9B91A6F2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3B17E-56DE-46B5-AD6A-674FD391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7C2BB-F479-40DC-90B0-C0CA1BC9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AB42B-37A2-427C-93E9-C6AD5309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862D4-38BF-4951-BEFF-1269ED1F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A26F2-778F-462D-90A0-8D4469EE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40BFB-48A9-49FD-BA7E-48CE0B48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9D3FD-AD22-41EA-8BE9-E98BCD94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A6452-318F-44E8-8AC7-6C89A4CA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EBB62-108C-48B2-A8BC-84C71C18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6171D-5563-4B2A-AA8C-A3C920E0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5751A-21C8-464C-AA2C-4DFAE524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0B506-A03B-411D-9946-68744627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D3747-E724-474A-91B2-98F5ABDF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9A10C-DA28-45D2-A4EB-5F51F69C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1056438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6AD8A-0E74-4D39-A455-A3F5CF12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93E91-D779-4118-AAE9-F24BEF3F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83B60-0AB6-48C3-94B8-391A82BE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9E283-CE2F-429D-BE9A-145A257C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55247-3623-4584-ABC5-FA343092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7E79F-310C-4699-A014-DFD337AD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Density of states expressions and graphical representation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08AFD-D712-4F97-B869-838A6CFB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C5430-AB9F-4BE2-ACA9-49EEB81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D6E8F-1743-45B6-9286-1534622E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9D4A3-84A2-4474-9124-CEEFE6E0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D220C-951F-4568-A8F6-C5515233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870334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DF261-0BEE-4240-B1C4-05070B30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A5D34-4BF9-4201-9AE3-869EF4AD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0E4F4-B1DD-4281-9776-E4FDA6A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704A0-D007-4D00-BBF3-ED5CA5BE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A21FD-78E7-401C-93A8-74E9BCE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Optical properties due to quantum confinement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BE529-85C3-415B-AAAD-64EA2AD9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Optical properties due to quantum confine...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19721-8F94-45D0-9435-E1146E0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06522-477A-4567-8E51-0D3FB004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54BF0-4B1F-4184-B1F6-EDAEE4D2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177DC-C004-43E4-8392-2B3F453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F0F61-1E15-491E-90C3-2F400691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5C514-9636-48EC-B975-93B26452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F9051-695A-4EF1-9E66-423B2DA6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7E1A0-E6F8-422C-8318-624808B4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8E3A9-2A35-4EBA-A33A-7CEC3317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AF341-F32C-426D-8E0E-430ABE56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583305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C5241-1C83-43D3-84C3-EEC06BE6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D9098-8855-4DC4-8745-B876015B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D243D-7415-4121-A203-841EB4C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FE8EA-9439-4ABF-8941-A0BB03F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68AE2-1756-4858-9AC6-A6BE4887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23ACD-86D1-4A3B-B83F-B8379DDB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BCB06-F083-4409-BB78-A4A24615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4E728-3665-49BA-A006-C87B0091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25F06-9F31-49FB-8230-B88DB7A2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Optical pro...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AE8EE-35C9-4CDA-9EB8-4C063FF0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18C4B-0E4C-4886-8777-626F52C4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DB17B-9D6E-4C6B-B960-6677E097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Optica...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188A7-E470-4BBF-944E-D4776CDD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51E16-20B8-468C-B388-E2358F0E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B13A0-668B-430A-B391-F948B678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Optical prop...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B94FA-185B-48AE-BF8B-AE2C7C33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FC317-9BD8-41EE-A839-E19765BC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78C32-65BC-4F5C-8E33-960E5B48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Optical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04D71-FF15-4AD2-9444-D4893330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E2962-E4D9-4B50-AFE9-D0C890BB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90309-33CF-4349-9DFC-71EA75BD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Optica...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6A0AE-3C3F-406E-BA18-4F75F363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4B8AA-415B-4B97-BE5F-9177D992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1744423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E486F-87A5-4A14-812F-C1E3547B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1DC39-963F-48DF-AF83-873B7BDA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61F6A-0F43-40D3-97A1-C13FC4DC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52484-8960-4579-A752-B910F15F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2EC8-51AC-4154-B150-F169DE4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C200C-34CF-437C-9F0C-FC3F49B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C78F4-DF90-4A77-BC4A-7393988A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FBB46-ADBF-48C1-A105-9EEA75EC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513DB-46AD-4E55-BF41-80096242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1D5DF-DD77-41F6-BB49-08C549CA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76307-EF0F-4983-9339-4F2B8ABF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9473D-23F5-4556-B610-6C7A106E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3067A-30D6-47E4-B93C-DDBA6CCB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34F2B-4829-4D08-B91F-B2B1BA2B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03C41-7322-4279-B02F-00DFB548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61438488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C7670-758A-4633-8F2A-6C3FB7C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EAE39-8E2A-47C4-B6CE-E3F4B716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4A5A4-0B90-424C-81D5-3F6663F7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1CC92-FE66-4BB4-A0D1-1C210E25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1C659-B8B5-40FD-8A39-E068D2E0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69FBB-E7E7-4967-A17A-9928F89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Optical properties due to quantum confinement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76F8E-0018-44C3-BA09-E1CF8DEA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74436-FADB-49D5-96B8-4C30961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AF5AE-E2EA-4A41-A859-016F8E11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5C8E9-CDD3-42BA-8750-E4929DA6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A7F15-610E-48A1-9C1B-209E9F77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181856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DDC34-B38A-40F7-B518-38280A6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ABEDD-419C-4C9E-965F-CA0E546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E8FD4-E07C-4431-91DA-E7A52D56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1D558-0E0D-495E-8264-79BB91FD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1565F-0101-4B0E-8A49-E1E39F75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8E761-AEC2-4E7C-B046-D49E1F8C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4052110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EFF3B-C2E5-4297-8DD6-9ABDF6FA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17BC3-D8C3-4B58-A54E-3FF8F301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03CC0-C745-492C-AED9-C0C32EC2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5BF78-2BD6-4CC4-B40F-E546B76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6FB0C-3189-4D45-B58B-7717A229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Characterization: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Instrumentation: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Techniques: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364CB-6590-4C76-9899-37A3FFD9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827437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C13E2-1279-4FAD-B0F2-0A9D46E6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35B07-B176-485F-99B9-BFFAFA47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668DE-1717-46BD-BB95-A5556A5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5772A-C7E2-4013-A57B-A4EB7E8E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A95D7-FB5B-4162-9051-58FBB68B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89B92-4161-47E3-B77B-6AFCDE7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585668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FA5BB-393C-4932-857A-E4469E27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8CC2A-6D45-49F0-AF7A-39290D89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F7992-C68E-4016-9368-43868F5B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EDF83-8198-49EC-9CD3-38524FDD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05818-94E8-4254-A61C-677D0299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2AD56-FC14-43C0-B1D8-2AC232B4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8328416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28592-6EBC-4D25-8365-A4165D8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96DD3-175F-4B1F-98CC-4111CBC0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B3649-6A2A-478C-A786-1D0B5EF6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8FE86-4F5B-4C66-94B5-74D7141A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F0418-1FFE-4767-A32F-2FAAD262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Material Characterization and Instrumentation Techniques: Materials Pro...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Schrodinger equation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Interpretation of wave function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Particle in an infinite 1D potential well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Quantum confinement in 0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29D13-FF05-4F9B-9793-DD7493C0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6B9B9-7BE9-445E-AE21-1FE0CB23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8E80F-6564-4CA5-A801-DE38BCC9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80361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2026-08-24T16:03:12.0390000Z</dcterms:created>
  <dcterms:modified xsi:type="dcterms:W3CDTF">2026-08-24T16:03:12.0390000Z</dcterms:modified>
</coreProperties>
</file>