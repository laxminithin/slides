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3c1e484dcf467b" /><Relationship Type="http://schemas.openxmlformats.org/officeDocument/2006/relationships/extended-properties" Target="/docProps/app.xml" Id="R75f341a07a9c4dbf" /><Relationship Type="http://schemas.openxmlformats.org/officeDocument/2006/relationships/officeDocument" Target="/ppt/presentation.xml" Id="Rd67da38748a940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fe24c794c341a0"/>
  </p:sldMasterIdLst>
  <p:notesMasterIdLst>
    <p:notesMasterId xmlns:r="http://schemas.openxmlformats.org/officeDocument/2006/relationships" r:id="Rd0c0401c74244047"/>
  </p:notesMasterIdLst>
  <p:sldIdLst>
    <p:sldId xmlns:r="http://schemas.openxmlformats.org/officeDocument/2006/relationships" id="256" r:id="Rc39cd4b885cf438b"/>
    <p:sldId xmlns:r="http://schemas.openxmlformats.org/officeDocument/2006/relationships" id="257" r:id="R77c266be7af44106"/>
    <p:sldId xmlns:r="http://schemas.openxmlformats.org/officeDocument/2006/relationships" id="258" r:id="R4cb685af2005449b"/>
    <p:sldId xmlns:r="http://schemas.openxmlformats.org/officeDocument/2006/relationships" id="259" r:id="R97720e21ac6b407f"/>
    <p:sldId xmlns:r="http://schemas.openxmlformats.org/officeDocument/2006/relationships" id="260" r:id="Rf8aeeb63e388487e"/>
    <p:sldId xmlns:r="http://schemas.openxmlformats.org/officeDocument/2006/relationships" id="261" r:id="Rd08015e4ac074995"/>
    <p:sldId xmlns:r="http://schemas.openxmlformats.org/officeDocument/2006/relationships" id="262" r:id="R91cda2161c114e62"/>
    <p:sldId xmlns:r="http://schemas.openxmlformats.org/officeDocument/2006/relationships" id="263" r:id="Rf9b3ace26c5c425b"/>
    <p:sldId xmlns:r="http://schemas.openxmlformats.org/officeDocument/2006/relationships" id="264" r:id="Rdf9894e1a94f4d39"/>
    <p:sldId xmlns:r="http://schemas.openxmlformats.org/officeDocument/2006/relationships" id="265" r:id="Rc522762c2c0d49d1"/>
    <p:sldId xmlns:r="http://schemas.openxmlformats.org/officeDocument/2006/relationships" id="266" r:id="R19c038fc5752411c"/>
    <p:sldId xmlns:r="http://schemas.openxmlformats.org/officeDocument/2006/relationships" id="267" r:id="R80ada9e708ed46df"/>
    <p:sldId xmlns:r="http://schemas.openxmlformats.org/officeDocument/2006/relationships" id="268" r:id="Rd7e8b739f0c44101"/>
    <p:sldId xmlns:r="http://schemas.openxmlformats.org/officeDocument/2006/relationships" id="269" r:id="R6b47d081268b42c8"/>
    <p:sldId xmlns:r="http://schemas.openxmlformats.org/officeDocument/2006/relationships" id="270" r:id="Rf63ae2e6ffc54c78"/>
    <p:sldId xmlns:r="http://schemas.openxmlformats.org/officeDocument/2006/relationships" id="271" r:id="Rfde547eca8374088"/>
    <p:sldId xmlns:r="http://schemas.openxmlformats.org/officeDocument/2006/relationships" id="272" r:id="R59b2ef222d28400a"/>
    <p:sldId xmlns:r="http://schemas.openxmlformats.org/officeDocument/2006/relationships" id="273" r:id="R97a814ede255446a"/>
    <p:sldId xmlns:r="http://schemas.openxmlformats.org/officeDocument/2006/relationships" id="274" r:id="R68269537755a4b91"/>
    <p:sldId xmlns:r="http://schemas.openxmlformats.org/officeDocument/2006/relationships" id="275" r:id="R34371bc6f8124cc9"/>
    <p:sldId xmlns:r="http://schemas.openxmlformats.org/officeDocument/2006/relationships" id="276" r:id="R111b7cc9eccf4ab5"/>
    <p:sldId xmlns:r="http://schemas.openxmlformats.org/officeDocument/2006/relationships" id="277" r:id="Rc8cc8659108d45c5"/>
    <p:sldId xmlns:r="http://schemas.openxmlformats.org/officeDocument/2006/relationships" id="278" r:id="R57c8ad9e00cd44ad"/>
    <p:sldId xmlns:r="http://schemas.openxmlformats.org/officeDocument/2006/relationships" id="279" r:id="R67ef40593f514739"/>
    <p:sldId xmlns:r="http://schemas.openxmlformats.org/officeDocument/2006/relationships" id="280" r:id="R72d74b83c3bd4a1e"/>
    <p:sldId xmlns:r="http://schemas.openxmlformats.org/officeDocument/2006/relationships" id="281" r:id="R37734ff250364fa8"/>
    <p:sldId xmlns:r="http://schemas.openxmlformats.org/officeDocument/2006/relationships" id="282" r:id="R8a7393266d5d4c15"/>
    <p:sldId xmlns:r="http://schemas.openxmlformats.org/officeDocument/2006/relationships" id="283" r:id="Rf636abab89b24ae2"/>
    <p:sldId xmlns:r="http://schemas.openxmlformats.org/officeDocument/2006/relationships" id="284" r:id="R39246a278af9494e"/>
    <p:sldId xmlns:r="http://schemas.openxmlformats.org/officeDocument/2006/relationships" id="285" r:id="R29928e4e8840400c"/>
    <p:sldId xmlns:r="http://schemas.openxmlformats.org/officeDocument/2006/relationships" id="286" r:id="Rd491d695ccf04d56"/>
    <p:sldId xmlns:r="http://schemas.openxmlformats.org/officeDocument/2006/relationships" id="287" r:id="Rbd8b49797c44419f"/>
    <p:sldId xmlns:r="http://schemas.openxmlformats.org/officeDocument/2006/relationships" id="288" r:id="R9d83bd5f188249f2"/>
    <p:sldId xmlns:r="http://schemas.openxmlformats.org/officeDocument/2006/relationships" id="289" r:id="R282fba7e03b94299"/>
    <p:sldId xmlns:r="http://schemas.openxmlformats.org/officeDocument/2006/relationships" id="290" r:id="R7d5e8b9b6d214f48"/>
    <p:sldId xmlns:r="http://schemas.openxmlformats.org/officeDocument/2006/relationships" id="291" r:id="R61d7f02b607e4e78"/>
    <p:sldId xmlns:r="http://schemas.openxmlformats.org/officeDocument/2006/relationships" id="292" r:id="R3dae164a8d7742ed"/>
    <p:sldId xmlns:r="http://schemas.openxmlformats.org/officeDocument/2006/relationships" id="293" r:id="R7db8c62eb95347ff"/>
    <p:sldId xmlns:r="http://schemas.openxmlformats.org/officeDocument/2006/relationships" id="294" r:id="Ra4abeb8c9425430b"/>
    <p:sldId xmlns:r="http://schemas.openxmlformats.org/officeDocument/2006/relationships" id="295" r:id="R5c3ca956bd544d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26c547c98d450f" /><Relationship Type="http://schemas.openxmlformats.org/officeDocument/2006/relationships/slideMaster" Target="/ppt/slideMasters/slideMaster1.xml" Id="R83fe24c794c341a0" /><Relationship Type="http://schemas.openxmlformats.org/officeDocument/2006/relationships/notesMaster" Target="/ppt/notesMasters/notesMaster1.xml" Id="Rd0c0401c74244047" /><Relationship Type="http://schemas.openxmlformats.org/officeDocument/2006/relationships/presProps" Target="/ppt/presProps.xml" Id="R055157bb420b4804" /><Relationship Type="http://schemas.openxmlformats.org/officeDocument/2006/relationships/tableStyles" Target="/ppt/tableStyles.xml" Id="Rf2f1f6e9b58842dd" /><Relationship Type="http://schemas.openxmlformats.org/officeDocument/2006/relationships/slide" Target="/ppt/slides/slide1.xml" Id="Rc39cd4b885cf438b" /><Relationship Type="http://schemas.openxmlformats.org/officeDocument/2006/relationships/slide" Target="/ppt/slides/slide2.xml" Id="R77c266be7af44106" /><Relationship Type="http://schemas.openxmlformats.org/officeDocument/2006/relationships/slide" Target="/ppt/slides/slide3.xml" Id="R4cb685af2005449b" /><Relationship Type="http://schemas.openxmlformats.org/officeDocument/2006/relationships/slide" Target="/ppt/slides/slide4.xml" Id="R97720e21ac6b407f" /><Relationship Type="http://schemas.openxmlformats.org/officeDocument/2006/relationships/slide" Target="/ppt/slides/slide5.xml" Id="Rf8aeeb63e388487e" /><Relationship Type="http://schemas.openxmlformats.org/officeDocument/2006/relationships/slide" Target="/ppt/slides/slide6.xml" Id="Rd08015e4ac074995" /><Relationship Type="http://schemas.openxmlformats.org/officeDocument/2006/relationships/slide" Target="/ppt/slides/slide7.xml" Id="R91cda2161c114e62" /><Relationship Type="http://schemas.openxmlformats.org/officeDocument/2006/relationships/slide" Target="/ppt/slides/slide8.xml" Id="Rf9b3ace26c5c425b" /><Relationship Type="http://schemas.openxmlformats.org/officeDocument/2006/relationships/slide" Target="/ppt/slides/slide9.xml" Id="Rdf9894e1a94f4d39" /><Relationship Type="http://schemas.openxmlformats.org/officeDocument/2006/relationships/slide" Target="/ppt/slides/slide10.xml" Id="Rc522762c2c0d49d1" /><Relationship Type="http://schemas.openxmlformats.org/officeDocument/2006/relationships/slide" Target="/ppt/slides/slide11.xml" Id="R19c038fc5752411c" /><Relationship Type="http://schemas.openxmlformats.org/officeDocument/2006/relationships/slide" Target="/ppt/slides/slide12.xml" Id="R80ada9e708ed46df" /><Relationship Type="http://schemas.openxmlformats.org/officeDocument/2006/relationships/slide" Target="/ppt/slides/slide13.xml" Id="Rd7e8b739f0c44101" /><Relationship Type="http://schemas.openxmlformats.org/officeDocument/2006/relationships/slide" Target="/ppt/slides/slide14.xml" Id="R6b47d081268b42c8" /><Relationship Type="http://schemas.openxmlformats.org/officeDocument/2006/relationships/slide" Target="/ppt/slides/slide15.xml" Id="Rf63ae2e6ffc54c78" /><Relationship Type="http://schemas.openxmlformats.org/officeDocument/2006/relationships/slide" Target="/ppt/slides/slide16.xml" Id="Rfde547eca8374088" /><Relationship Type="http://schemas.openxmlformats.org/officeDocument/2006/relationships/slide" Target="/ppt/slides/slide17.xml" Id="R59b2ef222d28400a" /><Relationship Type="http://schemas.openxmlformats.org/officeDocument/2006/relationships/slide" Target="/ppt/slides/slide18.xml" Id="R97a814ede255446a" /><Relationship Type="http://schemas.openxmlformats.org/officeDocument/2006/relationships/slide" Target="/ppt/slides/slide19.xml" Id="R68269537755a4b91" /><Relationship Type="http://schemas.openxmlformats.org/officeDocument/2006/relationships/slide" Target="/ppt/slides/slide20.xml" Id="R34371bc6f8124cc9" /><Relationship Type="http://schemas.openxmlformats.org/officeDocument/2006/relationships/slide" Target="/ppt/slides/slide21.xml" Id="R111b7cc9eccf4ab5" /><Relationship Type="http://schemas.openxmlformats.org/officeDocument/2006/relationships/slide" Target="/ppt/slides/slide22.xml" Id="Rc8cc8659108d45c5" /><Relationship Type="http://schemas.openxmlformats.org/officeDocument/2006/relationships/slide" Target="/ppt/slides/slide23.xml" Id="R57c8ad9e00cd44ad" /><Relationship Type="http://schemas.openxmlformats.org/officeDocument/2006/relationships/slide" Target="/ppt/slides/slide24.xml" Id="R67ef40593f514739" /><Relationship Type="http://schemas.openxmlformats.org/officeDocument/2006/relationships/slide" Target="/ppt/slides/slide25.xml" Id="R72d74b83c3bd4a1e" /><Relationship Type="http://schemas.openxmlformats.org/officeDocument/2006/relationships/slide" Target="/ppt/slides/slide26.xml" Id="R37734ff250364fa8" /><Relationship Type="http://schemas.openxmlformats.org/officeDocument/2006/relationships/slide" Target="/ppt/slides/slide27.xml" Id="R8a7393266d5d4c15" /><Relationship Type="http://schemas.openxmlformats.org/officeDocument/2006/relationships/slide" Target="/ppt/slides/slide28.xml" Id="Rf636abab89b24ae2" /><Relationship Type="http://schemas.openxmlformats.org/officeDocument/2006/relationships/slide" Target="/ppt/slides/slide29.xml" Id="R39246a278af9494e" /><Relationship Type="http://schemas.openxmlformats.org/officeDocument/2006/relationships/slide" Target="/ppt/slides/slide30.xml" Id="R29928e4e8840400c" /><Relationship Type="http://schemas.openxmlformats.org/officeDocument/2006/relationships/slide" Target="/ppt/slides/slide31.xml" Id="Rd491d695ccf04d56" /><Relationship Type="http://schemas.openxmlformats.org/officeDocument/2006/relationships/slide" Target="/ppt/slides/slide32.xml" Id="Rbd8b49797c44419f" /><Relationship Type="http://schemas.openxmlformats.org/officeDocument/2006/relationships/slide" Target="/ppt/slides/slide33.xml" Id="R9d83bd5f188249f2" /><Relationship Type="http://schemas.openxmlformats.org/officeDocument/2006/relationships/slide" Target="/ppt/slides/slide34.xml" Id="R282fba7e03b94299" /><Relationship Type="http://schemas.openxmlformats.org/officeDocument/2006/relationships/slide" Target="/ppt/slides/slide35.xml" Id="R7d5e8b9b6d214f48" /><Relationship Type="http://schemas.openxmlformats.org/officeDocument/2006/relationships/slide" Target="/ppt/slides/slide36.xml" Id="R61d7f02b607e4e78" /><Relationship Type="http://schemas.openxmlformats.org/officeDocument/2006/relationships/slide" Target="/ppt/slides/slide37.xml" Id="R3dae164a8d7742ed" /><Relationship Type="http://schemas.openxmlformats.org/officeDocument/2006/relationships/slide" Target="/ppt/slides/slide38.xml" Id="R7db8c62eb95347ff" /><Relationship Type="http://schemas.openxmlformats.org/officeDocument/2006/relationships/slide" Target="/ppt/slides/slide39.xml" Id="Ra4abeb8c9425430b" /><Relationship Type="http://schemas.openxmlformats.org/officeDocument/2006/relationships/slide" Target="/ppt/slides/slide40.xml" Id="R5c3ca956bd544d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516d667b0442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174baa537d4d7f" /><Relationship Type="http://schemas.openxmlformats.org/officeDocument/2006/relationships/notesMaster" Target="/ppt/notesMasters/notesMaster1.xml" Id="Rbcc3345ce4644e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b8bccfe967459f" /><Relationship Type="http://schemas.openxmlformats.org/officeDocument/2006/relationships/notesMaster" Target="/ppt/notesMasters/notesMaster1.xml" Id="Rcd00aed785934e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565a41b5f642e4" /><Relationship Type="http://schemas.openxmlformats.org/officeDocument/2006/relationships/notesMaster" Target="/ppt/notesMasters/notesMaster1.xml" Id="Re5d8d5e188cf4a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b1c300473e4d2b" /><Relationship Type="http://schemas.openxmlformats.org/officeDocument/2006/relationships/notesMaster" Target="/ppt/notesMasters/notesMaster1.xml" Id="R96a30de7dcaf49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f94d16e3524b15" /><Relationship Type="http://schemas.openxmlformats.org/officeDocument/2006/relationships/notesMaster" Target="/ppt/notesMasters/notesMaster1.xml" Id="R39b084548a6e4a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735c178ec644db" /><Relationship Type="http://schemas.openxmlformats.org/officeDocument/2006/relationships/notesMaster" Target="/ppt/notesMasters/notesMaster1.xml" Id="R22c05d54c12847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d35f7e0e12448a" /><Relationship Type="http://schemas.openxmlformats.org/officeDocument/2006/relationships/notesMaster" Target="/ppt/notesMasters/notesMaster1.xml" Id="Rab583f9c1bf440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016a58f5aa4ca5" /><Relationship Type="http://schemas.openxmlformats.org/officeDocument/2006/relationships/notesMaster" Target="/ppt/notesMasters/notesMaster1.xml" Id="Rdabb5a5d36f548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8bdfc939604186" /><Relationship Type="http://schemas.openxmlformats.org/officeDocument/2006/relationships/notesMaster" Target="/ppt/notesMasters/notesMaster1.xml" Id="Re0c066e8c6064b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2863cc64e148df" /><Relationship Type="http://schemas.openxmlformats.org/officeDocument/2006/relationships/notesMaster" Target="/ppt/notesMasters/notesMaster1.xml" Id="R3f35feeebffb41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c0a342a8534478" /><Relationship Type="http://schemas.openxmlformats.org/officeDocument/2006/relationships/notesMaster" Target="/ppt/notesMasters/notesMaster1.xml" Id="R36c0a9f97d7f40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1d8c05d449416e" /><Relationship Type="http://schemas.openxmlformats.org/officeDocument/2006/relationships/notesMaster" Target="/ppt/notesMasters/notesMaster1.xml" Id="R77c3af6d30394f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656f8cf6f0472d" /><Relationship Type="http://schemas.openxmlformats.org/officeDocument/2006/relationships/notesMaster" Target="/ppt/notesMasters/notesMaster1.xml" Id="R36a14c46c56b46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5742264c6844a0" /><Relationship Type="http://schemas.openxmlformats.org/officeDocument/2006/relationships/notesMaster" Target="/ppt/notesMasters/notesMaster1.xml" Id="R7e119be294704b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9c2fb89a894a67" /><Relationship Type="http://schemas.openxmlformats.org/officeDocument/2006/relationships/notesMaster" Target="/ppt/notesMasters/notesMaster1.xml" Id="R040e06f92faf4f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ffd119ce704cb3" /><Relationship Type="http://schemas.openxmlformats.org/officeDocument/2006/relationships/notesMaster" Target="/ppt/notesMasters/notesMaster1.xml" Id="R5e5f9f29a15e45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14d5745bec4eb6" /><Relationship Type="http://schemas.openxmlformats.org/officeDocument/2006/relationships/notesMaster" Target="/ppt/notesMasters/notesMaster1.xml" Id="Re5c48b38d3fa43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e1e22b762544cb" /><Relationship Type="http://schemas.openxmlformats.org/officeDocument/2006/relationships/notesMaster" Target="/ppt/notesMasters/notesMaster1.xml" Id="R6b4f32589f5e46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9b076e23874bb1" /><Relationship Type="http://schemas.openxmlformats.org/officeDocument/2006/relationships/notesMaster" Target="/ppt/notesMasters/notesMaster1.xml" Id="R0f9bd363878a48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125ffed52942f9" /><Relationship Type="http://schemas.openxmlformats.org/officeDocument/2006/relationships/notesMaster" Target="/ppt/notesMasters/notesMaster1.xml" Id="R7971c2bd1a5240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658b6aa0574b00" /><Relationship Type="http://schemas.openxmlformats.org/officeDocument/2006/relationships/notesMaster" Target="/ppt/notesMasters/notesMaster1.xml" Id="R841796eb879b4b4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4dae272269a494d" /><Relationship Type="http://schemas.openxmlformats.org/officeDocument/2006/relationships/notesMaster" Target="/ppt/notesMasters/notesMaster1.xml" Id="R480d4773c74643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79c5d2ace004b00" /><Relationship Type="http://schemas.openxmlformats.org/officeDocument/2006/relationships/notesMaster" Target="/ppt/notesMasters/notesMaster1.xml" Id="R0285c5f5a81c41e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2112314e0f844a0" /><Relationship Type="http://schemas.openxmlformats.org/officeDocument/2006/relationships/notesMaster" Target="/ppt/notesMasters/notesMaster1.xml" Id="R6341ba7db6024b3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774547d80704b56" /><Relationship Type="http://schemas.openxmlformats.org/officeDocument/2006/relationships/notesMaster" Target="/ppt/notesMasters/notesMaster1.xml" Id="R318b464645f44cc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6c2eb3d810e464e" /><Relationship Type="http://schemas.openxmlformats.org/officeDocument/2006/relationships/notesMaster" Target="/ppt/notesMasters/notesMaster1.xml" Id="Rd28a7c73247a49b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d055f409a0e40df" /><Relationship Type="http://schemas.openxmlformats.org/officeDocument/2006/relationships/notesMaster" Target="/ppt/notesMasters/notesMaster1.xml" Id="R983895982e334e9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9ce0d1fd5341b6" /><Relationship Type="http://schemas.openxmlformats.org/officeDocument/2006/relationships/notesMaster" Target="/ppt/notesMasters/notesMaster1.xml" Id="Re17dd94b10204c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3babbe7f7c74f1d" /><Relationship Type="http://schemas.openxmlformats.org/officeDocument/2006/relationships/notesMaster" Target="/ppt/notesMasters/notesMaster1.xml" Id="R02e98e785d58479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ee9613868464017" /><Relationship Type="http://schemas.openxmlformats.org/officeDocument/2006/relationships/notesMaster" Target="/ppt/notesMasters/notesMaster1.xml" Id="R28437b02eee1477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b4dffcc2d94434c" /><Relationship Type="http://schemas.openxmlformats.org/officeDocument/2006/relationships/notesMaster" Target="/ppt/notesMasters/notesMaster1.xml" Id="Rfeadb2e921fb483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96b8aa2cb74a88" /><Relationship Type="http://schemas.openxmlformats.org/officeDocument/2006/relationships/notesMaster" Target="/ppt/notesMasters/notesMaster1.xml" Id="R299b3d067b4f4b1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76e4b8be7f84f2a" /><Relationship Type="http://schemas.openxmlformats.org/officeDocument/2006/relationships/notesMaster" Target="/ppt/notesMasters/notesMaster1.xml" Id="Rac1b90bb49ad42c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62cf37faf384211" /><Relationship Type="http://schemas.openxmlformats.org/officeDocument/2006/relationships/notesMaster" Target="/ppt/notesMasters/notesMaster1.xml" Id="Rb3777c5bcddd46f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4ab8a1b86124dc0" /><Relationship Type="http://schemas.openxmlformats.org/officeDocument/2006/relationships/notesMaster" Target="/ppt/notesMasters/notesMaster1.xml" Id="Raa908031bb724f8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e8d8ea6e0fa41ee" /><Relationship Type="http://schemas.openxmlformats.org/officeDocument/2006/relationships/notesMaster" Target="/ppt/notesMasters/notesMaster1.xml" Id="R4f5e393ac3b040a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884796d649848d7" /><Relationship Type="http://schemas.openxmlformats.org/officeDocument/2006/relationships/notesMaster" Target="/ppt/notesMasters/notesMaster1.xml" Id="R8718f9e3bfa342e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8179986956d432f" /><Relationship Type="http://schemas.openxmlformats.org/officeDocument/2006/relationships/notesMaster" Target="/ppt/notesMasters/notesMaster1.xml" Id="R9ed048e004424fc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490af6f3359439b" /><Relationship Type="http://schemas.openxmlformats.org/officeDocument/2006/relationships/notesMaster" Target="/ppt/notesMasters/notesMaster1.xml" Id="R452110f800a74c6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50c0633eb944e49" /><Relationship Type="http://schemas.openxmlformats.org/officeDocument/2006/relationships/notesMaster" Target="/ppt/notesMasters/notesMaster1.xml" Id="R7f4ab40fb02e49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26ee54c864a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b6574fcfe40b9" /><Relationship Type="http://schemas.openxmlformats.org/officeDocument/2006/relationships/slideLayout" Target="/ppt/slideLayouts/slideLayout1.xml" Id="Rab7b7fade4b244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b7fade4b244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59145d9714cdf" /><Relationship Type="http://schemas.openxmlformats.org/officeDocument/2006/relationships/notesSlide" Target="/ppt/notesSlides/notesSlide1.xml" Id="R528f76ad7feb41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4f1cbd4e64730" /><Relationship Type="http://schemas.openxmlformats.org/officeDocument/2006/relationships/notesSlide" Target="/ppt/notesSlides/notesSlide2.xml" Id="R057988c70c1345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d5b584e4c4034" /><Relationship Type="http://schemas.openxmlformats.org/officeDocument/2006/relationships/notesSlide" Target="/ppt/notesSlides/notesSlide3.xml" Id="Rd0876c5c866746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29c9ecd1042ef" /><Relationship Type="http://schemas.openxmlformats.org/officeDocument/2006/relationships/notesSlide" Target="/ppt/notesSlides/notesSlide4.xml" Id="Rfdb6e61c35634f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213474c24408c" /><Relationship Type="http://schemas.openxmlformats.org/officeDocument/2006/relationships/notesSlide" Target="/ppt/notesSlides/notesSlide5.xml" Id="Rd277e7e2858748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08be9d0024ba0" /><Relationship Type="http://schemas.openxmlformats.org/officeDocument/2006/relationships/notesSlide" Target="/ppt/notesSlides/notesSlide6.xml" Id="R143b137b594d45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4208c66384c30" /><Relationship Type="http://schemas.openxmlformats.org/officeDocument/2006/relationships/notesSlide" Target="/ppt/notesSlides/notesSlide7.xml" Id="R877cff005ce844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a8e6f71f74f15" /><Relationship Type="http://schemas.openxmlformats.org/officeDocument/2006/relationships/notesSlide" Target="/ppt/notesSlides/notesSlide8.xml" Id="Rdee3d7b0c67942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a62c25b374dde" /><Relationship Type="http://schemas.openxmlformats.org/officeDocument/2006/relationships/notesSlide" Target="/ppt/notesSlides/notesSlide9.xml" Id="Rfffac826b92f4d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1c0005f0746df" /><Relationship Type="http://schemas.openxmlformats.org/officeDocument/2006/relationships/notesSlide" Target="/ppt/notesSlides/notesSlide10.xml" Id="Re7e117d73bf146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13385f1394095" /><Relationship Type="http://schemas.openxmlformats.org/officeDocument/2006/relationships/notesSlide" Target="/ppt/notesSlides/notesSlide11.xml" Id="R410cea6ecace45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c77ac33854642" /><Relationship Type="http://schemas.openxmlformats.org/officeDocument/2006/relationships/notesSlide" Target="/ppt/notesSlides/notesSlide12.xml" Id="Rdd7c6478752144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9ee07c3b94230" /><Relationship Type="http://schemas.openxmlformats.org/officeDocument/2006/relationships/notesSlide" Target="/ppt/notesSlides/notesSlide13.xml" Id="Rbf046c2194504f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1d4eb1b42464d" /><Relationship Type="http://schemas.openxmlformats.org/officeDocument/2006/relationships/notesSlide" Target="/ppt/notesSlides/notesSlide14.xml" Id="Rea5e151722f242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573ac92874eed" /><Relationship Type="http://schemas.openxmlformats.org/officeDocument/2006/relationships/notesSlide" Target="/ppt/notesSlides/notesSlide15.xml" Id="R74c5b6ffdcda40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188884b204461" /><Relationship Type="http://schemas.openxmlformats.org/officeDocument/2006/relationships/notesSlide" Target="/ppt/notesSlides/notesSlide16.xml" Id="R2fab148b7e1641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f006ead144d47" /><Relationship Type="http://schemas.openxmlformats.org/officeDocument/2006/relationships/notesSlide" Target="/ppt/notesSlides/notesSlide17.xml" Id="R7ae8864d355041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3ee450cef4b8a" /><Relationship Type="http://schemas.openxmlformats.org/officeDocument/2006/relationships/notesSlide" Target="/ppt/notesSlides/notesSlide18.xml" Id="R5e7e3f0a4d7145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e1113916443dd" /><Relationship Type="http://schemas.openxmlformats.org/officeDocument/2006/relationships/notesSlide" Target="/ppt/notesSlides/notesSlide19.xml" Id="R26dc50e534d241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412a1d58848e3" /><Relationship Type="http://schemas.openxmlformats.org/officeDocument/2006/relationships/notesSlide" Target="/ppt/notesSlides/notesSlide20.xml" Id="R62d86468635b4a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a5af101824f28" /><Relationship Type="http://schemas.openxmlformats.org/officeDocument/2006/relationships/notesSlide" Target="/ppt/notesSlides/notesSlide21.xml" Id="R080144d40cc44a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ba55b1e544023" /><Relationship Type="http://schemas.openxmlformats.org/officeDocument/2006/relationships/notesSlide" Target="/ppt/notesSlides/notesSlide22.xml" Id="R2302b1578ef4450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d8b069a184a3b" /><Relationship Type="http://schemas.openxmlformats.org/officeDocument/2006/relationships/notesSlide" Target="/ppt/notesSlides/notesSlide23.xml" Id="R47e825934be14a2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f20f6004d48ed" /><Relationship Type="http://schemas.openxmlformats.org/officeDocument/2006/relationships/notesSlide" Target="/ppt/notesSlides/notesSlide24.xml" Id="R6e3fddd36f1c4ba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00e8e82e242e6" /><Relationship Type="http://schemas.openxmlformats.org/officeDocument/2006/relationships/notesSlide" Target="/ppt/notesSlides/notesSlide25.xml" Id="R08517c31f5f649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6202f083342cd" /><Relationship Type="http://schemas.openxmlformats.org/officeDocument/2006/relationships/notesSlide" Target="/ppt/notesSlides/notesSlide26.xml" Id="Rfefbdd15a20a4cf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83e52828a414f" /><Relationship Type="http://schemas.openxmlformats.org/officeDocument/2006/relationships/notesSlide" Target="/ppt/notesSlides/notesSlide27.xml" Id="Re255fbc2bd9b407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06e340e1e4d80" /><Relationship Type="http://schemas.openxmlformats.org/officeDocument/2006/relationships/notesSlide" Target="/ppt/notesSlides/notesSlide28.xml" Id="R5ee4cd03383b41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7364f079541a7" /><Relationship Type="http://schemas.openxmlformats.org/officeDocument/2006/relationships/notesSlide" Target="/ppt/notesSlides/notesSlide29.xml" Id="R633a111e99c646f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38b61d6a5467e" /><Relationship Type="http://schemas.openxmlformats.org/officeDocument/2006/relationships/notesSlide" Target="/ppt/notesSlides/notesSlide30.xml" Id="R454a71f3e4e04fb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d3b502df541c1" /><Relationship Type="http://schemas.openxmlformats.org/officeDocument/2006/relationships/notesSlide" Target="/ppt/notesSlides/notesSlide31.xml" Id="Rb610624d494e4c5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bc41ae68b4f90" /><Relationship Type="http://schemas.openxmlformats.org/officeDocument/2006/relationships/notesSlide" Target="/ppt/notesSlides/notesSlide32.xml" Id="Rc6570f325e514c6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d5620736e449b" /><Relationship Type="http://schemas.openxmlformats.org/officeDocument/2006/relationships/notesSlide" Target="/ppt/notesSlides/notesSlide33.xml" Id="R997a7b467e8d42f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6afe4b0b74a62" /><Relationship Type="http://schemas.openxmlformats.org/officeDocument/2006/relationships/notesSlide" Target="/ppt/notesSlides/notesSlide34.xml" Id="Ra74a6e1029c64c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7cde9e0a046c6" /><Relationship Type="http://schemas.openxmlformats.org/officeDocument/2006/relationships/notesSlide" Target="/ppt/notesSlides/notesSlide35.xml" Id="R3787dc72e38b4df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6ec8b4bd546e3" /><Relationship Type="http://schemas.openxmlformats.org/officeDocument/2006/relationships/notesSlide" Target="/ppt/notesSlides/notesSlide36.xml" Id="Rcc6ad6fd53b7498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8af56e34c4af8" /><Relationship Type="http://schemas.openxmlformats.org/officeDocument/2006/relationships/notesSlide" Target="/ppt/notesSlides/notesSlide37.xml" Id="R039de841d7d343c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2a29e3e5b48b8" /><Relationship Type="http://schemas.openxmlformats.org/officeDocument/2006/relationships/notesSlide" Target="/ppt/notesSlides/notesSlide38.xml" Id="Rbba14da9ac0b4ac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63281df76428e" /><Relationship Type="http://schemas.openxmlformats.org/officeDocument/2006/relationships/notesSlide" Target="/ppt/notesSlides/notesSlide39.xml" Id="R3246bd22770e490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3d16b2c184504" /><Relationship Type="http://schemas.openxmlformats.org/officeDocument/2006/relationships/notesSlide" Target="/ppt/notesSlides/notesSlide40.xml" Id="R28002d56c3d442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F4429-9675-4338-B10F-61A823DB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C0D40-D3EF-4EAC-8D4B-6F80550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Vector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25099-C99E-4912-9B8A-ED74B76F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1BMATC201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ED542-3881-4E6A-AB71-DE355677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CD8A4-B71F-401B-8195-14B30D6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32DF2-A96E-4BBF-9278-85299206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CC79C-5B9C-405D-8D55-132F05E9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22D7D-B9A1-477F-88E9-F8AAAE09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5FA50-BC9A-46D9-B6CB-9DD2AA66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97A8A-84EB-43CA-B105-EB0146EC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36051-2110-45FD-BFD0-2F4EB6C0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0F386-0372-4CDE-B7EA-6E7C50A1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A761A-4115-4EB5-BDE8-8DBDD5BF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8692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1CAC5-1F86-47FA-9B4C-C7F47ED4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ADFF0-EC68-478F-9F97-CBAFFFDC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FE616-2432-4EC1-8D06-529E0BDB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A956C-6960-432C-B4C5-125B0D8D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22088-9C74-49FC-A592-61D4B65D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C0CFC-03AB-4A84-84A3-DD4E28B5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7CC79-A7D4-433E-9452-754DB6A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2E81C-436C-462D-B14A-CC38515F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A7C99-A7F2-4493-A8E8-DE484252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9B880-50CD-4CAC-9633-33C02605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717DF-DF17-4F9E-ACBF-07283194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BE574-6A0E-4113-97BE-EEC4A8C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10339-E2B5-4C0C-B37B-56209722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7F253-64F0-4412-958A-57764ADC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22063-7AA6-432B-A85A-5555FBDD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12903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3C053-14FC-460D-90BF-867E9DF5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B7A1F-0B8B-435F-88F2-BD98558E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60472-099F-4AF1-BAF0-AE584416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ABC1F-445F-4AD7-85EA-EFB7C6A6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F79AD-2A00-44E9-A17E-CE76B62F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CD07C-BDFC-46FF-841B-676A6891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AD393-8DBA-4BD7-BD44-7820CB7C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C5652-F03D-44F9-8DA1-0DECB95A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42BB2-8D57-4769-9FAA-00A84881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Vector Calculus (8 Hours Theory + 4 Hours Tutorial) Scala...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5FBE2-79AC-4A6F-AE74-A96349AF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1C70B-60AF-4C50-A34E-F644E9CB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23C6D-D5AD-4995-80C0-386785F9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Gradient, directional derivative, divergence and curl -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A71B4-623E-4A32-944A-E7B58DE4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2B931-F033-4919-80C6-7E8BCC6B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9CA35-1C8A-4DF1-8547-8AE5CB8D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Integration: Line integrals, work done by a force and flu...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AA02E-CCCD-4205-8165-C2501A62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E060C-4889-4E28-8041-42543D40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9CA65-9C03-427B-904E-EDEB848E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 -8.4-8.14 15092025 2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1F360-20D9-4CC3-A6A5-FFC739DB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D48CB8-A67C-4439-8815-12C7870E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75955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139C3-F821-43F5-9987-3EF33CF7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7EF1E-E844-4086-983F-2CF61103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B476E-EE78-497D-9572-9DC8DE1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7B958-A8BD-49B3-899E-29796C4B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B2AEB-914A-44A8-8B1C-A96B577B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3A174-60E6-485E-8D36-C2D5313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A4362-2B44-4002-87E8-E72448B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941A3-BB31-42FC-A831-C2713929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Vector Calculus (8 Hours Theory + 4 Hours Tutorial) Scala...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40032-ACAC-454B-A8E5-298F7CD5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BF945-32C5-4277-B14B-9FCCC889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68C35-FD27-49C2-AA73-A5D5B93B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Gradient, directional derivative, divergence and curl - p...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A5586-B86E-47FF-B5B6-680E6661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6B15B-FE14-4814-9510-00F2EAF7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EE9D7-B20C-4BB9-AE84-D7B7151C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Integration: Line integrals, work done by a force and flu...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9142D-D7D0-4D42-B594-8CD2FD7E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AD96E-A83E-48F0-B8E1-69BE552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772D8-5BB0-4846-99FC-28EA1572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 -8.4-8.14 15092025 2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1923A-4748-40A2-885D-07115EAF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CF36B-80E0-479A-A93F-5CEB6970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AA866-ADFE-4821-944D-C70538F8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14135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42FA5-6293-4C6B-A1F7-6847A5D1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9673C-51F0-4CF2-B647-0BB11B43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BFB68-0B6D-4B7B-B235-59134C6B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C2E5E-63D1-41F4-9373-FBA72510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CA776-865A-47E8-AF1C-45F8072A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25AA3-9511-4C38-8346-7478F3CE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1B8FC-D440-4F92-A5FA-D7C01AA5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DA442-DAFC-4119-A912-825C7A6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15482-EBDB-4F7B-88BD-3FD89F7E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B5038-5C67-43BC-8666-AAC6D48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Gradient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6C416-B366-426B-9433-30047A8B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directional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FE204-BC49-4CEA-9A12-602BB941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derivative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1C955-DA38-4773-B689-ED7D58B5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divergence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6F9E8-E747-4768-BCEB-6C89522D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F86EF-3C1D-430A-9C58-0907C16A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3D23E-92A5-468C-858F-C9142B45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96117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5CCB6-1DF9-4ADD-A219-9BBB3631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AA7CD-FCFA-4287-A000-3586BBA6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658C5-19D1-4CB5-9449-19A7E45A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ADC5D-AC15-4909-9CD9-2E1C0667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CEFD7-42C2-4848-B840-C7B3F596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Vector Calculus (8 Hours Theory + 4 Hours Tutorial) Scalar and vector fields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35454-62C8-43CD-B991-50DA8182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Vector Calculus (8 Hours Theory + 4 Hours...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DBA01-A288-49E6-985D-2DC5B312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557C7-2D93-40BC-ACA7-4FBD270B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6D492-6F5E-4206-B6E8-EEBF16C1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508EC-7E99-4809-92DF-3E25D097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AC88C-840C-4510-9E9A-156D2B41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2CE94-E8D7-456E-8BFE-FB782BD9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EA9F2-CCEF-4F22-A1C0-CE1CE66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4F225-75B7-4247-8B2F-9C563083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70598-0647-4174-AB37-EDEDEDC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7BE9F-3FB7-435B-B535-3401DED1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79785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F7A93-B72B-4826-B7FF-3410B9F8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E69A2-C218-47C3-A04F-258DA31B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DD210-5ED7-4609-89D2-C39F1B8F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5C135-ECB3-48C8-BDC9-B9A136B8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C569B-81F8-46B7-A829-F3F898F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5AFB6-451F-45AC-A955-789722FB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9211A-710B-40E1-BF12-36B1F4CB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52171-A203-463D-B1AE-B538A59F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1EF70-09AD-4CFE-A889-E7044899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Vector Calculus...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8755F-F5ED-4A38-A963-1C166844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3D22F-270D-4B99-A956-3F04C290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40709-D4BE-4BC0-A039-F4C1F56D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Vector 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8FF7D-B8D1-4402-AA3C-51642C32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CC5AF-319F-49B0-9197-A788056C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A414D-CF73-4441-8157-4840F05B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Vector...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2C9A9-D5D2-4390-B3FB-2F6DC43C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DA935-7240-4DC2-B380-C951DFBA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9A0A3-148C-4E6A-A123-4AF0B1B5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Vector Calcul...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2F9C6-641D-46B0-818E-FFD5DF0F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4C4D4-6092-4C2F-962E-1CF68B12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6A5ED-0572-4E77-B740-6ADDB6F8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Vector Calc...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9B596-C417-4AA9-A1F7-1D6FD05C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CEA36-D7F1-41A4-B514-EDF396BF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05899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4FA6E-F492-443C-AF75-F82D0B70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020AE-3945-45B7-916F-AD410AF0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D7670-9EBB-4BDF-B1A0-4809C305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1A7AE-BDE5-4535-8EB2-22CF2E95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68267-562F-4A0F-BDC8-AACF2D25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669BF-DCD4-4EB3-9246-1B5ADB51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23AF8-D3F4-453C-91E3-961BD479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3589E-C125-459E-B8CA-0EA0DFD6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759DB-5AD5-43B4-8CC9-9134CF2D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91D33-F98C-4B48-962E-A6675A7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AE481-8D0D-4209-B6BD-B388DD6E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DDAB1-789E-47BA-99FE-94C93F7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2CB2E-DE84-48B9-928B-D3AA75A9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F5F35-C8F7-4BCA-9231-D0F11607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063F8-F1C2-4BDA-A231-3694921E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2756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A3908-79F7-4B13-AAF9-C025FCA6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6A3E3-B40B-4DD6-8B63-A9BC2258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E11CF-A203-4DF7-B946-0A52CAF1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05B08-9429-4204-9EDB-DBAEA3B5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6D138-F510-4A23-8E0C-A5A4647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BAB7D-C1D5-47D6-84AD-A3F74800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Vector Calculus (8 Hours Theory + 4 Hours Tutorial) Scala...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058D8-A2A6-4451-9C70-B4EED893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CAA09-BFCF-4DFE-B61B-43F8D512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01B7B-2BE3-4A32-ACAD-144F6AAB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8435C-C78B-4F55-AF61-9C741F38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EF3CE-47E8-4389-8B1F-BA28474D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64333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4611C-8263-4B2E-9DFA-00D9A052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9AF98-63B4-4446-9675-A75955A9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A91E7-F19E-451A-B135-EC3F163E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E32C8-59D2-40EA-929B-4581D5DE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00C54-535E-49DA-B131-F9B3D46A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Gradient, directional derivative, divergence and curl - physical interpretation, solenoidal vector fields, irro...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DC69D-8410-4FFB-8CB6-861C8F57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Gradient, directional derivative, diverge...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9263E-607F-4344-852B-4057C2C3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A1AC4-C947-43AE-A28A-1C227D1E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2A5F3-A651-4D7D-B94B-801C3A9B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C071B-B9BC-4359-A9ED-3DE6A06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9D97F-BAB8-4DE8-80CC-A516414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C691C-BDC1-4626-BBEF-C36E7729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44DED-3C0B-4054-8A9E-C88DBE56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27AD5-12D6-457C-B824-B0DC0D59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27CA5-A864-4BEF-A0E9-8B11DF81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89D47-AAFC-4AFE-9176-38272F7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928282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2C7FA-59F0-45B0-9237-55FADAE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873FB-DE97-4108-9693-2FBBE353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8A45A-B6D8-4FBE-9188-15350081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23ED9-6051-450B-8478-C7B70511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F914A-CEBE-45F1-AEA3-08D0B3C2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24502-C2FE-4C49-9E71-FD5E5B54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BA4C0-AEAF-4F1B-9A8D-82619E35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56E0F-A452-4881-8A26-42A95196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2CE45-BA4B-41D1-BACF-BCAFDE09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Gradient, direc...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F0726-AF8D-4454-8E2D-DB5BA7E4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86308-7BCC-479E-802B-35A65A5D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B9931-3608-49F9-90DB-EED5A471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Gradient,...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879A0-D37F-4B6A-9671-26A64265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5F503-4120-4684-A834-749B612B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280BB-A3FF-4475-8F85-9B362536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Gradien...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5AA18-C08F-4AAF-8C0C-16091FBA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7F85C-79CB-4F5F-80C0-B9FCCF3B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E6BF8-3B0A-4660-984D-DB0058C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Gradient, dir...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76F08-8A9B-4CD9-B4B8-5474868C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3525D-966F-4E06-BCB4-3E90EE8A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7CBE1-2BD0-441F-8221-9749E433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Gradient,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57766-964C-491E-873C-D03BE4CB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5026A-D02A-4B2C-AD42-2F3F74C3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3109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2A9AB-4917-46A4-9437-14166D6B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1351E-9FB4-4985-9EB7-DAC73810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266D3-CA61-4C21-A1A9-10C6659C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63811-D237-4D29-BD32-78ABA3BC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71163-127C-4031-B94A-7C892466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032EE-B9E4-4A40-A4AC-8989BC4D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1FBE2-345C-4C6D-93E0-9356EF13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0DEF5-27D5-4253-B950-BEBC9880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B9017-2B39-4E00-8A8B-538B98C7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34EFB-FEE3-42B5-8808-4B57C2BA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270D8-85B7-417B-BD0E-57A4513F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15206-A895-4053-9464-94C3810E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737FB-D23A-4ABB-BF47-5B379922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3B323-DD8F-40AB-BCF9-BF5C0255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8223D-66B4-4AA7-A11D-364E706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919833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AF9CD-0208-4587-BF85-2A217607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F136C-53A9-4945-830F-15B1549C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E1457-4BB1-43BD-BA44-5C9FE19D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FCFCF-8F8C-45D0-AC46-1DDD789F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339F3-0BCC-4318-B95F-61BA3018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235C8-5227-424B-8F4A-16F80AF7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Gradient, directional derivative, divergence and curl - 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408D6-A1C8-40D5-9B21-63DC8B90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64CF3-1644-4636-A9F8-57A5C9F5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E9169-7278-423F-8467-7F528040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62B75-D200-417C-BBFD-CAE1F307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DAABF-D3B6-493C-8CB5-2BC22C96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378712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890BA-B208-4940-9B8E-D546E5F3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F7CAE-93E3-4DA9-9D7F-3A70916B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EB126-7A87-4594-8CF4-D4844E7B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55689-C23A-4FE8-A1E6-71EF95BE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7C206-C059-40CB-981B-335E8519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Integration: Line integrals, work done by a force and flux, Statements of Green's theorem and Stoke's theorem,...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1CBF2-A8AB-46E2-9FDA-E281FE22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Integration: Line integrals, work done by...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90213-06A5-457C-8729-A71852CE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AC9B4-2224-487D-B10C-47158AA3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19B13-84AA-4745-B318-A83CBD7A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F3013-3ADC-425C-9AA9-20549C3A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AB379-8479-41C7-8819-7E0C7C5E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96D41-E109-4633-A4D3-2FA828D0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1D1C8-6DB8-44F0-B797-74A54B0F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E369D-D22D-4952-88D2-0B4ADB66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723F8-E318-4E39-8E2B-E0E36EBC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B693-5517-48A2-8A02-8D2B146B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538865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189699-9711-47B3-B5F4-F9BDCB77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B3469-5726-4C3D-BF3B-83400E24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3F4A3-00C4-4279-9E8A-BD7DEB75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C352C-8420-472B-88F0-E0524A0E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57D85-3359-480D-8A3A-721F3B2C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90210-3A03-4280-A612-D7A373B5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91C01-517C-4A1A-8276-4406BA7E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AEBF6-F087-4D21-B39B-33958AB2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A6953-613F-46CD-B9B4-2EC2F23B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Integration: Li...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16DDE-0363-48E9-A9F1-621F049E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A2060-1C66-4A1F-9AF5-D64B3C62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58EBA-E271-4603-8A44-55AA1D5C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Integratio...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D0A17-39A8-4413-935A-10C14AC4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07D7D-42B3-4E4F-8E59-1E96F581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8AA1A-B23B-4404-8C6A-D73DC15E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07FE4-242B-488E-A41A-C1A11FFA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CC1CE-D194-44C6-91F0-94DF99C7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026FE-2D5B-4FC0-99CB-D7DF2168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Integration:...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A1372-13F0-42F5-A6D5-6A85C3EB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95409-1FEA-4D98-8B26-B8C34FD7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2484D-58D4-4F70-BCCD-B2AFE7FA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Integration...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ACE1B-5D2E-4B90-AEB5-BFCFBCAC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0FD5C-682B-4480-9217-EA36B8D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817811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34FA7-2B9D-43D1-BADB-92BBB952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D4D1A-2447-46E5-9BBC-34AC200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49366-05D3-4754-A201-BC4D5FEC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67B13-5DE7-443C-A179-C5695A54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F2C9D-42A2-4EEB-98BB-56FC62E1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3E3EE-7E93-43EF-B5F9-09727B06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470B7-0C98-40AF-9F2E-ABABD5C6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9AE1C-D4E0-4557-A260-CEF0359E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4AAA1-F306-4B7B-88F5-B9E1D904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89A83-B16C-4EAB-804E-92656EAC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F18E3-04DA-463B-95A5-424716DB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E25BC-0E18-4472-95CE-B50E3651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7781B-C969-41CF-A146-F92C2CCC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3D0BF-0CC8-4598-B4AA-1FE77FC7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9F5F7-C0E5-4425-AA46-FB5006E4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327839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82C24-4E9A-40DF-BC1F-363A3C40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34575-23CD-4023-BAF0-BDCD6C43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50EA6-3335-4CB8-9B62-4A7BEE31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E2AEA-E786-4D28-913C-9B62A363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630E7-7914-46C0-AE92-A3843DD2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DF76C-A061-4E2B-805D-86380BA7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Integration: Line integrals, work done by a force and flu...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7C7BB-7448-470B-8D22-D5C3D490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D0DA9-0C66-492B-90DE-AB8A3534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1A983-A153-4774-8D3A-3EE3B3B3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B40E6-7395-45C9-86E8-822FAAC8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FC64B-F732-425B-AA8C-972777C5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773355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9BB9E-DE1F-467D-A01F-4131DF2B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12F5A-71EA-4EE3-9BE5-329DD75F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7C911-FF3A-47C4-8E07-FCBB73FF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68544-F383-4AFE-B32E-A9539D4E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6CB1F-0F7B-4FBB-AA9F-38378862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 -8.4-8.14 15092025 2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FCC84-DB6C-43E5-99E3-2BDDF0FE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Chapter -8.4-8.14 15092025 2 2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73567-95C6-4E23-9C3E-62DA12EF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14DAC-14CD-49F9-B54D-33E204B3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840A5-82B4-4A95-8DDD-B5474866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40FBF-2F10-4053-A00E-0BE90BDD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35C18-6031-4803-A1C2-1D77B978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33095-611D-46D8-822D-8C7D0C48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BD3C4-55E1-4A24-91B9-6B354742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88914-AE4B-43AE-8DB7-1F762544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593E-FF54-4868-A36F-72443A32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790BF-8790-4DFB-A6F4-F76649B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455435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3CB10-5146-4BB4-A5D7-C50D6905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93F33-1D58-49B4-AB21-F4D8951C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D8C70-C1AD-4070-BD13-FB69C054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280D2-0278-493B-851B-4CB52555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79253-1FE5-4568-8EBA-702561EC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1F338-3773-4EE6-AAE7-A428960F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128ED-B9D6-4FD6-83EB-4C670CE5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FF4BE-787D-4073-B558-057A1574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FA650-C372-45C1-93AB-EE20B7CB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Chapter -8.4-8....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DFE76-C408-4DB4-AF93-49195A51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CBA39-6004-4852-8464-1DFC70B7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216F5-F693-444C-A432-21CFEEE4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Chapter -8...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1BF32-B0A5-4069-96CC-FAF680A8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A7428-2D81-462D-9961-A5B9FD85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83101-C511-4D3C-A5F1-680F74E4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Chapter...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68467-EF49-48FE-A064-3630D12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A287D-326B-47FB-A12B-7B102417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759B0-DF0B-4533-90EC-9DE1EFDC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Chapter -8.4-...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0481A-92A5-43A6-88C9-200CBADC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20660-142F-4407-A1FE-06FBEF09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F5B7F-F386-4CAE-AF6D-72D1C9F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Chapter -8....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E77B2C-87C0-4F7E-A46B-DCAFA886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A384F-9440-4AE9-B6E8-D0F82123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882211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063B2-4F9B-4AA5-9C88-F1020A02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D59ED-6333-4389-B3B8-280375D0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1CDE7-7567-4DD3-A76F-F0EB1FA2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36B5E-2C59-4F48-B6AE-CD0C6F9D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87057-B626-4EDE-AFFD-B6D2FA65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C6268-0164-4743-AAAC-D13D02D0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20612-4DE4-4198-ABAD-3A1AB690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9AD08-1C3B-451F-9141-793EE2D5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9855E-2FA3-43F9-BA4C-97BABC82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9E02E-D99A-47F3-B817-ABF61751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78953-70D6-4FA5-99DA-576632E5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F70FC-E4A3-484B-A9E8-5383823C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7A059-AE0F-40E2-9D6F-68D9C126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217B1-5C8F-4213-8BE7-1E4C3AF7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937B2-A65B-4CE0-AA91-8163D9C5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926563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618B3-6377-457A-932F-FBA7A2E8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A0BF7-BE32-42F0-B07E-153760CB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70973-663F-4C7A-9F86-94F56E56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D7EA5-9912-4136-A334-AB9D347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E0FD7-9DF3-40D7-AEEB-5CC11652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54653-927E-4A7D-8E91-9B05DBB4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 -8.4-8.14 15092025 2 2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D64F4-5F85-41DE-A7F2-D3B27F59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67443-B068-477A-BB7F-9BB171A6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7B7F0-B447-4367-A632-0D08CB93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96598-7FB0-40F5-8A97-AEFF01CB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2F721-4D9B-4D93-AF58-332B8D05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757820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5C47D-FACE-4B1A-B7F3-5BFCCCED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CE17E-1BEF-47F3-AC9D-E09D46BC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94DAB-1A7C-4F92-9825-91465321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264AE-4546-4B81-BB21-AE8CA353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56B31-F576-4D09-9CA0-9686C681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9322F-475D-4715-BBF1-C34C58F9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527327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A611E-EE26-4A2E-991E-2FFD226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45D8C-0E37-47FA-807B-0A6C8C44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23870-EBEF-4F79-BA65-C6309D4D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8B40E-590D-4D06-B2E8-A291E3C2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B0D33-F54D-46DC-94CB-022EFBC4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Vector: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Calculus: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Scalar: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fields: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F4049-2305-4188-B03B-D90B047B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219715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6CCCB-805F-4F2A-8C1C-FBB8C4D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EF380-192E-463C-A978-99247E3C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749B4-5A89-4F9A-AC15-28AE82C8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D002E-97DD-40AB-8B4D-C3E0690C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4DC31-A257-4A29-B542-6B87B2A8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8E869-6673-46DA-B07F-E36CABB5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770399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9E5B2-4093-484C-A2C6-FC1F7933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30F94-7FB3-4F75-9AC2-B81ADC8E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854A0-6F1B-43A7-B62A-11639D2E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51090-D1D0-4EFE-A89D-F68450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D1AA1-D0F0-4ECB-B19A-E8A3DA01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FC726-3241-49DB-974F-076C0CCC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763474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392FD-A25C-48D8-B5A9-31C412AA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D5808-0BA5-4023-9008-6C42A4A3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35593-051F-4086-A8F5-582AB464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37CC5-9B4A-4890-962A-2E78D3F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2ECF5-50C4-414D-ADB2-A01389B2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Vector Calculus (8 Hours Theory + 4 Hours Tutorial) Scalar and vector f...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Gradient, directional derivative, divergence and curl - physical interp...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Integration: Line integrals, work done by a force and flux, Statements...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Chapter -8.4-8.14 15092025 2 2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22AEB-6730-4C25-9BE8-DAE0CF44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C4474-3685-4971-AA93-A8923532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E823A-F600-4385-83F0-E4F46968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167019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F885DA-0BFC-4060-B727-71864291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5BA66-2AC4-4CAD-B0B3-865272A6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Gradient, directional derivative, divergenc...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071AB-1BD1-403D-81B1-DD6B9F03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D54E7-1F68-4F15-BFAC-3013522C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3C1CB-F046-4494-96D0-9B187D21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68DCE-5839-4299-A3DE-B26D6F76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C716A-11D4-423D-BAC7-5359D2B6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B07B4-ACC6-45A4-8A74-98F68BDA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ABE63-6D9E-4DFC-A53F-FE62AFC5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09F15-4F03-4B0A-8CCA-D412775D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57B2F-21C8-4697-A893-A7201D75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7D714-8086-4877-916D-9A295D68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A7AC5-C4BB-40D9-B232-CB86D2E9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B6318-D592-4FFB-ADCB-EC469AF1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35795-2992-491B-AA10-791438AD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D448B-5F88-4383-85AC-35C24DD8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DA152-FE08-4C69-8838-AD5A1D82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7EA3E-CC07-419D-873B-F98CB6C4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E5E6C-38BD-4BA4-915E-D20384CA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CEC1D-F7F0-4DFB-8584-CE9DE450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C4166-AEE5-45B2-97C0-6440063F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371C6-56F9-413B-839D-ACCF1EBF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B8D51-0BF4-4676-B544-2EB431D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F45764-EDBC-47F1-AE59-D66B715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FEA74-E577-4B6F-8C7A-2B096713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25FA6-9D00-4B64-9216-82B06B69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315FA0-1668-49EC-810C-C4180FD8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6AE70E-1607-4FBD-AB3E-5D541C24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C20132-472D-47F7-AE35-2E091304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AAA77-7CA0-44C1-B9EF-C05AEF4F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94D65E-5EFD-488E-A628-EC4140A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CA57F-559D-42FC-B14C-E8298DDF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684700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58AC16-A8F0-4BBA-809C-8BC68A23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77112-7333-45A3-BF83-D0C11AEA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Line integrals, work done by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5287B-27B6-4B80-89A0-9DCB87DE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4643F-0874-44CA-8C46-8A18A751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4A544-6EC9-4B2E-B9BC-E516AA4D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11730-CA0E-41A6-8881-D5460293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481A7-4A90-4ABB-9DB6-73CE2676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043C2-0759-47E7-BEAD-19CF133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19DDB-6453-4064-B92B-104FEC79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9C62A-B763-4AF7-9726-1AF5E069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8EE32-69E5-408D-B218-BE94B05E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2D7BE-68BF-4683-948B-14CC3368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DA71C-79E1-4D42-8590-6C4D8BAB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9521D-1834-41AC-AE0E-4AEC852F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D32AB-EAD4-456C-B1CC-D41034FA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E5A17-4B84-4E0A-8749-043833E0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8A89E-501B-4AFF-8684-56172BAE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D24A9-A583-4B61-9BB0-69B5BC30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6CDE5-DBF6-4422-B4D5-618B8D0A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9D214-AB6D-4473-89F1-58E8A8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C8C2B-66B5-410D-BAE2-0BC88038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D1D41-A801-46D7-B622-17AEDEEA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0B5D9-B999-40C9-8993-B7FFA2EF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D92B6-9793-418A-8738-041AB091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3CF35-1821-4A32-96E8-E5A501C8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287EAB-4EA8-43EF-BD8E-AEF9C0EC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EAC825-405D-4A5A-A4F7-0CB3C37B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367D71-BFC2-4DE3-B59F-24A4CFB9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CA6B9D-3953-442E-99D7-BC06332D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91AA2-4C8C-4869-B511-11A54447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7338B-EBCE-4D08-AC66-41C1EB64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0D099A-4FEA-44CA-9EE8-7981AFDC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4682504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7A875B-EDD8-49FB-AC25-1D78AA99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F6E36-490B-4A97-AC73-F547E26F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 -8.4-8.14 15092025 2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7D5D0-3167-4068-AF4F-5BBA7017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D8F39-2BED-4FCD-8721-5D43C667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F1AD6-EC83-499D-BEF1-70CDB387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3F482-DF4E-4B3F-9096-C8FDA625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7A62B-9822-4722-B377-9B402699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54F21-E4B9-4F76-BBA8-256BDA9D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A0288-61C3-4F72-A494-D03C25A1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AD869-2FAD-4A65-8CE9-E81EA6AC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43797-4DD2-4564-A686-FDF2382A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FED99-CCCE-48CD-B2EA-8A3A3206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5344D-0783-4A5A-A82C-E107076C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66B9D-71F1-4E10-A3E9-8F6E8857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4E362-77D6-4FA1-B2F4-F398C1C4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06B44-ACAB-41E8-AC0B-4A003523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08471-9E55-4908-ACFD-735227C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80833-24DF-4254-8CCD-394118C5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3193B-FB8D-40ED-AABE-77E10BB2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E34A8-201D-4F8D-801F-CAF9D200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3F5B5-D8F4-4FA2-8A84-292EDDB4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2619C-9B81-4C06-9554-BAD0E3A5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D191A-87DB-48CD-BAC6-B619A46D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74236-F378-4713-9AA0-C3C27526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D23DF-10A1-4D09-9EF2-26E68D57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C2054-96C5-4D8F-80DF-32E59CC5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058633-8179-4419-8D61-23D1FE91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B43FB-BE0F-422F-BFC3-F509A972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912ED-FD27-4ECA-8784-8BB14279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638FB2-32A2-4E50-8115-43FF16C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A2F45-F11D-4C1C-8EE4-9F0870D9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F7CA5-115C-46A0-B395-A1951D1F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284377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23F71B-16AF-4787-B009-AE66DED7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EDFFD-4155-4AC5-A741-23781CF4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4548B-49A0-40E5-BB2D-1CA62A2E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E8FF8-9F34-48FD-B9F8-734CF246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479FF-637E-4003-AB98-4D4542A3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FC63C-5EDC-4EA7-9D11-CBB2CFCA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2F519-2420-4A28-BE2C-06F41AB8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C560A-0A84-46B5-8E79-A25B2155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D9DD9-8A35-4224-B9F2-0A130157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68554-8563-4B05-8E15-D232DE90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A8AC3-E16A-4ABF-A4C9-D63EFF9D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214C0-0396-4E87-8773-C241550B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6F0D3-5182-47FB-8A33-F3857B22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3D2C8-586B-43CD-9A39-44915A84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5B89B-B106-4871-AF6F-835CDB33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40070-C64C-450E-A054-9BCDFA91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5C85F-D60C-4407-BAAB-750E162D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C1848-E527-4190-8F0A-2C21B25F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80038-0818-445A-A0D1-2B2B8352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630B3-82C7-481F-9497-34F34A12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11532-25AC-417C-A507-04EAB88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8CF85-0D3C-4C26-9800-4FC854D0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31021-2795-493B-9681-DEACB039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090DE-55E2-4A18-AD53-2D2C798C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A0E34-F85E-4FAC-8667-62B3AF7D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46180-0554-4569-A152-92247351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98A96F-30CC-449A-BF68-A93D2A13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1B977-646D-4BA8-949C-7A925EA1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EDCF9E-266D-4C98-A2B1-0375DB0D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9C8B2-8D41-4E15-897A-51AD3F99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CED061-FE9E-4ED7-B34D-3D01DBD3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6D9F49-90A0-4B38-A01D-EFD0E88E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783070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1800EB-4CAA-4D6C-ADF8-7FFE3B0F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E0619-818C-4349-93EF-7EC6EF47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Gradient, directional derivative, divergenc...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B8FB1-9676-471B-92A4-89C17EB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AAF45-D649-4DF2-BD62-807A03A9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9255C-472F-4686-913F-AA521F47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C564D-2C71-428C-94B8-88D7F34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48720-4946-4173-B23F-B1D6B356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73380-0723-4702-B4B5-427A42A5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AAF74-421A-426B-B488-B68E4596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DE9C8-2DB8-47F6-B6E4-37F5FCC4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2D1E7-1CF2-4336-A23E-F3ED9D3C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D2ADC-2058-4364-A901-DD1AE143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9A274-A5DB-4DF6-8A4C-59124C27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388DA-F889-4EEC-801B-C1FAAC4B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13B17-8EEC-4048-B21F-5617223C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57739-0811-4054-B8A1-9E3F1F1E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5C84F-9063-457C-8AB8-973F8FC0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3E962-176C-4796-834B-870CAE1B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A7532-BFE1-410B-A804-151A1625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ECDC2-50BC-4471-944D-732754BE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D54C6-14D3-48AB-BB86-E0AC165C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D1DDF-0B33-41F0-B3A0-5FFE12CE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7BB3B-B8DE-4DEE-92AE-FBD21C2E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87252-D8C3-4E59-BA40-0A9CD788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15127-EFE1-47B7-89C8-BD754F5F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C7AFF-8DAF-468D-823A-7EC7381D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C87742-8DC9-431B-97F7-A4B53ED3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5E9D8F-7DA8-4ECB-9478-EA8F72F5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CEB43-84BB-4CAD-94DF-59800B9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492CD-EF97-4494-B3AF-BD8A2795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0C706-6D99-4BF9-81BB-703DB96C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0BEF5A-2374-49B5-802D-BDF860BB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098869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F47823-C9C6-4073-86F0-F8B19458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7CC70-2D8C-43B9-98D5-6127692E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Line integrals, work done by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9C03C-F9E6-4CBB-A2F1-87FC31E9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F7AC6-99F8-4732-90BB-451EF09D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B169A-E1AF-4F50-BEF7-3C0C67E9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C9375-25E3-45D8-8E4A-6FCF39FF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5F15E-CEE1-4FDB-A501-24804286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F549F-5FE0-4E2A-84D5-C4060588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4DDF4-C74D-4781-A17F-EE838A08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FCF39-76B0-4E0C-AD2D-DDEA87D7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2770D-D7F8-4526-855E-9D665FDF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6413A-B34B-400A-B27F-FA36DEAB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255FD-40FF-4A86-B7BA-EF74ED72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BEB34-58A8-44A9-8F8C-4068DDA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9338B-B816-472E-BCB5-FAF7DEBB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915F8-D27A-4613-8016-18390E00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AC23D-92B8-47C7-BDCB-002467BD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159F3-82C8-46DD-9008-F35DD285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08CAF-7C38-4815-BA65-2ECE1D83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4F084-0432-4903-8E00-54F83CED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1417F-C934-4CBC-B4A0-CA5454BD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E4AEC-D315-408C-BB19-F3746A74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F2399-DF33-4843-85B5-8E562D64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A52A3-AA1B-4756-8ECF-6339783C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FB331-58D4-44C4-9DD7-F13EE245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B642A1-551C-4E54-BE40-1FE96C25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C4FC0-4BF6-44AC-8B70-A4167878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CB597-41F4-4FA9-8201-E2EEF74E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B964A8-BDDD-471D-B453-D3335996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84994-2075-4561-A33C-D9CB369F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836CB3-9FCC-4F1A-A435-8BC210A5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1CCF71-0E29-4D02-8BA5-8ECD81E1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51931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FAA041-2D6B-4827-80C4-A42CBA78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44C90-E65C-449E-AE48-FA7D3075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 -8.4-8.14 15092025 2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129EA-3991-4A40-BCD3-65F271A3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7F81B-E677-4710-82F5-85A4588E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871A8-B42F-42B9-BF54-79EC8A57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2CE90-467C-46FF-9BEB-D92609AA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E96A5-1562-4DF4-84EF-7CEB7D3C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F252C-28F7-4947-AC75-CF3EFC10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690AA-30CF-4E46-8007-3D15C50E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A817A-EE30-4B57-BBDB-DCAA7C75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AC751-B1BF-4ABA-8AF7-A3F8814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BCDA3-9921-4143-918D-57F8F65C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44C81-D523-4F94-B551-E28D8556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196A4-8495-4A77-AD0B-E7388717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9B1A3-080F-4717-8A67-B4C6925A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ECAFC-75F7-4DC6-BAB4-B8CB987D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39BA3-C016-43CF-8C40-57FA1A95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23F51-A39B-4836-99FE-0A1C77B3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E33A8-972E-4C14-95ED-96564DEF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9B94D-D24C-48D6-99A7-21E69C8E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C7905-E353-493A-BE68-320884FF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94860-F6BD-4A44-AE2C-861979CC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25667-69FF-4C39-8776-8809398C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B9143-AA52-4CF9-83BA-BC651F40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664D40-5C02-4028-A1A2-209D023D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98AEE-BD82-4C55-8B89-BFBE4898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3C6A72-B188-4BAB-8EE2-DDA885AB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09ED5-3767-48EB-9C26-D64E85C5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37760-6CAB-4088-92C7-D6518365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A7363E-0AF7-4337-9483-DDD9D436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1615C-E5AE-462E-A539-2E1C53F3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50531B-335A-4EB3-B7A8-304FC374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185240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53F691-31EA-49BD-970D-7613A0C2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2980B-C24C-4509-81A4-ABCE55C6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D862D-BA28-4FC2-9D59-E0B49FB8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768FA-2EF5-4CC1-9157-73565EF3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090E9-D37B-4F19-AC1C-D2598AF1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5D1D4-A7FA-46F2-AC75-0D0DED84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FE8AD-FDFB-4247-8D26-DDB59A1B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C01B8-E7D1-4AB0-B0D3-66FEB42D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E72DC-F3FF-460E-9AC9-0BB19295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B69EA-3FD3-4ED9-9EF4-09486A8B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A5AC6-B701-4B97-BE0D-A0A85231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D7485-C373-4C90-B5E3-3361D5F5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C8925-5975-43AF-8D8D-21909E25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95138-CAE7-49A5-B633-456E4DE8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43586-1CF5-47A4-84AD-4797393E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F3CF8-6C84-40B5-9FAF-A377E62D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A9D02-A74E-43FF-BA65-D0E391BC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A4F17-1229-46D1-92B5-13EC59A6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D1514-B579-499F-87A5-F10A7ABB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F5A89-5D26-4C2D-AC71-EE40D66F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9512A-E051-4B0A-826A-9A1C65E4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E11F4-B918-4388-9F38-D48E699D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B31AF-9003-4D18-BF1D-C01E1D3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2FE54-A84A-4216-854F-04FE76C2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CD88B-4103-47E8-9C4A-7A46292C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C4844E-4813-419E-ADD8-31B4CC64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75824-5F01-4E5B-B531-FFB0A0A7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A50DD-D7EE-4F52-8AB0-6E4C7A3C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A5B3B6-D59F-4EE5-AF03-712A100E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03369-A77D-471C-BBCB-F033477B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ACDE9-1A8D-42D4-943C-458AF260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30062-C236-4FB6-AB84-98E607E6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9179381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6387E5-F79E-4E72-8863-57635BF2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96E4B-B2CA-49F4-B6C3-FBCB5FBF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Gradient, directional derivative, divergenc...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3FF80-9775-4194-B423-33A6CD93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93C2A-1B08-4EE8-BB04-19A26F96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2A1B9-99D0-45F3-A1BF-BEED416C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B96C5-2836-4133-A281-A3A19DA2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413EF-6E8C-478A-8667-0445D48F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CEE27-415C-4431-A70F-FDA94C46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9DCF0-BB2A-4681-8BDF-86612C07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B9EA6-1102-4327-959A-37A80B83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75941-ED12-473F-A43D-439FB979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0C9DE-314A-4C83-8930-5C37D56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F4FFA-EC58-430B-88FE-C4718BC1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2FD7B-3543-4644-AF43-0C2A799A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247B7-E97E-456D-91AF-F3050C55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150C1-8F1F-48E0-A7B3-A3762D1B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B2F62-2605-4352-9D6C-05F934E3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2C26E-1392-459C-BFD5-B7015887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AC703-84E6-4453-9139-91282D90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6CA83-00F2-4FB7-AFC6-D8007F7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8BE93-0979-4C4F-93B8-3A816B5F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F1E35-5DAA-4BA9-8E1A-0BC33FD1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23898-7008-4D99-8ACE-3A046C86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0C0FA-BDF3-4FFD-B21D-A3B99A11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480AF6-350D-4DA3-9539-2B719F87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7B5FC-56CD-4A6C-A30D-5761EEB4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B06A6E-29CD-4BB5-BD03-D8DBA0CC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4CAFA-1546-4397-80A6-B2AB025E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A3B0A6-96A0-4538-968B-44F9B459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3F949-D5E9-4732-B670-11370030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052F86-8491-4FC2-ADC9-7076493B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B73316-69E1-4B19-A808-4D02C880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57043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46AA8C-05A9-4C90-AF6D-CDEBAC50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8A6EF-C652-41E8-948C-737EC2D8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Line integrals, work done by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B535C-F474-46A1-AA37-FF70275C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359EC-99F7-433D-9A02-D509D270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6F800-D24B-4DF6-9B81-596A3324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F3C1C-5DF3-4804-8B30-6005E19E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CA121-1C75-42AF-A829-449CDD48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7E127-0761-4219-8756-FD7DAC59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B16FB-60D5-448B-9BF2-1443D14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04932-609E-4E2B-AF75-6220A4BA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40AE1-C44C-41C7-BAA3-F4CDDB7D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E2C1A-2E09-4594-BF94-8E6E857D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4F810-5A72-4A53-B43E-1DAE2577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F86D6-1EB1-4E47-9FF4-5E5A3C97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5C16F-2B13-4573-9211-BAEBFCFC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1AEFD-5453-4047-A0A3-539046BE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5EA7A-C805-4816-8CCB-EAF020FB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BD31B-0303-432C-9D86-9A0A2925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297FF-F937-43DA-B3C1-5D981A60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3C086-D66E-4871-A3CB-28862076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0E6E6-514B-4F76-B958-B184EA2B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4454C-A625-4B35-A221-05B6DA46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389EE-88F2-4536-9770-17A6CF04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DF8A0-49B5-4D20-AAD6-D079F57F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A23220-0E66-4636-9AFB-ED0F7D14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8A3042-5A19-4275-857E-05584AA4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2EA05B-65A6-46AF-8487-F8597A5E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D7943D-005B-46BE-BE70-A250E1A7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9365C7-AAE2-437B-A2E9-3E662459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E63872-E751-4BEA-B603-125CFB26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C4091-50B6-4550-91F5-DFC5542C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2A10B2-459C-4E8A-B11B-543F8BEA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1228325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52EE65-F614-435B-BED1-A38DFD0C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C8C4C-B2EF-420B-8DD0-D5ACB9AC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Chapter -8.4-8.14 15092025 2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ABAEF-37E2-4C78-9E64-DCED318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27A26-C3D1-473B-94D4-A6039D74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803DF-C20E-4878-B40A-C7CB64A4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BEF99-48E9-496B-9609-70AE8E7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DE2C0-63B2-46E7-8408-14AF44AD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FE5E6-7E97-4F20-B273-BEDCB23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6FA9E-8F4A-4B23-AA56-219ED9E1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B2D2B-0CB1-40FE-B3B7-DAC927CF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12787-D04F-40CE-8FC7-48794B71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8B562-A0F4-4AC6-BB31-5BDA02D6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FD93E-8247-45B3-BE97-CDF8A731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4552E-74CA-4C5F-99EE-953E9B41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591E6-99B9-4205-8D13-10DD9471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0712F-4CE1-4111-BCC2-1A3494D7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861E3-8820-4E53-A3E0-48581569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59FC7-A0FE-4A09-85B5-491E4058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388C5-24C3-4D19-95E2-ECDA9F77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77C98-1914-498D-BAB6-9BB935B1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3EF60-B708-4A08-98BB-E48D1816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C3A7E-4BFF-46BE-BB29-38ACD77A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321BE-78A8-4F13-BA08-4C32BB1B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B7233-D43E-4795-AB80-8DBACAFC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60CE2-244B-44A5-BABC-F1755817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14EF3-713F-4477-8F49-D25B8146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48600-CC85-44CD-90C2-2183DC0A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09A69A-8210-4D93-AED2-0C8553D2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69235A-BD74-49F7-9D08-82FB84A0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9ACCFC-499E-46C9-871C-8EE7E117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D4C5DB-A397-4432-BDEA-C41894EF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66817D-BDA2-4AA9-AEFF-1530E278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8604095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964737-2C16-481D-86FA-D4950D67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D93DC-EDF0-496E-B50B-D22C4023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 Hours Theory + 4 Hours 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159D5-0909-4C0D-BFA7-B25EFCF1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52D86-56C2-47F4-A212-2C327B8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397C0-29FB-4440-BD76-3007539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8B5A6-C50A-4E35-A445-922938DD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F4A24-991C-4765-9A80-EC26103C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61FCD-33E3-4B6D-8E26-5C501D6C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B75F3-8D47-4DAB-9A26-D289664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1F28B-B1B6-4598-8F59-23773B5E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DC9EE-4D46-4586-87A5-CF465774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EF34B-DF82-4850-92ED-2FFFCC69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6AA49-F971-4771-B295-BB64D4B3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463E3-13AE-48B1-92F4-1FB7F012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D3924-92C9-4570-BF73-981EB6A9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D552F-BB0A-4747-8A54-1302DD67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1BA3E-33A4-4492-976B-0EBC8EAA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01D5C-BDAF-41D6-BCF7-41BE7790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B96EC-3AF1-4C1A-99F8-EB98395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AB272-1164-4230-A7F3-6933C139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F289E-461D-41D8-8CEC-B2D49C1E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EC2C6E-8A65-4C00-BCD9-A0E27BC1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D20D2-4A1C-476C-A63C-003A5412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F91958-8352-42A3-BAA3-9CB71783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B81B58-972D-406D-9886-7FC3F05E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32342F-3C27-4810-AA82-C34518F5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7F4ABC-349E-4F78-8400-7E1F1D33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7C8382-9B13-421A-AC79-3BF60989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A2050-247E-4CA5-BF50-2924A523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E3A279-601F-47D8-9013-891C8460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793D28-0260-4E12-A43B-B4450AA4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870F28-F66D-49E8-A45E-B7B4BA23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6655071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FDC2CF-6C7C-4305-9D61-69E82AF8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E3E41-8A0A-465D-9A3F-F5C5C7F5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Gradient, directional derivative, divergenc...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E8E1D-B9F6-4DDB-8C87-9DC9EFA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E3352-D237-46D2-BB75-F856A055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DDE8B-4023-48C5-A58D-FE5AFD2D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746E8-5DA7-40E2-B2C7-D935A8FB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5D514-AD19-4A06-A644-7B79E938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D592B-5933-4BB5-A4BC-6972538B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5670C-F484-444A-BFEB-70802C52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20EB3-1D32-4B86-B03B-3A3B98CB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40358-2AA7-42F1-B0FE-07A50B57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D0ACB-7587-43E8-98C5-49E445E7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74D99-4D3D-4B25-A4B1-0BEEEF7F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E864E-BB61-44B0-B178-84155A29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50238-69A2-469A-8510-891EFCD5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D344E-F068-43E9-ACDD-507DB2E6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A99A4-15BA-4C74-9A78-693D0E5B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9CF67-36AC-4C67-B65C-BAD0DB4A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47AD1-5FF2-4E72-A044-0B4AF5CC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102D2-0327-4E42-9C7F-C98421FB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4DB11-FA67-4F6F-B3B9-F8A624A1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41F36-D250-40CA-9FFA-A86F4C93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689033-7B86-46A0-91B5-42407D29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E8B44-225D-4616-AA80-EE744F99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B87F9-24A0-4268-9DA7-AC5E53CA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697BA0-C665-46DC-9A79-D443B9FE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EAFC1-3500-4705-8BEB-547215FF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073DCF-4D70-417D-9051-2C3EEB89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A48F56-DFED-441C-83ED-2DAB5E9E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739020-1557-4758-BFD9-72B574A3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24F78A-7579-4E18-A407-4D69371C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4253E-3B0E-4C87-9E5A-012C8803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2239638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C32C85-4651-469A-BAD2-B12E56DB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3C358-F2B0-438C-9CA4-645B337D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Line integrals, work done by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E76A3-E5A4-4DD5-B906-751DA427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24269-51EA-4E11-A3E7-7D70BED0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47E0A-FC6F-46AB-92B4-8F9FD323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8303F-8E1C-42A6-B4D1-01291F45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D30D3-C39C-479A-A5FE-9D607D86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1FBC1-FF8C-4183-9FDE-FCF5EA65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EE8EE-322D-4D01-BB0F-A1B19B9D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970B2-E6CC-4AF1-8AC8-11F56237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5EF5A-9074-4507-BDAB-C6BE83E9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0549A-11CA-4A46-A327-F7A23707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2DEF9-6D62-4011-818D-E35516E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CC5ED-7D5A-4D30-BB6C-6FC3D10D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98CD6-0D3C-47FF-BCF1-B4E7FD8E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38F05-574D-44A5-8844-99F05627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6881A-E6C4-4530-912F-0398A4ED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A7865-BDFE-46F6-B736-A5329A6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289E9-C19D-409D-B9E7-2606A267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87DB7-4799-4E2E-956B-1C6EA797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EBC9A-E6E4-4E00-84B3-82BB7B7E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B0675-0BC6-45BB-B4F0-0CBF536A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7ACD3-2977-4B4B-92EE-C3C8A19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DA60A-C59B-43C9-9387-1729D897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78202-04D7-4216-9935-B410D526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A7C81-0739-4F47-885E-F408E1FD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BC43D-E16E-4E71-B487-16E80707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CD5FEB-BC26-4ADA-AF5F-CACF3CCD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9E234D-0DC8-4FB6-9B2F-39998606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A376C-859E-452E-96A3-69BA4AAB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B1779-3BC7-414F-814F-A5BE5F58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A285C3-33BA-448D-8DB0-10F4965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10937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2026-08-24T16:02:58.3590000Z</dcterms:created>
  <dcterms:modified xsi:type="dcterms:W3CDTF">2026-08-24T16:02:58.3590000Z</dcterms:modified>
</coreProperties>
</file>