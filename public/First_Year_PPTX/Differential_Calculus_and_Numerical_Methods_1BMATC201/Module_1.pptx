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d690cffcd405c" /><Relationship Type="http://schemas.openxmlformats.org/officeDocument/2006/relationships/extended-properties" Target="/docProps/app.xml" Id="R9b9c889acb884e4d" /><Relationship Type="http://schemas.openxmlformats.org/officeDocument/2006/relationships/officeDocument" Target="/ppt/presentation.xml" Id="R3b7d7065c4314c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48a242cc04730"/>
  </p:sldMasterIdLst>
  <p:notesMasterIdLst>
    <p:notesMasterId xmlns:r="http://schemas.openxmlformats.org/officeDocument/2006/relationships" r:id="R65304dcbaedc466d"/>
  </p:notesMasterIdLst>
  <p:sldIdLst>
    <p:sldId xmlns:r="http://schemas.openxmlformats.org/officeDocument/2006/relationships" id="256" r:id="Re69ece6412544119"/>
    <p:sldId xmlns:r="http://schemas.openxmlformats.org/officeDocument/2006/relationships" id="257" r:id="R72e95b9104124a24"/>
    <p:sldId xmlns:r="http://schemas.openxmlformats.org/officeDocument/2006/relationships" id="258" r:id="R114790af17274591"/>
    <p:sldId xmlns:r="http://schemas.openxmlformats.org/officeDocument/2006/relationships" id="259" r:id="R94820a3fad5540f2"/>
    <p:sldId xmlns:r="http://schemas.openxmlformats.org/officeDocument/2006/relationships" id="260" r:id="R6cdd6c910ab84b04"/>
    <p:sldId xmlns:r="http://schemas.openxmlformats.org/officeDocument/2006/relationships" id="261" r:id="Re5b8192f25c542b0"/>
    <p:sldId xmlns:r="http://schemas.openxmlformats.org/officeDocument/2006/relationships" id="262" r:id="R038b367daf5d4613"/>
    <p:sldId xmlns:r="http://schemas.openxmlformats.org/officeDocument/2006/relationships" id="263" r:id="R574274f8cc1e474c"/>
    <p:sldId xmlns:r="http://schemas.openxmlformats.org/officeDocument/2006/relationships" id="264" r:id="R0c9551f54d9f4ae1"/>
    <p:sldId xmlns:r="http://schemas.openxmlformats.org/officeDocument/2006/relationships" id="265" r:id="R2e333c4df1694b46"/>
    <p:sldId xmlns:r="http://schemas.openxmlformats.org/officeDocument/2006/relationships" id="266" r:id="Rf6a707e0053b48ab"/>
    <p:sldId xmlns:r="http://schemas.openxmlformats.org/officeDocument/2006/relationships" id="267" r:id="Rb0c8acae5a7a47aa"/>
    <p:sldId xmlns:r="http://schemas.openxmlformats.org/officeDocument/2006/relationships" id="268" r:id="R4225ff73b4604f19"/>
    <p:sldId xmlns:r="http://schemas.openxmlformats.org/officeDocument/2006/relationships" id="269" r:id="R2abb6df5991a4dff"/>
    <p:sldId xmlns:r="http://schemas.openxmlformats.org/officeDocument/2006/relationships" id="270" r:id="R73bd356d620e4da7"/>
    <p:sldId xmlns:r="http://schemas.openxmlformats.org/officeDocument/2006/relationships" id="271" r:id="R93b47052d23143df"/>
    <p:sldId xmlns:r="http://schemas.openxmlformats.org/officeDocument/2006/relationships" id="272" r:id="R9f75fdf0cd8e49f7"/>
    <p:sldId xmlns:r="http://schemas.openxmlformats.org/officeDocument/2006/relationships" id="273" r:id="R220632b9b23e4b43"/>
    <p:sldId xmlns:r="http://schemas.openxmlformats.org/officeDocument/2006/relationships" id="274" r:id="R478d0a0254fd44f8"/>
    <p:sldId xmlns:r="http://schemas.openxmlformats.org/officeDocument/2006/relationships" id="275" r:id="Rcdae065a48c94efe"/>
    <p:sldId xmlns:r="http://schemas.openxmlformats.org/officeDocument/2006/relationships" id="276" r:id="R261f89613c854e16"/>
    <p:sldId xmlns:r="http://schemas.openxmlformats.org/officeDocument/2006/relationships" id="277" r:id="R20eb51561f604f8d"/>
    <p:sldId xmlns:r="http://schemas.openxmlformats.org/officeDocument/2006/relationships" id="278" r:id="Re765009fd46349ac"/>
    <p:sldId xmlns:r="http://schemas.openxmlformats.org/officeDocument/2006/relationships" id="279" r:id="Rab1cd4a11ea94510"/>
    <p:sldId xmlns:r="http://schemas.openxmlformats.org/officeDocument/2006/relationships" id="280" r:id="Rad2da83c72af4893"/>
    <p:sldId xmlns:r="http://schemas.openxmlformats.org/officeDocument/2006/relationships" id="281" r:id="R37e84ac12cf04929"/>
    <p:sldId xmlns:r="http://schemas.openxmlformats.org/officeDocument/2006/relationships" id="282" r:id="Rd7e6aaeb52c844ed"/>
    <p:sldId xmlns:r="http://schemas.openxmlformats.org/officeDocument/2006/relationships" id="283" r:id="R8eeb05e2a24d408b"/>
    <p:sldId xmlns:r="http://schemas.openxmlformats.org/officeDocument/2006/relationships" id="284" r:id="Rc754cf6a4f4d4c20"/>
    <p:sldId xmlns:r="http://schemas.openxmlformats.org/officeDocument/2006/relationships" id="285" r:id="Rca0cea0690db4703"/>
    <p:sldId xmlns:r="http://schemas.openxmlformats.org/officeDocument/2006/relationships" id="286" r:id="R36ce7e74d4bb400a"/>
    <p:sldId xmlns:r="http://schemas.openxmlformats.org/officeDocument/2006/relationships" id="287" r:id="Re73973241eaf4061"/>
    <p:sldId xmlns:r="http://schemas.openxmlformats.org/officeDocument/2006/relationships" id="288" r:id="R57953f3add1943d4"/>
    <p:sldId xmlns:r="http://schemas.openxmlformats.org/officeDocument/2006/relationships" id="289" r:id="R8be6ea7eb3c4437b"/>
    <p:sldId xmlns:r="http://schemas.openxmlformats.org/officeDocument/2006/relationships" id="290" r:id="R5d27d7d692784d71"/>
    <p:sldId xmlns:r="http://schemas.openxmlformats.org/officeDocument/2006/relationships" id="291" r:id="R39d6c229b5cf421f"/>
    <p:sldId xmlns:r="http://schemas.openxmlformats.org/officeDocument/2006/relationships" id="292" r:id="Rb922e47d331b48f2"/>
    <p:sldId xmlns:r="http://schemas.openxmlformats.org/officeDocument/2006/relationships" id="293" r:id="R2e2c278494824dde"/>
    <p:sldId xmlns:r="http://schemas.openxmlformats.org/officeDocument/2006/relationships" id="294" r:id="Rf90283a1df4b412c"/>
    <p:sldId xmlns:r="http://schemas.openxmlformats.org/officeDocument/2006/relationships" id="295" r:id="R4b680103802d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c4577e4d864116" /><Relationship Type="http://schemas.openxmlformats.org/officeDocument/2006/relationships/slideMaster" Target="/ppt/slideMasters/slideMaster1.xml" Id="Rd5448a242cc04730" /><Relationship Type="http://schemas.openxmlformats.org/officeDocument/2006/relationships/notesMaster" Target="/ppt/notesMasters/notesMaster1.xml" Id="R65304dcbaedc466d" /><Relationship Type="http://schemas.openxmlformats.org/officeDocument/2006/relationships/presProps" Target="/ppt/presProps.xml" Id="Ra6e562f50e8844d8" /><Relationship Type="http://schemas.openxmlformats.org/officeDocument/2006/relationships/tableStyles" Target="/ppt/tableStyles.xml" Id="Rff2ffc9576254788" /><Relationship Type="http://schemas.openxmlformats.org/officeDocument/2006/relationships/slide" Target="/ppt/slides/slide1.xml" Id="Re69ece6412544119" /><Relationship Type="http://schemas.openxmlformats.org/officeDocument/2006/relationships/slide" Target="/ppt/slides/slide2.xml" Id="R72e95b9104124a24" /><Relationship Type="http://schemas.openxmlformats.org/officeDocument/2006/relationships/slide" Target="/ppt/slides/slide3.xml" Id="R114790af17274591" /><Relationship Type="http://schemas.openxmlformats.org/officeDocument/2006/relationships/slide" Target="/ppt/slides/slide4.xml" Id="R94820a3fad5540f2" /><Relationship Type="http://schemas.openxmlformats.org/officeDocument/2006/relationships/slide" Target="/ppt/slides/slide5.xml" Id="R6cdd6c910ab84b04" /><Relationship Type="http://schemas.openxmlformats.org/officeDocument/2006/relationships/slide" Target="/ppt/slides/slide6.xml" Id="Re5b8192f25c542b0" /><Relationship Type="http://schemas.openxmlformats.org/officeDocument/2006/relationships/slide" Target="/ppt/slides/slide7.xml" Id="R038b367daf5d4613" /><Relationship Type="http://schemas.openxmlformats.org/officeDocument/2006/relationships/slide" Target="/ppt/slides/slide8.xml" Id="R574274f8cc1e474c" /><Relationship Type="http://schemas.openxmlformats.org/officeDocument/2006/relationships/slide" Target="/ppt/slides/slide9.xml" Id="R0c9551f54d9f4ae1" /><Relationship Type="http://schemas.openxmlformats.org/officeDocument/2006/relationships/slide" Target="/ppt/slides/slide10.xml" Id="R2e333c4df1694b46" /><Relationship Type="http://schemas.openxmlformats.org/officeDocument/2006/relationships/slide" Target="/ppt/slides/slide11.xml" Id="Rf6a707e0053b48ab" /><Relationship Type="http://schemas.openxmlformats.org/officeDocument/2006/relationships/slide" Target="/ppt/slides/slide12.xml" Id="Rb0c8acae5a7a47aa" /><Relationship Type="http://schemas.openxmlformats.org/officeDocument/2006/relationships/slide" Target="/ppt/slides/slide13.xml" Id="R4225ff73b4604f19" /><Relationship Type="http://schemas.openxmlformats.org/officeDocument/2006/relationships/slide" Target="/ppt/slides/slide14.xml" Id="R2abb6df5991a4dff" /><Relationship Type="http://schemas.openxmlformats.org/officeDocument/2006/relationships/slide" Target="/ppt/slides/slide15.xml" Id="R73bd356d620e4da7" /><Relationship Type="http://schemas.openxmlformats.org/officeDocument/2006/relationships/slide" Target="/ppt/slides/slide16.xml" Id="R93b47052d23143df" /><Relationship Type="http://schemas.openxmlformats.org/officeDocument/2006/relationships/slide" Target="/ppt/slides/slide17.xml" Id="R9f75fdf0cd8e49f7" /><Relationship Type="http://schemas.openxmlformats.org/officeDocument/2006/relationships/slide" Target="/ppt/slides/slide18.xml" Id="R220632b9b23e4b43" /><Relationship Type="http://schemas.openxmlformats.org/officeDocument/2006/relationships/slide" Target="/ppt/slides/slide19.xml" Id="R478d0a0254fd44f8" /><Relationship Type="http://schemas.openxmlformats.org/officeDocument/2006/relationships/slide" Target="/ppt/slides/slide20.xml" Id="Rcdae065a48c94efe" /><Relationship Type="http://schemas.openxmlformats.org/officeDocument/2006/relationships/slide" Target="/ppt/slides/slide21.xml" Id="R261f89613c854e16" /><Relationship Type="http://schemas.openxmlformats.org/officeDocument/2006/relationships/slide" Target="/ppt/slides/slide22.xml" Id="R20eb51561f604f8d" /><Relationship Type="http://schemas.openxmlformats.org/officeDocument/2006/relationships/slide" Target="/ppt/slides/slide23.xml" Id="Re765009fd46349ac" /><Relationship Type="http://schemas.openxmlformats.org/officeDocument/2006/relationships/slide" Target="/ppt/slides/slide24.xml" Id="Rab1cd4a11ea94510" /><Relationship Type="http://schemas.openxmlformats.org/officeDocument/2006/relationships/slide" Target="/ppt/slides/slide25.xml" Id="Rad2da83c72af4893" /><Relationship Type="http://schemas.openxmlformats.org/officeDocument/2006/relationships/slide" Target="/ppt/slides/slide26.xml" Id="R37e84ac12cf04929" /><Relationship Type="http://schemas.openxmlformats.org/officeDocument/2006/relationships/slide" Target="/ppt/slides/slide27.xml" Id="Rd7e6aaeb52c844ed" /><Relationship Type="http://schemas.openxmlformats.org/officeDocument/2006/relationships/slide" Target="/ppt/slides/slide28.xml" Id="R8eeb05e2a24d408b" /><Relationship Type="http://schemas.openxmlformats.org/officeDocument/2006/relationships/slide" Target="/ppt/slides/slide29.xml" Id="Rc754cf6a4f4d4c20" /><Relationship Type="http://schemas.openxmlformats.org/officeDocument/2006/relationships/slide" Target="/ppt/slides/slide30.xml" Id="Rca0cea0690db4703" /><Relationship Type="http://schemas.openxmlformats.org/officeDocument/2006/relationships/slide" Target="/ppt/slides/slide31.xml" Id="R36ce7e74d4bb400a" /><Relationship Type="http://schemas.openxmlformats.org/officeDocument/2006/relationships/slide" Target="/ppt/slides/slide32.xml" Id="Re73973241eaf4061" /><Relationship Type="http://schemas.openxmlformats.org/officeDocument/2006/relationships/slide" Target="/ppt/slides/slide33.xml" Id="R57953f3add1943d4" /><Relationship Type="http://schemas.openxmlformats.org/officeDocument/2006/relationships/slide" Target="/ppt/slides/slide34.xml" Id="R8be6ea7eb3c4437b" /><Relationship Type="http://schemas.openxmlformats.org/officeDocument/2006/relationships/slide" Target="/ppt/slides/slide35.xml" Id="R5d27d7d692784d71" /><Relationship Type="http://schemas.openxmlformats.org/officeDocument/2006/relationships/slide" Target="/ppt/slides/slide36.xml" Id="R39d6c229b5cf421f" /><Relationship Type="http://schemas.openxmlformats.org/officeDocument/2006/relationships/slide" Target="/ppt/slides/slide37.xml" Id="Rb922e47d331b48f2" /><Relationship Type="http://schemas.openxmlformats.org/officeDocument/2006/relationships/slide" Target="/ppt/slides/slide38.xml" Id="R2e2c278494824dde" /><Relationship Type="http://schemas.openxmlformats.org/officeDocument/2006/relationships/slide" Target="/ppt/slides/slide39.xml" Id="Rf90283a1df4b412c" /><Relationship Type="http://schemas.openxmlformats.org/officeDocument/2006/relationships/slide" Target="/ppt/slides/slide40.xml" Id="R4b680103802d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e746e9778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9dae0333e744a1" /><Relationship Type="http://schemas.openxmlformats.org/officeDocument/2006/relationships/notesMaster" Target="/ppt/notesMasters/notesMaster1.xml" Id="R598f185a4b2647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8a7ddfd5d49da" /><Relationship Type="http://schemas.openxmlformats.org/officeDocument/2006/relationships/notesMaster" Target="/ppt/notesMasters/notesMaster1.xml" Id="R40a19dc47ac0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94e4e28fd4e26" /><Relationship Type="http://schemas.openxmlformats.org/officeDocument/2006/relationships/notesMaster" Target="/ppt/notesMasters/notesMaster1.xml" Id="R47848561d43a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d31c4f16454054" /><Relationship Type="http://schemas.openxmlformats.org/officeDocument/2006/relationships/notesMaster" Target="/ppt/notesMasters/notesMaster1.xml" Id="Refeddea97465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10bce686624cd0" /><Relationship Type="http://schemas.openxmlformats.org/officeDocument/2006/relationships/notesMaster" Target="/ppt/notesMasters/notesMaster1.xml" Id="R0429369632c347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6fabe02724673" /><Relationship Type="http://schemas.openxmlformats.org/officeDocument/2006/relationships/notesMaster" Target="/ppt/notesMasters/notesMaster1.xml" Id="R85871852e3ab49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0d4b742fd34b78" /><Relationship Type="http://schemas.openxmlformats.org/officeDocument/2006/relationships/notesMaster" Target="/ppt/notesMasters/notesMaster1.xml" Id="R951247ab25fa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2090acdb3f46bd" /><Relationship Type="http://schemas.openxmlformats.org/officeDocument/2006/relationships/notesMaster" Target="/ppt/notesMasters/notesMaster1.xml" Id="R2131907c8987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d7a7f653584326" /><Relationship Type="http://schemas.openxmlformats.org/officeDocument/2006/relationships/notesMaster" Target="/ppt/notesMasters/notesMaster1.xml" Id="R8102f20408f74a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53ac1fd0d64847" /><Relationship Type="http://schemas.openxmlformats.org/officeDocument/2006/relationships/notesMaster" Target="/ppt/notesMasters/notesMaster1.xml" Id="R920111c11f3246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e4c93d373d497a" /><Relationship Type="http://schemas.openxmlformats.org/officeDocument/2006/relationships/notesMaster" Target="/ppt/notesMasters/notesMaster1.xml" Id="R34a3fddce5d444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15b74d52b74924" /><Relationship Type="http://schemas.openxmlformats.org/officeDocument/2006/relationships/notesMaster" Target="/ppt/notesMasters/notesMaster1.xml" Id="R9c27f6be666e42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6518eab81a4c91" /><Relationship Type="http://schemas.openxmlformats.org/officeDocument/2006/relationships/notesMaster" Target="/ppt/notesMasters/notesMaster1.xml" Id="Rfc15b534927449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0f413c63734e21" /><Relationship Type="http://schemas.openxmlformats.org/officeDocument/2006/relationships/notesMaster" Target="/ppt/notesMasters/notesMaster1.xml" Id="Rf4b3d11b3dd9451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cdd75075994884" /><Relationship Type="http://schemas.openxmlformats.org/officeDocument/2006/relationships/notesMaster" Target="/ppt/notesMasters/notesMaster1.xml" Id="Rb555764ae86340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f3454dbbdc42b3" /><Relationship Type="http://schemas.openxmlformats.org/officeDocument/2006/relationships/notesMaster" Target="/ppt/notesMasters/notesMaster1.xml" Id="R3ae37e46d9234f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279d4ecd2f447f" /><Relationship Type="http://schemas.openxmlformats.org/officeDocument/2006/relationships/notesMaster" Target="/ppt/notesMasters/notesMaster1.xml" Id="R25d0508029aa40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5715d45318480c" /><Relationship Type="http://schemas.openxmlformats.org/officeDocument/2006/relationships/notesMaster" Target="/ppt/notesMasters/notesMaster1.xml" Id="R3c8d5ec5cd3544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c946c8757d4cc6" /><Relationship Type="http://schemas.openxmlformats.org/officeDocument/2006/relationships/notesMaster" Target="/ppt/notesMasters/notesMaster1.xml" Id="Rbccbc1beaf8147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5b3fc8cd72455a" /><Relationship Type="http://schemas.openxmlformats.org/officeDocument/2006/relationships/notesMaster" Target="/ppt/notesMasters/notesMaster1.xml" Id="R1740e2f71f4042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859d2f39bf4993" /><Relationship Type="http://schemas.openxmlformats.org/officeDocument/2006/relationships/notesMaster" Target="/ppt/notesMasters/notesMaster1.xml" Id="Ref9d45c4e2634d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5d6ed504c549f9" /><Relationship Type="http://schemas.openxmlformats.org/officeDocument/2006/relationships/notesMaster" Target="/ppt/notesMasters/notesMaster1.xml" Id="R191a0fdd8b3e4f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63759d216414af3" /><Relationship Type="http://schemas.openxmlformats.org/officeDocument/2006/relationships/notesMaster" Target="/ppt/notesMasters/notesMaster1.xml" Id="R10dbb8587633425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28a9647c6c4726" /><Relationship Type="http://schemas.openxmlformats.org/officeDocument/2006/relationships/notesMaster" Target="/ppt/notesMasters/notesMaster1.xml" Id="Raf345ae0ea5242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30145ffeee4ab2" /><Relationship Type="http://schemas.openxmlformats.org/officeDocument/2006/relationships/notesMaster" Target="/ppt/notesMasters/notesMaster1.xml" Id="R620777cf5cfd4d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84f4138bb749e3" /><Relationship Type="http://schemas.openxmlformats.org/officeDocument/2006/relationships/notesMaster" Target="/ppt/notesMasters/notesMaster1.xml" Id="Rf7e5ee7e5a2f48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0ab0b24c6941e9" /><Relationship Type="http://schemas.openxmlformats.org/officeDocument/2006/relationships/notesMaster" Target="/ppt/notesMasters/notesMaster1.xml" Id="R6f89f58d9a2c4be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01399a8f4c423a" /><Relationship Type="http://schemas.openxmlformats.org/officeDocument/2006/relationships/notesMaster" Target="/ppt/notesMasters/notesMaster1.xml" Id="Re304f75d7f01420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7b87ecac0c4607" /><Relationship Type="http://schemas.openxmlformats.org/officeDocument/2006/relationships/notesMaster" Target="/ppt/notesMasters/notesMaster1.xml" Id="R10febdfb600141e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232eeb1a234771" /><Relationship Type="http://schemas.openxmlformats.org/officeDocument/2006/relationships/notesMaster" Target="/ppt/notesMasters/notesMaster1.xml" Id="Rf7635efd938a4d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2a969985ac24078" /><Relationship Type="http://schemas.openxmlformats.org/officeDocument/2006/relationships/notesMaster" Target="/ppt/notesMasters/notesMaster1.xml" Id="R2b06288b7f054b0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0f933dad8974480" /><Relationship Type="http://schemas.openxmlformats.org/officeDocument/2006/relationships/notesMaster" Target="/ppt/notesMasters/notesMaster1.xml" Id="R70fb0a1b5515414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509c9526a394d41" /><Relationship Type="http://schemas.openxmlformats.org/officeDocument/2006/relationships/notesMaster" Target="/ppt/notesMasters/notesMaster1.xml" Id="Rbd11491051954e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fa677bc31a74d58" /><Relationship Type="http://schemas.openxmlformats.org/officeDocument/2006/relationships/notesMaster" Target="/ppt/notesMasters/notesMaster1.xml" Id="R8f8536bad1b948b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69aaee72f8e4f5d" /><Relationship Type="http://schemas.openxmlformats.org/officeDocument/2006/relationships/notesMaster" Target="/ppt/notesMasters/notesMaster1.xml" Id="Ref4d7b345a4b44c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cbbcf14a83d451f" /><Relationship Type="http://schemas.openxmlformats.org/officeDocument/2006/relationships/notesMaster" Target="/ppt/notesMasters/notesMaster1.xml" Id="R3ebc12a407934fd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732a237eff45b6" /><Relationship Type="http://schemas.openxmlformats.org/officeDocument/2006/relationships/notesMaster" Target="/ppt/notesMasters/notesMaster1.xml" Id="R6ec5c425baf14e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c2c3368689845de" /><Relationship Type="http://schemas.openxmlformats.org/officeDocument/2006/relationships/notesMaster" Target="/ppt/notesMasters/notesMaster1.xml" Id="Rd64513ffd7b04d0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9a990b4b4e94213" /><Relationship Type="http://schemas.openxmlformats.org/officeDocument/2006/relationships/notesMaster" Target="/ppt/notesMasters/notesMaster1.xml" Id="Racad032e0c3a487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ca499821fd54cbd" /><Relationship Type="http://schemas.openxmlformats.org/officeDocument/2006/relationships/notesMaster" Target="/ppt/notesMasters/notesMaster1.xml" Id="R95e19a8ee76a40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824dae93945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612f8445d4d45" /><Relationship Type="http://schemas.openxmlformats.org/officeDocument/2006/relationships/slideLayout" Target="/ppt/slideLayouts/slideLayout1.xml" Id="R10465db8030e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465db8030e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e6f31d5046a7" /><Relationship Type="http://schemas.openxmlformats.org/officeDocument/2006/relationships/notesSlide" Target="/ppt/notesSlides/notesSlide1.xml" Id="Rdc61a0ef815c4b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379adcc794bd3" /><Relationship Type="http://schemas.openxmlformats.org/officeDocument/2006/relationships/notesSlide" Target="/ppt/notesSlides/notesSlide2.xml" Id="R41f8e466ce09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f4d8a9c584197" /><Relationship Type="http://schemas.openxmlformats.org/officeDocument/2006/relationships/notesSlide" Target="/ppt/notesSlides/notesSlide3.xml" Id="R3322a675bd3b4f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735c8e58e4835" /><Relationship Type="http://schemas.openxmlformats.org/officeDocument/2006/relationships/notesSlide" Target="/ppt/notesSlides/notesSlide4.xml" Id="R35a990191f564c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f6d65f80e474c" /><Relationship Type="http://schemas.openxmlformats.org/officeDocument/2006/relationships/notesSlide" Target="/ppt/notesSlides/notesSlide5.xml" Id="R2a1ae82c934d4e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38d4c3e74883" /><Relationship Type="http://schemas.openxmlformats.org/officeDocument/2006/relationships/notesSlide" Target="/ppt/notesSlides/notesSlide6.xml" Id="Ra2c5f53205a140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18f88a4e548f1" /><Relationship Type="http://schemas.openxmlformats.org/officeDocument/2006/relationships/notesSlide" Target="/ppt/notesSlides/notesSlide7.xml" Id="R0ce5ab4f097543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c5ef6583644c5" /><Relationship Type="http://schemas.openxmlformats.org/officeDocument/2006/relationships/notesSlide" Target="/ppt/notesSlides/notesSlide8.xml" Id="R36f26bcf9b84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a110b56f4bbb" /><Relationship Type="http://schemas.openxmlformats.org/officeDocument/2006/relationships/notesSlide" Target="/ppt/notesSlides/notesSlide9.xml" Id="R071618cefa43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907b66a0b4622" /><Relationship Type="http://schemas.openxmlformats.org/officeDocument/2006/relationships/notesSlide" Target="/ppt/notesSlides/notesSlide10.xml" Id="Rde863a2136df4b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faa9e46e430a" /><Relationship Type="http://schemas.openxmlformats.org/officeDocument/2006/relationships/notesSlide" Target="/ppt/notesSlides/notesSlide11.xml" Id="R5921f4f6907e4b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c88716a7d4ab3" /><Relationship Type="http://schemas.openxmlformats.org/officeDocument/2006/relationships/notesSlide" Target="/ppt/notesSlides/notesSlide12.xml" Id="R89fe66741f7842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21a2a9b34ee7" /><Relationship Type="http://schemas.openxmlformats.org/officeDocument/2006/relationships/notesSlide" Target="/ppt/notesSlides/notesSlide13.xml" Id="Rd1dda97b628b41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cc3b1b2b04db1" /><Relationship Type="http://schemas.openxmlformats.org/officeDocument/2006/relationships/notesSlide" Target="/ppt/notesSlides/notesSlide14.xml" Id="Ra4529bc2258842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4ee4817940be" /><Relationship Type="http://schemas.openxmlformats.org/officeDocument/2006/relationships/notesSlide" Target="/ppt/notesSlides/notesSlide15.xml" Id="R13f576d3f00d4e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527995d214d39" /><Relationship Type="http://schemas.openxmlformats.org/officeDocument/2006/relationships/notesSlide" Target="/ppt/notesSlides/notesSlide16.xml" Id="Ree0553deade140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8323571644c5b" /><Relationship Type="http://schemas.openxmlformats.org/officeDocument/2006/relationships/notesSlide" Target="/ppt/notesSlides/notesSlide17.xml" Id="R085f75052c4a44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1143b372941b0" /><Relationship Type="http://schemas.openxmlformats.org/officeDocument/2006/relationships/notesSlide" Target="/ppt/notesSlides/notesSlide18.xml" Id="Re5e83b7410a048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38afd13334b0d" /><Relationship Type="http://schemas.openxmlformats.org/officeDocument/2006/relationships/notesSlide" Target="/ppt/notesSlides/notesSlide19.xml" Id="R5ae9b7f84a584a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0260033f428b" /><Relationship Type="http://schemas.openxmlformats.org/officeDocument/2006/relationships/notesSlide" Target="/ppt/notesSlides/notesSlide20.xml" Id="Rd89f4b9865d343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f63c7a34497d" /><Relationship Type="http://schemas.openxmlformats.org/officeDocument/2006/relationships/notesSlide" Target="/ppt/notesSlides/notesSlide21.xml" Id="R22229e416f044f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cc98f1ecf4ccc" /><Relationship Type="http://schemas.openxmlformats.org/officeDocument/2006/relationships/notesSlide" Target="/ppt/notesSlides/notesSlide22.xml" Id="R01f6e06f3f424b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d71e8446e483b" /><Relationship Type="http://schemas.openxmlformats.org/officeDocument/2006/relationships/notesSlide" Target="/ppt/notesSlides/notesSlide23.xml" Id="R6f5146e5d5ed49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5458059d6458e" /><Relationship Type="http://schemas.openxmlformats.org/officeDocument/2006/relationships/notesSlide" Target="/ppt/notesSlides/notesSlide24.xml" Id="Rfde5cfc4b25848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245e50ae44658" /><Relationship Type="http://schemas.openxmlformats.org/officeDocument/2006/relationships/notesSlide" Target="/ppt/notesSlides/notesSlide25.xml" Id="Rcf9e39902ef04c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71323d6fa4fa5" /><Relationship Type="http://schemas.openxmlformats.org/officeDocument/2006/relationships/notesSlide" Target="/ppt/notesSlides/notesSlide26.xml" Id="R948c0567b4654e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cdc3890274921" /><Relationship Type="http://schemas.openxmlformats.org/officeDocument/2006/relationships/notesSlide" Target="/ppt/notesSlides/notesSlide27.xml" Id="R65247786596f49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f28e6d094859" /><Relationship Type="http://schemas.openxmlformats.org/officeDocument/2006/relationships/notesSlide" Target="/ppt/notesSlides/notesSlide28.xml" Id="R076417e7772d4b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cff4fa3184629" /><Relationship Type="http://schemas.openxmlformats.org/officeDocument/2006/relationships/notesSlide" Target="/ppt/notesSlides/notesSlide29.xml" Id="Rf4d44c439e5645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9ddd6d4e44ce" /><Relationship Type="http://schemas.openxmlformats.org/officeDocument/2006/relationships/notesSlide" Target="/ppt/notesSlides/notesSlide30.xml" Id="R0208699bd9ec42f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b4a48fcbc4054" /><Relationship Type="http://schemas.openxmlformats.org/officeDocument/2006/relationships/notesSlide" Target="/ppt/notesSlides/notesSlide31.xml" Id="Rc9483984fc8f437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0b4cfb944472" /><Relationship Type="http://schemas.openxmlformats.org/officeDocument/2006/relationships/notesSlide" Target="/ppt/notesSlides/notesSlide32.xml" Id="R5e1582d9445a4a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2bebf3a874ad1" /><Relationship Type="http://schemas.openxmlformats.org/officeDocument/2006/relationships/notesSlide" Target="/ppt/notesSlides/notesSlide33.xml" Id="Rd1e5b78f58ca45c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02cf28a714596" /><Relationship Type="http://schemas.openxmlformats.org/officeDocument/2006/relationships/notesSlide" Target="/ppt/notesSlides/notesSlide34.xml" Id="Raa79596b08e447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7e9d6bc5c4b89" /><Relationship Type="http://schemas.openxmlformats.org/officeDocument/2006/relationships/notesSlide" Target="/ppt/notesSlides/notesSlide35.xml" Id="R12345dbdf944424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a74c73459471a" /><Relationship Type="http://schemas.openxmlformats.org/officeDocument/2006/relationships/notesSlide" Target="/ppt/notesSlides/notesSlide36.xml" Id="Ra09c102ea4cf470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e97551f3a435b" /><Relationship Type="http://schemas.openxmlformats.org/officeDocument/2006/relationships/notesSlide" Target="/ppt/notesSlides/notesSlide37.xml" Id="Ra3da75bff50c47a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ee8e77b24619" /><Relationship Type="http://schemas.openxmlformats.org/officeDocument/2006/relationships/notesSlide" Target="/ppt/notesSlides/notesSlide38.xml" Id="Rc757e45c48b845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97235902c4483" /><Relationship Type="http://schemas.openxmlformats.org/officeDocument/2006/relationships/notesSlide" Target="/ppt/notesSlides/notesSlide39.xml" Id="R64aa22ba88834d6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21cbef2b84c6f" /><Relationship Type="http://schemas.openxmlformats.org/officeDocument/2006/relationships/notesSlide" Target="/ppt/notesSlides/notesSlide40.xml" Id="R158ffafedfe7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105CE-8912-4351-B644-A37C70E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96021-E3FB-4E76-B543-E25AD45F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Integral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D83FB-7E60-411F-8E83-F1265E09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9A65C-E416-4619-AB73-48E708BB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C20D0-EE55-4DC7-9309-F3EBF3B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C8062-6A4A-4837-A857-24415698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61EA-A574-4FA3-BD02-08BFDEC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30EDD-8F6F-4BB7-999A-A0AEF70A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E7813-4D03-493D-ABAE-30F59AE8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566B6-1E3B-4A88-9FC3-856FAE4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B62FF-FAB2-4213-B7BD-80FE895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F349C-32F2-41CE-839D-A42AF9EA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98BB4-2077-4DD2-9ABF-9BF5E4F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26162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3A256-3189-4B67-9DF1-E8AF84A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44F05-F228-41D0-973C-FFBDC11D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2D8C4-227E-4229-84EB-486D78E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F0507-FBA8-4B3A-A6A3-534C381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A218A-8A08-479B-928A-0D470DD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1BD67-9E1F-454B-A96E-91FD0BD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12A5E-3022-448C-80D5-470A607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48319-2919-4136-B9CF-1BFED5F7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CB849-353C-4219-BEB4-DDD4B14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4CEA2-B0EF-46DD-AB80-39C5875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2D49A-9EA0-43F6-BF2F-277DB67A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A008E-BBF7-4597-9B6C-F07B4B8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36974-8B3E-4A78-8BE2-2D4A040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2536B-43C1-42D0-90ED-D09861A9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05CE4-2823-4C7C-9C9E-87652902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93535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4A569-7678-4054-A059-802C491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C7FB-5DDE-4F79-A159-C5F801DC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35552-C5E5-40BA-856E-AEA44603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C5674-8223-460A-ADA1-5A9C69B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79537-163F-489D-BC63-4B7C4FE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07F6D-66EE-490B-95A8-719394B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E74A2-E641-4C8B-B201-28F3CF71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B4D95-0943-4C6F-AD98-FAA8538E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C6643-0D53-43D5-ACF4-AD3CC883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E49B7-485F-4AC6-9942-4C8ABAF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9F35F-F807-4237-81BB-0EB76C04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6BE96-1E23-48A9-A712-6A3515F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Integrals: Evaluation of double and triple integrals, eva...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B4203-BFFE-4D42-A546-91F1C2C4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55A64-6AB3-413B-89A0-AC266F23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25D1D-A7BC-4B6B-A99D-0657648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26C0D-7CA9-4F81-A272-1A4FB1A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E3783-F7A9-4BD0-BE56-AA041688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26899-C945-4E80-917E-A5C95BC6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C1411-CECA-4605-B4A1-83B034B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38846-F5A8-4026-BCD9-33466AD9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31482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0A3EA-7EDA-4406-A291-CEA923C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119F-92C8-49EA-90F3-7153D82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E55D-C0A5-4BFC-83CF-8FF3AAC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9F2BA-C8C4-4476-A218-1C9C4BFA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DC9B8-B899-4E7B-9604-8C93F150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6E7E2-A6FC-4587-BB51-C5DBA6E7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1FAA3-E6D4-44AB-BCBE-DD51ABE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079D-0CD3-40B0-AD4B-4FDD6557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3B42C-1EDE-4F69-983C-FCC8D92D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F268A-7C8A-4202-B142-AC99A50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88A71-A830-409D-AB86-1D60B000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Integrals: Evaluation of double and triple integrals, eva...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6CB5B-E684-484A-B36C-E30C3406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2B5BC-17F5-4E3A-80AC-3352BB9F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800F6-E486-47F6-8056-96B5FAB0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50954-2B23-4982-9B4F-22453D9F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07AA6-6083-45F3-9CCF-73265CF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D7115-DE2F-4060-84C8-C974DA5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Gamma functions: Definitions, properties, relation betwee...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D081D-EE63-4E1F-A745-3DB09EAD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69598-5DC7-4E36-A0AF-1789203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39D1D-5290-4393-9C78-DAF67FF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51313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E2792-E459-4516-9C31-F5A64A1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5BAA1-61FA-4783-AC88-9B658673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0D44E-5685-4903-8175-FB47913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A7EED-0786-4323-B92F-B02AA238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91D44-0AC6-4515-ABCA-736BB65C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25EB-42D2-4A71-AD03-14F4BB14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CE437-D580-4329-A810-6C1CCD7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1156C-E8AD-4142-8A58-CBA18BC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Multiple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80142-B53F-43B5-93EB-92EB2237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Integrals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5E5DC-85EF-4564-9DF5-103C0455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13EC4-AA8A-4314-A7A7-542E1C2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double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4DAF6-54AE-4B3C-9052-FE82E59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26809-595D-4068-B462-FAECEC9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1DF54-80CF-4C39-A1B6-2FBA153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F5ECB-305E-4522-BA64-A0DEBF8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8179A-6C68-44E1-966B-0C657687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4799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F638D-ECC4-4B91-B7C0-0B624F35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1552-5D6F-47AC-AF07-63E65B9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6807A-1713-459B-9DC1-C5B11B1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C92D6-24B0-467B-AB97-EC11D65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C874A-8743-4BCC-ADF9-67FFEB8C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 Calculus (8 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D0A1-2CF5-4FA7-AC6B-0CB1E777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 Calculus (8 Hours Theory + 4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AEF97-ADCE-4E83-9461-C5B079A0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B0DBD-75A5-4400-B4E7-10640253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17D36-70FA-4ECF-B918-B25657B0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EBAEE-234B-4413-90D7-8A60508E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65E18-C542-461F-99ED-A2CB9D8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85AF9-C422-4FE0-82B6-33248816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AC96-1076-4E68-AB75-1D322271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31B91-9B3B-44A1-AF6D-68934279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D6A01-67A1-4112-9A8A-0F116BE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5EA6E-3B47-4B50-8039-6EA44F70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423666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8B42B-752F-4AAB-9DE9-DF82F45A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AC0BA-D976-4B07-88C0-D2A8D24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36F3B-7E92-4317-92E6-36E88ACE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1C51-CB3D-41A8-81E8-535390B4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CF554-E915-4F0A-B5F1-0040B7B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6880-CA3F-41FB-B464-EA81516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1AE6B-E25F-44D3-9A02-500B7A42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EAB92-725F-4078-8FFC-21F7D73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7E20F-7F77-46FA-A78C-7280BCB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 Calcul...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9C39F-8B27-4F24-A40A-8386AB8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36D86-B903-40BD-83FE-D0C81CE1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4FC4-BB26-4402-B7DF-2B45AB7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9B125-E4D9-469A-8E14-EC45ED7B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833EE-2BC3-4A20-B0DF-A0B4E6C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AB3CD-1C63-4CA8-ACF4-6511152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21DA7-3770-4BF6-85A2-0F81ED37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0614F-D7AB-472D-B76E-D50F759E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19CF4-792C-4BDE-BC34-413C57F7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 Calc...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FC38E-10D9-4513-B5AB-3E8C444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0AD71-E726-4BDA-8AD3-52E1E25E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600FC-FE58-4AE2-A06F-75502360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 Ca...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6B1A2-155B-4D2A-A0AD-79BCA1AA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066D4-ABDD-49CB-A7A7-A8F5AE95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20423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A845F-B2F1-4522-8C00-2F75B4D2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CF872-8325-4CD6-9F94-4D3FD979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40694-3DA2-492B-9976-FCC729D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B859D-AC9C-43E6-A51F-E17244D4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0AE1E-4E8C-4128-B263-5D746F46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45F0C-9B2B-4565-8759-618FEA60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5B729-5029-4C52-988C-C13A10AB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B8800-953D-44E0-922B-422CD54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6CF54-5FC0-454F-B96E-9E67C252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811AC-AB37-4633-A92D-32497E9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E7BF7-70D5-48A9-9EDA-5E9C802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99CE6-6EE1-4212-BE0F-49DF13E0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19357-60F7-48FD-89C3-37B6B002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3AF38-1559-43CB-AE7B-AE3E2D9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1E373-CE17-4827-9171-B36D1438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08472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0985-DCAB-4299-8E05-C6FC30A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1DA0C-5E85-46B9-B814-15D7A2D5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115F1-0DC0-42A2-AAB2-05E2C08A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F5E09-C336-4AB5-80FE-A2C2B47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63EB2-751F-4B61-9C56-14CF44D6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E5432-A007-44DA-8C52-26A03630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 Calculus (8 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417F3-5B42-454E-A163-1E0072E6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79A25-6A98-419F-8276-3143041C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D104-193D-40DF-8B93-088D5250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F5214-70B0-4FC3-BABE-A9EFAE53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7BF50-5010-4EBE-93FC-D9EB6CE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9560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DB1D8-18B4-4F59-A4FF-47AA1E39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1D94A-EA20-4171-9209-B29A2027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210A1-EE76-4E10-83C6-52B796E3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CF9E1-0846-4BB4-AF62-32D8E6C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D320-F6E4-41B8-BF67-47D3CAC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Integrals: Evaluation of double and triple integrals, evaluation of double integrals by change of order of inte...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CAB79-4A12-4E13-BE3D-617D322C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Integrals: Evaluation of double and tripl...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E003F-259D-4D09-947E-2C7619E7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1A0F7-221E-4CEB-A76B-62D63D7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22849-9E28-406B-B89A-1A73AD5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CF6AA-E662-4484-A51F-98CF3CD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4E51A-5B4C-4806-A06D-17B211C1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1AB49-5162-42A1-8C37-C003457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6A6B4-C0F6-45B3-9C8B-86E43288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5C0AA-6DA8-40F5-987C-25AEFAE6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1612D-BE7C-456E-80C8-E1C0AC3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064A9-EA5E-4213-A6A4-E32B20C9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614032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EAD99-8C61-4A3D-B825-7D80479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CAD23-C884-4E14-B211-D84516C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29EF2-0F99-4456-95F9-AE090455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47A25-76E8-4684-82CA-EDC8B05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21D89-05B5-4F24-8F55-0646B3D3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6E30C-207A-41CD-857E-4AB8BED2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F1C8F-ECDD-406B-808C-80216B7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23E23-A362-4C4B-B08A-63C1DA8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CF446-FDAF-432D-94D9-9CFF34E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Integrals: Eval...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C7BDA-39AC-4EC4-8364-74EB7B23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C3067-0034-48B0-9C41-1EFFEF0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CC2DB-6578-45B3-B484-D01D1B4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Integrals:...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FC03E-221D-4586-B378-FC7AA846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08195-31F3-4A75-94DE-F50BE858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2166F-5AA5-4FC6-924F-7AF87C12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740D6-3DA4-4C83-B8D0-79D8C76F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2B343-32C8-4CCD-A26D-4F21DF7B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C776F-4E10-4F12-9CCC-700289DC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Integrals: Ev...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21BF0-E138-4F07-AB97-CD3DB019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91694-90F5-4A84-BD90-AC0817F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9542B-A6A2-4616-8E20-45AB5FB7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Integrals:...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0E173-0284-48B2-9478-E25DF01C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FA04D-A51C-4194-A602-820FE38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86935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A7203-C434-4B8D-A93C-168F5AF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B680E-C05F-42C5-89B1-63F6E47B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65C66-513D-47A4-9A55-294F5C57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0D80E-9EB6-4197-A924-73EDBE2B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CAAE-DC30-4D57-B285-917B03F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505FA-2FB5-471F-9C61-5CE9A2C7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C6067-3D70-4841-B6A0-C3ED97D1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B7D33-CC35-41FF-9CB4-71EBB3B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1A24-EE3C-40D2-BBA1-F3206735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35BFD-5A0B-4447-B053-464D794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DF36E-4492-44BC-9CEF-9E41AF1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29603-4DC1-4BBA-A0FC-644DBD9A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74B27-ECA8-4F0B-8E01-1C1A25D5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2BAAB-BEEA-4CF2-B5DD-2FFD1E6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6C619-85FE-4E47-BA50-5A0DC01C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89238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EF7ED-6D6B-48BD-834B-0FD48B2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CFBE8-A89D-4CE1-8652-4DEC2623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F356C-139E-4225-884F-05FD43B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A1FE-50F0-4C98-831F-0E7E3512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53815-026B-4537-92FF-707AA218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D8ABD-BB6D-4DEC-BC5E-31AF881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Integrals: Evaluation of double and triple integrals, eva...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BB692-F2BA-4A35-B67F-D4480730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E195B-7C99-4E6F-9D6F-5EA5D44F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C021A-3D71-453A-855A-A89D52B1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C9E86-FE31-4484-BA36-BF57FBE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9D314-6A21-406C-A69A-F0623AF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3426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8CB16-C6FC-4A09-8B4C-85A0420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4F886-4E6B-45E2-9386-6837F02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AA750-0047-45CC-A254-858EBB8A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3C0D3-9401-43D5-948D-1D8B87D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49A67-4265-44E7-917F-4A809990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 to find Area and Volume by double integral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FAA13-EC69-45CC-902D-63C5B6EA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Applications to find Area and Volume by d...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5CB09-F1AB-41D7-A71E-65376D90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B7D8-2AB1-466F-97BE-4BD61F3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74A9C-6815-4E27-95F8-3E7DF15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C14AE-3A66-4C1B-9983-C043EC03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4AF83-5264-488E-B4FD-B2DE0B8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95187-81B9-41D8-ABE5-DDD1089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27B9F-CA70-4FA9-8428-47F81ED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651EA-51FD-4029-A97B-89E756E9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CF3CA-955B-4F02-B0A3-1E15DA7E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297B0-661F-4B6C-970F-98838AA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2572973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19CEB-351B-4381-818C-77552997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F7E9A-645D-458D-AED7-7EA12760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26A6B-7A4A-49C3-AFD3-BE92659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449AF-F093-4858-B935-556ADB7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65A23-70F5-4F2D-9564-095B7F9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17C99-C3E0-4BED-BCD5-E7241B1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7480-40CE-47F0-A801-C76BE7D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39AD8-13B2-4FEE-85DC-9252B0FF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7CE16-61AC-43B7-AE04-8A53ECF7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Applications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0AFD7-970C-4D53-B076-CE2812C3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8A78-1954-4F47-A2D3-BA15313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15B64-1092-415A-9325-375E8E6D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Applicatio...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95029-B041-4FA2-AFEF-B216C75E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872D5-454F-4A4D-82FF-DBEA9FC2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6B56A-2606-4EC3-8CCA-87221F32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D05C5-5F83-4B0A-A1D4-E883A20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F162C-DAB0-4877-8E8A-1DA6832C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02250-CA5D-4485-BF33-8D803831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Applications...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C9370-92DA-4220-AC83-59FC0FC7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45EA0-B9EB-4302-A1CC-E722B9FD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F3A1B-0318-4A30-96E6-2FD85C86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Application...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D064B-189E-4890-AF3A-E409A08F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EB786-48E2-4FA0-8D60-DEE098BD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550769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BBA20-EC3C-4C16-AA87-74A0769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B57F-2ABA-42C8-A382-708C7CD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3B1FC-F7B5-45E5-A896-76BE08BC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C5AE3-2627-43DB-836B-4157B4C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2940B-7CAC-493B-85F0-99170509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BDBB1-E905-4465-B1E4-08EB2302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EDB65-C19E-4302-ABC5-41A4D68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7C49B-35C6-4E12-9343-A6A9C50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8A57-E7C5-4CFB-AC6E-E2EC89E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6A49F-263F-407C-9364-12181293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FD107-6715-4715-8DD9-2913776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9D78A-8BFA-4BDA-96EB-DC4E3C98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CDF6E-5758-4895-B4EE-185536D8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96859-8556-4618-ABBE-D8428856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E634A-5ABB-4520-922A-F3C41D5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227532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128D3-0B43-4F06-A47F-B98995CC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6701A-62F0-477B-91BC-C439B4A9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8999F-C607-47DC-AE42-56CC8FAF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2380B-F347-46E9-95C0-882EF35B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C055A-55DE-4C18-8B3F-6DC95605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0BCE0-9D81-41BD-96D7-99F9215A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 to find Area and Volume by double integral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76E3F-6A4D-4B5E-976A-2533C42F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86FE0-1DA5-4735-9A81-32B14625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D55DA-4896-46FA-809E-D3C363A0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988E8-85F9-46D5-BFBC-34F6ED00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9A79A-42A8-4779-9CCA-A3363A47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148427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3B2E0-029A-424F-8B05-F1A0B6A0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DB85B-3FEA-4BB3-9ABD-D95D9E8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D829D-F82D-4FE4-B40D-F4524D1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0BB48-563B-4E0D-B87C-973A3F75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DB4B-0972-4A89-B812-6E6973B1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Gamma functions: Definitions, properties, relation between Beta and Gamma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F2B58-1D22-48F6-A731-69BAEA0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Gamma functions: Definitions, properties,...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B3219-9202-4C35-9982-4040954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BA693-FC2E-4B0C-907F-F19C3EA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BA337-C934-4146-B569-D8B33A70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3293A-ACE8-4E6D-8D22-A647BCC9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5F031-4C9D-4EC8-86F4-F14195E2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694D-880E-47E1-8A7F-19925078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78609-25CD-4601-92AB-D03ED44F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1483C-7C3D-4768-853B-1F3E179E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945CA-7301-413E-B421-28089E9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C4B6F-024D-4BDA-A3E7-9BC72506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0310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0C36C-D4B5-4115-B42C-4D644E43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E1E4-06DF-4E07-BFFB-268FFC3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166A3-7508-4344-A256-8B09EDE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580BD-391E-40B4-A263-2C05E914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42DE1-9EBA-4002-841B-D44ACCB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2E1B2-24FE-4A77-88EC-D6FA716A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3D73D-130C-4851-A398-5A3C8B02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E7ED5-0103-42D7-A993-36798FA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E1AE0-7FF7-4267-88F6-E179860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Gamma functions...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507AD-89F6-4426-9D9F-F9356FF1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D46D2-D3AF-4634-8BEC-FAC997F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B638C-360C-4C14-9AF0-D04D02E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Gamma func...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D09ED-00E5-41B2-8167-4A11AB59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C4C57-F4A4-4E0A-B67D-42167799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659B2-F318-478C-9E88-595E1A4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Gamma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E5A85-A5EB-4AFF-AFC1-FD9FC524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BDE3D-7A74-408E-A28B-953159C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35651-9205-4AD3-98FC-E9CB684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Gamma functio...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88C69-5E84-4093-88A4-05B08889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830B1-0665-4B91-B47B-E7515C68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FCB47-E75C-4441-AF4F-7CD1459D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Gamma funct...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A95E4-DBD9-4205-A305-AAF0798C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32BA2-267E-4B0B-9E75-B07F0659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8915715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80641-7572-458A-B006-A6970C6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C6336-F828-45DE-81C4-D6A8E99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FFBE4-F1F6-4086-9BBB-A7988A7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FF904-37FC-4B1F-809B-D338825C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A6F4B-3DFD-475E-B7DF-EB9414BC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6151D-6630-4CC7-BBD9-08C4E4F9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9BCD8-329D-496E-A8DE-D2A5EE3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D53ED-7F1D-4445-A586-3AA4397C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0E8E8-B00E-4E1D-91D2-66495ED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3DCAB-312F-48A0-9988-FFDDA97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B4251-D36A-4F28-9322-BE096CF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C7B49-352F-4D5E-B69B-B26D2751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FBD05-61B0-45BC-BE97-D2512BB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19819-FF38-4CB5-8E1A-3634A09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BFA4-E911-4B1B-97AF-282B9E7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7396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4DE73-7C5F-4642-B534-3E9B832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742A8-46AB-4DE4-9EB9-D9F6E9EE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402A-A54F-4849-8510-5DAE61E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F924-044E-40C9-90E4-181816F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A2D78-7ADF-4B37-A08F-766CBBC9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894D5-6044-4AC9-9837-4BE0297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Gamma functions: Definitions, properties, relation betwee...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39011-BF2B-4A32-BB60-DFC6A117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2A0B-3EF5-459A-920C-1246827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A14E2-D8C6-450F-9F96-4605441C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6F78F-56E6-40A4-BC5A-6504EBAB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460F4-32DD-47E4-BB76-0464035D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755098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20AAD-E265-4D14-A211-FEA5AFCC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B8D4-A422-48EB-8878-E37A875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8F648-53DB-44AD-BE78-569368B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60D8-3F58-4BEF-8E77-213EFD4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12601-2CC6-44BC-9BB1-60BD0487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9C7E1-7BA6-4D60-B0F9-5E312FA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056175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86AFD-374B-49CD-9C2F-B4CDEDE0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DCA09-EE27-46F2-9FB7-77B69273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2DEEA-FD51-4AC2-A91D-1EA28933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1E744-AFE6-4BE7-9F8E-BBDB797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85A47-9FA1-4466-8735-45ED224D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Multiple: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Integrals: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D2DF4-8393-4FA7-98DD-635A548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442977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69EAB-7A1D-4A87-9F7D-D790AB5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38F80-EA48-4715-871C-7707647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3166A-F545-4973-8278-9AAFEB6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59F09-FAF9-4CCE-AA89-1562C2B8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B31CA-5868-44B0-AD3D-AEA23671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A9A86-CFFA-47E9-9949-9822B9D2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919088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DF708-85DB-488E-8505-E435F212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C0370-1580-4520-8221-3AF7BDAE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EB7C-96E9-4009-96E8-8A29D0F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5289F-1A6B-4663-8BCE-76B750A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2D548-7142-4709-B1C6-9F6FE132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FBA26-6147-4AA1-A308-8224A77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320801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F52F0-5954-4199-9182-82A3B92F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DC4A3-0F9D-4C58-A2E3-FBAA17E2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850A-AC4D-4EEC-8972-F9952D1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5E6B3-1B7A-4DDC-888B-A0F6480A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58531-CCFB-4712-BA05-598B87E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Integral Calculus (8 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Integrals: Evaluation of double and triple integrals, evaluation of dou...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Applications to find Area and Volume by double integral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Gamma functions: Definitions, properties, relation between Beta and Gam...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6E9D3-3E50-4A34-8DDE-23E36B7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78BAA-F681-4A91-A32E-49C48C6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B4625-CE90-4A6E-AB4D-26C7FC48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737579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44196B-5065-43B1-8B18-C2C887BA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B29AB-64C8-49DF-8747-3191BEC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B92C4-3565-4405-AE45-A6ABC74F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99549-630F-4266-A0AF-1487C14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7FAE5-08D1-4F49-951C-2BEA6DF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87A3C-9DBD-4375-A83D-B021F84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5D96A-347A-4F60-B654-FAAD9BF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33DCC-0006-4CAB-849C-D5BBC87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EA14B-D9A1-4578-A038-69A25D6F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85F36-1045-4460-BB8F-81A8E8EA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FF34-74C5-41A5-8193-9CF3C065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20F90-F607-4F17-AB61-63E8A9F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5DC9E-4A09-47B1-A1B1-2B2807A4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6B395-2D80-4BDF-BFAF-6B98760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ED474-7779-4A6D-9474-CC7A14B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238C-C67E-423D-8426-9686EC3F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81A91-734E-4A6D-93E0-287E87B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FDAA1-EB91-4E77-B779-B4FD354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037A9-A14B-4965-A585-AAE0A31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14D60-FC4A-4440-BBF0-5695B197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CE876-5BC0-4500-B028-FF1620CC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1DF85-7B58-4242-AA40-D494C05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F3EC6-E793-407F-A126-0B7D946E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E8C08-E391-4C75-BA89-5722F7E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77432-A0CC-489A-A62E-3801D46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B91F8-F2B7-4CBD-93AF-7758A70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ECF7B-9369-4F2A-B12C-3A2B1A8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70167-2476-402D-892D-9A8398D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07DA4-534E-4066-B47E-A438C9D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3B3F8-76CF-4435-A24F-002BAF5E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01776-ADE6-4FE6-B569-93A7582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21CDA-AE86-41CE-ACC5-A86EE842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8030885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C1479-372D-4BFE-BCB0-AE179ABF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46EF9-1E42-4462-8FA3-E877528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A1967-AF3A-42D9-B712-1C94EB4F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2913E-5CB0-4C4A-9EE3-9FAA050C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2F0AD-910C-44FB-8581-8A5F94BE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1C723-F05B-4DF6-95FC-013B6F1F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67246-0C06-4A08-A1A2-B3B1229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CF9C4-0C53-452E-A505-C535A532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33CEC-B90B-4B26-BE5D-CDA87B9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F0606-4477-4B9B-9961-C577000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56493-974C-47B6-B3F2-499AB80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74F8D-B74E-4D3D-B805-E182AFBB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69E8D-87E8-4A85-ADE1-8D6FEBFF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83760-5CA6-4D63-9451-3549D68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77E8B-936D-48CB-AD01-71E41EF4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63E21-2264-45DD-A92A-5A4E76B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4B712-F49C-4455-838B-706205D7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3EF1E-D030-4B6F-8D6B-5E7660A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DDF4C-562A-417F-928A-FF8F518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8E04C-CCEE-4F59-916A-192C9037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83BC6-3B43-4975-8D65-2C9C7FC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3A3F9-30B8-467E-828B-2F65E93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5F96D-3A3D-4BEE-9F67-557AEE38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182C5-B852-42E2-AC51-E1D0DDA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A8E28-B440-434C-BC98-7BAEBB1C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1CBDA-0955-45D7-A3B0-22B0E456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15233-CF85-49C9-B032-716E3AF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C9E2B-BFE8-4A0F-8D31-E0EB3F53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00AB2-15A2-48B1-9D97-1A7151AB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8B0C48-A6B0-4A0E-880A-159949C4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633A14-2512-4530-B5DD-B9C8BBD3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B981D-C4D0-40B7-8C68-4C8B6F41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18653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CBF9B9-9F9A-4EC4-9941-F4DC7966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9B4B7-9BAA-4F24-A056-421FF3A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54350-7E7E-4AA8-BD8C-570D3576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BAA63-BFD9-407B-9E4C-EF9A4EC4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F2001-F220-499F-8D9F-5A0A032A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76156-8755-486A-B0DD-40B467C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F72C2-CC66-41E1-9792-BC0B91A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0A2C0-FD3F-49C6-B0D7-7F523F0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1A2B2-8042-478A-B8C4-2CD303AE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29990-008A-4143-B0CA-4C9D1998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CF267-52B6-4EE9-8101-258490C2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55F22-D029-4884-9ADD-E20008D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0D22A-A7EC-4A45-8F14-B9A8618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EFA20-8479-4F4C-AD75-25A566C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55961-F8CC-4A41-A71E-51C3544F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057DB-E036-4D47-8640-9AA4599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4D72A-10D2-489B-BA0B-3D129EEB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74461-0BDB-4A4D-BE20-3C3AA96C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AE7DE-C89A-4112-B68E-CE5E9E7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FA797-CE21-4F5F-B23E-C076116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0103F-5BBF-4002-9B82-66C2627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A23BF-5C95-4F3C-AC55-2B8E2F8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467E2-5809-4BD6-99DD-C1DE8CD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F15A0-AF62-450D-AF49-456762FE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4EEA3-4F6A-44A1-B16C-FD290A89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64768-F19B-4BE6-B169-7B72D2E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0D522-412B-4FD6-8A49-A7D3D34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D5920-BD69-4331-BABC-AD5BC25D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754F9-6222-4099-BA97-B1DD663A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30095-F859-466E-BB9C-98C5C1C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DFFBB-F0AC-44BB-BD0C-3D1716A3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32173F-46AA-4F46-BD63-AF9703C7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823058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6FBC9-584F-4FDA-8110-D864CFD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0448-F2CB-40A8-A67F-86583B5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5983-1553-4AE7-BB40-1D284C58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72FA6-CE1A-474B-8246-67C5A321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6BD66-7F19-4013-8986-45CC8D3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B5224-A96A-4F9B-A8FA-A4FD026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5C3B5-4512-40BD-B6F1-3962C2C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687C5-D9B3-4A59-BAC4-09C970E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FD66-F4FE-4FA0-994D-5155D5C3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A0ECA-2B78-4935-B95D-36CD4F71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2BBFE-D32D-4266-800E-7385044F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9ED25-0068-4885-8686-2667EEFD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AFFF4-CFDD-460E-AC8F-DB2B787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F8C12-08E1-4034-B54B-75C6283B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B5924-BE2B-4B47-B490-16F4CF65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12F08-DCFC-4D8B-A393-8BD8FFA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CA758-EF91-48D7-BC07-AEAEAC1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71695-1C79-4012-A17D-1C50CF36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354AA-CAEC-4034-A935-702BA67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F1BCF-A26B-4C42-A668-EFBA3F8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60B5F-C56B-4C10-85BE-416E083F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623BE-AB10-4802-8B31-D5F8CA5E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3EBDF-F76C-473F-9111-5FD20E5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5FC6A-D788-4069-8978-FB2BADC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F29EE-1703-4D2B-9F1B-3A117500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003C8-D106-4DE9-9229-B89E8856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C3CA3-65BA-40A6-A8D7-88220CD2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49A9D-00D9-4ABD-ABF5-6F66A80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9714AB-3617-4276-8B98-89A47B1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74E86-7C1A-4ADB-AF91-1664C90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F1270-ADDE-493B-A652-E8A1DDC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35D4D-0031-426E-9283-71653F6A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9076308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EEA19-4732-4F57-AE56-8834F576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E15FF-ECC7-4A20-AD9B-2AB6DAA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85C6D-897A-4E59-98A7-C6CD681D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6A473-7986-4099-A451-EA461B99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5A877-892D-4D82-8604-FF5DF1E0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4EFF4-CAFD-4B32-A0F0-E573C76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785B9-4AB3-4ECE-B2F5-D080014A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0F283-086F-4BFC-85D0-5EBC39F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F6493-2874-48E1-8968-B5678CB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53517-9EAD-4EE1-A09F-59D1106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07A17-4540-4149-86A2-C74AD241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7A374-9D5A-485E-AA4F-F594846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95CB6-AFC6-44C9-9DC9-39E350AB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5906A-FA78-49A5-84FC-5A9E6774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918E1-0244-4E17-97F4-27780BDE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3CA8F-4A77-4953-B7FF-21AC468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59220-A8F2-4AF7-9370-632C553E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04067-52B6-4D74-BFA8-EB8DA5A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9918F-5EA1-4CFA-8549-42F616C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7B994-6DAD-45CB-91C8-74A011E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5E158-E9DD-4AC4-9941-93875EE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5C502-FFFA-46E8-ADF4-3E1430F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60753-227E-49D2-9FA7-407431DB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548AC-C489-4199-BF57-4E33A34A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66E78-3DC7-403D-BD76-378C6EBD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70B826-3603-42BF-AE48-7E108CEA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978A0-B39E-40FC-8A97-729CAC03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1CF9DC-826D-4593-8BFB-322F235C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A6945-C2E5-4566-A782-0F63C11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A8BE0-51F5-4EA4-98CC-521EA193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F476D-C3DA-4152-B467-01ED2BC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EB925-674C-4E9B-91E6-E06C398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2982485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A7467-186F-4E0D-AA7C-172141F8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84386-0FC1-4FDC-BD3C-EE4E274E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D21B4-80AB-4124-9A00-3D6C23EB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2C273-9E5D-41BC-96EA-A97291E7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08963-6DA2-49ED-BB4B-C44C682F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FB2E6-A63E-4F18-829E-47AB974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3A699-C07B-47CB-BDB2-62934A45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47895-B24C-4BDF-BBDB-B521BC9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A8969-5576-4E7D-A36C-54AD536A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E80E-61CC-4C04-B963-8F4186B7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11DF9-6B7C-425A-96BC-44428923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5D174-5A4C-453A-82C2-EB63A22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6DD13-B420-49AF-9518-D03BC4B7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07B17-BA84-41E3-B93B-CB4E7528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069BC-EE9C-40B7-93C0-5094B60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9CD12-4B56-40B8-8672-B2F90E6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68D93-0B51-4F51-8023-C0EFB6D0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530EF-ED24-4CBB-8EED-7A498DCC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87E9C-4E77-4154-9E74-7D3D659A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2D533-6D50-4B59-A87E-87542D0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F6628-D5CA-40CE-9486-FD91EC22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5AB45-7798-4DDF-A46A-5E301033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4C04C-7DFE-4D28-8B8A-7B503E75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DECC8A-7E2E-473A-8D5B-096130C2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31B11-189B-4088-AA76-BE4DE236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CD2EF-E8E3-4D2A-BB4C-B366F0C1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BA0E2-0FBE-4109-9176-20F87C5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8B210-B82F-494C-914A-8A70C4B4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D833F-6AB5-4C68-AD11-B9C7A4C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1C335-469A-4191-81F3-4A95004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4EDBC-BBA6-47B2-84F0-7367941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B7C2C-17D5-45E0-9F74-600C408F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7389371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CBCDF-BA66-4213-96D2-3B1317E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A3CA3-7641-4A29-9361-1AE96248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02EA4-0F5F-4297-B7B1-2FA282F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298C1-6B00-4D33-8930-FA5D47D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A1704-2939-4218-8D11-F6F1C075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FA55C-80F1-432F-9E67-C315AB2E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232C5-32C5-43A2-B201-1AB7A4A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BCCE-875B-40C7-9AD1-57040251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3380A-DE1C-4081-AB8E-E603BA55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010DF-2ABF-49FC-8978-BA8919A2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2A064-449D-4216-AE5C-02796D9D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8A7A8-004D-40E4-9EFB-6CC43E93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B75D2-8830-4462-A2A8-68B8CDF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F6D0E-093D-49B1-A1CB-4786E59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11499-F26A-4B7B-87DE-27414D4F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77D78-64D1-4D88-A04D-371FC901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DCFF8-3BE6-4431-8E98-DE0F3F8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62416-2FFF-4F6C-BC66-331729F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F1E92-4A8D-4BB0-81D8-C682C04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FCB22-ED59-4574-8A05-C4DC388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245C2-7F76-44E4-AA8F-228039D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59C2C-C4A2-4EE5-A244-A4BBCB9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FE297-7D4C-4E07-A278-3B14DE0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8A09E-9F16-4593-B77F-F01686C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44970-3C39-4CE4-A264-E6F61151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9A7705-0089-4DFA-9A07-8B67719D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DF41C-42FB-4E5A-A6CF-F8F439ED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27E49-D2BA-4FA3-9FA6-5131D4F0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03D03-C117-409B-B289-B23AA764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8BD6E-BAA6-4279-8DEE-453C37F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3E827-954F-4C4D-8961-217AD699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2D50A8-7380-42F5-B680-6E66A102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111727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7B3CD-47B8-430D-B162-538D9B76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801C2-3B98-466E-B1F2-EC5632D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20AD-7BF1-4543-8E77-3FC20AE8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DB9BD-0230-4314-958D-4920421E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2614F-7D2D-47C2-B5FF-6F25F853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A87CE-D935-435E-8DE7-4A48A874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3651E-63C8-440E-96A7-6A7D93CF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AFEE8-F9E4-48DD-AED6-7A0109CD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5866E-30DA-43C1-A6A4-B29F7ABF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0330A-E54F-4F98-BCCD-AD9BCE4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38B35-CBFB-494A-BAE1-D88E87F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83A07-E5DC-4408-95EB-E8A9582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92581-F5DB-4FCC-AD49-6B5F721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0AC66-663E-49B7-91BE-A2C2991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7BFB7-4F46-45EF-9CF1-325A4A2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98861-D3C7-435D-AB5A-52C6A9B9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5CA78-9153-4471-BE90-5DF0844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EA536-5DD1-411C-A8B8-1A39DFB8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9273-1975-42E3-872B-56CBF3D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9D4B1-6301-4456-8A07-7DC7109B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EF0DC-F6FB-44E8-AC5C-BB313820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796A2-F0DA-42AC-BED7-62ABAC09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956E5-D90A-4AEB-A9A4-8101B6B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0AAA4-55CB-489A-942F-C2F42080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95818-3EF5-4FBB-B9C2-9DC20EA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EE090-B874-456A-A0A2-B84F502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59423-FD81-4823-8F06-4DF2B98C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D8D46-13F7-420A-BD60-5EBCFBC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A6211-E888-4D60-AC42-C029C22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F332C-0772-41B0-93DD-067AA68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38345-6D3C-448C-8E98-7642BC4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3EF8E-2DC8-44F0-B980-86223B5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3126434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453E63-D2F5-40B0-8269-F014E3B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83A4F-C51F-4E9E-9808-29F6EF3B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D8967-2FBF-46ED-9F44-EDC8F4C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30C81-B718-464E-80E2-94E0B9A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33A17-1A90-4CE0-BDF8-35FC820A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095D9-BC90-4BEC-923A-EF30F502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ECC9C-8077-4B1F-91DE-B0F7893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FC37D-6449-44D0-A360-78EA2F6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A6606-CAD1-4C94-BA94-F0797EA6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0F60-796D-42C0-831D-DCB0189E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D9D97-0DC7-4563-88CD-3F289B13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8F90-DB59-4B37-9419-5AF02AA4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9793A-758E-4F5B-A3D5-FC88290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5970C-8955-45D3-BE46-7DC7C54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AA44-837B-4BF6-A86F-C607C970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100EE-06A2-4B53-8B6B-8D6381DC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1A75B-9F4A-4755-ADB7-8AFD22CA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FAC9F-5852-488E-89C4-6C4AF410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3FE13-5FDC-4155-95A8-40893D6F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61615-EE19-4286-822F-745CB70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F4154-5BE3-4E3C-8395-B27E75E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D41FE-C9D8-484E-B36D-7D9CE64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3C603-1E80-4B1B-A856-3FC7AC5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A9295-1473-440B-A2CE-AE87A45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A0367-1469-41BD-806D-C426BB16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BAC2A7-6E3C-4816-A770-EC3BFBA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560AE-DFF2-4EDF-98D3-8AF3744A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722FFB-17D0-4471-8083-5B52FC0E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046EE-8D2F-4B6E-AC2E-861A2C1C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0354A-BD10-4DF2-BC1A-7B5CDA3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41F4B-0B66-4B9F-BFCB-EE8D2F3A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FB3A6-DBF2-4793-A82B-55ABB14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5524919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F53448-5A8D-4B3A-AA63-459EF3FB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650EC-4063-47B1-8AE6-3A049A97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9C2CD-7EC3-4CC5-8930-A82719A1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CD633-46AB-4C64-B767-4095A17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1E44C-EE24-45C4-8923-C1E4FEF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560FE-BC94-483C-BDC0-D4B7AB3B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5F490-9C88-4776-B8DA-908F8123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0C24-F1E8-48C8-8D3D-690E869D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A4EB6-6C48-4A93-A101-DC542632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987AB-46D9-4FE2-A0D1-633B690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D78B0-80DC-462E-9240-8C2C7D39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A9C19-6B3D-4D3C-A250-4FAEB73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BEDC1-9634-40A2-9E42-C898B8E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B71BD-F2AF-40F0-9A54-3C4F2CAF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CB4D4-654E-46AA-8DB0-E5536389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11DE1-D24E-4CF4-951C-1C28D00B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374F1-A54F-40C1-B796-0CA24B5D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B543C-A351-4F0D-A02E-8EC45FA5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6C8EF-43D8-4F4B-8628-59D5D8C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40921-535C-49D0-B18A-E465749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9319F-E3F0-4D9C-99FE-B4CFF4A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29895-95AF-462A-B9D2-5713A153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164BC-1690-4851-BA14-A91AA2F5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538029-AD93-469E-BF86-37DA3361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01FAB-E2FF-4F5D-9B0F-FDE36250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9DEC9B-446B-4017-A205-4059CE8A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FA570-B619-4CFE-B080-70BDD5D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71A25-B3A5-4ECA-8C78-1490040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AEFEB-65DF-459B-AB02-02542A15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732A1-2BF6-4806-A085-DB8F7093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B39DB-214F-4F1A-AD4B-E5FF32E1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69973C-81E2-48D1-B892-C77706B3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9026499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A207C-0CA0-4ED4-9581-323513C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156D5-9229-479E-867E-C0F0B6FB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Gamma functions: Definitions, properties, 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1F1F8-55BD-475F-9081-D44425A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EDC60-F6C1-4B74-9542-F6707A8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FE924-686A-46DC-9A8C-1E8188A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C3537-97D4-44AA-B8EF-3D2BB59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66DE8-C3E9-49EB-BC26-5AD75344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3F77-1CA1-48D1-A11F-77BEC521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24239-A792-416D-9353-B43848D0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4C864-7460-409C-BC99-61ED87E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2D957-36E1-4AE8-A9D6-939C6E89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3DF1A-A0DB-4BD7-B197-801F935A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07061-6A54-4D0C-94FD-DDB647E8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3E080-444B-46E3-8F0B-676E4B99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6D265-8073-4A3E-AA99-BE4CE1B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C7FCA-359A-4F99-9F3D-9B83EE9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3EA40-E5CE-47C0-B647-419D734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9D38F-FF90-4C7C-9EA8-EFA7A7D6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E39E6-822F-44B2-9705-2AF0DDE3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337C5-E9A2-43BC-B1F3-FA4F2F9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3076A-E9ED-4F52-9D30-755B1A4B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F0AFB-6F87-4B98-9508-EEAA4317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82408-9FFC-4A44-B58B-6F3A4F5F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E58BC-F30A-4043-BBFF-01D85F7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2535B5-CBF6-487F-A858-CEE2212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CF67A-22C2-4CF0-8A73-ED4A5C8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7D02E-7BB7-47EA-9354-563D1FE3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B621C-C590-413E-9B96-3EE4E8C6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57B3F-BE20-4AC4-86C7-C7EA231B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3F92F-4EE5-44A1-BF2F-D48FFCB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E372BA-A774-490E-A007-5490680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4D4E24-D928-4A2F-A977-104E951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6831955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1ECDB-1B03-43E5-ACE0-DBB60CC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B27E-08F6-45CF-A3D8-B10F416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 Calculus (8 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5A23C-BC82-4F05-A4A5-9638DAD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88EC2-4E9B-4124-9D7C-7A971F1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7B91C-2F60-4855-9BE3-0220D719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3855B-735D-478B-AE9B-F55BF21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8D015-B40B-4341-B163-09B9417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65D90-1ECE-45E0-B52C-177C9562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67DC3-F0DC-4B53-8F36-D5288060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99E76-C526-49D7-8CCD-CFB9B1A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882D5-DFF2-435F-AC14-19E3F74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0F76-F349-492F-B458-9FBF0B9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52D70-4127-4592-96C9-D9875A3B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693F5-2361-4AB7-9E9C-FC23245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0892E-C2E4-4409-BA9C-F2C17732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AE280-F0A1-47EF-AEC3-F0FA8BD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A48D8-9AF7-49EF-B463-2384B5EE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A9125-02FF-4B19-BF5B-2FED8EB2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2B913-94AD-45F5-BDFA-0F66234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2983A-C74E-4AC6-90CE-4490ADA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872F8-7ABA-4418-8B84-9114931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D6778-EA87-4A7C-B786-F68AD14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7B189-8626-4C94-ADF6-213FC8F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B9AFA-65CA-493D-A842-4CC0688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591FE-ECCF-4E6F-8536-69C2271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EBC26-5056-4DEF-8130-B3B3579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90CED-84BE-483C-978C-631A066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6C5F53-2009-4EDB-8028-E968261F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84620A-892F-4677-801E-8C94152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4CE5B-412A-4356-AC33-365E691B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E033B4-A81C-49D3-9DD0-5AF945A3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5470B-D194-44C7-BDC5-E3EEB8D0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77901490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1B5D5-B97A-48D2-9785-97622F4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FD4B5-9AD7-4F23-9D94-058D806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Integrals: Evaluation of double and triple...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49907-1FBA-4842-8206-F2F22154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A71A-8EEA-46D5-B0B1-0E8AA55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724C-6CC2-4DEF-B040-2E99001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8683-DD25-4D27-8026-7970A634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11B04-6228-4C1F-9CBF-8EEA68E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7CD82-F1C5-4C40-8C66-D44E1535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059CA-666D-4BB3-91BB-4D30DDC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225A-734B-4447-9CFC-26004CCC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4F6EA-380D-4D30-A5AB-7778BDB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CDCEA-C593-4C68-A4B8-A8163D48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8534A-E6A1-461D-8787-0E1C45C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A5685-FD48-469F-A5BB-8E3ABDB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3F248-CF53-462E-9774-EBF4FC9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1A555-89D5-45E8-BAF1-8ED5CAF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3E1EA-F5A3-4D32-976C-E67B9C89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794AF-3625-4232-B8D3-66B80A86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EB698-F1BB-4443-BE81-2D3F019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7B48D-4D30-4561-BEB5-2834FAB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D562A-E08A-4045-B349-03B4A8E3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7CBA8-A26E-43CE-AE28-F86A8EF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1330F-7FEE-4C45-9616-1DC8D074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4BE3C-25B5-4620-BA19-541E412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A1935-19C8-4362-B62A-ED49EC4B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699EC-9A1C-4106-8798-2BEF7CDD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955CB-7D88-483B-8216-D81649B4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9CE95-F555-40ED-802A-86ACA93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F883B8-D438-498A-A75B-E68C1BC3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09859-17A1-4674-BCAA-07653CD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E1548-AD06-4A21-B7F6-65864080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7BBA2-5CCC-4BD7-AC3A-A61E7E3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10567017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904D6F-95B3-4030-BDBC-66139B3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187D-72B1-40C7-BCBC-4519F8F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to find Area and Volume by dou...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638E7-55E2-49D8-9CA2-B26D482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73FA5-298C-4EC8-B2BB-AC2A631F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D03C-D592-4B21-83EA-8CE5E23E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F6597-7D09-4C6F-A233-78CAAA93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E7BCE-5AB4-451B-BDEC-4C1CE7C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1BDAF-781E-4395-BC84-2EBE7F44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C6A66-ADCC-4499-B5A6-E5ED765B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1026F-7C22-4642-AB23-12568A0C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3E634-08DE-4388-8E50-30F9B64E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68487-8373-48D4-8DA4-473CEA9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D56A1-D0D6-4F66-B556-84DC6B56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EFDA0-190C-4DA6-A063-9BDF5915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13E10-2746-4371-82DA-1CA4C35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6F95E-53CE-459C-B52B-E21044B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25D13-261A-4C79-8A04-C3D536BC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96131-5F57-45CF-B22C-B315E45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41F33-5779-4C32-9C79-74B129A9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613B3-363D-4114-8003-724481C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D8502-9F33-4020-BBC7-2552772D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45DEA-C208-4D9B-BB86-D704AE5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29C94-D1EF-447D-BE7C-6AB3792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25936-FDE1-4D76-A787-2E61E7F3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949BF-9F70-418F-9265-AB7CAA8D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43545-4796-4569-8DBA-C274D0D5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E1269-AA60-4517-A1A8-6202436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BCA01F-BBCB-474E-B7E2-81F2F56E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73682-DD10-43AF-8657-D3B9FC76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7EB20-E966-48FF-82BD-2BE66EB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281AF-213B-452E-BBC9-D405CF12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2B8BD2-6BBC-4205-8A55-704D96D2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Numerical Methods</a:t>
            </a:r>
          </a:p>
        </p:txBody>
      </p:sp>
    </p:spTree>
    <p:extLst>
      <p:ext uri="{BB962C8B-B14F-4D97-AF65-F5344CB8AC3E}">
        <p14:creationId xmlns:p14="http://schemas.microsoft.com/office/powerpoint/2010/main" val="401095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2026-08-24T16:02:57.8320000Z</dcterms:created>
  <dcterms:modified xsi:type="dcterms:W3CDTF">2026-08-24T16:02:57.8320000Z</dcterms:modified>
</coreProperties>
</file>