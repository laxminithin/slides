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0f7d654f644c9c" /><Relationship Type="http://schemas.openxmlformats.org/officeDocument/2006/relationships/extended-properties" Target="/docProps/app.xml" Id="R749c41b60efd40b7" /><Relationship Type="http://schemas.openxmlformats.org/officeDocument/2006/relationships/officeDocument" Target="/ppt/presentation.xml" Id="R03d35cc7ac4047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6b91d6faae47d2"/>
  </p:sldMasterIdLst>
  <p:notesMasterIdLst>
    <p:notesMasterId xmlns:r="http://schemas.openxmlformats.org/officeDocument/2006/relationships" r:id="R48d2dac475c941a2"/>
  </p:notesMasterIdLst>
  <p:sldIdLst>
    <p:sldId xmlns:r="http://schemas.openxmlformats.org/officeDocument/2006/relationships" id="256" r:id="Ra8c76c41000d4301"/>
    <p:sldId xmlns:r="http://schemas.openxmlformats.org/officeDocument/2006/relationships" id="257" r:id="R7dbb2253559b47b8"/>
    <p:sldId xmlns:r="http://schemas.openxmlformats.org/officeDocument/2006/relationships" id="258" r:id="Rc8ccec15112d4360"/>
    <p:sldId xmlns:r="http://schemas.openxmlformats.org/officeDocument/2006/relationships" id="259" r:id="R466c0ae6ad4e48b7"/>
    <p:sldId xmlns:r="http://schemas.openxmlformats.org/officeDocument/2006/relationships" id="260" r:id="Rdf2dc603399b4a77"/>
    <p:sldId xmlns:r="http://schemas.openxmlformats.org/officeDocument/2006/relationships" id="261" r:id="R4291acc2fa9042aa"/>
    <p:sldId xmlns:r="http://schemas.openxmlformats.org/officeDocument/2006/relationships" id="262" r:id="Re8927380b2124046"/>
    <p:sldId xmlns:r="http://schemas.openxmlformats.org/officeDocument/2006/relationships" id="263" r:id="Rbda577ec16214875"/>
    <p:sldId xmlns:r="http://schemas.openxmlformats.org/officeDocument/2006/relationships" id="264" r:id="R737731a75cdd419c"/>
    <p:sldId xmlns:r="http://schemas.openxmlformats.org/officeDocument/2006/relationships" id="265" r:id="R7fd4c106b97040ab"/>
    <p:sldId xmlns:r="http://schemas.openxmlformats.org/officeDocument/2006/relationships" id="266" r:id="Rb3f4b2111c264b2e"/>
    <p:sldId xmlns:r="http://schemas.openxmlformats.org/officeDocument/2006/relationships" id="267" r:id="R7984ebcc610d4fbd"/>
    <p:sldId xmlns:r="http://schemas.openxmlformats.org/officeDocument/2006/relationships" id="268" r:id="R796c4522c471471b"/>
    <p:sldId xmlns:r="http://schemas.openxmlformats.org/officeDocument/2006/relationships" id="269" r:id="R7b0ebbd866424c18"/>
    <p:sldId xmlns:r="http://schemas.openxmlformats.org/officeDocument/2006/relationships" id="270" r:id="R5600496e8ec74b2a"/>
    <p:sldId xmlns:r="http://schemas.openxmlformats.org/officeDocument/2006/relationships" id="271" r:id="R1e046bc8a1b54dc0"/>
    <p:sldId xmlns:r="http://schemas.openxmlformats.org/officeDocument/2006/relationships" id="272" r:id="Rc7eb0660848e478f"/>
    <p:sldId xmlns:r="http://schemas.openxmlformats.org/officeDocument/2006/relationships" id="273" r:id="R9eeb41a47f444b0a"/>
    <p:sldId xmlns:r="http://schemas.openxmlformats.org/officeDocument/2006/relationships" id="274" r:id="R5964a51a596f4b93"/>
    <p:sldId xmlns:r="http://schemas.openxmlformats.org/officeDocument/2006/relationships" id="275" r:id="Ra4a6626090b54528"/>
    <p:sldId xmlns:r="http://schemas.openxmlformats.org/officeDocument/2006/relationships" id="276" r:id="R465065e7601b4f0f"/>
    <p:sldId xmlns:r="http://schemas.openxmlformats.org/officeDocument/2006/relationships" id="277" r:id="R279f762385234c50"/>
    <p:sldId xmlns:r="http://schemas.openxmlformats.org/officeDocument/2006/relationships" id="278" r:id="R958e83caebe64caa"/>
    <p:sldId xmlns:r="http://schemas.openxmlformats.org/officeDocument/2006/relationships" id="279" r:id="Rdcb4d93651614c6a"/>
    <p:sldId xmlns:r="http://schemas.openxmlformats.org/officeDocument/2006/relationships" id="280" r:id="R447d91cd90174490"/>
    <p:sldId xmlns:r="http://schemas.openxmlformats.org/officeDocument/2006/relationships" id="281" r:id="Rd1a5fe7087b84591"/>
    <p:sldId xmlns:r="http://schemas.openxmlformats.org/officeDocument/2006/relationships" id="282" r:id="R796c2dbddf9b4175"/>
    <p:sldId xmlns:r="http://schemas.openxmlformats.org/officeDocument/2006/relationships" id="283" r:id="R847175e6cb454f83"/>
    <p:sldId xmlns:r="http://schemas.openxmlformats.org/officeDocument/2006/relationships" id="284" r:id="Rdcdb65b11ffb454d"/>
    <p:sldId xmlns:r="http://schemas.openxmlformats.org/officeDocument/2006/relationships" id="285" r:id="R85580f7855fc475b"/>
    <p:sldId xmlns:r="http://schemas.openxmlformats.org/officeDocument/2006/relationships" id="286" r:id="Ra4418ad1c0044fd2"/>
    <p:sldId xmlns:r="http://schemas.openxmlformats.org/officeDocument/2006/relationships" id="287" r:id="R582f11c8d6004ccf"/>
    <p:sldId xmlns:r="http://schemas.openxmlformats.org/officeDocument/2006/relationships" id="288" r:id="R2646313989ac4afa"/>
    <p:sldId xmlns:r="http://schemas.openxmlformats.org/officeDocument/2006/relationships" id="289" r:id="R379adadca9cf4b84"/>
    <p:sldId xmlns:r="http://schemas.openxmlformats.org/officeDocument/2006/relationships" id="290" r:id="Re96b4fc5feaa4d24"/>
    <p:sldId xmlns:r="http://schemas.openxmlformats.org/officeDocument/2006/relationships" id="291" r:id="R315c3ecbf1c345e2"/>
    <p:sldId xmlns:r="http://schemas.openxmlformats.org/officeDocument/2006/relationships" id="292" r:id="R328c278f795045f6"/>
    <p:sldId xmlns:r="http://schemas.openxmlformats.org/officeDocument/2006/relationships" id="293" r:id="Rb02819ba28a84446"/>
    <p:sldId xmlns:r="http://schemas.openxmlformats.org/officeDocument/2006/relationships" id="294" r:id="R16f6cadc12f74bbe"/>
    <p:sldId xmlns:r="http://schemas.openxmlformats.org/officeDocument/2006/relationships" id="295" r:id="R76b3ca43523e4a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197464fec84b58" /><Relationship Type="http://schemas.openxmlformats.org/officeDocument/2006/relationships/slideMaster" Target="/ppt/slideMasters/slideMaster1.xml" Id="Re36b91d6faae47d2" /><Relationship Type="http://schemas.openxmlformats.org/officeDocument/2006/relationships/notesMaster" Target="/ppt/notesMasters/notesMaster1.xml" Id="R48d2dac475c941a2" /><Relationship Type="http://schemas.openxmlformats.org/officeDocument/2006/relationships/presProps" Target="/ppt/presProps.xml" Id="R5a0a4d702988402a" /><Relationship Type="http://schemas.openxmlformats.org/officeDocument/2006/relationships/tableStyles" Target="/ppt/tableStyles.xml" Id="Rae5cc9d870c94c56" /><Relationship Type="http://schemas.openxmlformats.org/officeDocument/2006/relationships/slide" Target="/ppt/slides/slide1.xml" Id="Ra8c76c41000d4301" /><Relationship Type="http://schemas.openxmlformats.org/officeDocument/2006/relationships/slide" Target="/ppt/slides/slide2.xml" Id="R7dbb2253559b47b8" /><Relationship Type="http://schemas.openxmlformats.org/officeDocument/2006/relationships/slide" Target="/ppt/slides/slide3.xml" Id="Rc8ccec15112d4360" /><Relationship Type="http://schemas.openxmlformats.org/officeDocument/2006/relationships/slide" Target="/ppt/slides/slide4.xml" Id="R466c0ae6ad4e48b7" /><Relationship Type="http://schemas.openxmlformats.org/officeDocument/2006/relationships/slide" Target="/ppt/slides/slide5.xml" Id="Rdf2dc603399b4a77" /><Relationship Type="http://schemas.openxmlformats.org/officeDocument/2006/relationships/slide" Target="/ppt/slides/slide6.xml" Id="R4291acc2fa9042aa" /><Relationship Type="http://schemas.openxmlformats.org/officeDocument/2006/relationships/slide" Target="/ppt/slides/slide7.xml" Id="Re8927380b2124046" /><Relationship Type="http://schemas.openxmlformats.org/officeDocument/2006/relationships/slide" Target="/ppt/slides/slide8.xml" Id="Rbda577ec16214875" /><Relationship Type="http://schemas.openxmlformats.org/officeDocument/2006/relationships/slide" Target="/ppt/slides/slide9.xml" Id="R737731a75cdd419c" /><Relationship Type="http://schemas.openxmlformats.org/officeDocument/2006/relationships/slide" Target="/ppt/slides/slide10.xml" Id="R7fd4c106b97040ab" /><Relationship Type="http://schemas.openxmlformats.org/officeDocument/2006/relationships/slide" Target="/ppt/slides/slide11.xml" Id="Rb3f4b2111c264b2e" /><Relationship Type="http://schemas.openxmlformats.org/officeDocument/2006/relationships/slide" Target="/ppt/slides/slide12.xml" Id="R7984ebcc610d4fbd" /><Relationship Type="http://schemas.openxmlformats.org/officeDocument/2006/relationships/slide" Target="/ppt/slides/slide13.xml" Id="R796c4522c471471b" /><Relationship Type="http://schemas.openxmlformats.org/officeDocument/2006/relationships/slide" Target="/ppt/slides/slide14.xml" Id="R7b0ebbd866424c18" /><Relationship Type="http://schemas.openxmlformats.org/officeDocument/2006/relationships/slide" Target="/ppt/slides/slide15.xml" Id="R5600496e8ec74b2a" /><Relationship Type="http://schemas.openxmlformats.org/officeDocument/2006/relationships/slide" Target="/ppt/slides/slide16.xml" Id="R1e046bc8a1b54dc0" /><Relationship Type="http://schemas.openxmlformats.org/officeDocument/2006/relationships/slide" Target="/ppt/slides/slide17.xml" Id="Rc7eb0660848e478f" /><Relationship Type="http://schemas.openxmlformats.org/officeDocument/2006/relationships/slide" Target="/ppt/slides/slide18.xml" Id="R9eeb41a47f444b0a" /><Relationship Type="http://schemas.openxmlformats.org/officeDocument/2006/relationships/slide" Target="/ppt/slides/slide19.xml" Id="R5964a51a596f4b93" /><Relationship Type="http://schemas.openxmlformats.org/officeDocument/2006/relationships/slide" Target="/ppt/slides/slide20.xml" Id="Ra4a6626090b54528" /><Relationship Type="http://schemas.openxmlformats.org/officeDocument/2006/relationships/slide" Target="/ppt/slides/slide21.xml" Id="R465065e7601b4f0f" /><Relationship Type="http://schemas.openxmlformats.org/officeDocument/2006/relationships/slide" Target="/ppt/slides/slide22.xml" Id="R279f762385234c50" /><Relationship Type="http://schemas.openxmlformats.org/officeDocument/2006/relationships/slide" Target="/ppt/slides/slide23.xml" Id="R958e83caebe64caa" /><Relationship Type="http://schemas.openxmlformats.org/officeDocument/2006/relationships/slide" Target="/ppt/slides/slide24.xml" Id="Rdcb4d93651614c6a" /><Relationship Type="http://schemas.openxmlformats.org/officeDocument/2006/relationships/slide" Target="/ppt/slides/slide25.xml" Id="R447d91cd90174490" /><Relationship Type="http://schemas.openxmlformats.org/officeDocument/2006/relationships/slide" Target="/ppt/slides/slide26.xml" Id="Rd1a5fe7087b84591" /><Relationship Type="http://schemas.openxmlformats.org/officeDocument/2006/relationships/slide" Target="/ppt/slides/slide27.xml" Id="R796c2dbddf9b4175" /><Relationship Type="http://schemas.openxmlformats.org/officeDocument/2006/relationships/slide" Target="/ppt/slides/slide28.xml" Id="R847175e6cb454f83" /><Relationship Type="http://schemas.openxmlformats.org/officeDocument/2006/relationships/slide" Target="/ppt/slides/slide29.xml" Id="Rdcdb65b11ffb454d" /><Relationship Type="http://schemas.openxmlformats.org/officeDocument/2006/relationships/slide" Target="/ppt/slides/slide30.xml" Id="R85580f7855fc475b" /><Relationship Type="http://schemas.openxmlformats.org/officeDocument/2006/relationships/slide" Target="/ppt/slides/slide31.xml" Id="Ra4418ad1c0044fd2" /><Relationship Type="http://schemas.openxmlformats.org/officeDocument/2006/relationships/slide" Target="/ppt/slides/slide32.xml" Id="R582f11c8d6004ccf" /><Relationship Type="http://schemas.openxmlformats.org/officeDocument/2006/relationships/slide" Target="/ppt/slides/slide33.xml" Id="R2646313989ac4afa" /><Relationship Type="http://schemas.openxmlformats.org/officeDocument/2006/relationships/slide" Target="/ppt/slides/slide34.xml" Id="R379adadca9cf4b84" /><Relationship Type="http://schemas.openxmlformats.org/officeDocument/2006/relationships/slide" Target="/ppt/slides/slide35.xml" Id="Re96b4fc5feaa4d24" /><Relationship Type="http://schemas.openxmlformats.org/officeDocument/2006/relationships/slide" Target="/ppt/slides/slide36.xml" Id="R315c3ecbf1c345e2" /><Relationship Type="http://schemas.openxmlformats.org/officeDocument/2006/relationships/slide" Target="/ppt/slides/slide37.xml" Id="R328c278f795045f6" /><Relationship Type="http://schemas.openxmlformats.org/officeDocument/2006/relationships/slide" Target="/ppt/slides/slide38.xml" Id="Rb02819ba28a84446" /><Relationship Type="http://schemas.openxmlformats.org/officeDocument/2006/relationships/slide" Target="/ppt/slides/slide39.xml" Id="R16f6cadc12f74bbe" /><Relationship Type="http://schemas.openxmlformats.org/officeDocument/2006/relationships/slide" Target="/ppt/slides/slide40.xml" Id="R76b3ca43523e4a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6f003551f240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46895cc4cd4a76" /><Relationship Type="http://schemas.openxmlformats.org/officeDocument/2006/relationships/notesMaster" Target="/ppt/notesMasters/notesMaster1.xml" Id="Ra71e6e88307c4f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036a22523b4281" /><Relationship Type="http://schemas.openxmlformats.org/officeDocument/2006/relationships/notesMaster" Target="/ppt/notesMasters/notesMaster1.xml" Id="R47417a64bdda40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9e9b1aa04d4649" /><Relationship Type="http://schemas.openxmlformats.org/officeDocument/2006/relationships/notesMaster" Target="/ppt/notesMasters/notesMaster1.xml" Id="R9800e3bd51c142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918f52ba5343cc" /><Relationship Type="http://schemas.openxmlformats.org/officeDocument/2006/relationships/notesMaster" Target="/ppt/notesMasters/notesMaster1.xml" Id="R304324cd8a0845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a264a3ed594e31" /><Relationship Type="http://schemas.openxmlformats.org/officeDocument/2006/relationships/notesMaster" Target="/ppt/notesMasters/notesMaster1.xml" Id="R788e6a05bcd544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cd3e04d2a54666" /><Relationship Type="http://schemas.openxmlformats.org/officeDocument/2006/relationships/notesMaster" Target="/ppt/notesMasters/notesMaster1.xml" Id="R826c6c2de78449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3832835cde4c93" /><Relationship Type="http://schemas.openxmlformats.org/officeDocument/2006/relationships/notesMaster" Target="/ppt/notesMasters/notesMaster1.xml" Id="R565bf9d6e67b47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194b012692454d" /><Relationship Type="http://schemas.openxmlformats.org/officeDocument/2006/relationships/notesMaster" Target="/ppt/notesMasters/notesMaster1.xml" Id="R8ed613e9c9b84b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61e32829374d55" /><Relationship Type="http://schemas.openxmlformats.org/officeDocument/2006/relationships/notesMaster" Target="/ppt/notesMasters/notesMaster1.xml" Id="R2fb13709c4e343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315ee58ae348e2" /><Relationship Type="http://schemas.openxmlformats.org/officeDocument/2006/relationships/notesMaster" Target="/ppt/notesMasters/notesMaster1.xml" Id="R1f7167f0747a4f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5823234f01d4a48" /><Relationship Type="http://schemas.openxmlformats.org/officeDocument/2006/relationships/notesMaster" Target="/ppt/notesMasters/notesMaster1.xml" Id="R5072e65b8e674e4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70de2f69ca448b9" /><Relationship Type="http://schemas.openxmlformats.org/officeDocument/2006/relationships/notesMaster" Target="/ppt/notesMasters/notesMaster1.xml" Id="R88b200c6867b484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a5c46f8cde74b79" /><Relationship Type="http://schemas.openxmlformats.org/officeDocument/2006/relationships/notesMaster" Target="/ppt/notesMasters/notesMaster1.xml" Id="R76c4a34cc25f476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cbf90c5bb1e4a42" /><Relationship Type="http://schemas.openxmlformats.org/officeDocument/2006/relationships/notesMaster" Target="/ppt/notesMasters/notesMaster1.xml" Id="R2e650b16c4744e9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10d625b9532454d" /><Relationship Type="http://schemas.openxmlformats.org/officeDocument/2006/relationships/notesMaster" Target="/ppt/notesMasters/notesMaster1.xml" Id="R861016c14b1d4e9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f28cc72b7e549a0" /><Relationship Type="http://schemas.openxmlformats.org/officeDocument/2006/relationships/notesMaster" Target="/ppt/notesMasters/notesMaster1.xml" Id="Rd7634116be6447b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e73cb13277d4c7a" /><Relationship Type="http://schemas.openxmlformats.org/officeDocument/2006/relationships/notesMaster" Target="/ppt/notesMasters/notesMaster1.xml" Id="R034d5ab4a430461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9cdcdd46960497c" /><Relationship Type="http://schemas.openxmlformats.org/officeDocument/2006/relationships/notesMaster" Target="/ppt/notesMasters/notesMaster1.xml" Id="R63ef4bee898146d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a4e3b7437f34fc8" /><Relationship Type="http://schemas.openxmlformats.org/officeDocument/2006/relationships/notesMaster" Target="/ppt/notesMasters/notesMaster1.xml" Id="R7778493c4e1a405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993668b11a44e8b" /><Relationship Type="http://schemas.openxmlformats.org/officeDocument/2006/relationships/notesMaster" Target="/ppt/notesMasters/notesMaster1.xml" Id="R00d839a9090f44e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9bb320ebcff4503" /><Relationship Type="http://schemas.openxmlformats.org/officeDocument/2006/relationships/notesMaster" Target="/ppt/notesMasters/notesMaster1.xml" Id="R2a21d0ff4322470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4deebf2447b4dba" /><Relationship Type="http://schemas.openxmlformats.org/officeDocument/2006/relationships/notesMaster" Target="/ppt/notesMasters/notesMaster1.xml" Id="Rd001f245c262479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9b4797235094fcf" /><Relationship Type="http://schemas.openxmlformats.org/officeDocument/2006/relationships/notesMaster" Target="/ppt/notesMasters/notesMaster1.xml" Id="Rf34e557df4db436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188d5bb92ba4388" /><Relationship Type="http://schemas.openxmlformats.org/officeDocument/2006/relationships/notesMaster" Target="/ppt/notesMasters/notesMaster1.xml" Id="Rc6af8874c7a3479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4aa3c8b7a944103" /><Relationship Type="http://schemas.openxmlformats.org/officeDocument/2006/relationships/notesMaster" Target="/ppt/notesMasters/notesMaster1.xml" Id="Ref41d92c4ffc4b6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25ad19122f44a4b" /><Relationship Type="http://schemas.openxmlformats.org/officeDocument/2006/relationships/notesMaster" Target="/ppt/notesMasters/notesMaster1.xml" Id="R7845a3d69968462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b5c76c4f9f343ac" /><Relationship Type="http://schemas.openxmlformats.org/officeDocument/2006/relationships/notesMaster" Target="/ppt/notesMasters/notesMaster1.xml" Id="Rf0318155cf514fd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1d34cb40b1641ed" /><Relationship Type="http://schemas.openxmlformats.org/officeDocument/2006/relationships/notesMaster" Target="/ppt/notesMasters/notesMaster1.xml" Id="Ra25c3f1093c34a5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25674ce127b4136" /><Relationship Type="http://schemas.openxmlformats.org/officeDocument/2006/relationships/notesMaster" Target="/ppt/notesMasters/notesMaster1.xml" Id="R69ef3de3b5a24f5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d7e882f3d154c78" /><Relationship Type="http://schemas.openxmlformats.org/officeDocument/2006/relationships/notesMaster" Target="/ppt/notesMasters/notesMaster1.xml" Id="Rac46015419c042c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e7b33df288b452b" /><Relationship Type="http://schemas.openxmlformats.org/officeDocument/2006/relationships/notesMaster" Target="/ppt/notesMasters/notesMaster1.xml" Id="Rc5e77ff89e554f3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6962a0e8bbf458e" /><Relationship Type="http://schemas.openxmlformats.org/officeDocument/2006/relationships/notesMaster" Target="/ppt/notesMasters/notesMaster1.xml" Id="R7f3473f73aca40a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3aada51f1ea4d35" /><Relationship Type="http://schemas.openxmlformats.org/officeDocument/2006/relationships/notesMaster" Target="/ppt/notesMasters/notesMaster1.xml" Id="Rd979611e1988429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9de5d4d45d048de" /><Relationship Type="http://schemas.openxmlformats.org/officeDocument/2006/relationships/notesMaster" Target="/ppt/notesMasters/notesMaster1.xml" Id="R9510c87c9a844ca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9189d66ce014de7" /><Relationship Type="http://schemas.openxmlformats.org/officeDocument/2006/relationships/notesMaster" Target="/ppt/notesMasters/notesMaster1.xml" Id="R884c69f0773c420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77816d91e474707" /><Relationship Type="http://schemas.openxmlformats.org/officeDocument/2006/relationships/notesMaster" Target="/ppt/notesMasters/notesMaster1.xml" Id="R71bf8d22d9ad421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98d753bc5664c4c" /><Relationship Type="http://schemas.openxmlformats.org/officeDocument/2006/relationships/notesMaster" Target="/ppt/notesMasters/notesMaster1.xml" Id="Rff4c1041220347c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550933041254eac" /><Relationship Type="http://schemas.openxmlformats.org/officeDocument/2006/relationships/notesMaster" Target="/ppt/notesMasters/notesMaster1.xml" Id="R5ca4aa44d2224c1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0db35a58349491a" /><Relationship Type="http://schemas.openxmlformats.org/officeDocument/2006/relationships/notesMaster" Target="/ppt/notesMasters/notesMaster1.xml" Id="Re18403465a5b416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7c3fe5ded364df5" /><Relationship Type="http://schemas.openxmlformats.org/officeDocument/2006/relationships/notesMaster" Target="/ppt/notesMasters/notesMaster1.xml" Id="Rfcfcbcfbe6d244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46179577744b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9932ea8e3b4562" /><Relationship Type="http://schemas.openxmlformats.org/officeDocument/2006/relationships/slideLayout" Target="/ppt/slideLayouts/slideLayout1.xml" Id="Rcf80a51c6c834e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80a51c6c834e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b6f834a874c05" /><Relationship Type="http://schemas.openxmlformats.org/officeDocument/2006/relationships/notesSlide" Target="/ppt/notesSlides/notesSlide1.xml" Id="R9869147584634f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2b436648e4045" /><Relationship Type="http://schemas.openxmlformats.org/officeDocument/2006/relationships/notesSlide" Target="/ppt/notesSlides/notesSlide2.xml" Id="R610ff3f259e542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04d986aa04c51" /><Relationship Type="http://schemas.openxmlformats.org/officeDocument/2006/relationships/notesSlide" Target="/ppt/notesSlides/notesSlide3.xml" Id="Rbe98ca387b9d4b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a047a38c54431" /><Relationship Type="http://schemas.openxmlformats.org/officeDocument/2006/relationships/notesSlide" Target="/ppt/notesSlides/notesSlide4.xml" Id="Rd1ce6ae875bc49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705f21c0344d55" /><Relationship Type="http://schemas.openxmlformats.org/officeDocument/2006/relationships/notesSlide" Target="/ppt/notesSlides/notesSlide5.xml" Id="R5207300e77bd4c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9903327a84645" /><Relationship Type="http://schemas.openxmlformats.org/officeDocument/2006/relationships/notesSlide" Target="/ppt/notesSlides/notesSlide6.xml" Id="R2b58c6a2667a4e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8737d6bce4925" /><Relationship Type="http://schemas.openxmlformats.org/officeDocument/2006/relationships/notesSlide" Target="/ppt/notesSlides/notesSlide7.xml" Id="R83d188785b7549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002015158348f7" /><Relationship Type="http://schemas.openxmlformats.org/officeDocument/2006/relationships/notesSlide" Target="/ppt/notesSlides/notesSlide8.xml" Id="R6e51e8aa83ca4c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2e339324e427d" /><Relationship Type="http://schemas.openxmlformats.org/officeDocument/2006/relationships/notesSlide" Target="/ppt/notesSlides/notesSlide9.xml" Id="R0f2af2ca4d2449b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19d48242f4ef8" /><Relationship Type="http://schemas.openxmlformats.org/officeDocument/2006/relationships/notesSlide" Target="/ppt/notesSlides/notesSlide10.xml" Id="R87a334355aed46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c6fcc1d334d7a" /><Relationship Type="http://schemas.openxmlformats.org/officeDocument/2006/relationships/notesSlide" Target="/ppt/notesSlides/notesSlide11.xml" Id="Ra6cfd06c6ab04c7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d680005a1418d" /><Relationship Type="http://schemas.openxmlformats.org/officeDocument/2006/relationships/notesSlide" Target="/ppt/notesSlides/notesSlide12.xml" Id="Ra96d964d6b3d446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0ef77bb774f2b" /><Relationship Type="http://schemas.openxmlformats.org/officeDocument/2006/relationships/notesSlide" Target="/ppt/notesSlides/notesSlide13.xml" Id="R7651c5c3e32d4db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c239e06df423d" /><Relationship Type="http://schemas.openxmlformats.org/officeDocument/2006/relationships/notesSlide" Target="/ppt/notesSlides/notesSlide14.xml" Id="R2735d6c5f26346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f0e72b2964dfa" /><Relationship Type="http://schemas.openxmlformats.org/officeDocument/2006/relationships/notesSlide" Target="/ppt/notesSlides/notesSlide15.xml" Id="R24189e81ba824a1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7da78d0f54630" /><Relationship Type="http://schemas.openxmlformats.org/officeDocument/2006/relationships/notesSlide" Target="/ppt/notesSlides/notesSlide16.xml" Id="R8b20537e9cc4417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d0f7e04fd4a43" /><Relationship Type="http://schemas.openxmlformats.org/officeDocument/2006/relationships/notesSlide" Target="/ppt/notesSlides/notesSlide17.xml" Id="Ref61b88ca4f049f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de58a5c254f8c" /><Relationship Type="http://schemas.openxmlformats.org/officeDocument/2006/relationships/notesSlide" Target="/ppt/notesSlides/notesSlide18.xml" Id="Rbaced0a12f8b43b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4b6ffe4b7478c" /><Relationship Type="http://schemas.openxmlformats.org/officeDocument/2006/relationships/notesSlide" Target="/ppt/notesSlides/notesSlide19.xml" Id="R4b6deb7c83d84dc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e29c02be5345c2" /><Relationship Type="http://schemas.openxmlformats.org/officeDocument/2006/relationships/notesSlide" Target="/ppt/notesSlides/notesSlide20.xml" Id="Rfa7e908a68a7474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993434cf84af9" /><Relationship Type="http://schemas.openxmlformats.org/officeDocument/2006/relationships/notesSlide" Target="/ppt/notesSlides/notesSlide21.xml" Id="R5a89191eec0f420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1dacc1f5c647f5" /><Relationship Type="http://schemas.openxmlformats.org/officeDocument/2006/relationships/notesSlide" Target="/ppt/notesSlides/notesSlide22.xml" Id="Rc3b1418166ff411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443a5df354ad8" /><Relationship Type="http://schemas.openxmlformats.org/officeDocument/2006/relationships/notesSlide" Target="/ppt/notesSlides/notesSlide23.xml" Id="Rd7de41c86d3c48e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d2fba863a448e" /><Relationship Type="http://schemas.openxmlformats.org/officeDocument/2006/relationships/notesSlide" Target="/ppt/notesSlides/notesSlide24.xml" Id="R1f2b9b6858f7430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a09a7532cd4c37" /><Relationship Type="http://schemas.openxmlformats.org/officeDocument/2006/relationships/notesSlide" Target="/ppt/notesSlides/notesSlide25.xml" Id="R5936dc48f86e4d9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c6938fc6b4c33" /><Relationship Type="http://schemas.openxmlformats.org/officeDocument/2006/relationships/notesSlide" Target="/ppt/notesSlides/notesSlide26.xml" Id="Rf50631e612454db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2cc40841f4cad" /><Relationship Type="http://schemas.openxmlformats.org/officeDocument/2006/relationships/notesSlide" Target="/ppt/notesSlides/notesSlide27.xml" Id="R2447c9589057461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3ec7fac924a57" /><Relationship Type="http://schemas.openxmlformats.org/officeDocument/2006/relationships/notesSlide" Target="/ppt/notesSlides/notesSlide28.xml" Id="R1ef199178651423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da64171374e9b" /><Relationship Type="http://schemas.openxmlformats.org/officeDocument/2006/relationships/notesSlide" Target="/ppt/notesSlides/notesSlide29.xml" Id="Rcad6a774e84447d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536994dfe4770" /><Relationship Type="http://schemas.openxmlformats.org/officeDocument/2006/relationships/notesSlide" Target="/ppt/notesSlides/notesSlide30.xml" Id="Redd292fcb3f840e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3c7b770f3469c" /><Relationship Type="http://schemas.openxmlformats.org/officeDocument/2006/relationships/notesSlide" Target="/ppt/notesSlides/notesSlide31.xml" Id="Red846019c7734ff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185c9aac048fe" /><Relationship Type="http://schemas.openxmlformats.org/officeDocument/2006/relationships/notesSlide" Target="/ppt/notesSlides/notesSlide32.xml" Id="Rbf4f08c514e74e9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89b26c30f41ed" /><Relationship Type="http://schemas.openxmlformats.org/officeDocument/2006/relationships/notesSlide" Target="/ppt/notesSlides/notesSlide33.xml" Id="Rf10fbeb02633466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7c606818d4904" /><Relationship Type="http://schemas.openxmlformats.org/officeDocument/2006/relationships/notesSlide" Target="/ppt/notesSlides/notesSlide34.xml" Id="R4fe9c699a2a04a3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de42742714607" /><Relationship Type="http://schemas.openxmlformats.org/officeDocument/2006/relationships/notesSlide" Target="/ppt/notesSlides/notesSlide35.xml" Id="Re7295d8341f04dc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a67215e894493" /><Relationship Type="http://schemas.openxmlformats.org/officeDocument/2006/relationships/notesSlide" Target="/ppt/notesSlides/notesSlide36.xml" Id="Ra92ec8fd60fa49f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2c9719ef54dec" /><Relationship Type="http://schemas.openxmlformats.org/officeDocument/2006/relationships/notesSlide" Target="/ppt/notesSlides/notesSlide37.xml" Id="Rf49b4b01c07b421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cc5976c164775" /><Relationship Type="http://schemas.openxmlformats.org/officeDocument/2006/relationships/notesSlide" Target="/ppt/notesSlides/notesSlide38.xml" Id="R8656cbfeb7b447e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eb671d74e14e82" /><Relationship Type="http://schemas.openxmlformats.org/officeDocument/2006/relationships/notesSlide" Target="/ppt/notesSlides/notesSlide39.xml" Id="R26be36684ae840a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20584b8b447be" /><Relationship Type="http://schemas.openxmlformats.org/officeDocument/2006/relationships/notesSlide" Target="/ppt/notesSlides/notesSlide40.xml" Id="Rab74443ba16444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EBE50F-B161-412B-9902-11B7CD1A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8DB55-6B1C-4C1B-932E-44BAD2C0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Numerical Methods - 1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6ED5A-9F73-428B-B7A4-47912CDD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Differential Calculus and Numerical Methods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1BMATC201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197F2-2CED-4023-8950-295F4785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0C159-186B-4E9F-ADFE-9FAF7F0C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E949E2-2820-4801-92E7-A21DC464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84069B-929F-486B-96F6-E5C71412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E38C40-0252-4428-B1BB-C95D4C4E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83E3EE-F7BB-4468-93EB-349D23B3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BCC41-1906-4302-9AEB-3AB739BA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A826C4-7DC7-4878-9247-6178FE3B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55B477-CD0F-47EE-872A-8256955E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EAB6EF-93E6-48BF-89F3-92DB17CB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6675795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CDC209-7200-46DF-9DF4-939012F2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4BDDF-150F-4E8C-808B-3E3908C5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6699D-5959-48FE-99BF-271BDD06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C5474-C8D8-4DEF-846C-C107CD43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4EF0E-DCCA-40F6-8C0E-8E415F97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907B34-2389-40B5-BF27-47FBC65B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B1459B-C494-4FB0-8700-8AE26DB4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07BCF8-B29E-46B9-9228-C047C0D7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B1B782-1DAA-4C09-87A8-2AD84DB9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F6F11-800E-4FDC-BD37-9BDD676F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AA412F-19C6-44FA-9A72-3C112147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CAA65E-1E07-4AA0-9503-49BD9B24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3FBBB3-2A7E-4111-9AA6-D7CB75B2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0F0AD2-00E8-4D2F-8DEA-9B7311FF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313EA3-8D71-468A-BD7D-2393AD33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7273130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999C10-805B-41BE-94DA-F09B4D4F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8FB69-D6F4-4D4D-B9DC-09C6AA85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FEB415-0B2C-4156-A02F-D43C2555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D7BBEB-ECC2-439F-AB13-FBA2F0A3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C3BD5-1A1F-48EB-8B9B-7E968113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96C65-F93A-4D52-B85B-1C08D2A4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240B5-ABDC-4DBC-B18F-8C4F82CB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FAA7E-0550-42A6-B55D-BEB81B99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D693B9-5BD6-4674-9DED-73A7731F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Numerical Methods - 1 (8 Hours Theory + 4 Hours Tutorial)...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3376FF-3252-459C-9348-FD697789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5FA396-CF86-4C15-ABE8-0595CB80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CC27A6-7A58-4649-8686-EBC1A901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Interpolation: Finite differences, Interpolation using Ne...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37BFC1-E6EA-4567-B77D-78031ED9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E49F4C-771E-4656-8597-E37EAF2C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85EE28-7AFE-4901-902C-590B038C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Numerical integration: Trapezoidal, Simpson's 1/3rd and 3...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F9078B-FBB7-4127-AA05-64554F45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0AA8E7-8EBC-448F-B516-FBC44015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FAE668-CC55-41B9-9DEE-6559E6E4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Chapter -28.1-28.2, 29.1-30.8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4D7AC3-BF34-472A-A8CF-32A8B756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1C8109-032A-4714-920D-91CB74FF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0613923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2B4E2E-89E3-460A-9389-AC9F0925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7F50E-648D-46B1-92C4-CC2A63A1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D5CB5-38D0-4822-B29A-4E21698E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748ED-2F4E-458B-89B1-8C7470D4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0B273-1B88-49B2-B3A0-E7B6E7D6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507C5-493F-40E3-A1CE-A76691C2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2B6B5-1160-416D-A129-CF4171D1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09B31E-689F-49AA-8067-F125B38D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Numerical Methods - 1 (8 Hours Theory + 4 Hours Tutorial)...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032C06-916B-49B3-8FC2-63F1DBAF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DF37C8-0CD5-4C07-AF67-3C7E1D80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4A7AB2-8BB8-4AF7-BD0D-5E4BB385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Interpolation: Finite differences, Interpolation using Ne...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BB3EA6-4A77-4DCE-85CB-E772C18C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C11555-23E5-4D08-A244-9F8B9470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966050-5820-437A-9A41-30429E11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Numerical integration: Trapezoidal, Simpson's 1/3rd and 3...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491080-4E1B-4657-B2F2-D373F9E3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71F743-748C-42DE-98A7-BFE5A3CF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3492D4-2C76-4B1C-88BC-9A6412E1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Chapter -28.1-28.2, 29.1-30.8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63496F-86AB-4206-80C3-B3EB80D1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5C401C-C213-4357-BA6E-B74673B8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6F38C9-B594-43DC-922B-69E33C17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5389044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D829AB-9085-4EDD-9767-D32857F5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BE671-2ACA-41E0-B453-5D3C90DF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3DD01E-2A0F-4566-872E-BC807351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0063DB-C86F-4F65-9691-B4E991B9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18D7D3-364A-4CA6-90D3-75AB7D36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Numerical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54CD2-2460-44E2-9A57-E77F5000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Methods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FBA387-C9E0-46E3-8A39-D8D235EB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Tutorial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7D63A0-D61E-4A73-AD2E-ED99BA3D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Solution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DE4447-94AC-4B02-87AF-FA396EAF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algebraic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3A11D9-1E31-46CA-AEC2-5189D6E2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transcendental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14C327-4C76-4D61-AA2A-DB125231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equations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DA2D0-BC64-44AC-86F5-325A0687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Regula-Falsi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E93C84-3DAF-494D-B759-7AAF42BA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Newton-Raphson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400D4D-1752-48BC-9FF0-49F92624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problems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32BAF0-7CDE-4C6C-9F17-F5751C41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B6E6D9-0C43-4C2D-9567-0DC4CF2F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402276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24BC0A-8330-4FAF-91DC-B0B48DE2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D4D638-EC2F-4C57-9FD2-C4A1BC4D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92863-2605-4575-B92B-05948681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76D20-6982-4DF7-8CEB-22E5C661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C5F45A-038F-4D5F-92C0-07373E32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Numerical Methods - 1 (8 Hours Theory + 4 Hours Tutorial) Solution of algebraic and transcendental equations: R...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BB84E8-20C7-4546-A0AF-A1BE79F4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Numerical Methods - 1 (8 Hours Theory + 4...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E9A7BE-1DC6-438F-B39D-49CCA2D0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D72D2E-C408-429E-A25D-FF04A962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B10599-BF70-481C-AACA-79E35804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4CBA8B-C8AB-4374-BD46-7067A704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C4B0BB-BBEB-4FB1-9AF5-B43BB427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99C9EA-5E27-4FEB-B174-E4E8E5DF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F3010-281D-4D95-8486-8CCD859F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00FC2E-6BA2-4854-8920-CD6C4CAA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B3B3BD-0BB0-4B51-9A42-5E7FF40F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8BDC68-94B6-4589-9A07-93C0D1FA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279302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2921AD-74FC-45DF-B1E4-228606BE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1E051-A8CD-4B17-A5A1-4A80A80E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2DD1F5-5C5D-4AC4-94F7-921FC367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A26FD-0E54-447E-80B3-945CFE06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37B1A7-F461-431B-8BA1-2A535B41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95DBAE-FE39-41F6-BCA5-7B5F9E24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35CC52-F508-486C-A581-42D39A18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9C61A-86FA-4A03-B768-EE943454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09A500-BD5C-4465-93DD-DC9CD00A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Numerical Metho...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F39A09-609E-457B-AB6D-ED611DD5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A959CA-8349-4712-B96A-4BC6E8FE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6A7EFD-DB67-4046-B0B0-C1857411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Numerical...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DF46FE-5BE3-4487-96D7-35597684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1DF7BC-9C3F-4F5D-A9EB-7ABB293E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ADDB54-A6E0-412A-821E-FBAC239E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Numeric...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39C8B4-599E-48BF-9626-C88F76C5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FA89CB-39FF-4E10-9730-89687947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E40D51-92DA-4B87-A8F8-2E8FECFB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Numerical Met...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BC9F5B-CD6A-4324-A5FA-8A9E58D6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68F9F6-6B2F-4EF0-A9DD-39D64F05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DA9BFB-6373-452A-8903-5E10EE57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Numerical M...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A7D848-E17B-4922-9BE1-C53D0765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D548A0-D1AC-4C92-9BC0-4C4920EB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7933591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A2D100-D6B3-4C94-B749-8B96C91B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47E2F-D9CB-4965-8C63-7377448C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F853F-DFFC-4B1A-8448-C306DD8F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EF6465-929E-44E7-9803-766A88A1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9F39D4-B3DF-42D3-8995-947271AD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2349B-A4E2-4238-BDE5-57F06200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C0A8E4-69AF-4047-BEA7-E66B5941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51F966-5DD3-4E28-A45D-3739AB2B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5EE869-27CB-43C9-9574-52EDB41D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67632B-FC73-49FF-B7AF-E75662EB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6D35F-8F39-4385-A021-44B9ED0B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4EA088-70CE-4D45-8D47-6D14C62C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90FC52-1D13-4E18-A396-C07D8730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A3B275-C5A7-4E12-90A3-2E29FF0C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7F17D1-53AA-4CB2-AFE8-F0A1A15D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8114947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8023B2-4941-4024-ABCD-5150BDC2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C73794-0E6F-4999-B698-7AF11A8C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72FBA-9A8E-4BCD-BEA7-D96EBEFE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6E994-E600-4740-B5BD-03BBDD06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8B94D0-AC8C-442C-B0AD-3B7F5512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72203B-EF9C-40D7-A534-68DD7303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Numerical Methods - 1 (8 Hours Theory + 4 Hours Tutorial)...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DD8F7-95B3-4D4B-A5B6-601F9F51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21C879-1A03-44DF-8CA5-9DB18C79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5AEE39-CEC2-4BE5-94B2-49DB289F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9856C9-27B1-42F3-8B32-E766D843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62DA62-DE95-45D2-AE13-29ADFCBB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7547881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9FEE58-2704-4834-9C8E-C28AAC56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CC275B-9B2F-4066-9616-66F1822C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9005B-4451-42BE-A83E-470A6B31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A88586-7563-4423-98B8-4FD94464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24C10-CDA3-4CE1-969E-D05FE6F8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Interpolation: Finite differences, Interpolation using Newton's forward and backward difference formulae, Newto...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E4669-8470-4849-8F59-3B706110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Interpolation: Finite differences, Interp...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9E53E-394B-43CD-87DA-EAB1C6C6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35019F-B8A7-46B4-B035-BFB405E1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59E5CC-6017-429F-B641-70ED2D66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4DD290-C1EC-4F3C-976E-146999CA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D6C6F4-036C-41B5-B287-63D73099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D9608-6FC9-407D-845B-792933A5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98443E-270F-447C-8CCE-39A3920D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5E75A9-B950-4B27-9218-B1022E17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7B4DC6-5A34-4B19-B6E6-F939C6F4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203B37-F8C1-4A62-83EE-89EE9CA9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7542408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D475BC-3D0B-48A7-9234-F123AF83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7FA5C-A0D4-43D3-A3F2-C7F0D52D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450EE-8C9D-4665-86CD-74170049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E80A8E-14B7-43AE-A053-E51EE9E4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E090BD-F44D-4623-8869-C95C0295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649EA-BF75-46EE-AE98-2971BAA1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F1A3E-43AC-47AB-BE85-A9AE709B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02B922-2DA8-493E-9137-11219503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6A4AF-D7C3-4124-A072-5DDC891E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Interpolation:...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C1AEB5-B595-4D32-BE4C-6378FCDE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2AEC85-1CBB-4004-BCE0-25376534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39996E-1290-4D09-8B7E-38AFB8FA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Interpolat...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4C6C5E-7B99-48C2-A851-6D914E69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FFD075-27BA-4B33-A2EF-211021EF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C44775-2B39-4197-9D96-398C6F36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Interpo...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00FF3F-5C4B-45A3-A20E-4298ABB5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1EC130-5700-42FF-8E4F-A7926356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D44F7A-8BA5-4AEC-AD7A-4BE4DBB1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Interpolation...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799663-9D85-49A5-AAD2-E91CB25A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95520E-A5ED-40AA-BD11-C5C40A34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63BCB3-29CD-45EC-A4DE-DD0059B9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Interpolati...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3C709F-F7B3-4B6E-8A96-103DBD9D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BE0586-E988-4AB3-9406-69AEA2A3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3209080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AB31F2-C80C-4907-B1DB-58E5F7E6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06B1A-8553-4E6F-B7F6-0459695E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4F65F-4C3B-40B6-B613-5F641173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2524E-56E5-472B-A08D-2593D66E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EAC99-672C-489F-BA40-B5140B9D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C9513-5BAA-4A08-BFE4-5E94D923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38A5BC-6270-486C-BCF9-E5C9965A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D54FEA-618B-4431-8D9C-D88E9CCE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BF1CA-68B7-486C-962D-53D60D5F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297985-CC06-41D9-A0C6-6DCCB34E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F5DC35-511C-4D16-8A4F-B7352109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276E8-1D45-42AF-8EFA-D8C0AF83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CBAF0E-5136-4172-B91F-63A08A3D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0119C2-CA2D-42C8-983A-0B9C32F3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75252A-E49B-4F14-928B-E04A4BA7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4012317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A9CB89-048B-42A3-B24B-843C1AA4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43882-3A96-43F0-BCD9-F63B2653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7FD69-8C36-42A1-9AC0-CA20EA16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5D2C3-665C-46FB-9911-C42BD9F0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8DA787-E218-4168-BCD3-7A70CBA6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56CF85-553C-46AC-B7C0-C7E02511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Interpolation: Finite differences, Interpolation using Ne...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99A5CA-29AA-4E54-BF70-BB4B26F3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C7FE6-6617-4FB4-A69C-1A32C057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076ED-C668-4BFE-8B1D-130A6508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AF7EE2-BCE6-4E3D-B90D-F234B74F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133538-9434-4EA4-AFB2-6859A086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3719238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FE9AA7-04F4-4409-AA17-F60B10EA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409E24-285A-47AE-AEA0-93434DF8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4B770-964B-4102-B100-B199D37A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080133-B1B3-4CF0-8598-3B20B691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C8B83C-1AE3-4460-B20B-B70EFAAC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Numerical integration: Trapezoidal, Simpson's 1/3rd and 3/8th rules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E57727-5F28-41BF-A6F6-A015EEAC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Numerical integration: Trapezoidal, Simps...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A3DD85-AE1C-4ED4-9531-E4F3FDCB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C354CE-C754-4D5B-B3E9-22F61A9F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4D89B2-DCF9-4D71-A348-22BBB4E0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836F85-B020-42C0-BCCC-FB7784CF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783CB3-BF8D-4FFA-A214-3F01F53A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AFAD77-D5BB-4392-B4DD-8687C237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4BDE64-BD68-43F7-A81E-16A1B3B1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B92D38-C85E-4DCF-BB83-AA5F8684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2CA5FB-4A76-475B-8285-82B1E715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E645ED-CD2E-4E72-B22C-4EF8436D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3067810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84BDD7-39E2-443C-B9E0-E542344A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4ADC80-78BC-411F-AA69-A355E2EE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D56FD-6D3E-4933-A9E7-4E11B945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F0FE8-E88F-48E0-96AB-3A9A1EE8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9C3C8-E266-4727-B3C8-768CB053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0224F-5AC1-4FF0-AFD1-E49E140E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824F90-E00F-4440-ADE7-3278A9B3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48A31A-453C-4E37-AC27-B1C682B1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F995DA-4317-4AA0-8960-5B3889B6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Numerical integ...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4D19A-7FAF-40BD-AD60-B5FFD3CD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5AC11D-F011-48A3-B47B-773D4EAE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DCDE81-7DEA-4D9E-8140-0D7F2AB2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Numerical...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722E24-3727-45FC-B045-A9AD99F0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A1FE5F-4948-4D0E-8C1E-BF5D61E2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C19FFB-AEE3-4E96-9E3F-73C2A071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Numeric...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C77F37-B0DE-4E66-96C2-94F62255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80CBA2-EA79-472A-A535-65AE99B4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BACBB3-3032-47A2-B57E-AE0F385E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Numerical int...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8F04FB-05A1-455C-A610-B7E1D433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B2B2B9-4126-4225-B493-2122DCD2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D51276-9492-45EC-BC04-16D2BA6E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Numerical 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A15D29-0A7D-42B3-A473-3820E5A0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B5BA43-6379-49B1-88C9-E4412B9E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002158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79B52E-B8BD-4025-B78C-8F1A657E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BA5C0-FEAB-41B8-9E16-58F8745C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F0A1F-A12A-41CA-9172-FE3FA262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F49B3E-6BDA-4C94-A08E-E57ECD1E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26EBC-2A99-40DB-9F2F-8850CEB5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F0D7B-C66B-4033-9185-02EAF7F4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3B96E-80C4-455E-AFFC-E0B4BB29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E43AF-E4AE-4DD3-B97B-3F383AD5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D42812-1822-4D5A-A7DC-660A68A8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FE0657-68B9-4DB3-B13E-7029D338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BBD489-AE46-4049-9805-3E915B60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427255-0EA6-4100-9DB0-B799F21B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21713A-0847-4F50-9308-0091C859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802809-B9C0-478E-9034-3E7C5D0D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3123D4-E680-4731-ABA9-A59E60D7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00337676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FB0F3B-6EA3-474B-ACAC-FE501635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1DCB9-BC17-4F06-B0F1-31A863AB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09A4AD-148E-44EA-9CB5-C120464E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4D7A3-4183-45E5-91B3-CDBC7DFC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9B615-7224-4783-8847-A25B1BA5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B4AE2-D638-4D0E-B1B3-AB73C3E9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Numerical integration: Trapezoidal, Simpson's 1/3rd and 3...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58940E-D6B0-45C8-BAB1-41C9C762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789FCE-0B67-40F5-8485-9B434357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288545-AD22-48B7-AA39-F87346DF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7352BC-A8A7-420C-9EE5-130F4752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621B0A-49AC-4CE2-B5AB-88EA33E7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00687862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B40EF9-6F60-469D-9EEC-4602027B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A79694-F872-40E8-949D-34585BD5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D68484-CADA-4394-8837-D8EC1FA3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462C5D-9D37-4995-837E-917C385C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92017-F9D8-4FA6-AAB6-7E72E5F7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Chapter -28.1-28.2, 29.1-30.8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EBAFC5-4543-4EBB-AEE9-3FA135F5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Chapter -28.1-28.2, 29.1-30.8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1A2617-5CB9-409B-87A9-DF70E0B0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634EC8-BB63-4E84-836E-1AE212A1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868FAE-A645-4B55-A4AB-30960118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4BE5CB-CB86-417A-AEFD-BA82A2C9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6A4571-2F8C-45E5-8E9D-6CDB041B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8953ED-96C5-4CBC-87BE-B6A14AB8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E82F83-68D5-443E-BA2A-6FBD0CF6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B603F9-EC0F-47E6-B117-EBDB18BF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7FABB9-7D85-4FA6-B823-3FEA3FA9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2412E1-7523-4211-9850-EA0D8AB4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615645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C1463B-B32E-4353-9B9C-94099293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3F660-1CD0-4A22-A655-E375AB68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7FC5A-FE01-4299-8B66-DFD1CF8F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5A2C76-9B75-498F-B2F3-6D08A539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BF081-FAF4-4249-9CD0-BBBB816E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711C6-F9E9-45AA-9FFF-743609AC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D7A4B-A2E6-4C4C-B209-7941351A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0DED80-4E54-43B9-877D-E69FFC1C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C5D299-28E1-4CA2-892D-270324F2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Chapter -28.1-2...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D0E8A4-76E8-4B3B-925E-1E931BD9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CDF63D-5C7D-4314-BEE8-4B6025EC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5A5BA0-F612-4824-89EA-A3D45C7F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Chapter -2...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774C62-C441-4903-B24A-30DB837D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D7A8BF-C9EC-402D-89BC-FCD9192F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5C4FC7-1B73-4546-B09C-DA12338A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Chapter...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2695E2-D699-4034-B5D5-943F98BF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9C60CF-34B4-47E3-B523-9CE4DD59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5D7E08-AEDC-480B-9419-ABF6A48D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Chapter -28.1...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D08C50-D957-48D6-A040-E327B5DD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426858-6075-41BB-8E8C-9814D767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E190EC-1760-424C-A66E-D2B460A0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Chapter -28...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D9A894-2B98-45F8-9BE9-77C6AB75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3905AF-7B1D-4662-95F7-2F1EEC62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4333922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91F9FF-3BEE-43B9-8B3F-3D9E8AA7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0B7B9-7E2C-48C9-87FF-98C4416A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BFA64-6604-4BBF-869D-2F68F334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5D89B-69D7-42E4-9314-EDAEE51A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6654D4-68B6-49FA-970F-9F0A4F2F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5D282-AA28-4860-8291-CD695833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EF22E1-7A1D-48AB-BC26-2B1149AB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318745-E79E-4B44-956D-B2850EE6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9C6594-7DB6-4A94-BEFD-7678736C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9C49B-EE5A-402A-BD68-0A509E37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B5FC8-5820-492C-A62A-AFEA476B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A1A5C6-7531-4580-9FCE-8CB8E68B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8A6D1B-4342-4952-ABA2-21AB5E11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5BDCBD-093B-4DC5-B7EB-7BD9DC45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CB616D-FE51-4520-A261-B46DC050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70244198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E151A9-FD7D-48DC-9980-29E65D01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D89CE4-9F03-4549-B9BE-219E7E4C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7307C-C4D9-4B2B-9DD3-10F9CCD2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D93B4E-7525-4042-98A7-D3D659FA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BBF8C-3939-4536-9BEA-F795BB0C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6CFD6-1777-46A5-BA38-136F355E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Chapter -28.1-28.2, 29.1-30.8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1DEA6-E635-4C5F-A8AB-F0E8DB23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D83EFA-873F-4546-B3E9-99918422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BD3B66-EAC5-499A-8B99-B1047998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7B6C9D-6897-4A1F-92D7-5AE0BE82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3AEAB-AD45-4020-A417-BF3AE6BF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34189066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F8580-8394-4203-8F85-D5170878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83A76-AB50-4BA5-94DE-AA17DE48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C6FFA-2F86-4F79-81F6-45E9C2D8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A0CF3-6059-47B6-8E6F-0504CB2D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5C21A4-ACEE-4605-A038-A667747D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A792E0-A5E4-47E0-B5AF-AE5EF5A1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00949283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DB64F-0AFE-4C81-86D1-560450F3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EA3FC-8515-482B-B791-2E4618ED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0F6649-5F0F-4B53-ACD5-7E8894CE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B152D3-CB1A-4312-A000-D3E6D791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5E590-18D1-40CE-AEB7-563DD58D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Numerical: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Methods: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Tutorial: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Solution: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algebraic: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A71CF0-96D9-486D-BA19-700BA7B6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12933822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E6BC18-E171-4D64-AE14-D5B1A4D9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06E24A-E7BA-4641-9D1F-D0B97AC9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DA1BA-B280-45CE-A95F-75FBC821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C87608-BAF3-4AA0-A873-8214E880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DCE29-3835-4231-9F6C-66421922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Given data: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Required result: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Formula or theorem: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Substitution: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Interpretation: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CE9C8-B078-4328-B51F-C78933E2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43073820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E5AE1-5C45-4B0D-9935-3BFB9F3D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5835C6-43F0-476F-A4EB-D27ED186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3E8629-9CE9-4636-B636-10A4FE1A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4A1E2-1703-4EC6-84A8-467EC456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E33419-8055-4AFF-9BDD-8FCD8EDB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Jumping from theorem to answer without showing conditions, substitution, or intermediate simplification.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0CA97-A9E3-403B-B09D-EC96FF86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75814787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B25D2-0C82-49DA-9175-39C57589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FAE90-1963-4B2A-ACA3-88BFACA2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1BDD3-8C78-45A0-B9FA-58CA485D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84641-670E-47C5-BB25-2540C0A8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F4C6B-90AB-4034-A89E-F2402A96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Numerical Methods - 1 (8 Hours Theory + 4 Hours Tutorial) Solution of a...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Interpolation: Finite differences, Interpolation using Newton's forward...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Numerical integration: Trapezoidal, Simpson's 1/3rd and 3/8th rules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Chapter -28.1-28.2, 29.1-30.8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32C9E1-4F23-4A2B-AC87-B485545C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C3D4DF-E0BC-4FA3-A4C5-3278A568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5D494-D458-4113-B761-45D1A6C4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04340956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67B559-B57D-468A-B32C-971FDC3E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6BC174-B252-4707-B639-0904E853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Interpolation: Finite differences, Interpol...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4A97E-B5D1-42BF-9003-37C37977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CC586-1A46-43D1-8743-17D4BDFF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E40400-21E6-4882-8AFE-C06F183B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BFE9E-B5F5-4796-891D-735B63DE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65EADB-2894-4C9A-A7A9-6C37BA52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555078-3786-425D-A4FC-6F703CB7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039F87-2C90-40CA-8165-9A58ABA2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CC4CE4-0908-4D44-B5AD-05319938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5202AF-D86E-44F7-A723-87B577AA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61683B-27E2-4CCB-A16C-980ADA96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63570B-2B01-4AAD-8557-CF968DE5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26AC17-9680-4BBC-9A31-246FFB71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C85661-E1E4-43C0-A7A1-B7E05420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E55EE2-49A8-4684-81A2-F5CEDA68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086494-6E52-465F-82D3-0D65B54F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10EB78-D11B-4B2D-9D70-0E6504A7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F1AF25-9005-4B55-A40C-D5BA91E9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A08B99-F5B0-4539-8668-A2DF79D7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D3643B-E55C-4E63-AF14-882EBD60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D46070-B128-421F-A340-175A0B70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C30701-97E1-4126-BEBE-B72A1F25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95091E-B6D3-415C-B9E7-E1A56615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8BDD02-3404-4830-BE9A-C5A48AE9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F9B02A-964D-4985-882C-59F3C2E3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D62E50-CCEE-4D95-BCA9-0347A6F9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5055FF-1186-45AF-A50C-8085E488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B19A41-55E5-47AF-8E73-BACA97D5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72EB16-949B-4607-B7BB-CF17845F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2B6151-A6EF-4FD8-A3EC-5B77CD56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C0AF56-ED27-4734-8B25-D5B68335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8522587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828894-1226-4433-93B5-D9883C92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E74FD-5260-49B2-A172-F0D4EA72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Numerical integration: Trapezoidal, Simpson...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FC6FF-5032-4CCF-8292-81EA47C3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058EE9-CCDB-4C3D-B0C1-41F46BB5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7535B-A6B1-47C4-8C18-2F7B6E39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E2A5E6-19CF-4989-9EFE-428FF0BB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76819-07BA-46F6-8564-C4C3EDFA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25A914-48D0-433E-BE50-E14C7F29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1996E5-E5EA-4337-BDAA-F2035DA0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4A6942-1A03-435C-9945-0EAFD4E8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8CD107-66D4-4928-9530-49D8CB03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0385C4-3E8B-4E14-8A1D-0096F510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75E295-C260-44C2-BA3C-C720C68B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53BC03-B666-44D4-BD5A-8EEE14BF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0C4C30-91CE-4F92-9A97-96326B73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532204-6C31-4908-844B-DC8A3348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5805C4-C2B3-4F7F-B45A-F0AC5F83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3C7CDE-55DD-4861-8DDF-26AE2EEA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55993D-C387-41BE-8910-3907198E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D5240B-BFE1-4884-AF6D-1D9C7F85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9342E6-9036-4740-9244-C50286D3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83B472-DD9B-4326-BB5A-D8B2EAB1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630212-4457-4EDB-987F-2C262061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6BBDD9-B84A-45A7-948A-59C3A687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A7D814-64A7-46FA-8869-F29180C6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0C2B1F-D22C-4694-A695-335341BD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B1699F-8818-48E9-8463-189A835D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F47F3E-7C8A-4774-A3E6-3CC52030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D4E15B-07F6-4E43-93C0-FC66B806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959AEC-574D-47E5-B762-A8B28F8E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672FA1-F3AA-4450-9BEA-4218DD93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AF5D61-7BF6-42D9-A5E6-2F003873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47710794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1D166E-A793-45F6-8656-AFC71CE2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547E21-A3B9-4767-98AF-219756C6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Chapter -28.1-28.2, 29.1-30.8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686E11-2B67-4EE4-B81C-A3C066D4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00D02-CFE3-4AFA-8723-6AB8BE54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E4EF31-2D93-4C14-8F93-CB8E1D6A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807FD2-1CE8-4379-886E-58D41E79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69322B-4A27-4AA8-91DA-4147DE33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7AB46F-E959-42DA-BB0A-CA7CB9E3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6BFFAC-FEB5-4B0E-A896-F7395E95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5CB4C8-8DB1-4836-99A5-7F5C7D51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AEFDC5-8D92-4366-9147-E80C9433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CC6CD1-BEF5-442F-8917-07ED5893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735650-403E-4E25-B1FA-289DEFCE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F32FAF-87E1-4DB2-8867-EA2EDBF0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BFD9D6-2EC3-4FB3-9F72-FD2B7D20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C1CDDF-EB5E-453B-A41F-0D49C305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887E64-08AD-48F5-8018-2D78F5A3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CA9C0C-6DEC-41D8-8E13-B1396193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C68C1A-5836-47EC-9D33-57628FD4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118A56-7B55-4F98-A459-1893D1D2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475EB6-44F7-4B62-9414-B9D765C4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A3C10D-B418-4AB1-8503-3F7435D2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91AE0A-6886-46DA-9D01-907E56DE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D9EEC5-4CA5-41CE-965B-3A0F5B75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9E5792-21BC-497A-B0CE-8F9E7705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F021E4-580F-4C04-8C96-491804C5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EDFB21-1A66-4738-9A48-A2EC0E32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7E03FB-B1E3-479B-AFA0-4ECF6E7C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BF15A2-AB98-47BB-B354-36C7CCAB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98FEB9-7E56-4DAD-B5ED-F1772681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B92855-2A50-41ED-A808-8872B07B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D463B8-025D-4A35-9B6C-DFA3910E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85162094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6428B4-E53B-4D3F-BD45-0D14507A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045A62-4DD4-4BA3-98D1-40904EEE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Numerical Methods - 1 (8 Hours Theory + 4 H...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79FFF-007C-48DD-91BE-12B11F7C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1F949-A2FA-4E0F-942C-3695ABD6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AAC05-47EA-4D69-9B95-A295D2B0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AA0EB-7C14-4F24-BE78-EB1367AD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38A29B-B2EF-4391-911B-5FD1910F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BBFE72-D53C-4169-885E-3963515A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DB8402-7B2C-4CD9-9397-8E95AED8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ABDDA-E77F-4A86-B01E-00BB0198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A6D1C7-4617-47BC-8E85-2DE99EA0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E9636A-EA5E-44F8-83B2-81CE334A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9CD322-A831-4AA7-B3F8-A70ACBD5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1C413B-D0DF-435C-BF8A-79A921D6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7D3710-615D-4714-951F-AD3123F8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ACE18C-F4BA-4CBE-ADA8-2F87B99E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E38871-D632-444B-8590-C71ABE1C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977B28-D4FB-47C1-9767-4CEF53E9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258EBA-CA84-41BE-9BDA-8A99D81D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F3EDBF-791F-45A6-B93B-7A6A68EC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F77F8D-90F5-449D-BA7C-D2C882A0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6877B0-F220-4A66-A6A4-2057F138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2540FD-6D66-49E1-926A-20322B82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D861FF-428F-4D0E-8A17-28308559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412F89-8D2B-4602-ABEC-AD59FBE5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13A975-00B0-41D0-8F80-51EBF531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F4623A-142C-4482-906C-08DB0916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397EB9-6CF7-4813-8A49-04B27EB6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68AE6A-D46F-4324-8041-99196DCE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53FCF2-3CC9-4CDF-8F1B-BC1A235F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8B3FF2-C889-46BA-87B5-9ED726C2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9757F2-8129-42EC-8FBB-35798D3A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68708752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965C2F-FD6B-4734-A4B8-A517B00E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6D68A-854C-415F-BB73-79214312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Interpolation: Finite differences, Interpol...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7E620-5350-43A0-9E3F-1EF4A8F2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871CD-276A-4DAE-ADF9-01589C20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0A613-35B0-470D-81E2-69E2634A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5912A-46DD-4126-87B0-9FF586AB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846916-C716-429D-947A-F46D4442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F648B-8012-4DCB-871B-D1BC7639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D65B84-1FC3-4BAC-8641-2826F2C5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935810-DD18-49FB-B1FF-1A3F73DC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C59A3F-DC48-45F9-BAD9-4DCC9594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91B2ED-190C-40AE-8FF4-A3B899C5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085C58-34F3-4F71-A4AC-CAF0D3D8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FC2A57-45FF-482F-8066-7A1B0388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51E2CE-4272-45DF-8A75-7A2D632A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5595FA-953A-4D91-88B3-8D124400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F1E7B4-4BAC-4282-A9D6-67EC9401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D7A27D-B0BF-4880-B2CB-AC57D5F9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8D28CD-BC28-4BBD-87E9-89672978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DF4C30-C78A-477C-AA8A-942CA584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6DD355-9A49-4396-8258-5E03FA3D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B316A4-28FC-4D17-8A82-1DB4A0CA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2D3C8A-5FD4-4237-99D6-47A47144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04543D-DA38-4E07-AD28-BBB421B1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994D96-2A68-45BD-985F-8485DD1C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5E6D7E-6B66-48A2-8C62-2FE8D939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4ED417-9923-4DFD-AC6B-B21B1CF4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B0FB20-8EBE-4D9B-9917-EDC59930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1CC445-6954-4CF0-8B2A-7179466F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3E93C0-EB03-4EC5-8906-7712CABB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8BCBCD-1301-43A9-AF95-3822291D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62D6EB-F926-4699-A9BB-06A3E964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73026018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26D686-230A-48BC-9ABB-114BC270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81C73-714D-45BB-8CE5-8589EC22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Numerical integration: Trapezoidal, Simpson...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B9BAFD-21F9-4911-9A60-CA91784F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C6E90-D210-418C-8A30-6897EE65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2FF8B-B28B-4ACF-A474-821E7021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BAF93-C60C-40B9-B661-642F5361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406F77-F3FC-49EE-B951-3B265F00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3761C7-2AEE-4745-AF0F-5B916F04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D18142-E3F1-422F-AA67-F9BDB771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1AA555-6A5D-4B53-88B7-DF5FD7AE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B932A9-727B-47A0-A3A8-F1816457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6B1B49-CA8A-443C-BFE8-586C4083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DDE882-15D1-4364-8109-29DA10A0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0A789D-2FA3-469D-9D15-152B321D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9DC690-022B-4E5F-83AD-95A86F92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A71983-B452-4AFE-942B-B6C32A95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17354A-CEED-4E6A-B84B-9A6F9F84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A6F355-397C-4C55-9377-C461A67D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08100C-AEE6-4560-B2D7-0D6B06F0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52D342-5371-402A-A8CC-852A6C2B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3392A8-1071-4D88-8F9B-9EF91EAB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F28D21-A0BC-47CC-A6EE-98E167BE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7B5BB8-749B-4DF8-BD84-ACE939CA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9FAF48-B043-46E3-A05F-2B436962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360B88-84C2-4B86-B45B-C5DA3428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9221F9-9383-4629-A7BA-BB829F6D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36F0E5-A027-452A-A842-592398C2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58BC15-3105-4800-88B9-20BD1E98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EA09AD-E310-4A7A-810F-C1690EC8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075E4F-5FA9-47B0-A813-640123A1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8636AD-FF87-44D6-AA13-ECA4D93B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7E8F1B-FA1B-413A-A707-B26DE84E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72219425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227D3C-8A02-426B-A761-E7360FCE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FF306-D10E-45EA-9886-83675A25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Chapter -28.1-28.2, 29.1-30.8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66BFD-5096-42D9-BE32-E0217865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35403-E832-4927-8876-E45042D3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893F8-ED7D-43AC-B860-7B5E41A4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185BD8-6198-42BA-B665-FDEB55FA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D80A0-4F6C-40C4-BD9E-02F532EF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663DE4-22DB-403D-A967-23413688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BE554D-7403-4E72-824B-E7E2DA75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D1AC23-3663-4854-BC12-C875BCED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798D3-999A-41B8-87DF-1CF7C2A1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3C3A74-9F6A-4797-ABCD-439A8616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8EFC9E-CDF6-4D06-8D11-AE797FE9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B808BE-5BFB-466D-8553-3E95C60A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C5F44-F148-4475-A050-D7790056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6DFEB1-5B26-427C-9735-027A4EE3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8097F5-E129-427D-B8E5-16529A3C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53EB1D-C3EF-4072-8B46-81459E65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CD76D8-C44D-4184-9E8D-C24FA706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99EADE-88D5-4712-B659-96E64482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D5A80A-9BF4-47BF-BF3C-06C8A82B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0EA951-B5B8-4071-830F-11BFCEAF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A2E94C-A789-4901-8BF2-CEEA8259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C296E2-B37B-4F98-B422-DA454993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5ECE3D-274E-498D-A403-255B918E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C26B30-8E8E-456F-9BC3-04D687EB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1E8063-FEBF-421B-8A92-87BA3FA3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34BF22-8611-44FC-A77C-E48A70B6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E58972-9208-4720-95E6-03AED162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4A1A30-61CD-4DEE-BC40-E737DD31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560124-E20B-45AB-9EBF-25494E60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A39F20-B133-4F62-9CA1-2A101A8D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7624590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699FD1-37D8-4EBE-A102-75D23B6C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5A8C9-30D6-4FAB-B152-DF987082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Numerical Methods - 1 (8 Hours Theory + 4 H...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EB026-6ED7-4B97-A4C2-DB5EDD2D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F64B7-8246-4399-866F-2C0F4842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C19E3-3258-424C-B6D2-C6834A45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9746DE-C098-4B60-AF60-5D9D3CF8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08CE74-1164-4DCF-A436-F201F3D9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96475D-E06B-433A-9ECF-B08CBA74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C92D5-B7D3-4338-BC09-E647E1A7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E9E627-9D55-4B6B-B14A-B0DB8782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231C90-02F3-4CC6-8BCA-135AE35D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CBBE7C-253D-4A3B-B926-D35D6811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60AC8B-ABF7-4B1A-A33E-05641CC8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AAA368-56D7-40A6-911A-5F0407E9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CC7120-A41C-4F3A-943D-8C52C3DC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CB36CA-AFE9-462F-B822-38E162DF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0BB97F-2DBE-465F-897D-02C26BFC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BC09C7-25CD-4629-A5E5-01621EA0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70A6C5-4656-4F5B-B115-24C56FF5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DA611D-3961-46DA-9949-C8374927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653236-2E45-4F27-BEFE-DA856D26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CF805F-C23E-46D7-A796-2C633CA9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61DD09-1B28-41C9-A335-E56EF0B1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270D86-CD4F-401B-AEAE-D880134B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509D1F-6593-43EF-A8AD-97B97293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6DB7A2-F6AA-4825-B240-C4124207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5FA28E-C17E-4EE8-963B-847A3442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7CDD70-A55F-4FC5-94B5-7408AC18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59AED1-A681-4D28-B9C9-4846DA50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BE3431-E472-4BB9-BD3D-91E500F4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FE9F9A-FD39-4C79-A8AC-C0DB7464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851709-09FA-4B8A-8366-2FA318BD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72442382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B6212E-FCBC-4A05-AE0A-CEBE1E2B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73C172-8543-4BCA-8D92-705BB590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Interpolation: Finite differences, Interpol...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1CA0C-AFB7-43B9-8E46-99A05FF6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ECCCBC-3791-429A-B3AC-1792578A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640F91-98E3-4549-8FF1-7264FF9C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22AFD-A7B9-4F00-86C0-1C0C3191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4CCF38-02A6-41E5-8496-490216BA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9A6D7-F912-41D5-AFA7-0B3FD5E8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1A04CE-8E46-4784-B2BE-FBE4377D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BD5748-944F-42C9-AD53-520D3C42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5BD0AD-0681-4C70-AD8B-BB5042D3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BB4E7A-9937-459B-AC0D-36EFDEAE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10FF60-54B6-4484-B6C7-B541615E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B3DD42-EE00-4D54-8007-4D230E78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69FAD2-CD75-4D3D-B40B-59C46A70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408C69-61DA-4E34-8E7C-78A162DA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B0984B-6A67-4C4A-A909-662E8AB7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861083-C496-4CEA-B9EE-4BDA72E4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B640BD-8865-4E79-B572-9161339A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220C64-B7E8-42DC-9B55-F3193714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ADA14E-7B17-47DE-876D-B1E15E7C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105BC8-7559-44EE-AE5D-12CFEB15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A16D75-5A4D-4875-AC35-500C2296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A64B15-9829-4F74-A1C8-62AA42AC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34885B-1C19-41AB-856F-0C2AE637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7C9481-A96E-4CF9-8902-1E723D93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4E9A73-C28C-41BC-854F-DA346829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E21BC7-0A46-46A5-8F62-1A467B9C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E4F1E0-9D10-445C-B254-5C5476EB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CAEDBA-CDF9-4F48-ADDC-13E90F56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474204-938F-4065-87D0-4D86EA8D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83AA0A-C7EA-416D-B1CA-EC08FB20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5338592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82081F-2576-4369-B5B7-91C46600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BBA79-14F8-46EA-952F-815E9D40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Numerical integration: Trapezoidal, Simpson...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228F2-2185-4AF9-AD17-C0B5AF56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8F954-908E-4936-AD75-03C1CFE1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148CE-06B0-4190-B8C6-21E5B44F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4ABAA9-C736-48D9-8F14-959FB21A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BF72A-2A89-40EB-A9A8-F0DEE623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DCEA8-8F32-4383-9B29-7B6B7E3A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D6F8D-B14E-4A66-A3DF-A30CA2CE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F9548E-D879-4F65-BBB4-41C3B7A3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52198A-003C-41F5-9EFC-D274C8E9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79BDC4-9E69-473C-8130-53C7A45D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711F77-47B4-4935-80C0-395E51FA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E34D75-C3A4-4D23-8DE7-46721286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CF2130-5D6B-4F2A-9FB1-0F972BDE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ECF67B-7CFA-4AC5-8A9A-E42E50B6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6303A8-2D08-49F5-8D42-E3A32AD9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B87B6-C01D-45A5-89A2-F8562A81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5C8662-01EE-48D9-9AE2-A6323DF1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1994AC-50D0-4E25-8A45-F1F84F0F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D438F1-094D-4A99-8F58-B3E1B030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82E8EA-8313-4660-AF92-0E75DCAA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93724B-6C27-41AE-B1EF-B396450F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26365E-CEE8-40C9-B6B7-920C6BF3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9B5246-1B3E-4427-9D79-BA0141A9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53760E-71AF-4B1D-B25E-27D0A454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BB4575-4940-452F-AE48-B4160860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FFD190-9CF2-4618-8EC3-D59F997E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F1F7E8-9CFB-4CEF-B07C-07045E98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CBA5BE-292B-449E-8112-E7B59C68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1FC75D-F086-467D-86F1-E6AC9C05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0A934C-47AC-4DEC-A769-F5F74154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9369982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93B8DD-0DCF-4329-825B-5668D13C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809624-1D87-4C44-9EE1-C59B84B4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Chapter -28.1-28.2, 29.1-30.8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2A2B2-2351-4E95-A3AB-6B6D1F11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8AD88-0795-4FB6-AAC9-1A8A2F79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91EAB-2F2B-4B33-91C6-531545BD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76E0D4-DB72-494E-BE19-223AFA8B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DF5C6-7E5D-4555-8D4C-31FF9F26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17AC9E-F3C4-4B91-A706-3446A8D3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DDF225-8503-4418-A240-2D600588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CC8CEB-7AFD-44D6-B59C-489D23D3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C0AB5C-4E59-49A0-BF02-5AC3911F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7DCB94-0F6C-4B2C-A68C-18CC9A2E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5EFAE5-855D-4E5B-A718-422426BE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578D26-102A-4F24-9BC2-6CCB99B7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70076A-3F88-435E-8F2A-5548A9C1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8179A7-B059-40A4-BB00-9F91A09B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CC78A6-569C-4732-B113-BAD5678A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26C7D9-EF1C-4825-A52F-8B9DED73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3E4AF5-9C32-43D5-B621-B0B2CF55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09BB64-E09B-42F4-91D5-D4C7855B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8AB03A-E4F9-43ED-B58A-D697FA78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55B7A7-6A77-4B1D-89B1-23618D78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2EB5D7-417A-403C-B88B-A67DF757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B6F277-1891-4368-8395-D9C887B9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D3470B-A6BC-4DF3-8D44-EDC61F79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A5F36A-A6BA-4B87-B414-16AE786C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6C2A01-5F0B-4871-B788-8AA5F161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7D8AEA-DB09-49E6-B152-512315B9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3FA572-1350-4412-A66B-E0C1A74D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B701AA-81FE-4B01-B8CC-D0968635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0C2BA4-3A1B-4680-966B-C9E9FF2B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14A129-3971-4C06-95EC-D25811D7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7375696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21B9F9-1612-4A4C-B605-44CAB72A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09BA9F-A779-4A1E-817D-DC2B35AD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Numerical Methods - 1 (8 Hours Theory + 4 H...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A9AD6-61C5-44BC-9654-EFF4810E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FC6424-9A3B-48ED-9936-D62046E3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42F4F-F88A-48B8-BC61-2C19EA94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9861D6-44DB-459F-A692-1E86EE32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3994A-1CCE-49B6-8B62-8BBB28CC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4FA0F1-4C97-4492-AC50-EC70DFA7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59F5F1-722F-4920-B647-9F9F3794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D02CA9-72F2-4E0C-8E99-E9402A26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9D43D6-AA7E-4DBA-BD80-8C316D64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BFEE3A-40FA-4262-B7FA-4D953080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9CAC6F-0BD8-4805-80E2-BDF6EBBE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6C426C-1144-4493-A55F-A23DD217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994CBC-A531-43BC-83C7-BC47C56D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F9E978-9AC6-464E-A9C8-7C3E3205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DA6C7B-FA5D-42B4-83A4-9324ED6D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60B9E7-A103-4B64-BFE3-5D7DD152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FB2477-5C70-434D-9120-07812EE9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D4AFF5-6B73-4879-8AD8-012D5F99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709491-3297-4E41-B8D6-629949DA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CBFDB1-14E5-4228-B2FC-908A084F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3F0CA1-0101-4982-8C6A-119FBE40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E2173A-EC1E-466A-9889-E36CCF27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AAA321-5905-49F1-A027-E10B5534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054AB4-AB5A-4371-9AF3-E324B056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E7A785-B72C-4A80-8285-E5F5C61A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2E0E79-E6AC-47F9-9EB0-B25A4B9D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D67257-8F86-4287-93D9-9B32EB4C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D36D1E-F203-4D05-B84A-E76D6E33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455385-6526-437F-B086-5AE84F70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C93559-9599-4FDB-AEEB-1DE05F09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07835539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BDA2CD-EC8B-4122-ACC5-8E43D4D7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89227D-8945-4E4F-A5EE-0F6B9429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Interpolation: Finite differences, Interpol...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BAF812-5FB8-411E-9D2C-51E9BF9E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4603E-1479-4059-A7BE-FC976A8B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BA7B41-14FB-4D9A-9BD8-E1D00670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0862E2-373F-434E-9631-2EADBC32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4D1ED1-EE1A-4DDE-9059-46AA9A79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664406-70DD-4BA4-B612-EEC0C3B3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5D656-8086-44FC-84C5-7C4357A3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39E3B4-AFE9-4B06-9013-4EBE1B07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40D9C7-C459-469F-BBD0-DB1ED671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65AFC3-D08A-451C-82FB-B7493320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4C4BF0-6FD8-49E5-91A1-239AC509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FEE411-AAD9-4AA6-A1DA-DAE4BD10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A4B1DE-5B40-4717-8BCE-A4767D9E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E2DF56-5B81-4AE2-BC21-744D1AF3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F1BEBE-EE24-4C3B-AF61-D593C3FF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863CD3-CEEA-4FAC-B320-BA841E8B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187F83-C6D6-4ECE-AB0A-66227EC0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AD731E-AEA7-4A1F-B655-8CA6DDE3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6E913A-2C12-471E-B495-5F7D6D0C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76F6A0-7A6A-472E-96E7-ADCE4B56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B79A2D-0367-4BA1-9BD8-961B3242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0F8539-C130-40A8-8873-73EF207C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C2C3A9-F9A3-4509-AEEE-4A72A949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DFD6CA-75DB-44E2-8486-76C957A8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7ED47F-D93F-4F31-9DAE-7C120A77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EB215A-B199-4A47-B4D5-160A7FD2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59E31D-0735-4E71-9540-DC773D8C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6E4CF4-B967-4D07-AC32-861F4EDB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DB11D3-BE6B-4238-B01F-933596A1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4BD720-C10D-48A8-B339-4C643B98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2627020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AA1074-D546-4672-8227-5679F0D4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7A5B76-6D2F-4946-9A2A-B88CF152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Numerical integration: Trapezoidal, Simpson...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4AC68-F834-4A7E-AAF5-9B2F9886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1046E-FA44-4593-B439-282FA965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5241E8-3316-4044-B44C-1596A6ED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A5F251-8999-45D1-9B93-0F4B8CF9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FE4835-0499-4677-9CB5-213FE897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F9DD8-2E6E-4ECC-A8CD-735ED778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47057F-CAC9-4728-B050-A66FD300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230332-20B1-4B44-A806-A0F0A589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085AFD-4D25-420F-8441-DC4D8E5D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CA632D-6A83-4395-8CA5-72D63544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FFB34E-C560-4C8A-8C7B-C56EFC96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204831-EE41-4894-ACD1-1085BABC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0BF2A0-ADF4-4883-BC90-E283EDA9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83860E-76A6-4BE5-91D1-2908B4BA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1FC432-F408-4381-B69C-7CBD69BC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3530B7-45F6-4383-B347-0472573E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9D635F-71B6-483D-ADB7-19CE3925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9C9282-5357-46D5-9462-DEFBC02A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463EE8-CAE6-46C7-9291-ECB8844C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D926D9-EEC4-42BC-A9FF-A3B6B861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9E3963-8E04-4C4F-9F51-CAB07894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1DDBBF-598F-4DF1-B7D0-BB466A1F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4B4EA9-CEF8-48F1-9A62-B40AA6FF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443453-D909-44CA-9929-9F268886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C2B38D-B26B-4D4C-A77F-FB95C934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699E3E-254A-49C1-AEDB-CB084BF1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D2F50E-5BD0-4FDD-BCBC-09B50938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0BE4EC-8AAB-4C8E-98CF-F262906E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9E44B4-98C8-48A2-83F5-27918CC4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B5085D-1731-4B76-BA16-A4A9462C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8439411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2026-08-24T16:02:58.6250000Z</dcterms:created>
  <dcterms:modified xsi:type="dcterms:W3CDTF">2026-08-24T16:02:58.6250000Z</dcterms:modified>
</coreProperties>
</file>