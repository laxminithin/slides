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8119dd1c844158" /><Relationship Type="http://schemas.openxmlformats.org/officeDocument/2006/relationships/extended-properties" Target="/docProps/app.xml" Id="Rf5f67ff515f54ba3" /><Relationship Type="http://schemas.openxmlformats.org/officeDocument/2006/relationships/officeDocument" Target="/ppt/presentation.xml" Id="Rc0ea3a60744f41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c22becc20140c8"/>
  </p:sldMasterIdLst>
  <p:notesMasterIdLst>
    <p:notesMasterId xmlns:r="http://schemas.openxmlformats.org/officeDocument/2006/relationships" r:id="R458195c473a440d4"/>
  </p:notesMasterIdLst>
  <p:sldIdLst>
    <p:sldId xmlns:r="http://schemas.openxmlformats.org/officeDocument/2006/relationships" id="256" r:id="Rcbf7d1f1bbbe4443"/>
    <p:sldId xmlns:r="http://schemas.openxmlformats.org/officeDocument/2006/relationships" id="257" r:id="Re444424cf0ac48f3"/>
    <p:sldId xmlns:r="http://schemas.openxmlformats.org/officeDocument/2006/relationships" id="258" r:id="R2d2006dc84c6429f"/>
    <p:sldId xmlns:r="http://schemas.openxmlformats.org/officeDocument/2006/relationships" id="259" r:id="R6adc631c61134888"/>
    <p:sldId xmlns:r="http://schemas.openxmlformats.org/officeDocument/2006/relationships" id="260" r:id="R6aeb30c5a57d463d"/>
    <p:sldId xmlns:r="http://schemas.openxmlformats.org/officeDocument/2006/relationships" id="261" r:id="Rdfff396565d84114"/>
    <p:sldId xmlns:r="http://schemas.openxmlformats.org/officeDocument/2006/relationships" id="262" r:id="R63d2cb7bafef4e5c"/>
    <p:sldId xmlns:r="http://schemas.openxmlformats.org/officeDocument/2006/relationships" id="263" r:id="Rca1eae5860e74f07"/>
    <p:sldId xmlns:r="http://schemas.openxmlformats.org/officeDocument/2006/relationships" id="264" r:id="Rc3f0ae8019534ffc"/>
    <p:sldId xmlns:r="http://schemas.openxmlformats.org/officeDocument/2006/relationships" id="265" r:id="Rcadab261939a4a52"/>
    <p:sldId xmlns:r="http://schemas.openxmlformats.org/officeDocument/2006/relationships" id="266" r:id="R7e68de423b18437c"/>
    <p:sldId xmlns:r="http://schemas.openxmlformats.org/officeDocument/2006/relationships" id="267" r:id="Ra4f4a9910c274bd4"/>
    <p:sldId xmlns:r="http://schemas.openxmlformats.org/officeDocument/2006/relationships" id="268" r:id="R7d0f5548fbe444db"/>
    <p:sldId xmlns:r="http://schemas.openxmlformats.org/officeDocument/2006/relationships" id="269" r:id="R4d6bd252ee2345e3"/>
    <p:sldId xmlns:r="http://schemas.openxmlformats.org/officeDocument/2006/relationships" id="270" r:id="Rcfda35e7955b4d08"/>
    <p:sldId xmlns:r="http://schemas.openxmlformats.org/officeDocument/2006/relationships" id="271" r:id="Rc719a2fc144e4861"/>
    <p:sldId xmlns:r="http://schemas.openxmlformats.org/officeDocument/2006/relationships" id="272" r:id="Rfedeb039a8e04967"/>
    <p:sldId xmlns:r="http://schemas.openxmlformats.org/officeDocument/2006/relationships" id="273" r:id="R3744a30fda3c4a71"/>
    <p:sldId xmlns:r="http://schemas.openxmlformats.org/officeDocument/2006/relationships" id="274" r:id="R89c251c376fe4337"/>
    <p:sldId xmlns:r="http://schemas.openxmlformats.org/officeDocument/2006/relationships" id="275" r:id="Rd9af8fc34b5c43d2"/>
    <p:sldId xmlns:r="http://schemas.openxmlformats.org/officeDocument/2006/relationships" id="276" r:id="R8a9785d8af524769"/>
    <p:sldId xmlns:r="http://schemas.openxmlformats.org/officeDocument/2006/relationships" id="277" r:id="Rf4660adfc96c4f89"/>
    <p:sldId xmlns:r="http://schemas.openxmlformats.org/officeDocument/2006/relationships" id="278" r:id="R8dd05b7ac915421e"/>
    <p:sldId xmlns:r="http://schemas.openxmlformats.org/officeDocument/2006/relationships" id="279" r:id="R95e1de3e4b4a407d"/>
    <p:sldId xmlns:r="http://schemas.openxmlformats.org/officeDocument/2006/relationships" id="280" r:id="Rde0b6cc02a794f88"/>
    <p:sldId xmlns:r="http://schemas.openxmlformats.org/officeDocument/2006/relationships" id="281" r:id="R58c32fec04b74ed4"/>
    <p:sldId xmlns:r="http://schemas.openxmlformats.org/officeDocument/2006/relationships" id="282" r:id="R98a783a0aab341b2"/>
    <p:sldId xmlns:r="http://schemas.openxmlformats.org/officeDocument/2006/relationships" id="283" r:id="R421bf8bf45f44dab"/>
    <p:sldId xmlns:r="http://schemas.openxmlformats.org/officeDocument/2006/relationships" id="284" r:id="R23e36df8c52d478c"/>
    <p:sldId xmlns:r="http://schemas.openxmlformats.org/officeDocument/2006/relationships" id="285" r:id="R9432dbd577ec4e37"/>
    <p:sldId xmlns:r="http://schemas.openxmlformats.org/officeDocument/2006/relationships" id="286" r:id="Rc8bc489eab2b4994"/>
    <p:sldId xmlns:r="http://schemas.openxmlformats.org/officeDocument/2006/relationships" id="287" r:id="R9687a4be24544072"/>
    <p:sldId xmlns:r="http://schemas.openxmlformats.org/officeDocument/2006/relationships" id="288" r:id="Rf3fa819218fd463f"/>
    <p:sldId xmlns:r="http://schemas.openxmlformats.org/officeDocument/2006/relationships" id="289" r:id="Rff2499ce11734f90"/>
    <p:sldId xmlns:r="http://schemas.openxmlformats.org/officeDocument/2006/relationships" id="290" r:id="R09b5c7c4a74643b8"/>
    <p:sldId xmlns:r="http://schemas.openxmlformats.org/officeDocument/2006/relationships" id="291" r:id="Rfe4eca7bb0cb4cb7"/>
    <p:sldId xmlns:r="http://schemas.openxmlformats.org/officeDocument/2006/relationships" id="292" r:id="Rb2ddbc5c5f9a4a2b"/>
    <p:sldId xmlns:r="http://schemas.openxmlformats.org/officeDocument/2006/relationships" id="293" r:id="R2b6acf2522e74bd7"/>
    <p:sldId xmlns:r="http://schemas.openxmlformats.org/officeDocument/2006/relationships" id="294" r:id="Ra69277844e534e76"/>
    <p:sldId xmlns:r="http://schemas.openxmlformats.org/officeDocument/2006/relationships" id="295" r:id="R5d71f296f46f47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58a530e1294db5" /><Relationship Type="http://schemas.openxmlformats.org/officeDocument/2006/relationships/slideMaster" Target="/ppt/slideMasters/slideMaster1.xml" Id="R95c22becc20140c8" /><Relationship Type="http://schemas.openxmlformats.org/officeDocument/2006/relationships/notesMaster" Target="/ppt/notesMasters/notesMaster1.xml" Id="R458195c473a440d4" /><Relationship Type="http://schemas.openxmlformats.org/officeDocument/2006/relationships/presProps" Target="/ppt/presProps.xml" Id="Rb338ac56229d47a9" /><Relationship Type="http://schemas.openxmlformats.org/officeDocument/2006/relationships/tableStyles" Target="/ppt/tableStyles.xml" Id="R473993804b464678" /><Relationship Type="http://schemas.openxmlformats.org/officeDocument/2006/relationships/slide" Target="/ppt/slides/slide1.xml" Id="Rcbf7d1f1bbbe4443" /><Relationship Type="http://schemas.openxmlformats.org/officeDocument/2006/relationships/slide" Target="/ppt/slides/slide2.xml" Id="Re444424cf0ac48f3" /><Relationship Type="http://schemas.openxmlformats.org/officeDocument/2006/relationships/slide" Target="/ppt/slides/slide3.xml" Id="R2d2006dc84c6429f" /><Relationship Type="http://schemas.openxmlformats.org/officeDocument/2006/relationships/slide" Target="/ppt/slides/slide4.xml" Id="R6adc631c61134888" /><Relationship Type="http://schemas.openxmlformats.org/officeDocument/2006/relationships/slide" Target="/ppt/slides/slide5.xml" Id="R6aeb30c5a57d463d" /><Relationship Type="http://schemas.openxmlformats.org/officeDocument/2006/relationships/slide" Target="/ppt/slides/slide6.xml" Id="Rdfff396565d84114" /><Relationship Type="http://schemas.openxmlformats.org/officeDocument/2006/relationships/slide" Target="/ppt/slides/slide7.xml" Id="R63d2cb7bafef4e5c" /><Relationship Type="http://schemas.openxmlformats.org/officeDocument/2006/relationships/slide" Target="/ppt/slides/slide8.xml" Id="Rca1eae5860e74f07" /><Relationship Type="http://schemas.openxmlformats.org/officeDocument/2006/relationships/slide" Target="/ppt/slides/slide9.xml" Id="Rc3f0ae8019534ffc" /><Relationship Type="http://schemas.openxmlformats.org/officeDocument/2006/relationships/slide" Target="/ppt/slides/slide10.xml" Id="Rcadab261939a4a52" /><Relationship Type="http://schemas.openxmlformats.org/officeDocument/2006/relationships/slide" Target="/ppt/slides/slide11.xml" Id="R7e68de423b18437c" /><Relationship Type="http://schemas.openxmlformats.org/officeDocument/2006/relationships/slide" Target="/ppt/slides/slide12.xml" Id="Ra4f4a9910c274bd4" /><Relationship Type="http://schemas.openxmlformats.org/officeDocument/2006/relationships/slide" Target="/ppt/slides/slide13.xml" Id="R7d0f5548fbe444db" /><Relationship Type="http://schemas.openxmlformats.org/officeDocument/2006/relationships/slide" Target="/ppt/slides/slide14.xml" Id="R4d6bd252ee2345e3" /><Relationship Type="http://schemas.openxmlformats.org/officeDocument/2006/relationships/slide" Target="/ppt/slides/slide15.xml" Id="Rcfda35e7955b4d08" /><Relationship Type="http://schemas.openxmlformats.org/officeDocument/2006/relationships/slide" Target="/ppt/slides/slide16.xml" Id="Rc719a2fc144e4861" /><Relationship Type="http://schemas.openxmlformats.org/officeDocument/2006/relationships/slide" Target="/ppt/slides/slide17.xml" Id="Rfedeb039a8e04967" /><Relationship Type="http://schemas.openxmlformats.org/officeDocument/2006/relationships/slide" Target="/ppt/slides/slide18.xml" Id="R3744a30fda3c4a71" /><Relationship Type="http://schemas.openxmlformats.org/officeDocument/2006/relationships/slide" Target="/ppt/slides/slide19.xml" Id="R89c251c376fe4337" /><Relationship Type="http://schemas.openxmlformats.org/officeDocument/2006/relationships/slide" Target="/ppt/slides/slide20.xml" Id="Rd9af8fc34b5c43d2" /><Relationship Type="http://schemas.openxmlformats.org/officeDocument/2006/relationships/slide" Target="/ppt/slides/slide21.xml" Id="R8a9785d8af524769" /><Relationship Type="http://schemas.openxmlformats.org/officeDocument/2006/relationships/slide" Target="/ppt/slides/slide22.xml" Id="Rf4660adfc96c4f89" /><Relationship Type="http://schemas.openxmlformats.org/officeDocument/2006/relationships/slide" Target="/ppt/slides/slide23.xml" Id="R8dd05b7ac915421e" /><Relationship Type="http://schemas.openxmlformats.org/officeDocument/2006/relationships/slide" Target="/ppt/slides/slide24.xml" Id="R95e1de3e4b4a407d" /><Relationship Type="http://schemas.openxmlformats.org/officeDocument/2006/relationships/slide" Target="/ppt/slides/slide25.xml" Id="Rde0b6cc02a794f88" /><Relationship Type="http://schemas.openxmlformats.org/officeDocument/2006/relationships/slide" Target="/ppt/slides/slide26.xml" Id="R58c32fec04b74ed4" /><Relationship Type="http://schemas.openxmlformats.org/officeDocument/2006/relationships/slide" Target="/ppt/slides/slide27.xml" Id="R98a783a0aab341b2" /><Relationship Type="http://schemas.openxmlformats.org/officeDocument/2006/relationships/slide" Target="/ppt/slides/slide28.xml" Id="R421bf8bf45f44dab" /><Relationship Type="http://schemas.openxmlformats.org/officeDocument/2006/relationships/slide" Target="/ppt/slides/slide29.xml" Id="R23e36df8c52d478c" /><Relationship Type="http://schemas.openxmlformats.org/officeDocument/2006/relationships/slide" Target="/ppt/slides/slide30.xml" Id="R9432dbd577ec4e37" /><Relationship Type="http://schemas.openxmlformats.org/officeDocument/2006/relationships/slide" Target="/ppt/slides/slide31.xml" Id="Rc8bc489eab2b4994" /><Relationship Type="http://schemas.openxmlformats.org/officeDocument/2006/relationships/slide" Target="/ppt/slides/slide32.xml" Id="R9687a4be24544072" /><Relationship Type="http://schemas.openxmlformats.org/officeDocument/2006/relationships/slide" Target="/ppt/slides/slide33.xml" Id="Rf3fa819218fd463f" /><Relationship Type="http://schemas.openxmlformats.org/officeDocument/2006/relationships/slide" Target="/ppt/slides/slide34.xml" Id="Rff2499ce11734f90" /><Relationship Type="http://schemas.openxmlformats.org/officeDocument/2006/relationships/slide" Target="/ppt/slides/slide35.xml" Id="R09b5c7c4a74643b8" /><Relationship Type="http://schemas.openxmlformats.org/officeDocument/2006/relationships/slide" Target="/ppt/slides/slide36.xml" Id="Rfe4eca7bb0cb4cb7" /><Relationship Type="http://schemas.openxmlformats.org/officeDocument/2006/relationships/slide" Target="/ppt/slides/slide37.xml" Id="Rb2ddbc5c5f9a4a2b" /><Relationship Type="http://schemas.openxmlformats.org/officeDocument/2006/relationships/slide" Target="/ppt/slides/slide38.xml" Id="R2b6acf2522e74bd7" /><Relationship Type="http://schemas.openxmlformats.org/officeDocument/2006/relationships/slide" Target="/ppt/slides/slide39.xml" Id="Ra69277844e534e76" /><Relationship Type="http://schemas.openxmlformats.org/officeDocument/2006/relationships/slide" Target="/ppt/slides/slide40.xml" Id="R5d71f296f46f47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f491f441654f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861ecd58234f98" /><Relationship Type="http://schemas.openxmlformats.org/officeDocument/2006/relationships/notesMaster" Target="/ppt/notesMasters/notesMaster1.xml" Id="Rb6656a19083642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334ace55e34fdf" /><Relationship Type="http://schemas.openxmlformats.org/officeDocument/2006/relationships/notesMaster" Target="/ppt/notesMasters/notesMaster1.xml" Id="R450a283844e547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39e0cfd99744c8" /><Relationship Type="http://schemas.openxmlformats.org/officeDocument/2006/relationships/notesMaster" Target="/ppt/notesMasters/notesMaster1.xml" Id="R56d49680669d42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9e2806a8284d9d" /><Relationship Type="http://schemas.openxmlformats.org/officeDocument/2006/relationships/notesMaster" Target="/ppt/notesMasters/notesMaster1.xml" Id="R2afd17b10ee643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d39dee41fc4d07" /><Relationship Type="http://schemas.openxmlformats.org/officeDocument/2006/relationships/notesMaster" Target="/ppt/notesMasters/notesMaster1.xml" Id="Rd835c36622f74d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e6fe9a1ce24ece" /><Relationship Type="http://schemas.openxmlformats.org/officeDocument/2006/relationships/notesMaster" Target="/ppt/notesMasters/notesMaster1.xml" Id="Rcb1dbb72404148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950227d2ab4ad8" /><Relationship Type="http://schemas.openxmlformats.org/officeDocument/2006/relationships/notesMaster" Target="/ppt/notesMasters/notesMaster1.xml" Id="R4a58b7b7ddc643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b7743ebeca47e9" /><Relationship Type="http://schemas.openxmlformats.org/officeDocument/2006/relationships/notesMaster" Target="/ppt/notesMasters/notesMaster1.xml" Id="R033b3c780e5343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57d4ee6559451d" /><Relationship Type="http://schemas.openxmlformats.org/officeDocument/2006/relationships/notesMaster" Target="/ppt/notesMasters/notesMaster1.xml" Id="R47d0761a9d9f4c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73743dd2054f3a" /><Relationship Type="http://schemas.openxmlformats.org/officeDocument/2006/relationships/notesMaster" Target="/ppt/notesMasters/notesMaster1.xml" Id="R3a68fdb2f8c349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9d03c23d0548c8" /><Relationship Type="http://schemas.openxmlformats.org/officeDocument/2006/relationships/notesMaster" Target="/ppt/notesMasters/notesMaster1.xml" Id="R2135014acb0647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b8d7b311bd4b52" /><Relationship Type="http://schemas.openxmlformats.org/officeDocument/2006/relationships/notesMaster" Target="/ppt/notesMasters/notesMaster1.xml" Id="R7125f11214094b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7659e46fce4e4c" /><Relationship Type="http://schemas.openxmlformats.org/officeDocument/2006/relationships/notesMaster" Target="/ppt/notesMasters/notesMaster1.xml" Id="R472be0d10b9e4d1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197342a06c24930" /><Relationship Type="http://schemas.openxmlformats.org/officeDocument/2006/relationships/notesMaster" Target="/ppt/notesMasters/notesMaster1.xml" Id="Rcdc50a0aadb44b8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412b0ea38214307" /><Relationship Type="http://schemas.openxmlformats.org/officeDocument/2006/relationships/notesMaster" Target="/ppt/notesMasters/notesMaster1.xml" Id="R8f9a898eb8d348b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2adf8cc16f8444a" /><Relationship Type="http://schemas.openxmlformats.org/officeDocument/2006/relationships/notesMaster" Target="/ppt/notesMasters/notesMaster1.xml" Id="Ra46f8cbed88f437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6bb85feb4764d4a" /><Relationship Type="http://schemas.openxmlformats.org/officeDocument/2006/relationships/notesMaster" Target="/ppt/notesMasters/notesMaster1.xml" Id="Rfb343de6f23e450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9ce1cb04e9d4fb1" /><Relationship Type="http://schemas.openxmlformats.org/officeDocument/2006/relationships/notesMaster" Target="/ppt/notesMasters/notesMaster1.xml" Id="Rf6e05edf036f4c7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f9d0c0f204b4ca8" /><Relationship Type="http://schemas.openxmlformats.org/officeDocument/2006/relationships/notesMaster" Target="/ppt/notesMasters/notesMaster1.xml" Id="Rbe2762a4a14741b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09d427c59ea4d28" /><Relationship Type="http://schemas.openxmlformats.org/officeDocument/2006/relationships/notesMaster" Target="/ppt/notesMasters/notesMaster1.xml" Id="Raf9cfee4789b4dd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bb1448c41404ef4" /><Relationship Type="http://schemas.openxmlformats.org/officeDocument/2006/relationships/notesMaster" Target="/ppt/notesMasters/notesMaster1.xml" Id="R47407b06002c499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5c8ca9dad3f4d78" /><Relationship Type="http://schemas.openxmlformats.org/officeDocument/2006/relationships/notesMaster" Target="/ppt/notesMasters/notesMaster1.xml" Id="Rf8ad3b01935d44d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6e7813d8bf14a23" /><Relationship Type="http://schemas.openxmlformats.org/officeDocument/2006/relationships/notesMaster" Target="/ppt/notesMasters/notesMaster1.xml" Id="R7a9c94e02a0f468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c8a864e9f8e4b54" /><Relationship Type="http://schemas.openxmlformats.org/officeDocument/2006/relationships/notesMaster" Target="/ppt/notesMasters/notesMaster1.xml" Id="R06dacb0dff804aa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77bab0205df466d" /><Relationship Type="http://schemas.openxmlformats.org/officeDocument/2006/relationships/notesMaster" Target="/ppt/notesMasters/notesMaster1.xml" Id="Rf8d5d3e6c1d24fc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ed7f7549ed94a9f" /><Relationship Type="http://schemas.openxmlformats.org/officeDocument/2006/relationships/notesMaster" Target="/ppt/notesMasters/notesMaster1.xml" Id="Rb0bf8246a90b4a7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470c19fa8e840e1" /><Relationship Type="http://schemas.openxmlformats.org/officeDocument/2006/relationships/notesMaster" Target="/ppt/notesMasters/notesMaster1.xml" Id="Rf1088745f96e482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e12153e7d514a72" /><Relationship Type="http://schemas.openxmlformats.org/officeDocument/2006/relationships/notesMaster" Target="/ppt/notesMasters/notesMaster1.xml" Id="R2e2dede984fb432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c84cd194b7b45dc" /><Relationship Type="http://schemas.openxmlformats.org/officeDocument/2006/relationships/notesMaster" Target="/ppt/notesMasters/notesMaster1.xml" Id="R55f1e2594992448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8af1a6bfb2c402d" /><Relationship Type="http://schemas.openxmlformats.org/officeDocument/2006/relationships/notesMaster" Target="/ppt/notesMasters/notesMaster1.xml" Id="R4ada09152cd24f1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133a20e125a4f36" /><Relationship Type="http://schemas.openxmlformats.org/officeDocument/2006/relationships/notesMaster" Target="/ppt/notesMasters/notesMaster1.xml" Id="R235050e10aa144a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09845328c6f44c5" /><Relationship Type="http://schemas.openxmlformats.org/officeDocument/2006/relationships/notesMaster" Target="/ppt/notesMasters/notesMaster1.xml" Id="Rba032206653d432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939abe0e0174394" /><Relationship Type="http://schemas.openxmlformats.org/officeDocument/2006/relationships/notesMaster" Target="/ppt/notesMasters/notesMaster1.xml" Id="R41debb4eb5c4440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eeae001f3654436" /><Relationship Type="http://schemas.openxmlformats.org/officeDocument/2006/relationships/notesMaster" Target="/ppt/notesMasters/notesMaster1.xml" Id="R49dbd1c8010c443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5b6781336c341e4" /><Relationship Type="http://schemas.openxmlformats.org/officeDocument/2006/relationships/notesMaster" Target="/ppt/notesMasters/notesMaster1.xml" Id="Rac02dac44d79470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14e5bf28d3842a9" /><Relationship Type="http://schemas.openxmlformats.org/officeDocument/2006/relationships/notesMaster" Target="/ppt/notesMasters/notesMaster1.xml" Id="R8ec5de7eee3348a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19933f6073c41fa" /><Relationship Type="http://schemas.openxmlformats.org/officeDocument/2006/relationships/notesMaster" Target="/ppt/notesMasters/notesMaster1.xml" Id="Rfc49e41ccf4f413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c48604c64e14052" /><Relationship Type="http://schemas.openxmlformats.org/officeDocument/2006/relationships/notesMaster" Target="/ppt/notesMasters/notesMaster1.xml" Id="R9a1749a2e4784b6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f3a4d8d5eef4139" /><Relationship Type="http://schemas.openxmlformats.org/officeDocument/2006/relationships/notesMaster" Target="/ppt/notesMasters/notesMaster1.xml" Id="R586a7df223044df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5c034aa3c034bc1" /><Relationship Type="http://schemas.openxmlformats.org/officeDocument/2006/relationships/notesMaster" Target="/ppt/notesMasters/notesMaster1.xml" Id="Rf8cb4fb262854b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95f0239c440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5fd4c89cef4b0c" /><Relationship Type="http://schemas.openxmlformats.org/officeDocument/2006/relationships/slideLayout" Target="/ppt/slideLayouts/slideLayout1.xml" Id="R0a79e2ae5fc046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79e2ae5fc046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9e20d52df45d5" /><Relationship Type="http://schemas.openxmlformats.org/officeDocument/2006/relationships/notesSlide" Target="/ppt/notesSlides/notesSlide1.xml" Id="R40cdb31dfae64c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e55d35a004535" /><Relationship Type="http://schemas.openxmlformats.org/officeDocument/2006/relationships/notesSlide" Target="/ppt/notesSlides/notesSlide2.xml" Id="R97d841b8769b46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f897aabf34545" /><Relationship Type="http://schemas.openxmlformats.org/officeDocument/2006/relationships/notesSlide" Target="/ppt/notesSlides/notesSlide3.xml" Id="Rf7b2fd3fc0fc49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7e6a162534010" /><Relationship Type="http://schemas.openxmlformats.org/officeDocument/2006/relationships/notesSlide" Target="/ppt/notesSlides/notesSlide4.xml" Id="Rc4aa624641db45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6ae472ff643fc" /><Relationship Type="http://schemas.openxmlformats.org/officeDocument/2006/relationships/notesSlide" Target="/ppt/notesSlides/notesSlide5.xml" Id="R7070dfb1e8fd47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66ee8938d4842" /><Relationship Type="http://schemas.openxmlformats.org/officeDocument/2006/relationships/notesSlide" Target="/ppt/notesSlides/notesSlide6.xml" Id="Rbee2bd3a4f6442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4935d762d413d" /><Relationship Type="http://schemas.openxmlformats.org/officeDocument/2006/relationships/notesSlide" Target="/ppt/notesSlides/notesSlide7.xml" Id="Rc2c9408f85794a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66f29285045d0" /><Relationship Type="http://schemas.openxmlformats.org/officeDocument/2006/relationships/notesSlide" Target="/ppt/notesSlides/notesSlide8.xml" Id="R2232aeca463e4e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443adbab4450b" /><Relationship Type="http://schemas.openxmlformats.org/officeDocument/2006/relationships/notesSlide" Target="/ppt/notesSlides/notesSlide9.xml" Id="Rd86ff280b9154c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a559ce1e74300" /><Relationship Type="http://schemas.openxmlformats.org/officeDocument/2006/relationships/notesSlide" Target="/ppt/notesSlides/notesSlide10.xml" Id="R59ab10da23184b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bc168cfa94563" /><Relationship Type="http://schemas.openxmlformats.org/officeDocument/2006/relationships/notesSlide" Target="/ppt/notesSlides/notesSlide11.xml" Id="R549db7290aa646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43734dbf94754" /><Relationship Type="http://schemas.openxmlformats.org/officeDocument/2006/relationships/notesSlide" Target="/ppt/notesSlides/notesSlide12.xml" Id="Rae7940c44b9941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4c046bf5b4067" /><Relationship Type="http://schemas.openxmlformats.org/officeDocument/2006/relationships/notesSlide" Target="/ppt/notesSlides/notesSlide13.xml" Id="R0fbcc783025a41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0b2e6872e40df" /><Relationship Type="http://schemas.openxmlformats.org/officeDocument/2006/relationships/notesSlide" Target="/ppt/notesSlides/notesSlide14.xml" Id="R67438fb4394c40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77a5cb5b44882" /><Relationship Type="http://schemas.openxmlformats.org/officeDocument/2006/relationships/notesSlide" Target="/ppt/notesSlides/notesSlide15.xml" Id="Rca1b5e5f7daf42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0030e14fd4022" /><Relationship Type="http://schemas.openxmlformats.org/officeDocument/2006/relationships/notesSlide" Target="/ppt/notesSlides/notesSlide16.xml" Id="Rf0ded112442b4b1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6d39c5be94b03" /><Relationship Type="http://schemas.openxmlformats.org/officeDocument/2006/relationships/notesSlide" Target="/ppt/notesSlides/notesSlide17.xml" Id="R199a47bd8f614f7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b1ad19bdb4fd4" /><Relationship Type="http://schemas.openxmlformats.org/officeDocument/2006/relationships/notesSlide" Target="/ppt/notesSlides/notesSlide18.xml" Id="R795f545629b946e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d209fe0e74bad" /><Relationship Type="http://schemas.openxmlformats.org/officeDocument/2006/relationships/notesSlide" Target="/ppt/notesSlides/notesSlide19.xml" Id="R983e97f4c23f474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845b1f78e44b2" /><Relationship Type="http://schemas.openxmlformats.org/officeDocument/2006/relationships/notesSlide" Target="/ppt/notesSlides/notesSlide20.xml" Id="Reb4ae0f7c18e4ea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9e7ab8ebd404e" /><Relationship Type="http://schemas.openxmlformats.org/officeDocument/2006/relationships/notesSlide" Target="/ppt/notesSlides/notesSlide21.xml" Id="Raf8cd61485d144d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47f0478914265" /><Relationship Type="http://schemas.openxmlformats.org/officeDocument/2006/relationships/notesSlide" Target="/ppt/notesSlides/notesSlide22.xml" Id="Rca72ccda9c954e5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ab7e52ca54a1d" /><Relationship Type="http://schemas.openxmlformats.org/officeDocument/2006/relationships/notesSlide" Target="/ppt/notesSlides/notesSlide23.xml" Id="R91a8e69d5f99420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61ddcfa634f76" /><Relationship Type="http://schemas.openxmlformats.org/officeDocument/2006/relationships/notesSlide" Target="/ppt/notesSlides/notesSlide24.xml" Id="R5ff473395aa549d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ee287ca574dee" /><Relationship Type="http://schemas.openxmlformats.org/officeDocument/2006/relationships/notesSlide" Target="/ppt/notesSlides/notesSlide25.xml" Id="Ra2623ff04448458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97a2608164637" /><Relationship Type="http://schemas.openxmlformats.org/officeDocument/2006/relationships/notesSlide" Target="/ppt/notesSlides/notesSlide26.xml" Id="R585dd530bfb74be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a724e75614ece" /><Relationship Type="http://schemas.openxmlformats.org/officeDocument/2006/relationships/notesSlide" Target="/ppt/notesSlides/notesSlide27.xml" Id="Rb9679c82b6f1439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3541816514a31" /><Relationship Type="http://schemas.openxmlformats.org/officeDocument/2006/relationships/notesSlide" Target="/ppt/notesSlides/notesSlide28.xml" Id="Re0fc386abed54eb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f2e8a17ae4b41" /><Relationship Type="http://schemas.openxmlformats.org/officeDocument/2006/relationships/notesSlide" Target="/ppt/notesSlides/notesSlide29.xml" Id="Rf2ebe33280b240c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ee3ebf9394d1e" /><Relationship Type="http://schemas.openxmlformats.org/officeDocument/2006/relationships/notesSlide" Target="/ppt/notesSlides/notesSlide30.xml" Id="R7a394490a25741a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b8a41e6bb4c1a" /><Relationship Type="http://schemas.openxmlformats.org/officeDocument/2006/relationships/notesSlide" Target="/ppt/notesSlides/notesSlide31.xml" Id="Rb7a1ece704bb469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6a592567e4e9d" /><Relationship Type="http://schemas.openxmlformats.org/officeDocument/2006/relationships/notesSlide" Target="/ppt/notesSlides/notesSlide32.xml" Id="R91d4af196986490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837268d6141e9" /><Relationship Type="http://schemas.openxmlformats.org/officeDocument/2006/relationships/notesSlide" Target="/ppt/notesSlides/notesSlide33.xml" Id="Rffc0a42bb3b1404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80648257b461c" /><Relationship Type="http://schemas.openxmlformats.org/officeDocument/2006/relationships/notesSlide" Target="/ppt/notesSlides/notesSlide34.xml" Id="R946b800e61c74a6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a236a765342b8" /><Relationship Type="http://schemas.openxmlformats.org/officeDocument/2006/relationships/notesSlide" Target="/ppt/notesSlides/notesSlide35.xml" Id="R44204633824d4f8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1bc3722224e9c" /><Relationship Type="http://schemas.openxmlformats.org/officeDocument/2006/relationships/notesSlide" Target="/ppt/notesSlides/notesSlide36.xml" Id="R62721844411a4c2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a0a4594d74023" /><Relationship Type="http://schemas.openxmlformats.org/officeDocument/2006/relationships/notesSlide" Target="/ppt/notesSlides/notesSlide37.xml" Id="R77354b11add24e0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4902cd79c47e6" /><Relationship Type="http://schemas.openxmlformats.org/officeDocument/2006/relationships/notesSlide" Target="/ppt/notesSlides/notesSlide38.xml" Id="R706bf8f87b914b9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ba566ec6446d4" /><Relationship Type="http://schemas.openxmlformats.org/officeDocument/2006/relationships/notesSlide" Target="/ppt/notesSlides/notesSlide39.xml" Id="Rdf103fe19286461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59a8ad4174084" /><Relationship Type="http://schemas.openxmlformats.org/officeDocument/2006/relationships/notesSlide" Target="/ppt/notesSlides/notesSlide40.xml" Id="R9b2408b520d343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32BFC-1B3A-4E1E-9C66-940A21F1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D396B-876F-4BAB-9F40-F37276F8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Partial Differential Equations (PDE)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F4A5A-236A-4E57-A9F6-ADAF51C1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Differential Calculus and Numerical Methods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1BMATC201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09470-FABB-4E03-8674-8747538E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8544F-9150-41E4-B5E8-74E141B6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F21BC-4F60-423A-8E12-D78712C4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40750-136A-4699-A4A7-9F87AEAB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5AB39-EA68-4FAF-B4F0-5503CD8F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36013-A8DC-41CB-A4AF-21F5F64A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B5640-3633-4112-93B6-5D18EDAC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0896E-4187-4D10-B2B8-EEBAEFCA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D5C74-D0E0-417E-B522-6453CA51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05EEA-18B6-436B-94B0-03CC7CAF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032267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9D5528-0CA0-48D1-926B-D47C68CF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C70F0-F820-4F90-8381-017D7049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3B098-D018-4A7A-B855-1F4A53C9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83799-6A4F-43E1-B8BC-2E1EA75F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51BDB-FD49-4B15-8C53-6C99E541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72A95-BC1A-4A6F-AAB2-360F5BAC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9658A-1143-4BD3-949D-B9C85FEC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5EDBE-5BF9-4C68-A05D-3D36B816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D067D-B030-442C-93A8-CAB36D91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AAD79-4206-4C9B-8099-824F2B28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B66EA-80ED-4020-8FF1-FC3EC9F9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41D26-534D-4A5C-8F53-0BE432B7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F6143-28EA-419B-A399-033C6BE2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76F19-1D3A-46AE-AF4B-2B9610F8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C46E4-D5A8-40D2-8320-084D3B1C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020198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0F7A54-C057-4029-B14C-A625C733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1CB43-6CCD-475B-8554-3C314608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AC0E1-A60F-4569-B02C-174F0A61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7B21D-39DF-48F8-96F6-D30F0EA9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B3259-99A5-4F60-BBE5-21A5EBB5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30A70-2855-4EBE-8811-33EB63F7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F1D8D-8914-4BD8-9F98-4F28C2CD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7DDAC-27DB-434A-8CBD-B04957B0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71928-0E40-4740-B8BD-DBE4C278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Partial Differential Equations (PDE) (8 Hours Theory + 4...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233C6-A559-4573-B152-0AA4A5DB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FC679-B6ED-4700-9B98-67C05546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523A7-8098-422C-BD16-B4411EE3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Solution of non - homogeneous PDE by direct integration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EFF75-3D3E-423F-8CCC-658BBB85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BBC22B-80AC-4BAB-AC33-DE2613F7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7E0AB-93E1-49B1-B453-949923A1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Homogeneous PDEs involving derivatives with respect to on...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711A37-0BCC-4D41-BA74-D00C0C71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F35ABB-D3B5-4475-B877-18E8096F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6EB8AC-8E92-40AD-852B-05312343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Method of Separation of variables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76EB47-43B3-488A-8110-4D759232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869E3E-4584-4257-B1E2-8BCEC1FC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964AF3-23A1-49C8-B0D3-2D1C920A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PDE: Derivation of one-dimensional heat equation and wave...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DA57C0-9DB1-422E-8FE0-1ECE643F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2D92A3-15F4-4638-B5AC-C76A3B88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8252516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6C19B3-57DF-4733-A183-AB9E00DF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CE91E-0133-4ED1-BBFF-C0D9A726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11CAD-C9FF-49C1-BDCB-B0E9137E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66A1F-A4B6-458B-8DD5-F352B0A1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806C5-DDD3-4A0E-8719-754F194C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B2E78-9833-4914-A9B3-D33EA035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77529-960A-47EA-B987-9612E24B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F4AF1-ACCD-4745-9135-2CA72BF8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Partial Differential Equations (PDE) (8 Hours Theory + 4....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C22ED-20D1-4CB6-A9A7-64CAFB6C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4A4B7-39A6-4EAE-A8F6-6CF7225B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322C6-3701-4DE8-AA37-F4815E40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Solution of non - homogeneous PDE by direct integration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F4D52-7971-4404-A980-30A3FCD4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2182E-3C16-4D0B-9B97-ABE2AE19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3D04A-76E3-4FBA-9814-1C58A849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Homogeneous PDEs involving derivatives with respect to on...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A35A8-446C-47A5-8DBD-88EBAEF5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5973D-6179-4EAB-B77B-DC2EC709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6FFB7D-E829-4D3B-BCB2-371F9384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Method of Separation of variables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42A330-1556-4F9F-B9C4-F2B81F14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6EA556-014C-4142-AA22-CF50A3BA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E21427-6BB1-4908-9F29-26385F0F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PDE: Derivation of one-dimensional heat equation and wave...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8DB9B0-1158-4FB8-83C1-9F83EE6D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820DB6-8FF3-4825-A9D1-CD1FA25D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459BBD-BEE7-4C39-AC62-F0F4D5A0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860248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9474D9-EB8B-40CA-95BE-1DF49B05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EE8BA-7F31-4886-810C-AEC8DE75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E8F4F-DD8F-4775-8429-548E8C16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975DA-DD7A-413D-8E6C-016E9EDB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6E45A-8007-45E5-9BEE-3F346BB3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Partial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F0165-6347-418E-9456-1340AB14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Differential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268EF-8CB9-473D-9276-8443F09F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05EEA-4021-40ED-A4F2-718D48F0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3990C-4C6C-4070-B740-14F16F50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CC68C-60D5-45B1-8CE6-B0086F31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915CE-8BED-4EB2-8D97-AF77F033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A7E78-093A-491F-88CB-99B654D7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elimination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22256-3AA2-4199-A424-7D9896AC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arbitrary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595E8-27CA-4661-8E71-9FD7E276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constants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E8C49-3DA7-4A08-A1F7-DFB152E5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DC27B-3571-416B-82C4-D1F189B1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573017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B0E41-66FF-43E3-BACA-01BF0D94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EA042-02CD-4F60-A1C8-BFCFA1E3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AFA17-823E-4FFD-A23F-E8C19E20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3CAE0-126D-4107-BD28-77A1B627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9042E-DFA0-41FD-9A22-224FDE28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Partial Differential Equations (PDE) (8 Hours Theory + 4 Hours Tutorial) Formation of PDEs by elimination of ar...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D771F-5579-4B30-A430-7B18C914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Partial Differential Equations (PDE) (8 H...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5C1DF-0E64-49A5-9D83-106740E4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0C43E-4853-4B86-8B76-CA964A43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B20BF-9588-4FB8-8D20-3B0C2561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E8C6E-1FDC-46F8-BEAB-8A17B9D1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F225C-E2D6-4620-978C-9B4796A5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DC248-25A0-4EE2-9718-C2233F9E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9E545-E182-4CF7-B05A-1C22C949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A0109-1512-4590-BEAD-D15578ED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3E2C2-10AE-4D67-8FA8-BB2201CF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6CD10-1A69-4E38-BA6F-B0130911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04987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7DD529-63E0-4BEC-A083-803AE6B6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2659F-7BD2-4044-A78F-13F6CB82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0F3EF-D741-419C-A29E-332275B1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D859E-220E-4150-A2B0-6D0D3AF8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BB59C-1D3A-479B-A6F7-E6B2714B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60281-8898-403E-AB3D-AB836C42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5E3A9-D294-4514-B2BA-DB5DDB7C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D087C-8BB7-4674-A8C4-3015FD9E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21EEE-239E-43CE-BD69-C2834581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Partial Differe...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4D552-4DD8-41D1-B414-6114C20E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BB448-6D5D-4643-9A7B-CB670312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256D4-C143-4CCD-AF42-C4988061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Partial Di...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C0C85-C1B4-4268-BDC5-DCA38E6E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10397E-ABF6-4027-8AD2-8DB7FAA3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913AD-F2B9-45D4-81A9-9DD2EFF0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Partial...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2BE634-55BC-4C67-A962-03A1F714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8CCBB6-762E-4811-A1EF-11F3564E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7383CC-89AE-4A24-8350-DFCA8574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Partial Diffe...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69CE8D-B8AC-4707-9E8D-20D7435B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9EFF77-6285-4EA2-80CF-705A4354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0FD9ED-9DEA-43FA-BC77-0AE7D8DB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Partial Dif...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F3326-D17C-4DB9-8B18-2D35E66E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079E81-7819-462A-9695-F6243A6B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8833793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DC031E-C4FE-4A08-911B-17EDB858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FBFAF-2F7B-419A-B3B5-649B36F4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F0B87-A8B0-482C-B10B-E2E2D509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B27F5-872C-4F57-AF0F-E179F454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252C3-856C-45A4-B13A-1F5C0154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39CA0-F65F-48A8-9264-CB139DAE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4A91A-041A-4DFF-BBA6-BD0CEFE2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E1135-53C3-4461-9C2F-FD9EF1C9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F67F2-DE7B-4221-ABA1-18027D76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87B57-5E48-4003-9D48-5CBBA863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0BD35-39C5-47CA-AE22-8216410D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40247-803D-4854-8DBF-3601972A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3E47A5-2C8A-4E5C-A6A8-109CB1B5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3F02F-97F0-402C-BC1A-D5DD6AB5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851EF2-6D71-4082-A358-91976627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06603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D95A3-1D76-4869-A243-CCF6B792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BC0FA-5B50-4E7A-8A5B-6AB49C7C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A6D81-9F40-438F-8781-DE83AC47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FF859-144C-412A-92CB-ADF21ED0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D543D-0A0B-491F-A0E8-82CFB5EE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5044B-0B65-4927-BC98-EA653A4C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Partial Differential Equations (PDE) (8 Hours Theory + 4...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6DC9A-FBA6-4865-B694-3FF36039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A74A62-8001-4EF3-A767-EBFB0DEB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989A5-BCF8-4E48-A699-19117878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31B37F-CB8B-4EB3-A231-5F165E12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A1778-66D2-4202-A06A-417F03F2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14662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E003FC-F078-4565-A92C-97622857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0EBC1-182B-4B3F-BEAD-8A5D5DA7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6A003-6BA4-4B3B-A7FA-9ED8CEC7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F2883-1DC9-450F-B6C3-132805EF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BB859-5091-4FDC-8576-FE7447D7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Solution of non - homogeneous PDE by direct 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FD800-F17D-435A-9E69-5DB08001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Solution of non - homogeneous PDE by dire...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45693-6FDD-4F36-8FDE-2812EF50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BA770-E74A-4A97-BAD6-D2ED8FF0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27493-D414-433D-88BE-545E72A8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BCDA2-B840-4CEF-AAA6-8359EDB0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26A2D-B419-409C-936E-71F01B5D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9A894-A991-4860-89F3-AEA36DAE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C8CCD-721A-4EBB-B676-18FD70EF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30E69-67FA-4223-9EAE-866E8530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AC9E5-8D33-431E-BEBB-5CC8D802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DF907-076E-41DA-B95F-0E95D194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177782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5C2009-3C15-4C5E-B663-ADEAF3BE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F58A2-8B1F-47F1-ABDA-EC74F2FC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B568E-5702-4B65-887A-05F7A570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C606E-CFB6-422F-9697-26E23865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9E4E8-064C-4051-841F-DBCC6147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8EA98-9C33-4A9D-912C-CD4D9234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6FAF8-722B-48C0-99CF-89F43270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EA99A-319D-467C-B59B-69455668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8BA01-CD7E-4832-B779-5F5C738A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Solution of non...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A929E-7AEF-41C8-8CA7-68F397ED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9E7E7-6E98-4924-8126-B7381015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13244-324A-4574-A0C3-AB434ACE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Solution 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7B493-C4F0-4CC3-BADA-54FCA280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E1E58-9256-4D06-A43B-F8DA5D00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AB8B65-E01A-4306-B588-0BF869E8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Solutio...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F54A6-6B0E-4784-AFEF-676DFBBF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3F45A1-9E9D-4DFE-9B15-00B76C69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0CBFF-F04B-4F23-928C-496D5075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Solution of 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AADB3A-435F-4DA0-9852-E8FF0CF3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1D6664-3383-4B20-82E4-96DF7FBD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A0CB2F-94FE-4250-9902-F600437A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Solution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F84A3D-7A3F-41D0-80F1-1BB2E858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FA88B-8FB9-4450-984D-033F25E7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489773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BBB6D-48ED-417C-91CE-CAA8710A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E6C31-1BB4-4C91-B73F-8BD22E1D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09607-2335-4A23-817E-A0916FED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4071B-A7CD-4411-B724-894532C0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8A5DE-0D7B-4F96-9D20-155DFBB1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D5617-6F29-4F0F-B0ED-8BB6D9CD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4CC88-A471-4B1A-AA51-80A9554C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0C8B6-7BDD-4620-B706-492C2A52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8FD77-4825-426F-891B-77C56109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244F9-F11A-47EB-887F-6D9F8172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EE102-F32E-44F6-AF9C-D4DD9F2D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D91247-4556-4255-BB6B-D2F25971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92DF7-F449-494D-A8CE-27E80B08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C9B91-CA28-477D-9290-D73F3476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39E0A-25B4-46C1-933B-95288CFD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1301153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C0DEB-7C42-4DE2-9DC5-181C8177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5E7A6-CD71-4792-BD7F-F884BCA1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625E5-DF4A-4263-8C0B-73761494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1CD7D-4247-46BE-9169-E5A98941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652D9-6550-42E8-8E60-E4AEB69A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F7065-EEF2-498E-BA0E-C8D3AF84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Solution of non - homogeneous PDE by direct integration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EB6B3-B5F6-42AD-8AB0-B92DB098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8361E-A69E-40F9-8F6B-6252E7B4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0F5E0-50ED-4596-ACCD-342FDA99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5C6B0-F6E9-4B40-8686-F198C031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EACAB-C42F-477F-AAB0-5F383581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548154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A0072B-B767-4813-8C5F-5A97CB09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8D164-9A20-4BC5-8010-BC24059B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93AE8-4600-4799-9D02-91497681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26688-BB4D-4FE7-8DAF-07AB3A7E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A6424-CDC6-40D6-88BD-927C0E80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Homogeneous PDEs involving derivatives with respect to one independent variable 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E9C11-1541-46BE-A3EC-85A4158A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Homogeneous PDEs involving derivatives wi...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62B8F-FEBD-4051-8AD3-B56EADBB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F25AE-23A0-4F16-B6A7-10E78690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48DA6-9425-4AF7-B69B-7AAC496C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13079-F3B5-4A59-9BB8-1C6D2DC8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390C1-9D0E-44A8-B5D4-CA01C0B4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C1E19-8661-45DC-8F41-91E26B4E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A45ED-ADFD-461D-9ABC-8DC587F6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53620-9829-4F68-A3BB-10BC3A60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2BEE7-275A-4D49-B80F-10826B63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8CC98-E4C7-47FE-93E6-175E242E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834313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70F7BC-D80D-447B-80D2-9B074EBB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966D5-6E09-4D43-8AFE-FE340B6F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1E35A-EC53-4D5F-8D4D-65B452DA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1A134-E5B3-4D47-AF72-E59851E6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AE58D-A60F-4123-8BA1-AB6098D7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70395-752C-4C5D-BAEA-D9AF7BBA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B7941-5C19-4A12-8312-E6FF4CCC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3CD73-43CF-485E-B5CF-4C0C9B95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C5DF7-F11E-4AFE-A81E-71454068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Homogeneous PDE...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C8515-DA3E-49DC-9157-2FA74447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FE173-3BCE-4F2C-BBD9-D40F3710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C7833-9BE4-493F-9AAC-367BCEA5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Homogeneou...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08C40-F73E-4A31-A902-DA766386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F86C5-BA91-48FE-B4BF-C1A4A147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43ADB-7234-44D1-92E6-332A3464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Homogen...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8FF193-20B4-4636-A8A0-ADDDBE8E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BFD8D-13A7-4694-B943-CC5DBB3A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EC94D-5239-42B2-B60C-9BFB5F64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Homogeneous 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8B5CEA-BC1F-48AC-B646-3B73616D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6561EA-A474-4396-A089-B2CADA4E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E98B2A-9C67-4BD2-B77C-9B773E06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Homogeneous...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663B3C-AEC8-45C5-BEC8-AF7EF820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2800F6-E055-4766-9B3D-3B20735D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72165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7737E8-E602-4C5B-8662-161BBDF8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A3B9F-886D-4A7A-8ACE-8C6F7942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918D6-FAA5-4592-8568-98DDFE93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FF9D6-C8F6-47BA-B27B-0EFB787F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9275D-77C4-4053-BD57-B3BBE84F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7462D-0A42-4283-87A2-90BF3955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E03F4-91BA-4FE8-8A39-CE1A1FE4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AC664-02DE-4EB9-82BC-1C31E624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1526E-9718-4DBF-8A68-5349D00A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1D3F8-8FCD-4289-9398-59C51F3B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9C64E-B535-4170-850F-622FA9E8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3C9A9-E2C5-4290-8889-17B732B0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8EFA5-598A-46AE-90B5-EAC427BC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00FD0-8230-4D70-8FFE-AF5CC8AE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B2200-817A-4157-9302-D860DBB5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8373670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D58E5B-D8D0-4E84-9015-E9B40992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F0197-614C-4AD2-B122-FB409005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ACF91-E3AA-4A0C-8DE4-04BACFCC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4D106-3012-4073-93B1-8ACB875E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CD1D0-ADA2-4252-B706-E125B402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F2256-8FA1-4B7E-8AD4-50B66FC1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Homogeneous PDEs involving derivatives with respect to on...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5F386-FDE0-43E2-95C3-4595BD64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DF3D5-D7C3-4AB9-9D80-AB79B706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FED15-AE6D-43E2-BE6E-CDB30CB9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90D78-B975-444F-914B-47047AE8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F05B3-C020-4970-BB78-89DAA807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67729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DB51B-F0BB-4D60-B66F-D24A53C9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9831E-E0B5-4C96-A2DB-F4BBD4AC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128FF-CEE6-4816-9421-0443884B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246B8-61C9-4993-96FF-9AED8B32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6E422-54B9-4174-9EF9-64CD9859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Method of Separation of 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BA157-4F65-4F6F-81EE-4AC3E913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Method of Separation of variables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00630-F4D5-4D16-824B-E2DDDCEC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482A0-2931-4BDA-B54A-364CFEDB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491E4-1415-48BA-9E60-B2408CE6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8B44C-2358-45DE-9FD5-CCE17179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1644A-D4C9-4C1C-A793-C4892758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4D671-5E53-4930-9F90-C37EDD40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70BFDD-1F7E-404D-9CE3-0A857E33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21B22-B3FC-4428-94CA-DB8FD742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06B7A-B66D-46CA-8F45-D39036B0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8B8E2-1ABE-46C9-AF60-40FC8620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673426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C217EB-F0C9-42CB-A4A8-A915F274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29F23-4B11-4B41-ACB2-01E0F90F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3AFE6-2E09-4505-8A4F-D25400A8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C876D-59A7-462A-86EB-2DD12C58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282C7-1CF7-4196-B45C-D257CD5D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0FD1F-010E-43BA-B192-71175C08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9A564-0D2A-4586-B432-1877D3AD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67A52-D924-43BF-986E-EBEF7377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47715-9A26-4727-8701-7648E202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Method of Separ...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173A3-15E4-4F3E-846E-69FF02F1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6A828-4AF3-45DD-A9F9-84FD8EF7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15E03-470A-4CA6-8C7F-177BB7BC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Method of...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AF33B-4D81-4C85-99D1-D00FAA6F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5E0A1-9F11-4F89-B72A-58B234BA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38CAC-6DC7-4556-A4FB-F0DF589D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Method...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0BE94-8ED2-4AD3-ABDB-E1A4F27E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7786D-A621-4EAD-AD2D-DF3C5973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C4F5E4-E2EC-4E23-A3C6-DDEA65BE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Method of Sep...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5AB389-FEA2-4B07-A71B-A58B282D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20A28A-26E8-4F05-A65C-4D50DFCB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E05851-C9B8-46B8-BDFE-EC3B36BB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Method of 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089185-53EB-455A-9026-72950B5E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8E2D3D-440F-4CCA-9AAE-C31187F7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2219922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4D678-4C11-4038-8CF5-C187F2D7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EC3E0-ABCC-4E07-BC37-835BEB48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28B33-E8B9-49F9-995B-9F53FD67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B2CB2-DC45-4DAC-8702-788F4A1F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FE792-2B94-4EB7-B92C-5A1D703D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DC13D-9ED9-414E-986D-24DA9B8A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107C6-4A43-4A9B-A60E-3B19EB83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0F18D-E640-4F88-A10E-546D8004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B7101-23A4-4081-BF3C-2CF557B7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DA686-3DAD-46C3-9C18-2749CE79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14736-8E31-4925-8637-ABE5487B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BEE39-E06D-42F7-B0BE-2418C15D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6B627C-517A-47BF-B49C-4809C42D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4D2E0-FE16-4D88-87AA-903CB3BD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C7E9FD-0B80-405D-8FAD-B2E94E7B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8830925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054B3-680B-4EC2-BD27-AC3ADD71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4B07E-88DB-4AA5-A7AB-C794BE18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3CB49-FEC0-49A8-8992-75226D80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112E1-7D5C-4A26-92CE-D6B6EF03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77E8D-94B5-4EF0-9810-B35E96F8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A43FA-18CF-43FA-925A-F76523C5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Method of Separation of variables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6CEAF-F603-48B4-80A5-1164D483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42B19-0885-45B6-A5B4-AB9D50B6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651C8-A1FD-4938-9DAF-F42C1895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2DC65-B46D-4224-A96B-091BA61D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AB131-261D-47C1-9442-CF294EF7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7222387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FF8CA9-5380-4DCA-9241-015A4626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40FBB-0505-4850-BE85-E47326B9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1CDCB-6D29-474E-9E28-FB757165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07C8F-95EE-4815-B55C-34BBFD76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6112E-4EA4-48E9-8605-03D16F9E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PDE: Derivation of one-dimensional heat equation and wave equation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29915-9437-42AE-B234-9E1DD7F0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PDE: Derivation of one-dimensional heat e...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64F0B-0C20-4BAF-8C70-6C66B791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EC60F-55B4-47E7-AAB1-1D5B0241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307FA-884B-44FE-A41B-03C94F62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F9B0E-4CFF-4F54-B60B-FBEB9A4D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3B229-A920-41A3-A517-F764C419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C3A99-9DC3-4D95-90AF-6C14CED0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3F4BF-3BE4-4A4E-9B4C-124077DA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0C7A61-EF70-42A4-ACF0-8AC99547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EDD3F-937B-4BE9-B150-5366122A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B91D4-FCDD-4F3E-B062-9AB44ECE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54224494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7B6BD4-9463-401C-A647-76326B93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E9991-D252-480B-984A-94B7406A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FFD21-5BE9-4335-8AB2-FAADFD66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9D0A0-7B4F-4153-9D98-35E86F34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E5F10-6C14-40BE-A44A-2C87F7A9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243E5-917E-4D01-BA85-E076B506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75905-7E16-485D-AB30-DF9B0220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C3B48-164A-467C-8368-9B934851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23173-9DDF-4BED-8839-F3AED154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PDE: Derivation...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55D7F-EEBB-42D2-B25A-10B4595A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C14CA-56BD-466B-8DC1-54165F05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171A9-805D-4C9E-AB80-9F497774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PDE: Deriv...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2F5B5-2975-4A44-A1C3-6359AC50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390C9-D948-4864-9F23-55D2954F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679E66-32E9-48D1-87AD-195FF0F3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PDE: De...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2D5B16-920D-437B-85F5-29FFB995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FEE6D8-9FF9-4DFF-BC65-6278C74B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168D7-F5DA-462B-A9FC-99AD33E8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PDE: Derivati...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92C06F-ED42-4CDF-A6D7-E57ECEF1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093B2F-8E7A-44FB-B763-26FD4343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342734-97A0-48EB-AE6D-8CBCF50C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PDE: Deriva...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769E5D-F040-4650-99D2-0250A693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DFE121-025D-4670-BC3C-A2964417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170907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44280E-9925-4946-92AA-DCBBF82A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41DDC-AFF2-4747-ADB4-27673E5D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0DFBA-60E9-42F5-B5D2-7B2DDE19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DBE1A-B37A-4ADD-98D0-33BFFE1F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982BE-A923-4F9E-AE46-E2583D33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F6D90-1AE4-4A91-86F8-9E453CC9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C96B0-761E-455A-ADBA-6716416E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E03C3-BC0E-4F1B-8AAE-86816544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1EF1C-ABB5-4059-BDAA-912F94C4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63844-A515-43CA-96CC-80897724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1B668-FE04-4BC8-877B-D4D5028B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7521B-FD50-4142-B314-8523B231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85DFE-8FFE-436D-ADDB-26EB7DAD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460DD-968A-4E10-8DE6-2E3AD857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5A504F-EBC2-4DAC-93D4-8B63DD60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27941354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E1692-D08A-40D7-B079-DA6E65E3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93B7F-569E-43E2-98E3-FED9FA41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85B8E-FDC8-4D70-A4DA-F8FB518E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C5E04-7EE9-4E7B-B414-5B136D9D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22C71-E88F-4942-A75E-5787571C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DCF8A-2F16-4688-8F88-B57B323E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PDE: Derivation of one-dimensional heat equation and wave...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435D5-9E2D-4B2A-B8F8-F4A8DB83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04EE1-0597-409D-9366-0A4DA3B7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3F964-473D-415B-8322-AE33E70C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14FC97-A8C9-4FD7-ABA5-6B0591BF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2A79E-C16E-479D-BD37-AE87C646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58385412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4E969-1BA7-4092-8069-BE993FCA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FE8AF-4E9F-44A2-B4C3-80A2813B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40DBD-0A31-46B1-8377-AE3393DB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37B74-CB20-462A-9A5B-374AE4C1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FD236-D084-4AB5-A651-000D31E8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03FDD-BC82-4D7B-9B73-59929045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8765350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24703-49C5-4031-9653-BAD82858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7AA18-BE9F-4F77-8CA9-749A7206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80D37-13CD-4A36-B9BB-E7EF9FA5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C31DD-7688-40AF-8DE3-F25E2D89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B3823-386B-4A5C-8B5D-FE39F5ED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Partial: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Differential: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Equations: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PDE: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5DD7F-4909-4C04-B4DD-ED7CA009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8158992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39F51-9BDA-4789-B7FC-2171F722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8B261-7D3B-4B8B-AD3D-F9D37DCD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58BA0-4211-4653-9FAD-57569745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55638-ED61-488B-9197-577493CB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2E030-F1B0-44C9-A821-B2E0D0C5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55834-7B53-4841-BED7-E954E662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9925557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420C3-CB95-4C98-AFE1-D2E85962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AA24C-9217-412A-A5AF-2DD29069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89C1E-B464-4941-A4A3-A1FA6549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C5131-BE11-48AD-B869-8DF42CA4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179BE-9403-4170-8BA3-00A1D7DE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A6EE1-70FB-448F-B7D3-0164D1D2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28340118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DD21A-3E3D-4D25-BB90-C8CD380C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5EAE6-FA51-40D4-863F-AEBAB448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436CD-2A0D-4178-BB65-7469C5F3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118AA-1515-4F06-9563-0FE8EBE9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E6450-0558-4703-8037-D17B9BE0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Partial Differential Equations (PDE) (8 Hours Theory + 4 Hours Tutorial...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Solution of non - homogeneous PDE by direct integration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Homogeneous PDEs involving derivatives with respect to one independent...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Method of Separation of variables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PDE: Derivation of one-dimensional heat equation and wave equation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24420-FF03-47F3-A1C5-D95506D0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D14E6-9002-4C1D-AF5D-C96E1F0F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B554D-BAD3-406A-9F7D-D72F3140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2420917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5AE4AB-96E4-47C9-BB8A-604CE547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89F90-CB08-49CC-AA9F-B000ECC6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Partial Differential Equations (PDE) (8 Hou...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CA111-1C82-4CE1-AA4C-A2455FCC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A4FFD-9606-4A84-8736-AF718877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E59DC-F590-4A7A-8935-3895043A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A304A-FC78-4581-B056-50321592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8F4F0-2D23-4169-B081-6F97E452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D0F36-3E3F-4584-BB35-5D44E09B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11262-6D63-446F-B812-8CC959C7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37C2F-831F-4A7D-9DCD-BB0A00E5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56343-5830-4241-B2C7-87D801EA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F4547-AA59-441D-9844-2A4FD00A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32C26-229C-46D5-855A-3BEEB782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ED59D8-1C87-4E4C-A265-B28629FB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4EAD7-279A-4BDB-BDAF-23A658A5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81B8B8-8CE4-4404-AA0F-8887C45C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8B390-7D29-4E2C-AB5D-DCD7AE42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0DFE87-FD7F-48CD-9676-300A6B56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1E6987-DAE7-440C-B93E-46CF7A29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FFB029-B386-4A3D-AB61-D298F143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EA1A41-FF08-4125-A957-5AED8CA0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8D255C-3ECB-4446-A10B-703BE36C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92BA19-7EF7-40CF-BBE6-D59B8299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55C559-6D2D-4771-99B2-7BEA48F8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AA8F34-FC0D-4753-8977-A410807A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DA5F8A-B82D-41D8-8932-F0B30B3B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CBBE0C-190A-4458-8407-E196816C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9BEFA5-76CE-46A6-A2B6-386F8161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AEDA46-C2D2-4033-ABD6-4162CCD0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F82F6E-E421-4E05-AFAA-F16CD9C7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3FC556-B7DF-4463-9AA6-5E2AF82F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AE773C-FF2F-4092-91CD-E53F373B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291339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281CF0-835D-4106-A4B6-33D2F355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C9950-3961-4F1D-A91D-ED2A86F7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Solution of non - homogeneous PDE by direct...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1E243-2DFD-4D05-AA3C-0D5F9C8E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85370-4FCF-45AE-9CCE-6C479A71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65089-7049-4359-B523-B73C2DC5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9B92B-8B12-48DA-8181-38E88BE0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B4C46-1828-4E89-A34C-07C038ED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8652D-E7E1-40B8-B2DC-C0569B62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15DAB-1112-4611-BD61-B510B05E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BD6A0-E711-44E0-9C68-5CE07303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A2626-31E5-4249-86CE-32D16430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F4896-D262-4917-B870-373B401B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883AB-508A-4FFE-B021-816B0446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830D0E-F16F-425E-8970-332AA2FC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A0D1E-D27B-4402-A120-B4EB749B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7854B-9E7C-4B62-95DF-77365104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302576-063B-4B2E-BF9D-AF82EB9E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EF8979-EA74-4FBF-9676-2ABBE00C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EE0644-680D-4FBE-8AE1-897B77EF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9D5E90-650F-417E-B35D-86334490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4E8360-410A-4F6F-96AD-F17A7A76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1139B8-B0B2-4D8D-9D54-608D9568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11FADE-2FBC-4F71-B247-9887274C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7F2A94-7FC3-46A0-91E7-42B14D8B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F725F4-E1BA-4FC7-82CA-D8FE6D95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1BCC20-4033-4A0B-82D3-4F32A0A8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05648D-2E53-47D3-8B75-53FF6CA0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06D64A-7B52-4DEB-ABA3-52C125AF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85F4D5-AF6D-4A67-93F8-0C258DEC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D286C2-C248-4213-8BF9-44CB182C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F433FD-066D-4368-BA50-A8E70B52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613E1C-A371-4E7C-8DA9-ED219DFC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0617416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267DA9-A834-412F-94D3-2F3ACDE3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E4597-078E-43F3-B99E-2E8380C4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Homogeneous PDEs involving derivatives with...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29544-65D5-403F-982A-B82F2AAB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DEB4D-46FE-4664-B081-797CB62A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D8437-DBA8-4764-BE57-97DC3044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CF218-C4DE-401B-8F3E-4AFCB5CC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7695F-A6AD-4550-ACB9-4BBB7E93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5C9F0-00AC-4C4A-B67C-579D8467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4CE87-244D-428B-BB08-ED336FBF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B9C1F-98B8-4D53-BEA4-933FF5D3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29358-F125-4A48-AC1B-F460DC82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87C3EF-E2CE-47F6-9629-36052127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4BBCB-D541-4B1C-A43D-98EF4B94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2DE2A-0FA8-42C2-A9AF-8E3A472F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4A56D-C340-44D6-AA11-442AE312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F3DD7-8CFB-4730-A5FF-03BB90E0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0567CF-085A-459E-AEF5-26AC5238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55E25-7528-4DE2-8498-FA98186A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0D468D-7DDA-4396-8E3E-BB64DFFA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C700C6-D987-457B-A11C-D588FA31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48A0A-00F1-4C3F-A709-FD3F323F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B4BFBD-C700-4350-8DF9-BAFEF12F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60E058-A41E-40DB-B34B-1B2E9893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2BDC0D-1FC6-4682-9FFC-2201EA07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FC8E05-AA8B-4FAB-9E9F-BCDB1ACA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27FC52-D3B6-4B18-A8A1-F4E5100D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847A03-55CC-47A8-8078-E35B7805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50942B-4D51-4572-B6E4-0507AA65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9B1FD0-79E1-4D61-AB43-A05F4DC7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DA5E86-EE93-48FF-8A48-A05E83B2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34C0F4-C490-4F69-9A99-043148D6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CAE5C8-FEB3-4132-A9B3-36A53A42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9320323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C2DB8C-41F3-4355-9A3E-C99DFEA0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38CFA-8481-4917-828E-CBD6430D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Method of Separation of variables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796CB-FBFC-45BE-8C49-F3C19BCC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84691-4F00-4966-A077-20D95D0A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75601-4121-4F71-939B-C5AAC7C2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54077-E83C-414B-ACF1-62F91B14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10869-3AA4-4626-8EBF-25FCD92C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B3530-1B69-4BD9-ADC9-AAE673AC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FFA52-0B94-4004-A86B-0643BEDE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95BB6-51BB-488F-8EBA-8A1DDD2D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C63C5-A284-4EC9-81F5-39359FDA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208F5-28AE-475D-B609-D38E4CC5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AC040B-4553-45B0-83E0-8E5CEF6A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9AAD1-D2B0-46EB-ADE9-D0E40230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BDAFF-B512-45FE-88B4-23AA53A0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785AF-5641-43A2-B95D-CC64667E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45437-A50E-40F6-A8D4-2975ECCF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7C3911-1705-48ED-95F6-2E7224E5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BCBDE9-1AB5-42FE-A02C-C4BDD24A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8DAC23-567B-4FE8-8F55-3712B8E4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44CC35-3A2E-44CF-8261-D5D3DB7C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E394E2-F427-420A-B76F-1D83314E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C88D3B-8174-4063-AB00-A6763216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B2703B-AFB5-4B07-9557-6B7D5DE1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A7BFB4-499D-4C00-AA66-27786144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458EC8-283B-43A0-B682-9C37B80C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798419-9A55-489D-9D7C-68A2AFFF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75172C-35F3-4270-9AA3-D4B4D255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69BA02-A351-49E4-8C70-9299EB0C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20D024-0DB0-466A-A2E4-18A0C613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02821C-57A9-4E8B-9017-570CFCF3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252800-CB90-4745-BBB8-FBF68006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0803857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C7504A-8EB1-4B61-9EA9-36F73472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778F5-DE41-4D75-8317-9BA9D30B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PDE: Derivation of one-dimensional heat equ...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602CB-66A3-464F-A83B-3A14376B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0DD16-57E3-4ADE-9D0A-8987B401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F9AA9-81F1-49FB-99D7-AFD1FAF2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4658B-DAFE-46E4-A6EA-F3196681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84679-309F-4F4E-9C66-13DA3783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D3E41-621C-48DF-ACBD-FB4619BC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F5EF7-F5CF-40CE-9621-FF05C7DC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1D5B5-65D5-4F1F-B8FC-AC1FB727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49819-BB18-4433-8AC8-BB694738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E7FFC-4E65-4C09-82E4-85512E3C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F24CA-8DCD-43B9-B5AF-28C6FA12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800709-4106-4375-97B7-949BEE3D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854CC-4577-49F5-BC9D-D75B1790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D1EF6-AC4A-4430-9BD6-FD555D4D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53D7E-5D90-41B1-85A4-BDF707EB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8D69C-6829-484E-9D3E-51A840D8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87F115-2235-4CCF-A275-75CA98DE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EF1AE-B10E-4BD5-B745-8E35422D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471441-1CED-4992-B70B-8880A96D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6FDA91-89B5-4A60-A02B-0B22FFC4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757A26-F1FD-4B49-B7A7-6D46FA85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EF2827-7523-4CEB-A2FB-6E31010E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8C26E6-445F-44CE-AB79-D30B0F30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AD4314-BE53-49E4-9D65-ADA0D9BD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409A7E-8013-477E-9E47-C9B3E5F8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A70C85-8AB2-470F-B1EF-BD97DAC3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A001AF-DECE-426A-891C-81164151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778E8E-4C12-425C-85AA-2D384AE6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27C38A-2B4B-4C6D-A8F2-29E49C0C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06D58F-E480-4C43-B3B9-24FE9D54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28361434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37E432-B41C-4642-B8DC-1B1897B3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E8C9D-4488-43D9-BD21-EF56A12F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Partial Differential Equations (PDE) (8 Hou...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1A94C-0B77-40D4-83E6-475C58F2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7FFEF-E52E-4217-ABDD-E1DC6460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B10C9-E48D-478D-8E5A-3AABA53B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1F74F-55C5-452D-88A2-42B2C4A5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94175-BCB4-4C6C-8504-F3908EC2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24ADC-51F2-4DD9-A1A5-02067A35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27C22-16B0-491D-BF25-D17914EC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6C254-13BE-4A2D-8967-76F89B3E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C6D05-895D-47E0-8FC7-82D14440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584C4-A9AC-4C8D-9D73-BE6F7E41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68190-4FDA-4747-8193-5BDD3560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A36529-9715-484A-8B20-8CEC554F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9466B5-D267-4A94-91D8-6231AC65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4F6FD-1FF4-4366-988A-A33FEA07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0DEA40-F10F-40FE-AED8-8A5767F7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BFB754-ED19-489E-9A38-D93DF59B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3D6FD8-D2F2-4761-A70D-451647F3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D42F6F-AC89-4998-B4C9-A711C6AB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84D18D-440F-455A-8207-BAA1B05E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5199BD-B1E7-46B5-8CEB-15CFE4FD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3011B1-2B9B-49DB-8BA1-0E26CF15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910E4B-5888-44B0-BDE0-77E9F31C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1F02DB-6534-4697-9ED6-DE2F8848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FEC018-CB4B-4FE7-AEE2-71775BC9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AD1F39-0339-407B-9CFB-E2C1737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8140E6-8ADF-4AE5-BF66-DE1F8BC3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535527-0BCA-4039-B535-1EDB4DB8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3ABA89-3ED1-499D-97DE-235EF9C1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5D593A-1251-4050-9BA4-39929EEF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50C189-9F4E-44FF-8C5F-7E11D89C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6094867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907E9E-B586-43D3-AEFE-C0A828D0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5B334-D0FF-4EFF-A036-97615253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Solution of non - homogeneous PDE by direct...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0C997-EBE1-4CDE-AF19-A3AB015B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7FEEA-5D69-46BD-881F-492E87CE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0E7B6-C77E-4900-9149-DE28ED0E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A1793-784E-4742-A8B4-3C55288B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8AF66-8543-4FC4-9BFC-8FD90E57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8E51D-5F3E-4E5F-BD50-D3C4175D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C1A4E-6028-4C86-A054-EDDD36FE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780CB-A48D-4AB2-A2C9-383C88B6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21910-3403-47A5-BA8E-9F5C57DB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F9CC1-EB80-4230-8B8C-006A6B82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3A96A-5F6D-4DD1-8035-455A9D01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67BCA-B317-4F30-914E-33C6D6FD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A0E17-DBD8-423E-9F85-36A792C5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A0197-90D1-4F48-8DD1-DA9D4FE3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1ABF8-F7A6-47B1-98B7-BFF47089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7566FD-B634-418B-9E53-9928E04B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CC87C-11A7-4D4D-BEE7-379FA8FF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0334D1-1F13-4D34-87D4-CA38E01F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517CCF-41D9-4508-84A2-7575AD8C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8AC35D-9CF0-4CB9-8A42-B54ECFE1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CC7011-29C4-4DCC-8537-72A70998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761D11-AB07-4A5F-B26E-AA22100A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A1027F-A41E-4148-B9B8-1A50EB11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32FFD0-E5A9-4F1E-AD99-419F759C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52F8A7-2029-442B-9BBD-90B88947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EB2064-99EC-4213-82B8-9C2D98C4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31DBFE-EB6D-455F-8F5C-01B81BEE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CF56EC-5B13-4DD9-92C5-980F3C6D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EDE3A7-3E1C-4C06-8837-11578DC7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61D58D-85B4-402B-B8CE-05B717D4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6609147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A604CB-CC35-47D7-8F61-298CB067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86823-5B5D-4160-897A-AE7A8642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Homogeneous PDEs involving derivatives with...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8E010-C4A0-44A7-B1EC-169837BC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57837-0056-4C30-8D92-B5745E5F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03390-5CF5-414B-BEA2-ED90035B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88F57-E764-435D-AD86-27C0B84D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FAAB7-A946-4E55-B8F8-FB99BA4A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F1BAF-1193-4183-8395-9C69750D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564A2-B30F-44CF-B044-9BD12777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D1F4A-9805-42CB-B832-6D379B0D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B5E54-BE6C-4E89-84A7-94D0F041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A42B2-32F5-4FA6-8A27-1FB96A60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E7D84-632F-4413-911E-AD645AAA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2C06DB-05D0-4C1D-ABF2-BF31D12F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1A8883-9835-4747-9BF8-4751E235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6E2D7-5848-488A-8F28-106EE702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38D40D-67B3-4125-981A-BB2BB497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76DB66-3DD9-4135-9229-B03CA890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F8F97-80BC-4E88-A0AF-C9362E5F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F8301C-32DC-4FE6-B01D-8EB4083B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540389-2778-40C4-83A3-08FE238E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6732C-0BF4-4725-AE87-95EC99B9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6F7BC0-075A-407A-A081-AFEF087E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D6FA59-68C8-4DC8-BD5D-1A34E630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1B7629-F9EC-4BB3-B2F5-114C1235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1A4A03-C63F-4FCA-992E-68627F8C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547DA2-8D79-43A3-91CB-8E96124F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857B49-7503-49FA-8F51-8CA99707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17C43E-81FA-41C7-91BC-1B0F9011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CA4834-101C-42C1-ABB2-3460E73D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EEE269-40E0-416F-9BAE-964130F4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B1E125-1CCF-4838-A0F2-6DD55C43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2091655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D7A833-5188-4F91-B2AA-258F5551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8B66F-71C6-4927-9BED-A256DFC3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Method of Separation of variables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504C2-D71F-4FD2-A489-61B5C4CC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80B53-7A5B-4BFB-B03A-FAF9B8BB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EA3FC-825F-4359-ADFC-92C4761E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C4543-9DFE-4018-903D-93EE4C83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B1249-E4F4-489E-B5D5-3189035F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5B38A-9E43-48A4-B598-EF56E255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1C5A3-5124-4CBD-ACC6-F1ABB2C9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0E683-1DCD-4432-ACC9-4494FC70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2DC00-AAAC-420E-A091-68B76D6E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04F67-F64A-4CBB-8C4C-3827E05D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6BCCF-F5FA-45CF-B2C2-B176573A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2221A2-C780-4EC9-B40A-158A3234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898BD8-C601-4081-9A31-D25AB5D3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20D22-EA55-435F-99FC-1ECCC6B0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871E0E-C0F7-4FB9-9828-29F65CED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25ACB3-8E3F-4C02-9541-4897B9FC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0F3497-B548-4B06-B2B6-55B38695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C6E608-B309-48DF-A8DB-2A8B821D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A1A9A8-7D7A-418C-95A3-3EC7291A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D0C81C-7895-4A27-B92B-326F02E8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CA3672-E5A3-4DE0-8836-28CA6217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546F10-CA65-4C61-8B35-776D1AAB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5BF7C1-AC69-42BF-A2F4-65A00F66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E21C98-83A4-4F4C-8C79-1E506201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C58BC5-EFE3-4EAD-9F20-E53F9F70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BE39D9-4325-4DB3-BF85-F9806BD0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53401F-A182-4292-A85C-52274BC6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04190F-FC1B-48F9-B2BF-20EC0483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418AB4-5908-4439-BBBE-DA554C43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CE1936-1B6C-4DF3-B3ED-260CFB6B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2821017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09DC82-605C-41B6-9590-53A23B76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5CCCC-36FF-42C7-8258-E9886C9E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PDE: Derivation of one-dimensional heat equ...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E85E6-36E2-44F1-BC35-368FBD67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921E5-B7EE-44D4-B945-54E514BA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642EE-FEEA-4127-86BE-9CAAB739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F2461-67E0-47CA-9DDB-CA7C1DE3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4E31A-E7F2-486B-A127-5822264B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15237-C267-4D49-86AC-C8E4BFAD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504EE-1108-440A-AF73-30B3026A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E3EB9-6419-47E1-AAC1-1BE761C9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24E92-D851-415E-88D7-AE9CC3BC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C7A814-35A8-493F-85D2-BC36A039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0121E-5588-43D9-90BB-FAA31658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D2F56F-E217-465F-979A-D6981BC6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EB518-2FC0-4FE8-B8C3-30223564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B1CBFC-112F-45D5-9F38-86236E35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2857D-E3B5-4F7E-9EB7-6A8AD1B1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17EF55-C8B2-4DEA-9293-91D10116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50DB72-604D-45E5-8796-FF997374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7EEC82-1B6D-427D-9F1C-E9DB8741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C5849-2CEC-43E9-A4F6-9353E1F5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810F03-11F4-4150-AB97-53963744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E45C03-96CC-4467-A6DF-33677995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81A5C6-9E2A-4D3E-9225-A1F1C2C2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5C13D7-A4B2-4E1B-85AD-029BA5BD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9FADE5-FAE8-42C1-88EF-4A0DAD4A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23DC16-6BF5-46A5-B1BF-ACAB5FEC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058402-968A-4BA7-9637-A56CC052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A7ED76-9693-48B5-BDAB-F2A7BF43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AE0DAF-EE54-442E-9B56-AC8FC3DB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F8FDF8-8896-496C-840A-23DA9512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A01218-BC4B-4D52-89A2-4C908751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79238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2026-08-24T16:02:58.0980000Z</dcterms:created>
  <dcterms:modified xsi:type="dcterms:W3CDTF">2026-08-24T16:02:58.0980000Z</dcterms:modified>
</coreProperties>
</file>