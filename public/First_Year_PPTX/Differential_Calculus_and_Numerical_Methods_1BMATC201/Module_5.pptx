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d90ae35ade49df" /><Relationship Type="http://schemas.openxmlformats.org/officeDocument/2006/relationships/extended-properties" Target="/docProps/app.xml" Id="R1c375277b30d498f" /><Relationship Type="http://schemas.openxmlformats.org/officeDocument/2006/relationships/officeDocument" Target="/ppt/presentation.xml" Id="Rda48f621318143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82b5b7de934270"/>
  </p:sldMasterIdLst>
  <p:notesMasterIdLst>
    <p:notesMasterId xmlns:r="http://schemas.openxmlformats.org/officeDocument/2006/relationships" r:id="R6894019ddbff47bd"/>
  </p:notesMasterIdLst>
  <p:sldIdLst>
    <p:sldId xmlns:r="http://schemas.openxmlformats.org/officeDocument/2006/relationships" id="256" r:id="R12560d86cee246b1"/>
    <p:sldId xmlns:r="http://schemas.openxmlformats.org/officeDocument/2006/relationships" id="257" r:id="R000befed17204224"/>
    <p:sldId xmlns:r="http://schemas.openxmlformats.org/officeDocument/2006/relationships" id="258" r:id="Rb42266065a314493"/>
    <p:sldId xmlns:r="http://schemas.openxmlformats.org/officeDocument/2006/relationships" id="259" r:id="R3fbfff5396c34493"/>
    <p:sldId xmlns:r="http://schemas.openxmlformats.org/officeDocument/2006/relationships" id="260" r:id="R4ff6cc65e07343c9"/>
    <p:sldId xmlns:r="http://schemas.openxmlformats.org/officeDocument/2006/relationships" id="261" r:id="R4eeee656612c49a7"/>
    <p:sldId xmlns:r="http://schemas.openxmlformats.org/officeDocument/2006/relationships" id="262" r:id="R34b90b6ae93245da"/>
    <p:sldId xmlns:r="http://schemas.openxmlformats.org/officeDocument/2006/relationships" id="263" r:id="R03e858b710c5458e"/>
    <p:sldId xmlns:r="http://schemas.openxmlformats.org/officeDocument/2006/relationships" id="264" r:id="Re0c345bf5b334d2c"/>
    <p:sldId xmlns:r="http://schemas.openxmlformats.org/officeDocument/2006/relationships" id="265" r:id="R7dc3898f6db64a18"/>
    <p:sldId xmlns:r="http://schemas.openxmlformats.org/officeDocument/2006/relationships" id="266" r:id="R209e123efd3a4073"/>
    <p:sldId xmlns:r="http://schemas.openxmlformats.org/officeDocument/2006/relationships" id="267" r:id="R7db3f7e7c2224016"/>
    <p:sldId xmlns:r="http://schemas.openxmlformats.org/officeDocument/2006/relationships" id="268" r:id="R5656a6e1ae41435a"/>
    <p:sldId xmlns:r="http://schemas.openxmlformats.org/officeDocument/2006/relationships" id="269" r:id="R2c19807cb8ce4d02"/>
    <p:sldId xmlns:r="http://schemas.openxmlformats.org/officeDocument/2006/relationships" id="270" r:id="R65874a966e0d410a"/>
    <p:sldId xmlns:r="http://schemas.openxmlformats.org/officeDocument/2006/relationships" id="271" r:id="R786480f9ce984651"/>
    <p:sldId xmlns:r="http://schemas.openxmlformats.org/officeDocument/2006/relationships" id="272" r:id="Rf1c0043469b345c9"/>
    <p:sldId xmlns:r="http://schemas.openxmlformats.org/officeDocument/2006/relationships" id="273" r:id="R566b65cbaace4b1d"/>
    <p:sldId xmlns:r="http://schemas.openxmlformats.org/officeDocument/2006/relationships" id="274" r:id="R6bbf7c31b9624390"/>
    <p:sldId xmlns:r="http://schemas.openxmlformats.org/officeDocument/2006/relationships" id="275" r:id="R22fc7f6931fd49b5"/>
    <p:sldId xmlns:r="http://schemas.openxmlformats.org/officeDocument/2006/relationships" id="276" r:id="Rd4203a59feae4ada"/>
    <p:sldId xmlns:r="http://schemas.openxmlformats.org/officeDocument/2006/relationships" id="277" r:id="Rcd26eaed39e04855"/>
    <p:sldId xmlns:r="http://schemas.openxmlformats.org/officeDocument/2006/relationships" id="278" r:id="Rc35023838d1f4cad"/>
    <p:sldId xmlns:r="http://schemas.openxmlformats.org/officeDocument/2006/relationships" id="279" r:id="R83239d47774b46f8"/>
    <p:sldId xmlns:r="http://schemas.openxmlformats.org/officeDocument/2006/relationships" id="280" r:id="R975431ea8f9a4876"/>
    <p:sldId xmlns:r="http://schemas.openxmlformats.org/officeDocument/2006/relationships" id="281" r:id="Rc2b4c2ae00284bb5"/>
    <p:sldId xmlns:r="http://schemas.openxmlformats.org/officeDocument/2006/relationships" id="282" r:id="R062bf40396e641f7"/>
    <p:sldId xmlns:r="http://schemas.openxmlformats.org/officeDocument/2006/relationships" id="283" r:id="R8625c92bcf6d4992"/>
    <p:sldId xmlns:r="http://schemas.openxmlformats.org/officeDocument/2006/relationships" id="284" r:id="R1d71969195554fc8"/>
    <p:sldId xmlns:r="http://schemas.openxmlformats.org/officeDocument/2006/relationships" id="285" r:id="R9a196368543f4203"/>
    <p:sldId xmlns:r="http://schemas.openxmlformats.org/officeDocument/2006/relationships" id="286" r:id="R148cb4b558134f26"/>
    <p:sldId xmlns:r="http://schemas.openxmlformats.org/officeDocument/2006/relationships" id="287" r:id="Rbbd3a9e394b740fa"/>
    <p:sldId xmlns:r="http://schemas.openxmlformats.org/officeDocument/2006/relationships" id="288" r:id="Rf25630024ae84d72"/>
    <p:sldId xmlns:r="http://schemas.openxmlformats.org/officeDocument/2006/relationships" id="289" r:id="R88b4d767a79e47a5"/>
    <p:sldId xmlns:r="http://schemas.openxmlformats.org/officeDocument/2006/relationships" id="290" r:id="R764e1afcbfff43b4"/>
    <p:sldId xmlns:r="http://schemas.openxmlformats.org/officeDocument/2006/relationships" id="291" r:id="R7dc01f08e51243e6"/>
    <p:sldId xmlns:r="http://schemas.openxmlformats.org/officeDocument/2006/relationships" id="292" r:id="R5856b3cfa4a148f9"/>
    <p:sldId xmlns:r="http://schemas.openxmlformats.org/officeDocument/2006/relationships" id="293" r:id="Rfb398a64d5a34ee9"/>
    <p:sldId xmlns:r="http://schemas.openxmlformats.org/officeDocument/2006/relationships" id="294" r:id="Ra0db7110bea24755"/>
    <p:sldId xmlns:r="http://schemas.openxmlformats.org/officeDocument/2006/relationships" id="295" r:id="R724c3a3cd85a46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80e5c5ea8a4d3b" /><Relationship Type="http://schemas.openxmlformats.org/officeDocument/2006/relationships/slideMaster" Target="/ppt/slideMasters/slideMaster1.xml" Id="R0c82b5b7de934270" /><Relationship Type="http://schemas.openxmlformats.org/officeDocument/2006/relationships/notesMaster" Target="/ppt/notesMasters/notesMaster1.xml" Id="R6894019ddbff47bd" /><Relationship Type="http://schemas.openxmlformats.org/officeDocument/2006/relationships/presProps" Target="/ppt/presProps.xml" Id="R12555a90e925414f" /><Relationship Type="http://schemas.openxmlformats.org/officeDocument/2006/relationships/tableStyles" Target="/ppt/tableStyles.xml" Id="Rc0a7f685f09a451e" /><Relationship Type="http://schemas.openxmlformats.org/officeDocument/2006/relationships/slide" Target="/ppt/slides/slide1.xml" Id="R12560d86cee246b1" /><Relationship Type="http://schemas.openxmlformats.org/officeDocument/2006/relationships/slide" Target="/ppt/slides/slide2.xml" Id="R000befed17204224" /><Relationship Type="http://schemas.openxmlformats.org/officeDocument/2006/relationships/slide" Target="/ppt/slides/slide3.xml" Id="Rb42266065a314493" /><Relationship Type="http://schemas.openxmlformats.org/officeDocument/2006/relationships/slide" Target="/ppt/slides/slide4.xml" Id="R3fbfff5396c34493" /><Relationship Type="http://schemas.openxmlformats.org/officeDocument/2006/relationships/slide" Target="/ppt/slides/slide5.xml" Id="R4ff6cc65e07343c9" /><Relationship Type="http://schemas.openxmlformats.org/officeDocument/2006/relationships/slide" Target="/ppt/slides/slide6.xml" Id="R4eeee656612c49a7" /><Relationship Type="http://schemas.openxmlformats.org/officeDocument/2006/relationships/slide" Target="/ppt/slides/slide7.xml" Id="R34b90b6ae93245da" /><Relationship Type="http://schemas.openxmlformats.org/officeDocument/2006/relationships/slide" Target="/ppt/slides/slide8.xml" Id="R03e858b710c5458e" /><Relationship Type="http://schemas.openxmlformats.org/officeDocument/2006/relationships/slide" Target="/ppt/slides/slide9.xml" Id="Re0c345bf5b334d2c" /><Relationship Type="http://schemas.openxmlformats.org/officeDocument/2006/relationships/slide" Target="/ppt/slides/slide10.xml" Id="R7dc3898f6db64a18" /><Relationship Type="http://schemas.openxmlformats.org/officeDocument/2006/relationships/slide" Target="/ppt/slides/slide11.xml" Id="R209e123efd3a4073" /><Relationship Type="http://schemas.openxmlformats.org/officeDocument/2006/relationships/slide" Target="/ppt/slides/slide12.xml" Id="R7db3f7e7c2224016" /><Relationship Type="http://schemas.openxmlformats.org/officeDocument/2006/relationships/slide" Target="/ppt/slides/slide13.xml" Id="R5656a6e1ae41435a" /><Relationship Type="http://schemas.openxmlformats.org/officeDocument/2006/relationships/slide" Target="/ppt/slides/slide14.xml" Id="R2c19807cb8ce4d02" /><Relationship Type="http://schemas.openxmlformats.org/officeDocument/2006/relationships/slide" Target="/ppt/slides/slide15.xml" Id="R65874a966e0d410a" /><Relationship Type="http://schemas.openxmlformats.org/officeDocument/2006/relationships/slide" Target="/ppt/slides/slide16.xml" Id="R786480f9ce984651" /><Relationship Type="http://schemas.openxmlformats.org/officeDocument/2006/relationships/slide" Target="/ppt/slides/slide17.xml" Id="Rf1c0043469b345c9" /><Relationship Type="http://schemas.openxmlformats.org/officeDocument/2006/relationships/slide" Target="/ppt/slides/slide18.xml" Id="R566b65cbaace4b1d" /><Relationship Type="http://schemas.openxmlformats.org/officeDocument/2006/relationships/slide" Target="/ppt/slides/slide19.xml" Id="R6bbf7c31b9624390" /><Relationship Type="http://schemas.openxmlformats.org/officeDocument/2006/relationships/slide" Target="/ppt/slides/slide20.xml" Id="R22fc7f6931fd49b5" /><Relationship Type="http://schemas.openxmlformats.org/officeDocument/2006/relationships/slide" Target="/ppt/slides/slide21.xml" Id="Rd4203a59feae4ada" /><Relationship Type="http://schemas.openxmlformats.org/officeDocument/2006/relationships/slide" Target="/ppt/slides/slide22.xml" Id="Rcd26eaed39e04855" /><Relationship Type="http://schemas.openxmlformats.org/officeDocument/2006/relationships/slide" Target="/ppt/slides/slide23.xml" Id="Rc35023838d1f4cad" /><Relationship Type="http://schemas.openxmlformats.org/officeDocument/2006/relationships/slide" Target="/ppt/slides/slide24.xml" Id="R83239d47774b46f8" /><Relationship Type="http://schemas.openxmlformats.org/officeDocument/2006/relationships/slide" Target="/ppt/slides/slide25.xml" Id="R975431ea8f9a4876" /><Relationship Type="http://schemas.openxmlformats.org/officeDocument/2006/relationships/slide" Target="/ppt/slides/slide26.xml" Id="Rc2b4c2ae00284bb5" /><Relationship Type="http://schemas.openxmlformats.org/officeDocument/2006/relationships/slide" Target="/ppt/slides/slide27.xml" Id="R062bf40396e641f7" /><Relationship Type="http://schemas.openxmlformats.org/officeDocument/2006/relationships/slide" Target="/ppt/slides/slide28.xml" Id="R8625c92bcf6d4992" /><Relationship Type="http://schemas.openxmlformats.org/officeDocument/2006/relationships/slide" Target="/ppt/slides/slide29.xml" Id="R1d71969195554fc8" /><Relationship Type="http://schemas.openxmlformats.org/officeDocument/2006/relationships/slide" Target="/ppt/slides/slide30.xml" Id="R9a196368543f4203" /><Relationship Type="http://schemas.openxmlformats.org/officeDocument/2006/relationships/slide" Target="/ppt/slides/slide31.xml" Id="R148cb4b558134f26" /><Relationship Type="http://schemas.openxmlformats.org/officeDocument/2006/relationships/slide" Target="/ppt/slides/slide32.xml" Id="Rbbd3a9e394b740fa" /><Relationship Type="http://schemas.openxmlformats.org/officeDocument/2006/relationships/slide" Target="/ppt/slides/slide33.xml" Id="Rf25630024ae84d72" /><Relationship Type="http://schemas.openxmlformats.org/officeDocument/2006/relationships/slide" Target="/ppt/slides/slide34.xml" Id="R88b4d767a79e47a5" /><Relationship Type="http://schemas.openxmlformats.org/officeDocument/2006/relationships/slide" Target="/ppt/slides/slide35.xml" Id="R764e1afcbfff43b4" /><Relationship Type="http://schemas.openxmlformats.org/officeDocument/2006/relationships/slide" Target="/ppt/slides/slide36.xml" Id="R7dc01f08e51243e6" /><Relationship Type="http://schemas.openxmlformats.org/officeDocument/2006/relationships/slide" Target="/ppt/slides/slide37.xml" Id="R5856b3cfa4a148f9" /><Relationship Type="http://schemas.openxmlformats.org/officeDocument/2006/relationships/slide" Target="/ppt/slides/slide38.xml" Id="Rfb398a64d5a34ee9" /><Relationship Type="http://schemas.openxmlformats.org/officeDocument/2006/relationships/slide" Target="/ppt/slides/slide39.xml" Id="Ra0db7110bea24755" /><Relationship Type="http://schemas.openxmlformats.org/officeDocument/2006/relationships/slide" Target="/ppt/slides/slide40.xml" Id="R724c3a3cd85a46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959dc9e9a2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ebafcf225b4d70" /><Relationship Type="http://schemas.openxmlformats.org/officeDocument/2006/relationships/notesMaster" Target="/ppt/notesMasters/notesMaster1.xml" Id="R694d35654fe449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e3a8e10ee24343" /><Relationship Type="http://schemas.openxmlformats.org/officeDocument/2006/relationships/notesMaster" Target="/ppt/notesMasters/notesMaster1.xml" Id="Rdcc98338b1374a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ddc5484d774f74" /><Relationship Type="http://schemas.openxmlformats.org/officeDocument/2006/relationships/notesMaster" Target="/ppt/notesMasters/notesMaster1.xml" Id="R18e584e332eb45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7b9f7d08fe4554" /><Relationship Type="http://schemas.openxmlformats.org/officeDocument/2006/relationships/notesMaster" Target="/ppt/notesMasters/notesMaster1.xml" Id="R4e4a7451cf75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d78ad885874dbf" /><Relationship Type="http://schemas.openxmlformats.org/officeDocument/2006/relationships/notesMaster" Target="/ppt/notesMasters/notesMaster1.xml" Id="R309a344fcab64b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1e8d63c77d4a84" /><Relationship Type="http://schemas.openxmlformats.org/officeDocument/2006/relationships/notesMaster" Target="/ppt/notesMasters/notesMaster1.xml" Id="R833adf5f7be24b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c28c2255764f3f" /><Relationship Type="http://schemas.openxmlformats.org/officeDocument/2006/relationships/notesMaster" Target="/ppt/notesMasters/notesMaster1.xml" Id="R64f17a254ec946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d1dfab3cdc4604" /><Relationship Type="http://schemas.openxmlformats.org/officeDocument/2006/relationships/notesMaster" Target="/ppt/notesMasters/notesMaster1.xml" Id="Rfcbfe0f1934646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c9e97605f04712" /><Relationship Type="http://schemas.openxmlformats.org/officeDocument/2006/relationships/notesMaster" Target="/ppt/notesMasters/notesMaster1.xml" Id="R026b760143834c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be78c0b3244825" /><Relationship Type="http://schemas.openxmlformats.org/officeDocument/2006/relationships/notesMaster" Target="/ppt/notesMasters/notesMaster1.xml" Id="Rd51fb5b21d4d42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a53df3939d422c" /><Relationship Type="http://schemas.openxmlformats.org/officeDocument/2006/relationships/notesMaster" Target="/ppt/notesMasters/notesMaster1.xml" Id="R59322c8c444a41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0c487c175e4178" /><Relationship Type="http://schemas.openxmlformats.org/officeDocument/2006/relationships/notesMaster" Target="/ppt/notesMasters/notesMaster1.xml" Id="R0eb6f908cf0643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c601bc039f444c" /><Relationship Type="http://schemas.openxmlformats.org/officeDocument/2006/relationships/notesMaster" Target="/ppt/notesMasters/notesMaster1.xml" Id="Ra36a8e32280349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616c7bcde44373" /><Relationship Type="http://schemas.openxmlformats.org/officeDocument/2006/relationships/notesMaster" Target="/ppt/notesMasters/notesMaster1.xml" Id="R8695786bac8444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7fdd661a7c4e7c" /><Relationship Type="http://schemas.openxmlformats.org/officeDocument/2006/relationships/notesMaster" Target="/ppt/notesMasters/notesMaster1.xml" Id="Re9ae4287242649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025657907341ea" /><Relationship Type="http://schemas.openxmlformats.org/officeDocument/2006/relationships/notesMaster" Target="/ppt/notesMasters/notesMaster1.xml" Id="R9168ef1bb3b34d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17612d5fe544bd" /><Relationship Type="http://schemas.openxmlformats.org/officeDocument/2006/relationships/notesMaster" Target="/ppt/notesMasters/notesMaster1.xml" Id="Rf9eed3a8509047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639981e1a34292" /><Relationship Type="http://schemas.openxmlformats.org/officeDocument/2006/relationships/notesMaster" Target="/ppt/notesMasters/notesMaster1.xml" Id="R4a0c12e262f543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037ff6f8cb4f9c" /><Relationship Type="http://schemas.openxmlformats.org/officeDocument/2006/relationships/notesMaster" Target="/ppt/notesMasters/notesMaster1.xml" Id="R6c8b7b6883a44f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a18120baa24fe6" /><Relationship Type="http://schemas.openxmlformats.org/officeDocument/2006/relationships/notesMaster" Target="/ppt/notesMasters/notesMaster1.xml" Id="Ra8297abdb23b4f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7b27e0e3f94ab5" /><Relationship Type="http://schemas.openxmlformats.org/officeDocument/2006/relationships/notesMaster" Target="/ppt/notesMasters/notesMaster1.xml" Id="R440cc200dcb3457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b3c6a8a52743c3" /><Relationship Type="http://schemas.openxmlformats.org/officeDocument/2006/relationships/notesMaster" Target="/ppt/notesMasters/notesMaster1.xml" Id="Raff02e1f51b94ec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c0db79cc514efc" /><Relationship Type="http://schemas.openxmlformats.org/officeDocument/2006/relationships/notesMaster" Target="/ppt/notesMasters/notesMaster1.xml" Id="R690fa523007d44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9181aa35014521" /><Relationship Type="http://schemas.openxmlformats.org/officeDocument/2006/relationships/notesMaster" Target="/ppt/notesMasters/notesMaster1.xml" Id="R02a76878f3a74b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ef6b32a2cf64feb" /><Relationship Type="http://schemas.openxmlformats.org/officeDocument/2006/relationships/notesMaster" Target="/ppt/notesMasters/notesMaster1.xml" Id="R3fd94750941543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a73da262fe449e" /><Relationship Type="http://schemas.openxmlformats.org/officeDocument/2006/relationships/notesMaster" Target="/ppt/notesMasters/notesMaster1.xml" Id="R8d4dc791ea1540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58a32eb022c40c0" /><Relationship Type="http://schemas.openxmlformats.org/officeDocument/2006/relationships/notesMaster" Target="/ppt/notesMasters/notesMaster1.xml" Id="R800b0bc719d641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6b55990bebe409b" /><Relationship Type="http://schemas.openxmlformats.org/officeDocument/2006/relationships/notesMaster" Target="/ppt/notesMasters/notesMaster1.xml" Id="R483e0820e0d941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69b5cd3459f4995" /><Relationship Type="http://schemas.openxmlformats.org/officeDocument/2006/relationships/notesMaster" Target="/ppt/notesMasters/notesMaster1.xml" Id="R3ffa3fa3fea34e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8c6dbab76a64d83" /><Relationship Type="http://schemas.openxmlformats.org/officeDocument/2006/relationships/notesMaster" Target="/ppt/notesMasters/notesMaster1.xml" Id="R58dc78787b6c41d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06865442c814503" /><Relationship Type="http://schemas.openxmlformats.org/officeDocument/2006/relationships/notesMaster" Target="/ppt/notesMasters/notesMaster1.xml" Id="R8218c15658084ba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22740371fb4f5b" /><Relationship Type="http://schemas.openxmlformats.org/officeDocument/2006/relationships/notesMaster" Target="/ppt/notesMasters/notesMaster1.xml" Id="Rb11ec19abe8345a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a503d09514447f8" /><Relationship Type="http://schemas.openxmlformats.org/officeDocument/2006/relationships/notesMaster" Target="/ppt/notesMasters/notesMaster1.xml" Id="R9d858e003fab4d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2f8311da51541ae" /><Relationship Type="http://schemas.openxmlformats.org/officeDocument/2006/relationships/notesMaster" Target="/ppt/notesMasters/notesMaster1.xml" Id="Rb8d9af3a6cf3451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42a7f038d7f4ff6" /><Relationship Type="http://schemas.openxmlformats.org/officeDocument/2006/relationships/notesMaster" Target="/ppt/notesMasters/notesMaster1.xml" Id="R1c1be6ee25b947f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b5ea2899f4b4ae9" /><Relationship Type="http://schemas.openxmlformats.org/officeDocument/2006/relationships/notesMaster" Target="/ppt/notesMasters/notesMaster1.xml" Id="R17c6311cee7d434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5f176e58944514" /><Relationship Type="http://schemas.openxmlformats.org/officeDocument/2006/relationships/notesMaster" Target="/ppt/notesMasters/notesMaster1.xml" Id="Rfbbfeda98c3c46a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d0fcad53a5e4f7e" /><Relationship Type="http://schemas.openxmlformats.org/officeDocument/2006/relationships/notesMaster" Target="/ppt/notesMasters/notesMaster1.xml" Id="R6f7b14bea421433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979ae4f956649a6" /><Relationship Type="http://schemas.openxmlformats.org/officeDocument/2006/relationships/notesMaster" Target="/ppt/notesMasters/notesMaster1.xml" Id="R0674d80630bc4c7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d8659af00a0459c" /><Relationship Type="http://schemas.openxmlformats.org/officeDocument/2006/relationships/notesMaster" Target="/ppt/notesMasters/notesMaster1.xml" Id="R961610d24c904a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d4373221047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dd2368cf2146d3" /><Relationship Type="http://schemas.openxmlformats.org/officeDocument/2006/relationships/slideLayout" Target="/ppt/slideLayouts/slideLayout1.xml" Id="Rd34e9940f1554d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e9940f1554d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4460fcde44a76" /><Relationship Type="http://schemas.openxmlformats.org/officeDocument/2006/relationships/notesSlide" Target="/ppt/notesSlides/notesSlide1.xml" Id="Rea793bf1654d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642a17c694947" /><Relationship Type="http://schemas.openxmlformats.org/officeDocument/2006/relationships/notesSlide" Target="/ppt/notesSlides/notesSlide2.xml" Id="Rdbf9f9bbbac749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18b94b9474385" /><Relationship Type="http://schemas.openxmlformats.org/officeDocument/2006/relationships/notesSlide" Target="/ppt/notesSlides/notesSlide3.xml" Id="Rb8a4be9e2f804e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0a9ad062242a9" /><Relationship Type="http://schemas.openxmlformats.org/officeDocument/2006/relationships/notesSlide" Target="/ppt/notesSlides/notesSlide4.xml" Id="R375992af5cf947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a6f22aaea4a46" /><Relationship Type="http://schemas.openxmlformats.org/officeDocument/2006/relationships/notesSlide" Target="/ppt/notesSlides/notesSlide5.xml" Id="Rd2991bc5e7284e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c7528b3a04f3a" /><Relationship Type="http://schemas.openxmlformats.org/officeDocument/2006/relationships/notesSlide" Target="/ppt/notesSlides/notesSlide6.xml" Id="Rf14e8af2c5214a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4335c10b448eb" /><Relationship Type="http://schemas.openxmlformats.org/officeDocument/2006/relationships/notesSlide" Target="/ppt/notesSlides/notesSlide7.xml" Id="Rba9c7ed73a8240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87ba3eca84b8a" /><Relationship Type="http://schemas.openxmlformats.org/officeDocument/2006/relationships/notesSlide" Target="/ppt/notesSlides/notesSlide8.xml" Id="Re565fd18d3334e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3b50bc4224f20" /><Relationship Type="http://schemas.openxmlformats.org/officeDocument/2006/relationships/notesSlide" Target="/ppt/notesSlides/notesSlide9.xml" Id="R7e3875bcb7a24c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054939124cac" /><Relationship Type="http://schemas.openxmlformats.org/officeDocument/2006/relationships/notesSlide" Target="/ppt/notesSlides/notesSlide10.xml" Id="Rebfea149dfa840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d8163ef61479d" /><Relationship Type="http://schemas.openxmlformats.org/officeDocument/2006/relationships/notesSlide" Target="/ppt/notesSlides/notesSlide11.xml" Id="Rfbaaacb51f3e45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c3a3a26454355" /><Relationship Type="http://schemas.openxmlformats.org/officeDocument/2006/relationships/notesSlide" Target="/ppt/notesSlides/notesSlide12.xml" Id="R62b26bc4de2741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a07a9a4c49f0" /><Relationship Type="http://schemas.openxmlformats.org/officeDocument/2006/relationships/notesSlide" Target="/ppt/notesSlides/notesSlide13.xml" Id="R070e639b6adf4c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69073e59f4bf6" /><Relationship Type="http://schemas.openxmlformats.org/officeDocument/2006/relationships/notesSlide" Target="/ppt/notesSlides/notesSlide14.xml" Id="R0f038173f4d341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2ccd5919f4df1" /><Relationship Type="http://schemas.openxmlformats.org/officeDocument/2006/relationships/notesSlide" Target="/ppt/notesSlides/notesSlide15.xml" Id="R5475e7ecd7f744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76ae92f7c4792" /><Relationship Type="http://schemas.openxmlformats.org/officeDocument/2006/relationships/notesSlide" Target="/ppt/notesSlides/notesSlide16.xml" Id="R0c9a81c8490046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2c92619c142b5" /><Relationship Type="http://schemas.openxmlformats.org/officeDocument/2006/relationships/notesSlide" Target="/ppt/notesSlides/notesSlide17.xml" Id="Ra3113439dcae40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9a2ba7721458f" /><Relationship Type="http://schemas.openxmlformats.org/officeDocument/2006/relationships/notesSlide" Target="/ppt/notesSlides/notesSlide18.xml" Id="R664f86fd1b1e4c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d229274fd4d19" /><Relationship Type="http://schemas.openxmlformats.org/officeDocument/2006/relationships/notesSlide" Target="/ppt/notesSlides/notesSlide19.xml" Id="R66296b2e484347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bce9689af451c" /><Relationship Type="http://schemas.openxmlformats.org/officeDocument/2006/relationships/notesSlide" Target="/ppt/notesSlides/notesSlide20.xml" Id="Rc5ef3a4a93b44d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d2b4ba34f4396" /><Relationship Type="http://schemas.openxmlformats.org/officeDocument/2006/relationships/notesSlide" Target="/ppt/notesSlides/notesSlide21.xml" Id="R67a6ddeaab6645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500464a084822" /><Relationship Type="http://schemas.openxmlformats.org/officeDocument/2006/relationships/notesSlide" Target="/ppt/notesSlides/notesSlide22.xml" Id="R2946f895d8484e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bf30a24a74ff3" /><Relationship Type="http://schemas.openxmlformats.org/officeDocument/2006/relationships/notesSlide" Target="/ppt/notesSlides/notesSlide23.xml" Id="Rb8a5cb3c4f8540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c6fc9e98c49be" /><Relationship Type="http://schemas.openxmlformats.org/officeDocument/2006/relationships/notesSlide" Target="/ppt/notesSlides/notesSlide24.xml" Id="R740b164b0d3645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5bde10c044e33" /><Relationship Type="http://schemas.openxmlformats.org/officeDocument/2006/relationships/notesSlide" Target="/ppt/notesSlides/notesSlide25.xml" Id="R270681f5de964bc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576a239864d1d" /><Relationship Type="http://schemas.openxmlformats.org/officeDocument/2006/relationships/notesSlide" Target="/ppt/notesSlides/notesSlide26.xml" Id="Rb9fe6f606cae46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ae2611e6248cc" /><Relationship Type="http://schemas.openxmlformats.org/officeDocument/2006/relationships/notesSlide" Target="/ppt/notesSlides/notesSlide27.xml" Id="Rdfefb97248ed497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426d2c7034a1f" /><Relationship Type="http://schemas.openxmlformats.org/officeDocument/2006/relationships/notesSlide" Target="/ppt/notesSlides/notesSlide28.xml" Id="R6dd322855961466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e243f74d24b12" /><Relationship Type="http://schemas.openxmlformats.org/officeDocument/2006/relationships/notesSlide" Target="/ppt/notesSlides/notesSlide29.xml" Id="R599dbac5a1ad4a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5d62b11234d38" /><Relationship Type="http://schemas.openxmlformats.org/officeDocument/2006/relationships/notesSlide" Target="/ppt/notesSlides/notesSlide30.xml" Id="R21ec4de22149414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994fdfd364741" /><Relationship Type="http://schemas.openxmlformats.org/officeDocument/2006/relationships/notesSlide" Target="/ppt/notesSlides/notesSlide31.xml" Id="R20c6de6b002d418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c94d7433e4631" /><Relationship Type="http://schemas.openxmlformats.org/officeDocument/2006/relationships/notesSlide" Target="/ppt/notesSlides/notesSlide32.xml" Id="R2228aa45c6f742f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b4325cc2948b5" /><Relationship Type="http://schemas.openxmlformats.org/officeDocument/2006/relationships/notesSlide" Target="/ppt/notesSlides/notesSlide33.xml" Id="R4c475828adcd46b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fdb867e87436c" /><Relationship Type="http://schemas.openxmlformats.org/officeDocument/2006/relationships/notesSlide" Target="/ppt/notesSlides/notesSlide34.xml" Id="Reedb504d4d9b4c6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39155aad04960" /><Relationship Type="http://schemas.openxmlformats.org/officeDocument/2006/relationships/notesSlide" Target="/ppt/notesSlides/notesSlide35.xml" Id="R411b0de8f8c1476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5484c101b4903" /><Relationship Type="http://schemas.openxmlformats.org/officeDocument/2006/relationships/notesSlide" Target="/ppt/notesSlides/notesSlide36.xml" Id="Rc481e96d8acd413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1feca59da42cd" /><Relationship Type="http://schemas.openxmlformats.org/officeDocument/2006/relationships/notesSlide" Target="/ppt/notesSlides/notesSlide37.xml" Id="R21f82d56de814e1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1a8fc65cd489f" /><Relationship Type="http://schemas.openxmlformats.org/officeDocument/2006/relationships/notesSlide" Target="/ppt/notesSlides/notesSlide38.xml" Id="R50cab5dcf77c488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7795ae70e4481" /><Relationship Type="http://schemas.openxmlformats.org/officeDocument/2006/relationships/notesSlide" Target="/ppt/notesSlides/notesSlide39.xml" Id="R8de746bf264b4ca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a392545f14e00" /><Relationship Type="http://schemas.openxmlformats.org/officeDocument/2006/relationships/notesSlide" Target="/ppt/notesSlides/notesSlide40.xml" Id="Rfbf1a1af5e6340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DC1F6-50D6-4F6D-87EE-637FFC1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64795-C514-4A70-91EA-519E3A57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Numerical Methods - 2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4F1D1-7512-44A4-8174-2379C246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A374F-309C-402C-95F3-F3B401CB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F90F7-22F5-4178-B833-D5BB0029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E8831-6625-4D20-90D4-0286D6F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53BBF-2D95-48B3-80AB-51AE3A1C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A78A2-BC28-4807-B15A-FA694D5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CFB97-1D51-41E2-96E7-24343FD3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1AC55-BF79-48A9-83F4-41CDF3C8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C8DD4-4AA2-49A6-AD23-93E69802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B8C77-B7B8-4F2F-A1E7-9184F27A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258A4-7A1D-40C1-A4EB-3449AE8A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02950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F83E2-9F8F-4591-B6B0-4F556CB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6061C-C61A-45D6-AD2B-74B502B1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8D492-D77C-40A3-A2F2-E9337EC2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CA2F2-71C8-4D63-A774-DDFFD51F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891A1-32BD-4B9C-916D-920BB147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A2BCC-25B7-4D16-8C50-FD1BDEB0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7C122-77F6-4FE9-82C5-78CBB98D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5BF24-003D-412A-8B26-02B3B67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DBE31-2833-4C65-BC6E-ED66B971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A5A78-657E-4E79-8A7A-7AAE04B3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E942E-1D2F-4D29-931C-914A3510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F248D-A77E-4DA5-A998-2DDEC0A5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63CB7-D59B-4F6C-A8A7-59136F4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8D1A5-BAF4-45DA-A000-88F5190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03C9E-B4DF-4AB7-9BB3-BE0CC3E8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61409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3C5BDB-6237-4D2E-9E89-EEF3E06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510E8-05D2-4C4B-8C19-540159F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A5018-C3AD-4037-B449-56176B66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1D367-C043-4E09-9230-2D5A6FC3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BBF75-4674-454F-B3E5-1F01044A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8C158-F5C2-446D-AA6A-FE4F38D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6FA98-ADAC-418F-BC1D-12564D61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ECFF6-A0C3-4BA1-9F50-4D2FF8FE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694B7-DD55-49AF-A2B5-81106B5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Methods - 2 (8 Hours Theory + 4 Hours Tutorial)...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9ED64-A4E8-4402-A031-B0CAB329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7D40B-772E-42B1-A5E1-1D45E872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71663-ABB6-4479-B778-58B067B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02F53-AB8C-42EE-A42B-85C05796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C2D34-427F-460E-8757-33DCB543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23B28-D924-4134-A19D-9441CB5B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EF00-969B-485C-8F91-F94F5CB7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90EEB-9A32-4C27-973B-01520C3B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147EF-F909-42A8-982E-EB2E4C10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Milne's predictor- corrector method and Adams-Bashforth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51944-032A-4C97-9C9A-5DDE5D8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5F419-BD9C-4F5E-B99F-51ECA5BC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10130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B7E75-7818-475F-970C-C7B774D2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457FA-136A-4A92-8E96-A5AAFAD2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6B1E4-4AB7-4EE6-BD0D-5AEABAD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0EFA7-8D9D-4122-B791-5C86B654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FEC1D-295F-415E-98F7-24B2C9DF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53D33-D374-4D1F-9049-E3A97B3B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0D13E-72A6-4091-83F5-C7D0BCD5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6F2F7-1575-4A4F-9C6E-4CE0F995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Methods - 2 (8 Hours Theory + 4 Hours Tutorial)...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012D2-1E06-4607-91F5-7BCAB5E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75836-03A1-4F80-8955-CF9FC228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E4D2D-D2C2-4701-883E-4237C43F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EB9AC-9310-4E46-97A1-0831C855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9961A-3BBC-4370-8212-244AEA5D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1560D-006F-4F5B-8821-B1828EEE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16003-B144-48FE-8C7A-6C053050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479B7-9939-4B7A-B508-5AABB29C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17069-7ACA-47EC-A160-7E9C10E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Milne's predictor- corrector method and Adams-Bashforth p...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78178-935D-48C6-8C8C-FEC066D7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09AC5-29A7-45C8-9387-28DA5B8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FF869-5732-4FD0-ACB5-7F3D770D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90103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AD31B-8A97-47AC-A4B2-DB9DA594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4AD0E-FC02-423A-9B1A-18293ADE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30D85-1ADB-4D03-AAC1-7E55E9FB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78C4E-A86A-46DC-992D-EDD76313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9D750-C769-4FF5-8140-58E986B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BD3EE-B82C-46B3-A1E3-0BD94FF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05E9B-E5E1-4DA6-8861-5C2BB906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0FCBC-3523-4991-A1C3-80347CB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48194-958E-4F06-B12D-996209D1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88324-2786-498D-9804-DB9D0180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9EC9E-4000-409B-A869-BDB44C0C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C13A6-0023-4892-B7D3-8A38EED7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463FF-CE51-4D81-BA98-624EEA9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62717-323A-4FC6-AB47-F9AA829D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degree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B288F-EF13-4D58-8819-846FAC3B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D9C7F-5353-47C7-9F51-413C9971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98718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FCD42-0737-4859-BC34-D764A602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92E5A-73FA-43A1-81FB-D665013A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040C8-E90B-45FD-9A5A-392810DF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16DFF-B3AE-47AE-B4DB-48FA00A9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44888-806C-43E2-8F0F-296BE683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Methods - 2 (8 Hours Theory + 4 Hours Tutorial) Numerical solution of ordinary differential equations...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EFEE1-2E37-483F-9CAC-4AF41EE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Methods - 2 (8 Hours Theory + 4...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8D107-9BAB-4EFF-930C-4ECFB30A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0B53D-95BA-4069-826A-D0F1ACC1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5E184-8EBA-4F86-A98E-7E6A781C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A1A5B-01FD-4B19-B5E6-87702A34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CD2D9-ED79-46E5-BE78-13CBD76E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B760F-D588-44C7-B81C-646AA6F1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7000B-0E6E-4293-AE0C-FD2340AD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C3345-15B2-41BE-A937-D6BD7469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3F9C0-F0E5-4AFD-9605-17C2D87D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28231-26B8-44D6-88EE-AE2DD101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60411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164C7-2BC9-4292-A397-6FFB589C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672BC-4FB3-499E-9E11-ABB59884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80E77-8048-4F90-832C-0715B8B3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D7093-BDF8-4C1F-ADDB-5A32A1E7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92E2E-2D45-42CA-9A8B-1E88C456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1ACB1-45AD-4686-94DB-09F28E28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60244-7AA3-4D91-BDAA-48FE7F9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D1269-334E-4969-BE42-C0975953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F604E-DD3A-40DA-9216-4FF69F9C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Metho...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D7540-0974-48E6-9303-CDD09D9D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990E4-ABA3-473F-95C9-7D323F85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4CF28-FE00-454D-9465-A5F2406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FE252-98F6-401C-ACF8-9BB88EB4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11C57-ABAA-4BC2-AC3F-0B471A46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1F4D2-88F9-43D1-9F9E-1D86A827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A7632-AE45-4FA6-A1D0-BE2CC8B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03A76-4112-4766-ABE8-6F494D7E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503ED-6967-4BC3-9138-404C402B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Met...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0E933-A9C9-4346-8FB8-9651D527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94A9A-728F-49F3-901F-BCDB4EA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D7265-51E6-4553-98D7-B2985B6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7EDE9-077A-4167-8AEF-B193B6E7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E02DA-A5CD-462D-A17E-03951E69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39978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DFB84-11D8-4206-BFF8-923D6A54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CE452-AA33-42BC-B83E-92D0CC33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A0471-814A-443C-AB5C-C83597C5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3D33D-947B-4DE0-877B-DED7978F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CAFB-D601-48A9-8476-90A1A93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762F4-3D06-46E9-9BD7-60A62B7A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B19B-E8A5-479F-82D1-072B0648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D8E85-F78A-4F9C-96D9-1B59EBC6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4A65E-4A86-4F81-9678-6201E20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46D72-4074-4C51-9157-631BEFE0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7E962-6FA4-430B-9A5A-D25B5AAD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07135-F7FD-4E07-8A2E-A06BAEAD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D4ADC-F253-4169-8899-77E7AFCF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8739B-F241-427F-8F21-50F546A5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521C0-EBBA-4D9D-B537-C6C3904F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26294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2BE7D-23DB-4939-899D-46A0337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F8AD1-3BD5-42C1-83C9-43170AED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3F3DA-91DE-43DD-9BCD-75EE7B7A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30B20-729C-4C3A-99D0-F84ABD99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794FA-ECCC-4C53-89FA-C5C27169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88BBA-1228-4F27-80C3-67EA2B27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Methods - 2 (8 Hours Theory + 4 Hours Tutorial)...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93D76-B4A4-4EE2-AFBA-0C2214C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18674-FE58-4BB0-A613-DE154C4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76874-4F2C-40CA-A859-44E6743B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0B5A1-17C7-431A-A3A9-002289F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8CF04-8211-487E-B918-DE9AD9FC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044219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722AE-8FDA-4F7A-A8DE-C1FC4D6A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F6F89-151E-416B-B8BE-BA4CAF71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09C3E-C382-437E-8BC3-B7453ADB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BEC4F-C76B-43A6-80E6-238CBB27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FFFF4-B7E3-4629-87A8-A81BA60B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286E1-9F7A-4BA4-BBE3-EA32E1E6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Modified Euler's method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DBB5A-5452-4B04-A567-8AA6E013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36F73-A468-424C-BD3A-687B3B9D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E9AE9-BFBF-4638-ABA2-81D13C18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B9266-2D2A-4177-BA25-49FE4478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0ED25-2C87-4B57-921A-62985822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FD8CE-4E6F-45B6-8AD7-F7D6A9BD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9AC33-9DBA-41FC-810B-8E10B9CA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7F63D-60B8-481E-9EB5-A088FCA8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4DCA3-4521-4F69-B343-A6D6249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CD97E-FB68-4F83-AD04-F5DAB407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89095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178BE-B716-44F2-9DB5-88BF847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83AD0-E435-4FAC-9177-698A9E79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D685B-E820-4309-BCB9-3002DAA7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44D28-82A0-4816-A695-C7414DDD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22D2E-82A1-42D7-825B-C3768188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9A274-4F57-4113-9EE5-3B1F97C9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807BA-3B22-4CB3-BE45-D780A9E1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58D86-21B5-4734-A658-2089C0E6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55AC9-9CFF-4DFD-9F21-CF7657AA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Modified Euler'...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E3C76-A126-49F2-BB58-5480E9E7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E1C47-11DB-431B-8AB1-61A8A827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7083D-F4B7-4F17-B32A-26203312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Modified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01392-49FF-4834-934A-23D9B2F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1F7DA-6CBB-4699-8C63-FDB7678E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FCD66-79D3-45F5-9085-7B479CC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Modifie...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7601C-E8EA-48C2-BA01-DD5333C5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274E8-364F-4A13-99CA-4303A5AE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855E3-C0C0-49C9-9B32-2CC601BF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Modified Eule...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E05A9-2E37-47B5-8F31-452C81A8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1F51C-D118-49F7-B174-D25A8412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27203-80B9-4FF9-9A92-8B24F35B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Modified Eu...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313A2-0391-47BB-9BA3-0A02989A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EC2DA-BAFD-47E4-AFA7-7A45C458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95185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E76DA-43FF-45EC-88E9-BB888BD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FA147-9298-47D8-9BFC-A065024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BEC0-7F13-49F0-B828-909C4F8F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5419A-4625-4B2F-AD62-D44C1669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D22E3-4CF3-4995-B1C2-718E314F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DCF15-75B6-4DD3-A926-2EB55050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F1BFE-8521-4444-B637-E7475C03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D48A6-936E-45DF-95F7-AA8039E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B5F8F-04B1-42C5-823C-2C8923AE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F33CE-B2E4-4CF8-8725-CD9487F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FB11B-D78A-4202-94E1-9E3F6558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719C9-DE68-4F9D-8E43-EF2E5A9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BB67C-1BD7-4ACA-B1C4-60C9A69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EBB0E-348F-4948-9C38-DD7064A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17AD1-1093-48A7-9751-43859FFC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138244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1D4C0-8F4C-4946-980E-3F4CF41B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B3C0-79D6-47D4-9119-D88BCB2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EE807-4A99-4F29-B52A-1010BD84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4AD64-5BA7-4D3C-977B-3D808F14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512EB-586B-4E2C-A8B8-DD73964E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868FE-39EB-43E5-AB03-81B35647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Modified Euler's method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7B077-0C3A-4FE2-8E8E-F7CA59B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9D074-4C50-4AC0-9FBF-DE21E0ED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8E4F1-324D-4164-A216-9D0A3119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77188-7D40-4EB5-BC7C-23707DC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D55FF-5B45-48F9-B04D-3BA97124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642958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C747B-09AA-4184-A632-14FAD937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67691-FA65-49F3-BC30-438B1E2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FDB62-31C5-4D9A-BA32-3C2982C1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60395-37B1-496D-B641-61CE6415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0F522-30C5-4956-B520-DD43A208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2902A-751B-42FF-AC90-A3784D60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Runge-Kutta method of fourth order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05163-03EA-4C63-B250-3A13F15B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2F19B-DEC3-49FF-9784-E25D970A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08220-A6E1-4489-B426-57FBA003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DB2C3-9BA1-4C12-B80D-E5D6D39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89339-AA39-4131-AC3B-A28CCE60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1C886-6DF8-46D9-A8C9-061B960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9D885-4EB4-4F38-950D-119D73F1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7661A-AAC6-4BE4-BC38-2D3036AD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90DF5-DEF4-4D9E-8891-9B696FF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ABF75-7A95-4E9F-9BF1-0201CBD3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981055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59FF7-FE98-4A76-B425-521F98E8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256AD-6A50-408E-9AF8-2714952F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77958-DC5D-4EB4-88F5-E6933689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4910C-F506-490A-81FF-FA6C3406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04CD9-505A-4A87-9DC4-90EB0FCF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A35F-4279-4B59-A254-670F652F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20498-B104-40CB-BE34-26E6C13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E962F-48CD-4AA4-8388-CEAD96BF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69D96-45E9-43B2-BCF3-E5DFFC8D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Runge-Kutta met...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15AE3-0E36-40D6-BE18-43A3D87D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339DD-88E0-4B55-863B-B4D43BCB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52B78-AE8E-4666-9422-9F85E85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Runge-Kutt...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26EB7-FC0E-48D7-B0D8-E794841B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FF3AA-4609-4EFB-9890-EBD8590E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503D9-9269-4B82-956D-BE3076F6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Runge-K...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74B6F-FA0D-483E-9890-0292BF1F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D4701-E592-4CD1-9654-F56A7828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F5428-63C6-4C7D-8D4E-041F601F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Runge-Kutta 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17F71-F9F2-40BA-8B87-93BC77D1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13B39-B53C-4F85-BA82-63FD1191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6C57E-E890-408E-B462-4F21674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Runge-Kutta...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F97B2-562F-49BE-B07B-614C9A4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D242FC-DE16-41E6-BFBF-9B079DD1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660382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E85F1-7E97-4C9C-BF21-606658F4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7D842-13CF-4EEA-B6DF-22BC192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ED153-B2FC-4203-99B4-32C3C9A0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B4E1B-0047-4E3C-B955-A06BA02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18506-B90F-4D21-9E3C-B72452F1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0DCAB-4B35-45DC-8D02-BEFE2970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59236-135A-4149-BB3C-2B077751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5497A-CEFC-4738-BBC0-7B28E71E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3B572-3B0E-47FE-A272-22BBA6C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1D691-1FF8-4F8D-A4CB-09404FFF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99525-5F7C-4D46-8E2C-8ACA93FE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98BC4-C3EA-461C-872A-F151D401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7957C-4881-40F4-86AD-81CF398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45DBC-990A-413D-9926-56475A8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FC09C-FC4E-4D51-8AE6-66ABC22F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54049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14BC6-02C9-45D3-B4A3-87A93322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DAA58-6DA3-46B3-ABFC-E3C928E4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37BE8-4841-49EA-9D18-28E79EB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8FE71-EDD5-4EB9-B6B2-DA5FD426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99DCC-2FFE-4ECA-A763-2436AA8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A311C-8CBE-4420-ABBF-99D8857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Runge-Kutta method of fourth order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8B774-5B61-460A-A119-3A404265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2C406-AA21-475B-AC60-C4CBC37F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4338E-3406-4665-9693-88553EA7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6C726-F905-462C-B2EB-0118F579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650EF-69AD-42A3-9389-6E67C24B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990622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EF31B-9B83-40EE-B613-7F4FE09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8EFCD-7EBB-49D7-B82E-5080A16D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42AC4-962C-4FCE-9BDA-8D8155F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F0CFF-A3E0-478E-BCC4-2C3F9B4C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CA03A-9019-4044-B039-78170FD2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Milne's predictor- corrector method and Adams-Bashforth predictor-corrector method. Textbook -1. Chapter -28.1-...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62F7E-90A2-4036-B6DA-2C047F9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Milne's predictor- corrector method and A...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0D2EA-A7CD-4CFB-8316-7F9A9F64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3BC7E-BA6E-4A56-A7CC-A12A4C60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15B1E-CF84-49F3-A5D7-B51CB85B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3BA4-38E5-4CD6-AFBC-6CE1996A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25923-579A-4371-9431-45FFCA3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F4DBA-6A34-4EB7-BB9E-17F563AE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4F94E-CDA8-4FC9-82D0-9FF7691B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2CC91-69B3-4E83-A14D-CA6559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4CAB2-5368-4904-A4EE-014CFB6C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063AF-6B28-46A4-8849-0DA66EB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259765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EC9EB-7A39-47B4-8CEE-EB978DCB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4268D-5B84-4223-B8AE-89EBC15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B9B63-B439-4B6D-9BE7-9BAD2ACA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26BE1-4CF4-40A7-A733-685161B7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F9E45-FAE8-4F59-82D3-E47AC80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6DF50-C7B2-4AE6-B730-58C5B2F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98A83-0EE3-411A-B7D1-62610CDA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6D3FF-C81F-42E2-A2AB-22208E6D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AB8E7-31DF-4D3B-8B21-A192FBA2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Milne's predict...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F271D-5F34-4255-B79E-AC9013AA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538DE-5EBB-499D-A5EC-A57F0D44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EE92E-CAD1-4B9E-9FB5-2FD1184F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Milne's pr...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71FFA-9509-4A79-AAC8-FD9F51F8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0241D-D3F2-437A-A378-678EABFE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DAE1C-AC65-469F-AE87-267ACE3F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Milne's...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5B2C4-4D18-4E80-93A8-A81BCCDC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15535-7465-4C95-8255-0BDF924F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78EA4-2364-4229-8E61-A96F764B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Milne's predi...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678A8-A643-4A85-835E-976599BD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72BAF-9786-447F-9F75-5CAA8058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9308C-4F63-4893-A67A-079305F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Milne's pre...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83764-BDB8-44D5-95F2-8091380D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C7D1E-D12E-4F72-8CF2-F36D3A3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380180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A5D66-F5CD-4312-9DF1-8D2415B4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8C2D5-3FB8-4E35-9E0E-9C39ECFF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BBF42-2CC9-44F9-A165-D45E65AD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A7604-7E7C-4C8C-8ADA-6B56CEA9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142EE-C62F-4CBB-9EA9-56378A2A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BAE0A-8C41-4DD0-8990-B3D51231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17478-B0C6-42DF-B998-6D390CF7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AA5DA-C0CA-4EF9-8DEC-44FEB23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95F3B-A92D-4FC5-B1E3-D2E1015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D1729-F9F8-41DE-BF76-8A3357D5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D0C17-DA77-4302-9148-5C90F151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9DC95-4087-4CF9-8165-3231235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87ACE-34ED-408F-B3C1-42B64B9F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3B8CD-BE9B-4750-A2EA-DC798478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7A4D1-7BFF-447F-AC8C-1B5ED0A2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698839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4A335-D8FB-4037-BB65-A1ECD023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3340F-8FFB-418D-88A8-02590043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7C1B5-D013-49BA-9595-7226993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3B77A-F46F-485D-B24A-F75B222A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AAE85-9DEA-4425-A0D4-9B348AD5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C1E22-07C5-4F97-8B30-BBD7EE84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Milne's predictor- corrector method and Adams-Bashforth 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D0FEE-3819-4788-A362-36AC96E6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2B86A-CD07-4D57-B499-BFB82DF8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90DEF-68C0-48DA-A887-3E6851EB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8BF3D-F874-4694-AF0A-E1115BFE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09BEB-FA16-4DD6-AB90-5712B4B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768437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BF150-F979-4EE5-BA30-BD85A00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9FE4-D408-4C8B-9764-FF07026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98A6C-C54F-49B2-A680-A2A8767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8331E-AA37-4E6B-B5A5-7DF3FCFB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84D1B-4FAF-45A2-920A-F154279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B17FD-C3D4-4BF8-90AC-718D491E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48575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35B15-EC59-499B-A62A-09C19831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5EF7B-928F-4C88-8E3D-9CCAC2F6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3C630-A931-4D1C-A74C-BF41E669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BECA0-EA0C-452B-B215-28637C9F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B1FF2-4866-464D-A302-2F57732F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02DB0-BED5-49F3-B0D3-EE3DD5B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721909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40A99-BE1A-42DF-AF3A-B346375D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52DEB-DE4B-41C8-8A97-66B1A44B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20A6E-2EC4-4C69-9788-47CCB7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F06D9-9875-480F-9F73-4CDCA114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2804C-1940-4F15-B661-B82F3363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79755-9C51-4860-A32E-55AC8CFD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270752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0ADC8-C7F4-469B-896E-09FFB1A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D6792-E2C7-423D-804F-34167D61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65581-CD4E-4D79-BD30-1B47AD0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ED448-E406-43C4-9802-95271172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55698-AB60-460E-A8BD-FB81D2C4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E4576-82C3-43FA-80DC-715973B3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572287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C6EC0-DF62-40A3-8A71-8C8B55D0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D3382-42DF-4E0D-99CB-E23EA80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E7A87-8AD8-44E3-B818-18A7845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ACD59-7E34-42FF-9D92-C29DA9F9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1903F-CE75-4314-83F8-6F759327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Numerical Methods - 2 (8 Hours Theory + 4 Hours Tutorial) Numerical sol...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Modified Euler's method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Runge-Kutta method of fourth order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Milne's predictor- corrector method and Adams-Bashforth predictor-corre...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F636C-3E33-40D4-ADF9-56C7CE15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C7140-9DBE-49C4-A5FD-B5F15F1F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11428-3D53-48FF-91AB-63A95A2D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445093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FE541E-7B56-448F-B55E-7A1FE319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66AB2-6216-4CF4-B437-B37C269E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1728A-539C-458F-B8ED-86E0C4E1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2001E-5991-4935-B743-A20668E1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196E9-6329-4E94-9D60-0D8A9E38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0DF89-1CBA-4936-ADA7-4C4B76F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36517-64F2-4C5B-92BB-046DE3B0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2434E-6456-4948-8475-C8547E75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79CBE-E8F5-48FE-A2E6-5B1E4A09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4A7BD-1F69-407C-A89F-C802E639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18862-81B5-4873-9029-77E7D14F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B06B6-DC6D-44E3-9B52-61D4B1EC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DB76A-6466-478C-8A31-335834DD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427FA-03A8-4036-A6AD-83357DD4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E8AA1-D788-48A0-AA15-C886E856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CA303-708C-4117-965B-2E77AC8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C61F0-92E0-4FDF-9B60-4D9E4FA7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E00F1-EA62-4C08-BFA4-AFCA5D01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579F4-3C18-4220-858F-2DB8314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A5715-2A42-4EA5-8A48-73849CEA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BA6FF-6FEB-4CAC-9127-9792A85D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F8572-4F8E-4A9B-859D-11929C9A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51C81-413B-4042-A040-AA19BE38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821D8-A8BE-4A8F-8B3A-E5AAD488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F29D5-3597-418A-9F5B-3CEEAB7C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51BD3-9A91-4669-B2AF-FE49C2DA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93686-7853-4B5B-9BAE-74B12D9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6E4266-55FD-4EF4-8AED-72ED4D14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D88FA-667E-4550-B0BB-05F6E953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021246-01E1-477C-B597-715E575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4BEFB2-4B81-4D60-ABA9-343F1D32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F7E79-86F3-4B6B-BA53-20703869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037639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F458C1-575B-4E07-B831-D85B2E30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D4683-BA3A-4B44-89E8-91554F7A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B44E9-834E-47B5-869E-324BBF98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08E01-CCF4-4968-AF49-D3468FED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5303C-E55F-42FB-9F54-60E9C342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98D28-468D-4463-8766-EDE52342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4C3B3-6AF1-4085-86F2-3DE521E8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9CE8A-A26A-4BC8-A865-45068926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F9B6F-0639-4D54-BB55-B36B7BBB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F0C37-7FAD-4EF1-8113-2DE36D50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92046-FDEC-4B16-BD50-E85983F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FD99A-88B8-4A82-A4DE-84F4A91F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B929D-C21A-48EF-AB6B-58CFFB80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E16D3-CFA8-4454-A1D7-B094F84F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4AF1E-13C4-456F-BCA9-9CEF71D9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E45F6-7866-4BBF-8437-66E49926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44479-403A-40F1-9ACA-A999CC43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048AB-6621-4739-A940-F7BAAC6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CFEA4-DE24-48DF-AA5D-18595FF4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C720C-CAAD-4A32-9201-A9761F36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AFDE1-B09E-46EB-9B35-7A8D914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A6450-78C1-4A4C-B201-7A2ED819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AF857-7BEC-4EF4-9BC7-05CE6C73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FCA30-C201-446B-B7B9-046D952A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7D66E-9CC8-4639-9932-1A8E2B55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42AF9-D294-4A12-8597-8FF6E323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0E8D2-52E8-4C44-88E8-628F982E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661C6-3429-4C8D-9669-B7353B35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C5FA1C-BF33-475B-AF80-1E5EE345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BB696-D6C0-4DB3-97B7-432AE936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3F447-18CE-4341-9EC2-9AD6D1B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686674-34E3-476C-96A2-E6F3EF9E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449133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8F8A21-6883-4278-BECD-30AC707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83C72-9F2A-4EF2-AF99-DA202737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predictor- corrector method and Ada...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5B25A-55C6-4EDA-8730-A025BDDA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94959-3F55-4ADC-A4A2-D054919F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225A9-C458-44D2-AB98-4FE904B8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B5ED6-1347-43B6-87E6-9D304750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C5904-34FB-4141-82FA-58D2B072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1C0B4-E521-496E-97E8-73360CE3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FCC81-892E-4DF7-959E-85D199C0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C271B-D83C-44EC-A18B-5922D8EA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0E331-CC79-4C08-9226-F50BA71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28F5A-9364-45FE-B501-3D0D1E14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45D53-4EA9-4495-BD0C-D0CE5CDF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B3BEC-5B3C-466B-8C00-FCC813B0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7A985-E8DE-4D44-BC28-DD0E8E8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1DFA3-2FC1-44A9-A606-71C36D1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9375C-D4C6-418E-AF24-9F63E620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5DF8B-0273-40D4-A0BC-52C8C5FB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8D1E0-79EC-4A5F-A211-42EEBA0A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26093-E528-4382-AD7F-BEE12B81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6A334-31AD-408C-9815-02B273CF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CC8B9-EF83-4FCA-9712-3AC788F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452C2-14AB-400D-8EBA-8FA194DC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15321-DEEA-4024-8D55-7321C5BD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417BC8-307F-4CA0-B8B1-54622531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DB571-2398-41F5-9975-57B13AC3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15B75-F772-4571-B9EB-BA41182C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B2675-F3F4-4B42-99E2-0DFC007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90448D-3E7A-4042-B955-C041322A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7245F-26AE-41FB-8F97-5C32B610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6634A-9D63-4B33-A7B8-66D5EB3B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B17AD-4045-4004-8CB6-23E03550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087037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64BF5C-3FE0-4A0D-B243-0B9DC12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FB123-73B1-4BA2-9E9A-62F81D6E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 - 2 (8 Hours Theory + 4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E18EC-6193-47FE-A698-5A7D52F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86350-974B-4F1A-8EB9-2C8F3CC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A3B15-B26D-408C-B010-B90B099D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7AEE6-B228-4751-9C78-087D573C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ADBF3-03B3-4DAB-9766-9D741542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3E6DF-A89F-466D-A8C8-3E2B07CD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7AF87-9357-4770-847F-830F483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EB27A-DC76-42FB-8943-30DEAEA1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8E88C-6220-45ED-9C65-64A5FEF7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5FFFB-92AB-4371-BC17-87753CD6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7233D-0BB1-4891-B2AD-4F1067C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11E38-1D29-4D32-9C1B-EC050AA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209A7-E3DE-468F-80C9-3A76F6A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75609-E2DC-4A71-A5D7-FF10C771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B65F2-9E22-4622-A61E-24F0958A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4E159-1113-4461-B005-0DCB7CDD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DD64C-60CA-44E2-88AF-F33176C9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EFE13-9794-477D-AC3E-34980E0E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028BB-173A-4AB8-83E8-EB2E6F8D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64651-2731-43B4-9DC2-08581AF3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5EE4D-3346-434E-A1DD-38BE655C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F9A18-7DA9-4762-952F-72194C88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17676-496A-47FF-9079-5D0F6955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38ED4-8C6B-49C2-A0E1-8C669EEF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94923B-9F94-44BB-8749-8F6E4729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0CDD8-60D5-4B51-AE88-67C4B82D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84619-1FDC-49DE-B7D5-FCB11B8D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B2CDC-133A-45F2-B684-3B0A33A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DF1EB8-0662-4312-92D6-B3C8AD5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6B514F-F5E9-4C72-9F1D-3C5B5B43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329789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08CD19-EFEA-4AFD-9DC3-462EC28B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84123-A6EE-475D-8425-7FEF7F55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98A7E-722F-4763-BBAB-0A455F87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FD937-CAEE-4543-AB08-879C81F8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09CC0-78E3-4A50-A4A2-CE0A3FA3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EB962-D75A-4184-B264-845F0435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E1867-EC08-4E85-AEEB-3CDC3AB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254FF-3BFA-4D1F-8645-32037674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E41D8-9343-4E6E-B22C-2718E87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E3F69-1472-444D-A6B8-A1DE7E0D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25E76-F61B-4DE1-B860-3D5A6829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4FA90-1985-4346-87F2-7E06E2B0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F9F04-2FE5-4001-967B-9FD65655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FEF35-6D82-4F50-B314-716C8BA2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698DB-574A-411A-95AB-AB72DF6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CB323-041F-4811-A7FC-BB96B311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ED14D-7A5F-48ED-BEED-B249C786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0AB16-C4B4-41BE-BFD7-376E6AE0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27A1B-DFA8-48A2-9423-781C471C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5258D-30A5-427E-A6BD-291CF281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CCFFF-8A14-4AFF-8E83-0A0404D1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465E2-0336-43B0-BDCB-C89DAD6C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9F921-8A5B-4C4F-8FAC-EF4136F4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7B466-F715-44A4-9A05-AACCD7CD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71920-2E78-4959-97BA-46302770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A0D9F-3C34-49C3-BE8D-25C96DDA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FB7A4-C443-45BF-B248-968F23D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45794-A4C3-4BD7-B471-AA96DBEF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46FD6D-68C2-4210-B41B-45632A4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8D222A-96DA-4CFE-BD00-188B6363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EDC11A-16EB-46A1-A2E8-A2971EB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3F6A27-D8EE-4EEA-B5CF-C9882D06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305223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147FF-149E-42AB-8D2B-B940D187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82011-3C5F-4C29-9791-C27C7FCD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D611B-B08E-4B06-87AD-2DF78132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20AEB-F450-40FE-962B-3910856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B5C7B-2828-4C4C-9DE7-F951E7A4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35798-5D4D-4C35-8250-55F8B46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A0910-F2DF-4589-8E28-37E22DF9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B931B-40E0-4C57-BC34-6C61125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44B17-1824-46AD-B212-85744DC6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E5954-F1FF-417F-9DF1-CD458C23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C9966-E7BB-4C5B-9474-D652A8AB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F59C2-13C1-49F5-B10B-AD05C3AE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E81AD-560E-425C-9F36-C8EF8D90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F33E7-52F5-4A10-807C-0BFB01C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FE51F-8302-4FB0-AAD0-91B5E204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28155-1F96-44C3-AE64-B17600B2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86ED4-FFBA-4F03-BD8B-32040901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EF9CE-5E0A-466E-9CBA-F9B49DB5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5A95B-ABA5-40DC-B615-B4E6F838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C02EE-C2D0-4CAF-83A5-891214F8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86D37-366D-4911-93FC-B9492EAF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3BF90-1380-4DF7-8187-B393B00B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449DD-64E9-4DD1-9201-3D77A88F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BBDD7-4F84-46A6-A1CF-6C0227D8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E7DE2-A49E-403F-8916-47213E4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027C6-3D63-4F21-A061-1CAA704F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2E6AF-FF62-4DA7-8A7F-C3EE233E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929F6-8127-498B-8DB1-BBF4BA60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AB362-6FDB-4BB9-BB4B-3B5D91F8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C74FC-58B4-4EDE-BD64-0DDA760F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2492C8-3C33-43B6-8631-C415104B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9AA487-B6C6-4037-9525-487E938B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659342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E2324F-9C5E-49C5-9AF2-5F477DE9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16061-E44C-4BB3-A333-A56F1AD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predictor- corrector method and Ada...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88E83-7377-4276-B91E-9A8C3508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B1BEB-8D97-405C-B994-8A16D1E2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E3351-4DC8-4565-9279-5E7F305B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CDD0C-220E-4372-BB96-E2F35B9A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B0BCA-4792-4F12-9499-A374A806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55EE8-7D87-4F8A-A645-638B29FF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59A43-09D6-49B0-B235-E0748A5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30713-9432-4DB6-AF23-91C0EC84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ABC74-CE86-4684-B8DB-99EF3DD8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890D6-9910-463D-972B-40B2CD99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6680A-AC37-4F4D-9AE2-D01D228C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554F6-8F55-4E33-9EF8-DF134A6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3FA96-62FD-415E-9D4E-7D3A296E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0A12B-BA10-4B29-9D7C-7C247695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A2318-AD2F-47E3-AC1A-5D9E827B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25712-691E-4332-848B-64D11C03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D3E76-3774-4A4B-8311-C4C699C7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67E00-111C-45C8-A28A-1A2E2C48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C5EF4-EDE8-48D9-8E76-89355285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59E33-4B92-4625-AE54-BF256CE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5F91F-E184-4AFB-8385-DAD169F1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9F176-3090-4029-A95F-7C8E7CC1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2696F-8127-4CBB-A572-AF7602DE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57E8EA-B2E7-4F07-BBC5-DDB2FC13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50F05-FE86-4062-B5A6-276D32A6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D9BB3-1A16-4124-9AE1-99DD1CAC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23DB2-FC65-4F20-A26E-BBBDF939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98C6B-D703-4DBF-B088-751C6C2B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502BD7-F28F-4423-AA77-82DF11E6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A460F7-7B87-44F5-BC08-A1BA88E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357644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C0B12-90F1-4373-81BC-AFBA4A7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1B978-6AB4-4CF7-B7DB-DB1F9AEA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 - 2 (8 Hours Theory + 4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0A70A-FD8F-42AA-812B-BDBED82C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4EEE7-A4F5-4427-90DF-342CEB0D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65DF7-2EC4-41A6-A351-BEDA4664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A771D-5B6C-4024-B35F-20C4DA23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386FF-883B-479E-A168-AF4D523D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80DD1-5D83-4AE9-8CEC-5C05A4D0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D2449-FB38-4F5E-8058-E1746E8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ABB2C-EE20-4C7D-AC85-EF14374B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1020D-17F0-4977-926F-3EAF4D1A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52DC0-F2F6-4489-B807-C867BF9F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AB3DE-6AFD-4129-8616-90B99530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008D4-CA19-4202-8949-01179CFA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0A07E-88FC-4746-AED0-69C4817D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FA1E5-9D14-4CE8-A97A-2F1D640D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D743C-7263-4079-AABA-8417823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0379B-DD9A-4EDA-BC17-2E917924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AD173-A8AA-4A8D-891C-3667DF42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608D9-09ED-40AE-B134-6BB78B2E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4CD33-2207-4597-ABA9-B485606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D242A-F25C-4BB9-BAB7-12B42105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C7001-1A44-4A14-B565-0018E834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9DB40B-7F38-43EC-9424-A639329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1B79D2-72A7-4654-BFC9-76DCB96F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D9D8C-313A-4367-9D76-0A70A221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1BE40-4963-420A-ACD8-1DEDA1CD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E10B48-43C0-489D-9442-D0D087C8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F7E14-38DE-4B76-82FA-7D8F6EB8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F18A7D-27A2-435D-8D9F-698E7EF9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7C02FF-EB06-4534-ABBC-AEB2070B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710D4A-ABA1-4666-947A-9A683ECB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878955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9BE73E-CC25-4B63-B8FA-8722B680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BE684-C4C0-49FA-B424-734DBF7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18EFB-8D45-4804-A45C-E234360E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1D82F-F85A-4C8D-9D6E-C768360E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C441F-BE16-4E09-B9E0-16CC885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EBAAD-E59D-4B2C-9EF6-8E43C0B0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ED8B0-4262-4532-84BF-144EF3D7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A0A03-F759-4288-BD37-5A39D1B4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6700F-EBCA-41E4-9878-DEB5EFD4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5B99A-577B-41BF-BE11-5B9C642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85718-7E3F-42DF-B034-95E75922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15E68-E9C1-44BF-A92D-BC7F1CBA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23B36-A444-4955-9F48-853FC0A7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A8BBC-1F62-4466-831B-F7855181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6317C-92CC-4825-BE3D-4FAF8566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4EDFB-8220-4783-A770-6C99BB70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20D58-ED8B-4E00-8AC8-B71943D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75789-8C2F-4C38-9C84-BE763C6F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6D293-3EF3-478A-8E9B-9AF0EA05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10F4B-9E0C-401E-A06A-59C2C555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687F8-9AAC-4CFB-B628-637C3B8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C649C-1B61-42B2-997D-8BAD76D4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CC7A2-1548-4E3E-873D-7FD2ECBE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4FCA4-4BBC-46D2-B820-B2B2EC8B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752D6-54F7-4BB3-AA26-9F37BCC1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C475B-1645-4D19-A346-528F6CB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3D4128-B46C-4843-8017-7B2EDDFA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E0F0A-54BF-41D0-B698-0586228D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E90AF3-B40F-40A0-872D-D638D486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E27D4-DA5D-419A-B7EE-E1B3187B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02C23C-2D3A-49E5-8BAE-D3CB3EB3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9FDAE4-1695-441C-83E9-D5725A2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581020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1B588F-F72B-4E8C-B25B-C8E9A40F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4B31F-DF00-4A99-A562-E199DBE1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96BE4-1DEF-4652-9A78-FCAF4BE2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4EE9B-CE86-49F6-ABDC-00EDAF07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82485-8B63-4633-BFC8-59E25979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6D067-783A-4890-8DF9-46CA0A73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CD172-EDAD-437D-B23D-8C69F421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BD3AB-AF6F-4EAE-8EB4-A7AE09F9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261B8-701F-435A-A60D-7FCA1172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91729-5921-479C-A790-B3C3C84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04F31-EC67-4C4C-8611-000BF71F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A98A1-D96C-436C-B8FD-2FC9D8B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14C28-4150-4ED4-B169-965D4EF8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76D80-B9C4-4384-8369-E0EBFE7A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02961-F18F-4328-8415-A9745B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24FA1-A782-4672-86B7-4E8FD207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CDC76-8051-4749-9C04-D62A3EA5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40746-2622-4F2D-B93C-EF92D315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0E92F-B934-4044-B608-33D4B7E4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DB64E-A367-4D48-AB47-AE172C4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322C1-DC4D-455E-86FE-436CB5D6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2AC38-7E86-4006-9301-A55012CE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D4BA2-40C2-4E31-9719-57152155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D2C8E-63A2-41A3-9AF6-9BA51712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08467-1564-47F3-AFD5-8CFE06B0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70D73-2DBF-4B28-BCF8-7DB6C31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26C6B-CB43-4A5F-98C9-AC51302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9539CA-68D0-4BB7-B761-F68219C4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C0ABEA-9C35-4F0F-AF37-73C24997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2A2B6F-4852-4AF2-B241-CA8FC41A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20261C-095B-45AE-98F8-54740F38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BC634-7F52-4823-A019-43665824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6587573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B79285-7FD3-47AB-A58E-2EDD02F9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47EAA-50AC-41A1-9893-03E5968D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predictor- corrector method and Ada...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6C8FD-A3BE-4E3C-8B74-23B02650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EB5F6-FD4E-4D2C-930E-354629E8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0A0C8-8175-413C-8CA0-0E97B782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C42CB-13AE-44B5-8542-5A89A25E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FE5FA-63E3-4556-9DBB-CDF42AEF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ED53-DE82-4C13-9038-07FB548B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DC5CD-038A-48EE-8DC7-FF3B76DE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9C164-8B70-4142-94B8-0012F43B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31519-9339-4636-B16D-76EE80FF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47B55-6698-4277-A78D-7087D54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F0E47-04CE-4704-8558-42C15EAD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8B1EF-E0B3-4D13-A00D-844E4A01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ACBDD-4B75-4F70-B676-45FB7B8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E15A9-2B59-4041-BC5A-A79413D8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8613E-7407-4CFC-82A3-91D1A083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84213-8E7F-45F2-8784-E0F3173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E59F8-CCEE-4935-BCBC-F759162A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451DB-7008-4333-B62A-DBE344A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69216-D4F0-47FC-90D5-F65F5C13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30B0E-1BF4-45BD-9594-BE6C8092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9E7D2-23BE-409E-BBB0-134D263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C20CD-BBEA-46DE-89F9-0FBCA8F2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85D8C8-EFFB-4CEB-9B49-E7D46EBE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85A446-30AC-4C0D-9CB8-7A7589C4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C0AA8-4F9A-4B8F-B8D7-B268BE5E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B3DE85-70F2-4D9E-8CDD-B96CF8CD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15648-5598-4DA6-AE17-6E4476A8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C35E2B-5F35-49CD-8DB3-E870325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61643-1BD8-4D11-98A5-A2C65D45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384984-4818-4C04-BE8C-E65B9290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8057318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6CA02E-CB28-4351-A106-A7A3C4AF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9766D-83E4-4037-9FAB-B06DCE80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 - 2 (8 Hours Theory + 4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AB263-B5FB-4CA1-9D9B-7016828C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2CF8F-D317-4F64-BC89-4B78FBA6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52E38-165E-4B1D-92B5-D354EFDD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2291F-32C8-4B13-BBF0-E99FDF12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ECB92-35B5-4ABB-A011-ADA0EFC2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C620C-1BF8-4886-B0E1-1D02155D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5501A-382D-4B75-A88D-B0586DE5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99E7F-5213-4AD1-9061-3D7D87D5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D4CA1-48A5-4D20-94B5-7C51163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6889D-3964-4159-89C2-932492D8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5F60E-BC8C-42BE-A553-B81B35A3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B9DB4-0B8B-416B-9EE3-A4281CFD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7E2E8-BFAF-4AE8-BF40-1C87748A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1B494-9FD7-4D75-B807-1DAED88A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1052E-177E-4E0A-B7E6-0711D5ED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F7C16-7390-4223-96FB-D800CF62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4F275-D27C-47DC-BCA7-3B1328CB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8BA0A-69EB-4931-84F6-9578292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F28B2-0AE1-4D7C-935B-45E6BE33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5F49F-48CE-4E31-88A6-3DBFFADF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11B6C-61E1-4E90-94CE-8BA63D56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C8DD9-1419-4276-B9F7-58FCC190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5668E-EE65-409F-A184-31D58AE8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EE1564-7C56-407B-829D-008C8502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EF27A-022A-4F50-8A16-E0A7FC31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F89E2-5837-487F-B5B6-40FCCBE2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45FF7-B376-42AC-8C3A-E29AA90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B612A-49DB-431C-8210-CD34B53F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D7469-7F2E-4CC0-884D-06575DD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8B5B37-E863-4689-AB92-F681F987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418114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7F27FC-DAE4-4F68-9598-FACF7572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553E3-EF61-48BB-B84F-E46EE7B9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5E57-BD93-420D-8988-4869751F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7EAC0-67AA-4250-8F76-7DEFFA4D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89F31-72D0-4A2F-A3FC-DC20D75C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154B9-A874-4FC8-8DDC-A1436C23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F2AC9-E884-4648-A0D3-D5E5A093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62A4A-D022-4059-AE92-8522C175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A58F9-3CF4-4AF4-A61D-52A0CEA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11798-441E-4470-9BF4-107229B1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8A9B6-C6A7-466E-A958-A20CBD5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2C94B-6C5D-4E16-ABA2-341A87F0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D4817-5D43-459B-A630-8705FC01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4DCF4-412B-4B04-9F04-3DC2F13F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49844-E06B-4A9E-964C-729A46E8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F49ED-2D19-481B-AF27-18398B67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302E6-E5AC-4ADE-AE6F-7486F2A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97693-2A94-49A7-8E41-160A5D6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2EE2F-F9B0-4DDD-8318-D213635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8BD64-2C9D-45BD-B4A6-18E9B30F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4A30C-C697-41AA-ACA5-BE615297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35645-37AA-4A9F-8331-502CB0B8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20DFF-1659-4F9B-A597-57EF60C4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4ADB0-B00A-448A-B728-D2C61D9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F6146-A782-4393-9E48-CAF934DB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29580-A3F1-4588-86EE-EE56622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507EB-92A9-4EA6-B66E-FD649934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3E9BD7-5BC2-444D-8130-341BE8A4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D5C96A-4DE4-4137-8E9C-2B8D5117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9B34EE-544C-469E-8869-F64C5188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91CD06-6984-4BE3-88CC-77955951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F4CCE-13BA-4A94-9042-176CA766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7439702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E2A7AC-B072-40C7-B5F9-3C8A8469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DC9E7-D767-46DF-9E82-FA4237C9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3E999-3B8C-4992-A5D0-2827C49B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3C220-B501-44C8-97D5-5000DE34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90E02-5EC7-49CD-9D94-2BAC191B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80183-663A-4046-992B-862490E0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596DC-5DD1-46F7-83A8-CA6EF02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87B62-0CF2-4EEB-8557-251EF4B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72A06-C369-4881-8CC2-2238E10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629AA-5D57-4828-89E9-7BCBC9C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5C36F-BC14-4769-874A-5E35151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E8C44-B93F-49EE-AFD4-DCB98372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92682-4A6B-402A-85D9-06FFED24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7D698-9BCD-4760-8D12-8FED6445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19ADF-5042-42D3-8166-9B54D3F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AF445-47DD-4E78-800D-CF35310F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3ED3F-600E-42B5-AF80-ADDCD984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F5CB8-0C46-46D8-95BD-9F2851B0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CF959-617E-434E-86BE-ED9AC176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CBBA2-7D9D-4E26-90B2-E437F755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1FF63-B1B8-4215-895F-B001410A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13481-5740-4DA7-A1BC-01C3770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3FA2D-2D14-4139-85A0-57C7D0E4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5ACF3-22AF-4F37-A087-46DF6D93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49DB4-02E7-473C-A708-C22EE272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E7B46E-5FE6-446F-A883-C53722F6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4F7C3-407E-4564-8FC6-4737B96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9D8E8-685E-4E0B-86AD-E9988A0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5C56FE-B19D-4CF5-B5B2-3402AB05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149525-B168-4AB9-9282-A2B177FB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244BBD-B8B1-4209-BECB-0E4CBD74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7F44DE-BDB8-4543-A5D6-9F1EA5B9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98462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2026-08-24T16:02:58.8970000Z</dcterms:created>
  <dcterms:modified xsi:type="dcterms:W3CDTF">2026-08-24T16:02:58.8970000Z</dcterms:modified>
</coreProperties>
</file>