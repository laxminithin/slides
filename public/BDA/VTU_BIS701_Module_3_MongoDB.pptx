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b647b0f194e6a" /><Relationship Type="http://schemas.openxmlformats.org/officeDocument/2006/relationships/extended-properties" Target="/docProps/app.xml" Id="R3cd2521979a14ee8" /><Relationship Type="http://schemas.openxmlformats.org/officeDocument/2006/relationships/officeDocument" Target="/ppt/presentation.xml" Id="Rf796bf057dbe4c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0a8d625a7e4563"/>
  </p:sldMasterIdLst>
  <p:notesMasterIdLst>
    <p:notesMasterId xmlns:r="http://schemas.openxmlformats.org/officeDocument/2006/relationships" r:id="Rf0d91825eca4490e"/>
  </p:notesMasterIdLst>
  <p:sldIdLst>
    <p:sldId xmlns:r="http://schemas.openxmlformats.org/officeDocument/2006/relationships" id="256" r:id="Rdcfa5a85649f4d05"/>
    <p:sldId xmlns:r="http://schemas.openxmlformats.org/officeDocument/2006/relationships" id="257" r:id="Rdbe1f67a5b8c4e86"/>
    <p:sldId xmlns:r="http://schemas.openxmlformats.org/officeDocument/2006/relationships" id="258" r:id="R1b96484fe8b04def"/>
    <p:sldId xmlns:r="http://schemas.openxmlformats.org/officeDocument/2006/relationships" id="259" r:id="Rc2a3aef19a564463"/>
    <p:sldId xmlns:r="http://schemas.openxmlformats.org/officeDocument/2006/relationships" id="260" r:id="R31f9f0c3951646af"/>
    <p:sldId xmlns:r="http://schemas.openxmlformats.org/officeDocument/2006/relationships" id="261" r:id="Rede57bc9859d4bd5"/>
    <p:sldId xmlns:r="http://schemas.openxmlformats.org/officeDocument/2006/relationships" id="262" r:id="R85d314627ba84985"/>
    <p:sldId xmlns:r="http://schemas.openxmlformats.org/officeDocument/2006/relationships" id="263" r:id="R637e3dfb51964d51"/>
    <p:sldId xmlns:r="http://schemas.openxmlformats.org/officeDocument/2006/relationships" id="264" r:id="Redecef2d42e846a2"/>
    <p:sldId xmlns:r="http://schemas.openxmlformats.org/officeDocument/2006/relationships" id="265" r:id="Rc6953783b3334746"/>
    <p:sldId xmlns:r="http://schemas.openxmlformats.org/officeDocument/2006/relationships" id="266" r:id="R3ea0ab99b1e24423"/>
    <p:sldId xmlns:r="http://schemas.openxmlformats.org/officeDocument/2006/relationships" id="267" r:id="Rfd615aca0c624049"/>
    <p:sldId xmlns:r="http://schemas.openxmlformats.org/officeDocument/2006/relationships" id="268" r:id="R4bd8f961515b4312"/>
    <p:sldId xmlns:r="http://schemas.openxmlformats.org/officeDocument/2006/relationships" id="269" r:id="R4494889b833e4ea9"/>
    <p:sldId xmlns:r="http://schemas.openxmlformats.org/officeDocument/2006/relationships" id="270" r:id="R7dd2780e00e6450c"/>
    <p:sldId xmlns:r="http://schemas.openxmlformats.org/officeDocument/2006/relationships" id="271" r:id="R220bb7e994824401"/>
    <p:sldId xmlns:r="http://schemas.openxmlformats.org/officeDocument/2006/relationships" id="272" r:id="Ra0d54b81aadc4ec2"/>
    <p:sldId xmlns:r="http://schemas.openxmlformats.org/officeDocument/2006/relationships" id="273" r:id="R023ee2ace640464a"/>
    <p:sldId xmlns:r="http://schemas.openxmlformats.org/officeDocument/2006/relationships" id="274" r:id="Rc88f7fee073c410e"/>
    <p:sldId xmlns:r="http://schemas.openxmlformats.org/officeDocument/2006/relationships" id="275" r:id="R5bdfa2a6a6ae4100"/>
    <p:sldId xmlns:r="http://schemas.openxmlformats.org/officeDocument/2006/relationships" id="276" r:id="R6a99097e434140f9"/>
    <p:sldId xmlns:r="http://schemas.openxmlformats.org/officeDocument/2006/relationships" id="277" r:id="Rd26c8c5705844e81"/>
    <p:sldId xmlns:r="http://schemas.openxmlformats.org/officeDocument/2006/relationships" id="278" r:id="R00ef3e72e2584341"/>
    <p:sldId xmlns:r="http://schemas.openxmlformats.org/officeDocument/2006/relationships" id="279" r:id="R4706ef82e31e4cab"/>
    <p:sldId xmlns:r="http://schemas.openxmlformats.org/officeDocument/2006/relationships" id="280" r:id="R422f748eb18641a2"/>
    <p:sldId xmlns:r="http://schemas.openxmlformats.org/officeDocument/2006/relationships" id="281" r:id="R0626648cc62545c1"/>
    <p:sldId xmlns:r="http://schemas.openxmlformats.org/officeDocument/2006/relationships" id="282" r:id="R8e6816fc147341c4"/>
    <p:sldId xmlns:r="http://schemas.openxmlformats.org/officeDocument/2006/relationships" id="283" r:id="Ra8131210396640af"/>
    <p:sldId xmlns:r="http://schemas.openxmlformats.org/officeDocument/2006/relationships" id="284" r:id="Rccd8a4fb03ee419b"/>
    <p:sldId xmlns:r="http://schemas.openxmlformats.org/officeDocument/2006/relationships" id="285" r:id="R6e888999fc874271"/>
    <p:sldId xmlns:r="http://schemas.openxmlformats.org/officeDocument/2006/relationships" id="286" r:id="R04eefdd075964cf0"/>
    <p:sldId xmlns:r="http://schemas.openxmlformats.org/officeDocument/2006/relationships" id="287" r:id="R4264d8e9661d4c93"/>
    <p:sldId xmlns:r="http://schemas.openxmlformats.org/officeDocument/2006/relationships" id="288" r:id="Rcfd31201fe274ada"/>
    <p:sldId xmlns:r="http://schemas.openxmlformats.org/officeDocument/2006/relationships" id="289" r:id="Re7119c8efaa64178"/>
    <p:sldId xmlns:r="http://schemas.openxmlformats.org/officeDocument/2006/relationships" id="290" r:id="R68ae1ac1b48a4e7b"/>
    <p:sldId xmlns:r="http://schemas.openxmlformats.org/officeDocument/2006/relationships" id="291" r:id="Rf065d06e3841471a"/>
    <p:sldId xmlns:r="http://schemas.openxmlformats.org/officeDocument/2006/relationships" id="292" r:id="R650a23d518b343f7"/>
    <p:sldId xmlns:r="http://schemas.openxmlformats.org/officeDocument/2006/relationships" id="293" r:id="R1959fab930904718"/>
    <p:sldId xmlns:r="http://schemas.openxmlformats.org/officeDocument/2006/relationships" id="294" r:id="R3616ad8c0685412e"/>
    <p:sldId xmlns:r="http://schemas.openxmlformats.org/officeDocument/2006/relationships" id="295" r:id="R05a88bc55ce943f6"/>
    <p:sldId xmlns:r="http://schemas.openxmlformats.org/officeDocument/2006/relationships" id="296" r:id="R71df6f3f19d0457d"/>
    <p:sldId xmlns:r="http://schemas.openxmlformats.org/officeDocument/2006/relationships" id="297" r:id="R2f0fc4bb1a72478b"/>
    <p:sldId xmlns:r="http://schemas.openxmlformats.org/officeDocument/2006/relationships" id="298" r:id="R6101d2cf4a6041f8"/>
    <p:sldId xmlns:r="http://schemas.openxmlformats.org/officeDocument/2006/relationships" id="299" r:id="R63a4d88faf8f4310"/>
    <p:sldId xmlns:r="http://schemas.openxmlformats.org/officeDocument/2006/relationships" id="300" r:id="R020b8e2ad3dc4b06"/>
    <p:sldId xmlns:r="http://schemas.openxmlformats.org/officeDocument/2006/relationships" id="301" r:id="Rc1529bc7c3764e1a"/>
    <p:sldId xmlns:r="http://schemas.openxmlformats.org/officeDocument/2006/relationships" id="302" r:id="R93e30752ec2c44c1"/>
    <p:sldId xmlns:r="http://schemas.openxmlformats.org/officeDocument/2006/relationships" id="303" r:id="R35a32895e51b420b"/>
    <p:sldId xmlns:r="http://schemas.openxmlformats.org/officeDocument/2006/relationships" id="304" r:id="Rfd9b6b19680542d6"/>
    <p:sldId xmlns:r="http://schemas.openxmlformats.org/officeDocument/2006/relationships" id="305" r:id="Rbbb41b4f714f45e0"/>
    <p:sldId xmlns:r="http://schemas.openxmlformats.org/officeDocument/2006/relationships" id="306" r:id="Rc38e727519b94ba4"/>
    <p:sldId xmlns:r="http://schemas.openxmlformats.org/officeDocument/2006/relationships" id="307" r:id="R6351a93701ab435f"/>
    <p:sldId xmlns:r="http://schemas.openxmlformats.org/officeDocument/2006/relationships" id="308" r:id="R92b6aa0274574e35"/>
    <p:sldId xmlns:r="http://schemas.openxmlformats.org/officeDocument/2006/relationships" id="309" r:id="R1b4f796817934527"/>
    <p:sldId xmlns:r="http://schemas.openxmlformats.org/officeDocument/2006/relationships" id="310" r:id="Ra7032f39ffef40b6"/>
    <p:sldId xmlns:r="http://schemas.openxmlformats.org/officeDocument/2006/relationships" id="311" r:id="Rd9dbb0158c844d64"/>
    <p:sldId xmlns:r="http://schemas.openxmlformats.org/officeDocument/2006/relationships" id="312" r:id="Rad93b684b4614a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cdea8334bc4fbd" /><Relationship Type="http://schemas.openxmlformats.org/officeDocument/2006/relationships/slideMaster" Target="/ppt/slideMasters/slideMaster1.xml" Id="R0a0a8d625a7e4563" /><Relationship Type="http://schemas.openxmlformats.org/officeDocument/2006/relationships/notesMaster" Target="/ppt/notesMasters/notesMaster1.xml" Id="Rf0d91825eca4490e" /><Relationship Type="http://schemas.openxmlformats.org/officeDocument/2006/relationships/presProps" Target="/ppt/presProps.xml" Id="R154d099e03b64c3e" /><Relationship Type="http://schemas.openxmlformats.org/officeDocument/2006/relationships/tableStyles" Target="/ppt/tableStyles.xml" Id="R70e8afd3679a4b05" /><Relationship Type="http://schemas.openxmlformats.org/officeDocument/2006/relationships/slide" Target="/ppt/slides/slide1.xml" Id="Rdcfa5a85649f4d05" /><Relationship Type="http://schemas.openxmlformats.org/officeDocument/2006/relationships/slide" Target="/ppt/slides/slide2.xml" Id="Rdbe1f67a5b8c4e86" /><Relationship Type="http://schemas.openxmlformats.org/officeDocument/2006/relationships/slide" Target="/ppt/slides/slide3.xml" Id="R1b96484fe8b04def" /><Relationship Type="http://schemas.openxmlformats.org/officeDocument/2006/relationships/slide" Target="/ppt/slides/slide4.xml" Id="Rc2a3aef19a564463" /><Relationship Type="http://schemas.openxmlformats.org/officeDocument/2006/relationships/slide" Target="/ppt/slides/slide5.xml" Id="R31f9f0c3951646af" /><Relationship Type="http://schemas.openxmlformats.org/officeDocument/2006/relationships/slide" Target="/ppt/slides/slide6.xml" Id="Rede57bc9859d4bd5" /><Relationship Type="http://schemas.openxmlformats.org/officeDocument/2006/relationships/slide" Target="/ppt/slides/slide7.xml" Id="R85d314627ba84985" /><Relationship Type="http://schemas.openxmlformats.org/officeDocument/2006/relationships/slide" Target="/ppt/slides/slide8.xml" Id="R637e3dfb51964d51" /><Relationship Type="http://schemas.openxmlformats.org/officeDocument/2006/relationships/slide" Target="/ppt/slides/slide9.xml" Id="Redecef2d42e846a2" /><Relationship Type="http://schemas.openxmlformats.org/officeDocument/2006/relationships/slide" Target="/ppt/slides/slide10.xml" Id="Rc6953783b3334746" /><Relationship Type="http://schemas.openxmlformats.org/officeDocument/2006/relationships/slide" Target="/ppt/slides/slide11.xml" Id="R3ea0ab99b1e24423" /><Relationship Type="http://schemas.openxmlformats.org/officeDocument/2006/relationships/slide" Target="/ppt/slides/slide12.xml" Id="Rfd615aca0c624049" /><Relationship Type="http://schemas.openxmlformats.org/officeDocument/2006/relationships/slide" Target="/ppt/slides/slide13.xml" Id="R4bd8f961515b4312" /><Relationship Type="http://schemas.openxmlformats.org/officeDocument/2006/relationships/slide" Target="/ppt/slides/slide14.xml" Id="R4494889b833e4ea9" /><Relationship Type="http://schemas.openxmlformats.org/officeDocument/2006/relationships/slide" Target="/ppt/slides/slide15.xml" Id="R7dd2780e00e6450c" /><Relationship Type="http://schemas.openxmlformats.org/officeDocument/2006/relationships/slide" Target="/ppt/slides/slide16.xml" Id="R220bb7e994824401" /><Relationship Type="http://schemas.openxmlformats.org/officeDocument/2006/relationships/slide" Target="/ppt/slides/slide17.xml" Id="Ra0d54b81aadc4ec2" /><Relationship Type="http://schemas.openxmlformats.org/officeDocument/2006/relationships/slide" Target="/ppt/slides/slide18.xml" Id="R023ee2ace640464a" /><Relationship Type="http://schemas.openxmlformats.org/officeDocument/2006/relationships/slide" Target="/ppt/slides/slide19.xml" Id="Rc88f7fee073c410e" /><Relationship Type="http://schemas.openxmlformats.org/officeDocument/2006/relationships/slide" Target="/ppt/slides/slide20.xml" Id="R5bdfa2a6a6ae4100" /><Relationship Type="http://schemas.openxmlformats.org/officeDocument/2006/relationships/slide" Target="/ppt/slides/slide21.xml" Id="R6a99097e434140f9" /><Relationship Type="http://schemas.openxmlformats.org/officeDocument/2006/relationships/slide" Target="/ppt/slides/slide22.xml" Id="Rd26c8c5705844e81" /><Relationship Type="http://schemas.openxmlformats.org/officeDocument/2006/relationships/slide" Target="/ppt/slides/slide23.xml" Id="R00ef3e72e2584341" /><Relationship Type="http://schemas.openxmlformats.org/officeDocument/2006/relationships/slide" Target="/ppt/slides/slide24.xml" Id="R4706ef82e31e4cab" /><Relationship Type="http://schemas.openxmlformats.org/officeDocument/2006/relationships/slide" Target="/ppt/slides/slide25.xml" Id="R422f748eb18641a2" /><Relationship Type="http://schemas.openxmlformats.org/officeDocument/2006/relationships/slide" Target="/ppt/slides/slide26.xml" Id="R0626648cc62545c1" /><Relationship Type="http://schemas.openxmlformats.org/officeDocument/2006/relationships/slide" Target="/ppt/slides/slide27.xml" Id="R8e6816fc147341c4" /><Relationship Type="http://schemas.openxmlformats.org/officeDocument/2006/relationships/slide" Target="/ppt/slides/slide28.xml" Id="Ra8131210396640af" /><Relationship Type="http://schemas.openxmlformats.org/officeDocument/2006/relationships/slide" Target="/ppt/slides/slide29.xml" Id="Rccd8a4fb03ee419b" /><Relationship Type="http://schemas.openxmlformats.org/officeDocument/2006/relationships/slide" Target="/ppt/slides/slide30.xml" Id="R6e888999fc874271" /><Relationship Type="http://schemas.openxmlformats.org/officeDocument/2006/relationships/slide" Target="/ppt/slides/slide31.xml" Id="R04eefdd075964cf0" /><Relationship Type="http://schemas.openxmlformats.org/officeDocument/2006/relationships/slide" Target="/ppt/slides/slide32.xml" Id="R4264d8e9661d4c93" /><Relationship Type="http://schemas.openxmlformats.org/officeDocument/2006/relationships/slide" Target="/ppt/slides/slide33.xml" Id="Rcfd31201fe274ada" /><Relationship Type="http://schemas.openxmlformats.org/officeDocument/2006/relationships/slide" Target="/ppt/slides/slide34.xml" Id="Re7119c8efaa64178" /><Relationship Type="http://schemas.openxmlformats.org/officeDocument/2006/relationships/slide" Target="/ppt/slides/slide35.xml" Id="R68ae1ac1b48a4e7b" /><Relationship Type="http://schemas.openxmlformats.org/officeDocument/2006/relationships/slide" Target="/ppt/slides/slide36.xml" Id="Rf065d06e3841471a" /><Relationship Type="http://schemas.openxmlformats.org/officeDocument/2006/relationships/slide" Target="/ppt/slides/slide37.xml" Id="R650a23d518b343f7" /><Relationship Type="http://schemas.openxmlformats.org/officeDocument/2006/relationships/slide" Target="/ppt/slides/slide38.xml" Id="R1959fab930904718" /><Relationship Type="http://schemas.openxmlformats.org/officeDocument/2006/relationships/slide" Target="/ppt/slides/slide39.xml" Id="R3616ad8c0685412e" /><Relationship Type="http://schemas.openxmlformats.org/officeDocument/2006/relationships/slide" Target="/ppt/slides/slide40.xml" Id="R05a88bc55ce943f6" /><Relationship Type="http://schemas.openxmlformats.org/officeDocument/2006/relationships/slide" Target="/ppt/slides/slide41.xml" Id="R71df6f3f19d0457d" /><Relationship Type="http://schemas.openxmlformats.org/officeDocument/2006/relationships/slide" Target="/ppt/slides/slide42.xml" Id="R2f0fc4bb1a72478b" /><Relationship Type="http://schemas.openxmlformats.org/officeDocument/2006/relationships/slide" Target="/ppt/slides/slide43.xml" Id="R6101d2cf4a6041f8" /><Relationship Type="http://schemas.openxmlformats.org/officeDocument/2006/relationships/slide" Target="/ppt/slides/slide44.xml" Id="R63a4d88faf8f4310" /><Relationship Type="http://schemas.openxmlformats.org/officeDocument/2006/relationships/slide" Target="/ppt/slides/slide45.xml" Id="R020b8e2ad3dc4b06" /><Relationship Type="http://schemas.openxmlformats.org/officeDocument/2006/relationships/slide" Target="/ppt/slides/slide46.xml" Id="Rc1529bc7c3764e1a" /><Relationship Type="http://schemas.openxmlformats.org/officeDocument/2006/relationships/slide" Target="/ppt/slides/slide47.xml" Id="R93e30752ec2c44c1" /><Relationship Type="http://schemas.openxmlformats.org/officeDocument/2006/relationships/slide" Target="/ppt/slides/slide48.xml" Id="R35a32895e51b420b" /><Relationship Type="http://schemas.openxmlformats.org/officeDocument/2006/relationships/slide" Target="/ppt/slides/slide49.xml" Id="Rfd9b6b19680542d6" /><Relationship Type="http://schemas.openxmlformats.org/officeDocument/2006/relationships/slide" Target="/ppt/slides/slide50.xml" Id="Rbbb41b4f714f45e0" /><Relationship Type="http://schemas.openxmlformats.org/officeDocument/2006/relationships/slide" Target="/ppt/slides/slide51.xml" Id="Rc38e727519b94ba4" /><Relationship Type="http://schemas.openxmlformats.org/officeDocument/2006/relationships/slide" Target="/ppt/slides/slide52.xml" Id="R6351a93701ab435f" /><Relationship Type="http://schemas.openxmlformats.org/officeDocument/2006/relationships/slide" Target="/ppt/slides/slide53.xml" Id="R92b6aa0274574e35" /><Relationship Type="http://schemas.openxmlformats.org/officeDocument/2006/relationships/slide" Target="/ppt/slides/slide54.xml" Id="R1b4f796817934527" /><Relationship Type="http://schemas.openxmlformats.org/officeDocument/2006/relationships/slide" Target="/ppt/slides/slide55.xml" Id="Ra7032f39ffef40b6" /><Relationship Type="http://schemas.openxmlformats.org/officeDocument/2006/relationships/slide" Target="/ppt/slides/slide56.xml" Id="Rd9dbb0158c844d64" /><Relationship Type="http://schemas.openxmlformats.org/officeDocument/2006/relationships/slide" Target="/ppt/slides/slide57.xml" Id="Rad93b684b461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f8a154849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16f5389f724668" /><Relationship Type="http://schemas.openxmlformats.org/officeDocument/2006/relationships/notesMaster" Target="/ppt/notesMasters/notesMaster1.xml" Id="R3ecf0c5d95aa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cab894fcc44d26" /><Relationship Type="http://schemas.openxmlformats.org/officeDocument/2006/relationships/notesMaster" Target="/ppt/notesMasters/notesMaster1.xml" Id="Re068e74a43854b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be63009b4464c" /><Relationship Type="http://schemas.openxmlformats.org/officeDocument/2006/relationships/notesMaster" Target="/ppt/notesMasters/notesMaster1.xml" Id="R92ec99beec52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934275e3e54935" /><Relationship Type="http://schemas.openxmlformats.org/officeDocument/2006/relationships/notesMaster" Target="/ppt/notesMasters/notesMaster1.xml" Id="R36ece2e5cc66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2e95800aa14aef" /><Relationship Type="http://schemas.openxmlformats.org/officeDocument/2006/relationships/notesMaster" Target="/ppt/notesMasters/notesMaster1.xml" Id="Rcc81f66be60b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ebddea4d234979" /><Relationship Type="http://schemas.openxmlformats.org/officeDocument/2006/relationships/notesMaster" Target="/ppt/notesMasters/notesMaster1.xml" Id="Re44a1d547fb544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012d193e23490a" /><Relationship Type="http://schemas.openxmlformats.org/officeDocument/2006/relationships/notesMaster" Target="/ppt/notesMasters/notesMaster1.xml" Id="R23ddfe25405f45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026fe753854b82" /><Relationship Type="http://schemas.openxmlformats.org/officeDocument/2006/relationships/notesMaster" Target="/ppt/notesMasters/notesMaster1.xml" Id="R26b167fd47c944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dd6e8763744a60" /><Relationship Type="http://schemas.openxmlformats.org/officeDocument/2006/relationships/notesMaster" Target="/ppt/notesMasters/notesMaster1.xml" Id="Rc4667641186b4b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83be7cbbe44083" /><Relationship Type="http://schemas.openxmlformats.org/officeDocument/2006/relationships/notesMaster" Target="/ppt/notesMasters/notesMaster1.xml" Id="R473f7d28fd024e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9aa262dbe045a6" /><Relationship Type="http://schemas.openxmlformats.org/officeDocument/2006/relationships/notesMaster" Target="/ppt/notesMasters/notesMaster1.xml" Id="R614b8bdd1bdd4d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826424100e409c" /><Relationship Type="http://schemas.openxmlformats.org/officeDocument/2006/relationships/notesMaster" Target="/ppt/notesMasters/notesMaster1.xml" Id="R9fc02ae9e67948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6d1829f94a494b" /><Relationship Type="http://schemas.openxmlformats.org/officeDocument/2006/relationships/notesMaster" Target="/ppt/notesMasters/notesMaster1.xml" Id="R319ffdcd072f4e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3404ca989c42dc" /><Relationship Type="http://schemas.openxmlformats.org/officeDocument/2006/relationships/notesMaster" Target="/ppt/notesMasters/notesMaster1.xml" Id="Rc1550fb9294d49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8281e1a1bf421d" /><Relationship Type="http://schemas.openxmlformats.org/officeDocument/2006/relationships/notesMaster" Target="/ppt/notesMasters/notesMaster1.xml" Id="R9c64073fc3c044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850b9b85c24f54" /><Relationship Type="http://schemas.openxmlformats.org/officeDocument/2006/relationships/notesMaster" Target="/ppt/notesMasters/notesMaster1.xml" Id="Re7e72e4f6cb143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73ac6b1c7d4ab9" /><Relationship Type="http://schemas.openxmlformats.org/officeDocument/2006/relationships/notesMaster" Target="/ppt/notesMasters/notesMaster1.xml" Id="Rab71bc95cc3e4f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5ba6fc34eb485a" /><Relationship Type="http://schemas.openxmlformats.org/officeDocument/2006/relationships/notesMaster" Target="/ppt/notesMasters/notesMaster1.xml" Id="R362cb05f671f47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c94d8ec83d4fd7" /><Relationship Type="http://schemas.openxmlformats.org/officeDocument/2006/relationships/notesMaster" Target="/ppt/notesMasters/notesMaster1.xml" Id="Ra4cef74c7ac345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a836796c4b4da6" /><Relationship Type="http://schemas.openxmlformats.org/officeDocument/2006/relationships/notesMaster" Target="/ppt/notesMasters/notesMaster1.xml" Id="Raf662f5c2ab642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cf8bf1a5b94180" /><Relationship Type="http://schemas.openxmlformats.org/officeDocument/2006/relationships/notesMaster" Target="/ppt/notesMasters/notesMaster1.xml" Id="Rb6eccb17d7e745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1ff8f3359445fe" /><Relationship Type="http://schemas.openxmlformats.org/officeDocument/2006/relationships/notesMaster" Target="/ppt/notesMasters/notesMaster1.xml" Id="Rfbf3186e71ce4bb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9cccb1f78149ff" /><Relationship Type="http://schemas.openxmlformats.org/officeDocument/2006/relationships/notesMaster" Target="/ppt/notesMasters/notesMaster1.xml" Id="Rde3a3727ae7140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ea106fb0cd4534" /><Relationship Type="http://schemas.openxmlformats.org/officeDocument/2006/relationships/notesMaster" Target="/ppt/notesMasters/notesMaster1.xml" Id="Re10d9b5315e14cb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be4476f04f4d96" /><Relationship Type="http://schemas.openxmlformats.org/officeDocument/2006/relationships/notesMaster" Target="/ppt/notesMasters/notesMaster1.xml" Id="R2e43f348e53542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266f819f1ac4413" /><Relationship Type="http://schemas.openxmlformats.org/officeDocument/2006/relationships/notesMaster" Target="/ppt/notesMasters/notesMaster1.xml" Id="Rb7572dcb802946d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d8e989bbad4c81" /><Relationship Type="http://schemas.openxmlformats.org/officeDocument/2006/relationships/notesMaster" Target="/ppt/notesMasters/notesMaster1.xml" Id="R1d73bb8ab32c4e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abdb7f74b44679" /><Relationship Type="http://schemas.openxmlformats.org/officeDocument/2006/relationships/notesMaster" Target="/ppt/notesMasters/notesMaster1.xml" Id="R43c82e4d4bc34b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e4b4f6021d6497b" /><Relationship Type="http://schemas.openxmlformats.org/officeDocument/2006/relationships/notesMaster" Target="/ppt/notesMasters/notesMaster1.xml" Id="R5687612558dc434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1241a6ee1364813" /><Relationship Type="http://schemas.openxmlformats.org/officeDocument/2006/relationships/notesMaster" Target="/ppt/notesMasters/notesMaster1.xml" Id="R87015eb09096480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d2e7cb9b9746a7" /><Relationship Type="http://schemas.openxmlformats.org/officeDocument/2006/relationships/notesMaster" Target="/ppt/notesMasters/notesMaster1.xml" Id="R0a5cbbf0be864b4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fe7c7fc47aa43bf" /><Relationship Type="http://schemas.openxmlformats.org/officeDocument/2006/relationships/notesMaster" Target="/ppt/notesMasters/notesMaster1.xml" Id="R1171fb11157a41b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dd1a696f9a54f1f" /><Relationship Type="http://schemas.openxmlformats.org/officeDocument/2006/relationships/notesMaster" Target="/ppt/notesMasters/notesMaster1.xml" Id="R3781bf16e34042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774fce2a3eb4ae5" /><Relationship Type="http://schemas.openxmlformats.org/officeDocument/2006/relationships/notesMaster" Target="/ppt/notesMasters/notesMaster1.xml" Id="Rda273533a6d74db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3f7216afb2b4a81" /><Relationship Type="http://schemas.openxmlformats.org/officeDocument/2006/relationships/notesMaster" Target="/ppt/notesMasters/notesMaster1.xml" Id="Rc4b6be5a3dc14a9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f84931b50c94978" /><Relationship Type="http://schemas.openxmlformats.org/officeDocument/2006/relationships/notesMaster" Target="/ppt/notesMasters/notesMaster1.xml" Id="Rf87af9accef0419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35a0c9ec0c8457e" /><Relationship Type="http://schemas.openxmlformats.org/officeDocument/2006/relationships/notesMaster" Target="/ppt/notesMasters/notesMaster1.xml" Id="Rd088da47d3ef42d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b5d2d573c3b4fc9" /><Relationship Type="http://schemas.openxmlformats.org/officeDocument/2006/relationships/notesMaster" Target="/ppt/notesMasters/notesMaster1.xml" Id="R27085e1615d24f7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bc2ec290a44453b" /><Relationship Type="http://schemas.openxmlformats.org/officeDocument/2006/relationships/notesMaster" Target="/ppt/notesMasters/notesMaster1.xml" Id="R3c1ee452c443499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73af9f9e1c04feb" /><Relationship Type="http://schemas.openxmlformats.org/officeDocument/2006/relationships/notesMaster" Target="/ppt/notesMasters/notesMaster1.xml" Id="R388127f64fe9460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6a6fe001c44854" /><Relationship Type="http://schemas.openxmlformats.org/officeDocument/2006/relationships/notesMaster" Target="/ppt/notesMasters/notesMaster1.xml" Id="R4fa6d5dcdc2e48f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52b8e8f987341cb" /><Relationship Type="http://schemas.openxmlformats.org/officeDocument/2006/relationships/notesMaster" Target="/ppt/notesMasters/notesMaster1.xml" Id="R65084e785a98481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c8322625d8a4a5f" /><Relationship Type="http://schemas.openxmlformats.org/officeDocument/2006/relationships/notesMaster" Target="/ppt/notesMasters/notesMaster1.xml" Id="R8f2bbf48c9404ad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57105cbbff94011" /><Relationship Type="http://schemas.openxmlformats.org/officeDocument/2006/relationships/notesMaster" Target="/ppt/notesMasters/notesMaster1.xml" Id="R5872883b4bbd432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038b078875844e6" /><Relationship Type="http://schemas.openxmlformats.org/officeDocument/2006/relationships/notesMaster" Target="/ppt/notesMasters/notesMaster1.xml" Id="R33f99165209241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7f5ddbd41ff4bfa" /><Relationship Type="http://schemas.openxmlformats.org/officeDocument/2006/relationships/notesMaster" Target="/ppt/notesMasters/notesMaster1.xml" Id="R4669aa6d81164c2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a0b86f0ddb2444d" /><Relationship Type="http://schemas.openxmlformats.org/officeDocument/2006/relationships/notesMaster" Target="/ppt/notesMasters/notesMaster1.xml" Id="Rb5a696217e0d44a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da40264b1da4359" /><Relationship Type="http://schemas.openxmlformats.org/officeDocument/2006/relationships/notesMaster" Target="/ppt/notesMasters/notesMaster1.xml" Id="Reb684e5560d5402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eed53208a53406b" /><Relationship Type="http://schemas.openxmlformats.org/officeDocument/2006/relationships/notesMaster" Target="/ppt/notesMasters/notesMaster1.xml" Id="R16c16075edb846d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64b15632f5a4135" /><Relationship Type="http://schemas.openxmlformats.org/officeDocument/2006/relationships/notesMaster" Target="/ppt/notesMasters/notesMaster1.xml" Id="R57ea8100caab4e4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123344f68c04e37" /><Relationship Type="http://schemas.openxmlformats.org/officeDocument/2006/relationships/notesMaster" Target="/ppt/notesMasters/notesMaster1.xml" Id="R9cb2ffc4cafe49b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69a71567b9d4932" /><Relationship Type="http://schemas.openxmlformats.org/officeDocument/2006/relationships/notesMaster" Target="/ppt/notesMasters/notesMaster1.xml" Id="R2babbfd24922480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f8bd0fa73be4c0c" /><Relationship Type="http://schemas.openxmlformats.org/officeDocument/2006/relationships/notesMaster" Target="/ppt/notesMasters/notesMaster1.xml" Id="R89cc82747950407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be04b0360a84ba2" /><Relationship Type="http://schemas.openxmlformats.org/officeDocument/2006/relationships/notesMaster" Target="/ppt/notesMasters/notesMaster1.xml" Id="R20ebba30a4ad48c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154c3cc2ea7457d" /><Relationship Type="http://schemas.openxmlformats.org/officeDocument/2006/relationships/notesMaster" Target="/ppt/notesMasters/notesMaster1.xml" Id="Rb0a4633ae403430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6d3562c03d44108" /><Relationship Type="http://schemas.openxmlformats.org/officeDocument/2006/relationships/notesMaster" Target="/ppt/notesMasters/notesMaster1.xml" Id="R9562db9460234ca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17da9b6dbff4edc" /><Relationship Type="http://schemas.openxmlformats.org/officeDocument/2006/relationships/notesMaster" Target="/ppt/notesMasters/notesMaster1.xml" Id="Rf342c24609f1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1 explained why NoSQL matters and Module 2 explained distributed processing; Module 3 focuses on a practical NoSQL database: MongoDB.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is both conceptual and practical because the syllabus lab includes MongoDB functions.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bridge to show why a NoSQL database appears after Hadoop.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examples like product catalog, student profile, social media post, and IoT reading.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MongoDB as a document database, not just a tool name.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 document can keep related fields together, including arrays and nested objects.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of these would be awkward if every nested detail needed a separate table.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the explanation balanced: MongoDB is useful, not a universal replacement.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a short example of a product catalog where every product category has different attributes.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prevents the common mistake that MongoDB replaces SQL everywhere.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an exam-friendly slide: students can reproduce it as a table.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college database: students, courses, attendance, fees as collections.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that different documents can contain different fields.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to compare _id with a primary key.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related data can live together when it is usually read together.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Teach the rule of thumb: embed what belongs together; reference what grows or is shared.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strong five-mark comparison slide.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Pause and stress: NoSQL still needs data modeling.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BSON looks like JSON conceptually but supports richer types.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student document to show these values.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Compare null with a missing field: not always the same in queries.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arrays and embedded documents are the reason MongoDB models real objects naturally.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an example: comparing '100' and '20' as strings can give surprising ordering.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helps practical lab work.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read MQL as collection.method(condition, action).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before showing commands.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collections can also be created implicitly when the first document is inserted.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at the collection name, method, and document body.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insertMany takes an array of documents.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find without a filter returns all matching documents in the collection.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field-value matching using dept as the condition.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$gte as greater than or equal. Mention $gt, $lt, $lte, $ne.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multiple field conditions often behave like AND, but explicit $and and $or improve clarity.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first document is filter, second document is projection.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1 for ascending and -1 for descending.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website pagination: show page 2 of ranked students.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for quick summaries before aggregation.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filter first, update action second.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that updateMany affects every matching document.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deleteMany with an empty filter can remove many records; be careful in labs.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revision slide for commands.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array fields can be matched by containing a value.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at the quotes around address.city and explain dot notation.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aggregation is like a pipeline: each stage receives documents and passes transformed documents onward.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_id in group means grouping key, not document identifier in this context.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Compare index to a textbook index: faster lookup, extra storage.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indexes should match the fields used in common filters and sorts.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these are directly useful for the MongoDB lab component.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to connect database commands to real web/mobile applications.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the mistakes that make lab demos fail or queries slow.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close of teaching before exam practice.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combine definition, diagram, syntax, and example.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exact and compact.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need a small diagram, syntax, and example.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concept diagram, syntax, example, and conclusion.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Module 3 using only the keywords.</a:t>
            </a:r>
          </a:p>
          <a:p xmlns:a="http://schemas.openxmlformats.org/drawingml/2006/main">
            <a:r>
              <a:t>Pause cue: pause after the visual appears, then restate the key idea in simple database language.</a:t>
            </a:r>
          </a:p>
          <a:p xmlns:a="http://schemas.openxmlformats.org/drawingml/2006/main">
            <a:r>
              <a:t>Pointing cue: point through cards or flow from left to right; for code slides, point to the operator or document field being discussed.</a:t>
            </a:r>
          </a:p>
          <a:p xmlns:a="http://schemas.openxmlformats.org/drawingml/2006/main">
            <a:r>
              <a:t>Question to ask students: Ask students to map this MongoDB idea to an app they already use.</a:t>
            </a:r>
          </a:p>
          <a:p xmlns:a="http://schemas.openxmlformats.org/drawingml/2006/main">
            <a:r>
              <a:t>Animation instructions: Fade title first; appear cards/bullets one by one; wipe flows; highlight MongoDB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3 checklist; TB1 listed by syllabus: Seema Acharya and Subhashini Chellappan, Big Data and Analytics, Wiley India, 2nd ed., 2019, Ch. 6 sections 6.1-6.5.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0370c375c47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76f9c44284807" /><Relationship Type="http://schemas.openxmlformats.org/officeDocument/2006/relationships/slideLayout" Target="/ppt/slideLayouts/slideLayout1.xml" Id="R972c7fce1c4b4d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2c7fce1c4b4d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c5f4dc86d4d0d" /><Relationship Type="http://schemas.openxmlformats.org/officeDocument/2006/relationships/notesSlide" Target="/ppt/notesSlides/notesSlide1.xml" Id="R114c434dfb6c42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58de77bc64607" /><Relationship Type="http://schemas.openxmlformats.org/officeDocument/2006/relationships/notesSlide" Target="/ppt/notesSlides/notesSlide2.xml" Id="Rd2cdb1683050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21a62eead4594" /><Relationship Type="http://schemas.openxmlformats.org/officeDocument/2006/relationships/notesSlide" Target="/ppt/notesSlides/notesSlide3.xml" Id="R241e4a670772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9c21829674f95" /><Relationship Type="http://schemas.openxmlformats.org/officeDocument/2006/relationships/notesSlide" Target="/ppt/notesSlides/notesSlide4.xml" Id="R072c3fbb52774b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b8f2d4efb440c" /><Relationship Type="http://schemas.openxmlformats.org/officeDocument/2006/relationships/notesSlide" Target="/ppt/notesSlides/notesSlide5.xml" Id="Reba1a1005a6748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f88858a3c4560" /><Relationship Type="http://schemas.openxmlformats.org/officeDocument/2006/relationships/notesSlide" Target="/ppt/notesSlides/notesSlide6.xml" Id="Rafe391bc5e9346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18c02fc7941a9" /><Relationship Type="http://schemas.openxmlformats.org/officeDocument/2006/relationships/notesSlide" Target="/ppt/notesSlides/notesSlide7.xml" Id="Rc919f62143b34d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44d6405ca440c" /><Relationship Type="http://schemas.openxmlformats.org/officeDocument/2006/relationships/notesSlide" Target="/ppt/notesSlides/notesSlide8.xml" Id="Rfb0a8bfd0a0045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8c8b0aa1d4774" /><Relationship Type="http://schemas.openxmlformats.org/officeDocument/2006/relationships/notesSlide" Target="/ppt/notesSlides/notesSlide9.xml" Id="Rb9be115e4a5040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38476834240ef" /><Relationship Type="http://schemas.openxmlformats.org/officeDocument/2006/relationships/notesSlide" Target="/ppt/notesSlides/notesSlide10.xml" Id="R8cc6374e57dc43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89415dd9b4122" /><Relationship Type="http://schemas.openxmlformats.org/officeDocument/2006/relationships/notesSlide" Target="/ppt/notesSlides/notesSlide11.xml" Id="Re570ed5baf994a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e386f52364462" /><Relationship Type="http://schemas.openxmlformats.org/officeDocument/2006/relationships/notesSlide" Target="/ppt/notesSlides/notesSlide12.xml" Id="R24f1e8a5344940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7956f33cd4c7f" /><Relationship Type="http://schemas.openxmlformats.org/officeDocument/2006/relationships/notesSlide" Target="/ppt/notesSlides/notesSlide13.xml" Id="Racc984033d4140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7e74e4b044072" /><Relationship Type="http://schemas.openxmlformats.org/officeDocument/2006/relationships/notesSlide" Target="/ppt/notesSlides/notesSlide14.xml" Id="Rc3bf5760ce2d4e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5110bf9534254" /><Relationship Type="http://schemas.openxmlformats.org/officeDocument/2006/relationships/notesSlide" Target="/ppt/notesSlides/notesSlide15.xml" Id="Ra89d62ae6c9340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e7ed1cc02496d" /><Relationship Type="http://schemas.openxmlformats.org/officeDocument/2006/relationships/notesSlide" Target="/ppt/notesSlides/notesSlide16.xml" Id="R98bfa61517cc4c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81ec94dba46a8" /><Relationship Type="http://schemas.openxmlformats.org/officeDocument/2006/relationships/notesSlide" Target="/ppt/notesSlides/notesSlide17.xml" Id="Re79f0f534e7343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2ab48ba9a423d" /><Relationship Type="http://schemas.openxmlformats.org/officeDocument/2006/relationships/notesSlide" Target="/ppt/notesSlides/notesSlide18.xml" Id="Rd8e36646fca14b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3618d4ff744da" /><Relationship Type="http://schemas.openxmlformats.org/officeDocument/2006/relationships/notesSlide" Target="/ppt/notesSlides/notesSlide19.xml" Id="Rcf78ba09cc124e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346625194d69" /><Relationship Type="http://schemas.openxmlformats.org/officeDocument/2006/relationships/notesSlide" Target="/ppt/notesSlides/notesSlide20.xml" Id="R5969f6b0744d410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f26966e7446c2" /><Relationship Type="http://schemas.openxmlformats.org/officeDocument/2006/relationships/notesSlide" Target="/ppt/notesSlides/notesSlide21.xml" Id="Rf2c72ec07d934f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93cf5c54e4dca" /><Relationship Type="http://schemas.openxmlformats.org/officeDocument/2006/relationships/notesSlide" Target="/ppt/notesSlides/notesSlide22.xml" Id="R2a9baac3094444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5660cc5fd4176" /><Relationship Type="http://schemas.openxmlformats.org/officeDocument/2006/relationships/notesSlide" Target="/ppt/notesSlides/notesSlide23.xml" Id="R46184eb7a64b49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5e954958d48a3" /><Relationship Type="http://schemas.openxmlformats.org/officeDocument/2006/relationships/notesSlide" Target="/ppt/notesSlides/notesSlide24.xml" Id="Rdfe7fd2a37b34c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8505f29ca490b" /><Relationship Type="http://schemas.openxmlformats.org/officeDocument/2006/relationships/notesSlide" Target="/ppt/notesSlides/notesSlide25.xml" Id="Rb697b639594641a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a9ef8f26b492c" /><Relationship Type="http://schemas.openxmlformats.org/officeDocument/2006/relationships/notesSlide" Target="/ppt/notesSlides/notesSlide26.xml" Id="R806bd50811cc4f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9c8464174453e" /><Relationship Type="http://schemas.openxmlformats.org/officeDocument/2006/relationships/notesSlide" Target="/ppt/notesSlides/notesSlide27.xml" Id="R9dd6ebef47ed49f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9824c5c694972" /><Relationship Type="http://schemas.openxmlformats.org/officeDocument/2006/relationships/notesSlide" Target="/ppt/notesSlides/notesSlide28.xml" Id="R2d576371c0fb438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8fc221caa4fb8" /><Relationship Type="http://schemas.openxmlformats.org/officeDocument/2006/relationships/notesSlide" Target="/ppt/notesSlides/notesSlide29.xml" Id="Rc2754529c6c042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4e240cb3b4538" /><Relationship Type="http://schemas.openxmlformats.org/officeDocument/2006/relationships/notesSlide" Target="/ppt/notesSlides/notesSlide30.xml" Id="Recc71d613f8041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6ead3571b4453" /><Relationship Type="http://schemas.openxmlformats.org/officeDocument/2006/relationships/notesSlide" Target="/ppt/notesSlides/notesSlide31.xml" Id="R8a6071a5d64447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6968aba154af8" /><Relationship Type="http://schemas.openxmlformats.org/officeDocument/2006/relationships/notesSlide" Target="/ppt/notesSlides/notesSlide32.xml" Id="Ra57f3ec9e3334ea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88ea1b00741d2" /><Relationship Type="http://schemas.openxmlformats.org/officeDocument/2006/relationships/notesSlide" Target="/ppt/notesSlides/notesSlide33.xml" Id="Rd71f7faac9f74cb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1942cd0654513" /><Relationship Type="http://schemas.openxmlformats.org/officeDocument/2006/relationships/notesSlide" Target="/ppt/notesSlides/notesSlide34.xml" Id="Rec50899fcba8408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e8ec4d56c4ae8" /><Relationship Type="http://schemas.openxmlformats.org/officeDocument/2006/relationships/notesSlide" Target="/ppt/notesSlides/notesSlide35.xml" Id="Rbf45b3bd0c4f4ee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b39dc585c4fb5" /><Relationship Type="http://schemas.openxmlformats.org/officeDocument/2006/relationships/notesSlide" Target="/ppt/notesSlides/notesSlide36.xml" Id="R5a7d9d3db23e4e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7a6a77b31494e" /><Relationship Type="http://schemas.openxmlformats.org/officeDocument/2006/relationships/notesSlide" Target="/ppt/notesSlides/notesSlide37.xml" Id="R90bd09b14ac64db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0b5fcf4bd4ad5" /><Relationship Type="http://schemas.openxmlformats.org/officeDocument/2006/relationships/notesSlide" Target="/ppt/notesSlides/notesSlide38.xml" Id="Rb078c360b8be410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59e40a4494d8c" /><Relationship Type="http://schemas.openxmlformats.org/officeDocument/2006/relationships/notesSlide" Target="/ppt/notesSlides/notesSlide39.xml" Id="R0628981022a642f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c3cdc90c64076" /><Relationship Type="http://schemas.openxmlformats.org/officeDocument/2006/relationships/notesSlide" Target="/ppt/notesSlides/notesSlide40.xml" Id="R84916c77055046a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ef696ec184d3d" /><Relationship Type="http://schemas.openxmlformats.org/officeDocument/2006/relationships/notesSlide" Target="/ppt/notesSlides/notesSlide41.xml" Id="Ra8d2c0e308f04e9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3d90b483c4ca6" /><Relationship Type="http://schemas.openxmlformats.org/officeDocument/2006/relationships/notesSlide" Target="/ppt/notesSlides/notesSlide42.xml" Id="Rd5ce0638a9d8413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20de92aa049cc" /><Relationship Type="http://schemas.openxmlformats.org/officeDocument/2006/relationships/notesSlide" Target="/ppt/notesSlides/notesSlide43.xml" Id="R0bf78bbb7e4b403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d19bc7a184d83" /><Relationship Type="http://schemas.openxmlformats.org/officeDocument/2006/relationships/notesSlide" Target="/ppt/notesSlides/notesSlide44.xml" Id="R9b37abbc938e466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8ca7c9e184160" /><Relationship Type="http://schemas.openxmlformats.org/officeDocument/2006/relationships/notesSlide" Target="/ppt/notesSlides/notesSlide45.xml" Id="R07be2e3bd5bb485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15abd43945d8" /><Relationship Type="http://schemas.openxmlformats.org/officeDocument/2006/relationships/notesSlide" Target="/ppt/notesSlides/notesSlide46.xml" Id="Rc055ee3e6d614f3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197b6c9414b8c" /><Relationship Type="http://schemas.openxmlformats.org/officeDocument/2006/relationships/notesSlide" Target="/ppt/notesSlides/notesSlide47.xml" Id="R16d22879d9b841d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3018634c54a52" /><Relationship Type="http://schemas.openxmlformats.org/officeDocument/2006/relationships/notesSlide" Target="/ppt/notesSlides/notesSlide48.xml" Id="Rb5b52296d27d49b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6fd4fdffb4b74" /><Relationship Type="http://schemas.openxmlformats.org/officeDocument/2006/relationships/notesSlide" Target="/ppt/notesSlides/notesSlide49.xml" Id="Re64efd2fe3b14e3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131cce76744f4" /><Relationship Type="http://schemas.openxmlformats.org/officeDocument/2006/relationships/notesSlide" Target="/ppt/notesSlides/notesSlide50.xml" Id="R8c2e56e308bc43e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4032804024bea" /><Relationship Type="http://schemas.openxmlformats.org/officeDocument/2006/relationships/notesSlide" Target="/ppt/notesSlides/notesSlide51.xml" Id="R837e18a26b53462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9154f64a54a60" /><Relationship Type="http://schemas.openxmlformats.org/officeDocument/2006/relationships/notesSlide" Target="/ppt/notesSlides/notesSlide52.xml" Id="R00c1eeb56bdb426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1f53e6a1f4a5b" /><Relationship Type="http://schemas.openxmlformats.org/officeDocument/2006/relationships/notesSlide" Target="/ppt/notesSlides/notesSlide53.xml" Id="R88560fecc5d743d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f6168a0974245" /><Relationship Type="http://schemas.openxmlformats.org/officeDocument/2006/relationships/notesSlide" Target="/ppt/notesSlides/notesSlide54.xml" Id="R49aa5cc63403481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1865dbc52461a" /><Relationship Type="http://schemas.openxmlformats.org/officeDocument/2006/relationships/notesSlide" Target="/ppt/notesSlides/notesSlide55.xml" Id="R45cf1b7d375b4df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fc1a5ea354ade" /><Relationship Type="http://schemas.openxmlformats.org/officeDocument/2006/relationships/notesSlide" Target="/ppt/notesSlides/notesSlide56.xml" Id="R3c63b396af924fc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1f86fd4124c8e" /><Relationship Type="http://schemas.openxmlformats.org/officeDocument/2006/relationships/notesSlide" Target="/ppt/notesSlides/notesSlide57.xml" Id="R1a7adc579c3641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FAB4E-B9CF-428E-A10B-0D4D51D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3B9DD-76E6-4C0A-BF58-17509D1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MongoDB for Big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C437B-285E-4407-BB27-CEB34A28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3 introduces document databases and MongoDB query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26567-3751-426D-9CE5-5CC6250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701F9-8EC3-4DC9-A440-80A912FA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23E75-8E63-4EFD-8A83-A64E9CF7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6908-B1B8-4192-B385-539E621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C8A28-F19D-4D20-945B-DAC1D429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AD18-3928-4E26-823B-05A526F5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BIS701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79840-9D8E-4218-B711-C5C9B88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What is MongoDB • Why MongoDB • RDBMS terms • Data types • Query 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81978-51EC-4E57-A04D-B03CAFEA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8CB6D-4B17-40CF-A888-04693B7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608A1-42D8-4F8B-BC91-FD2B4A18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BSON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DOC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MQL</a:t>
            </a:r>
          </a:p>
        </p:txBody>
      </p:sp>
    </p:spTree>
    <p:extLst>
      <p:ext uri="{BB962C8B-B14F-4D97-AF65-F5344CB8AC3E}">
        <p14:creationId xmlns:p14="http://schemas.microsoft.com/office/powerpoint/2010/main" val="540993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10284-3038-434F-8C0E-1B78EA1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8698-174F-4990-96B7-9F6EFAF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3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84CC0-7DE2-4113-B5C1-AD67759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VTU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2B549-5B3E-4CD7-84F6-1BB69E3E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C7B62-0D02-4917-BA7C-9B2A1D71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FDF71-FF4E-4441-94AE-4C2A4884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E5D0C-CE68-43D7-A22D-82D029A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52CEE-2430-4843-94E3-F9308593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13019-25A8-4422-8ACD-4FBB1A92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773FB-3553-4238-874B-AABE1F0C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B6987-C21E-47FB-8871-54CBCA5A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what MongoDB is and where it fits in Big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23873-77DD-4E51-B7CD-DDD2FAEA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0880E-164D-41AD-B032-FB78E0BF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B889C-084B-4265-AF44-48963609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why MongoDB is useful for flexible and high-volume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A2FEA-A4A3-4131-867F-26B3C03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3E551-309E-4BB2-BE24-1E624F1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B220C-955A-4CFF-8ED9-6DCD623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Translate RDBMS terms into MongoDB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29428-AA6F-43E6-8CA1-7081E605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5B677-D670-4EA4-A04E-D034336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B2F7F-303B-4009-A351-423F277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Understand BSON and MongoDB data types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5E972-2621-4C26-9C0D-41B4593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C8208-1CD4-4DF3-A671-2E6EFCE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3692D-93D0-428A-A57A-078F33A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Write basic MongoDB Query Language commands</a:t>
            </a:r>
          </a:p>
        </p:txBody>
      </p:sp>
    </p:spTree>
    <p:extLst>
      <p:ext uri="{BB962C8B-B14F-4D97-AF65-F5344CB8AC3E}">
        <p14:creationId xmlns:p14="http://schemas.microsoft.com/office/powerpoint/2010/main" val="600590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5CA48-84BC-4DFB-87BC-A33C143A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24A2E-278F-42A5-9479-2DECBCFB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Module 3 follows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CE122-CD90-4DE2-B3F8-F32E82E9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Hadoop handles large files; MongoDB handles flexible application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D1488-DA63-4A37-BD90-7935527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6CBF2-4606-473E-ABAE-6D27E53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94840-A8F9-43B2-BA3F-D3FD8F5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54B79-D7AF-42F3-9989-59D8684E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4D39-59C7-4A30-98A2-94CD3A0F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409A0-9461-4B5A-BF99-6273D654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89D8B-AF7D-40B4-8B60-CA856E68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Big Data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152C5-E4C3-421D-8701-5E884C58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35EF8-A08B-4B4A-952C-CDAC282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AD30F-05A8-49CA-8BEB-F402F552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NoSQL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D7E57-F543-4AAC-9457-0D7CD0E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F60D-B06C-40FF-970C-A515402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3BBFA-C47B-4ACF-BF00-5B1747E5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Document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A217F-1DFE-403E-B47D-45AACEC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4281F-265D-4985-86EA-22EDCC2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5C231-F1E7-4E43-B941-29EAE10F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MongoDB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E8B91-7B0E-41C9-8399-FE25877A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2BC93-8E0A-4B74-B087-0A4ACD57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E0D49-4A0B-4872-8C0A-2581A685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Query language</a:t>
            </a:r>
          </a:p>
        </p:txBody>
      </p:sp>
    </p:spTree>
    <p:extLst>
      <p:ext uri="{BB962C8B-B14F-4D97-AF65-F5344CB8AC3E}">
        <p14:creationId xmlns:p14="http://schemas.microsoft.com/office/powerpoint/2010/main" val="1370435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5FC9C3-9D75-4333-B994-A251B8E8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48A82-EDE6-45B0-BC1A-0297A84B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Modern apps do not always fit neat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962CF-1475-4F3C-84BA-FF90451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Start with the application problem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F51AC-E087-45A5-9EFE-2B2320C7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B14FD-3C7D-4C98-8657-918B7A6A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6752F-AC08-45CE-B092-AC5B08B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ED2EB-2D7B-4E09-ACC2-9D6CF336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3DDFC-ED0A-4743-85D7-71295A2B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1A1C0-D069-4949-99E3-0C99A913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953C1-A857-42F1-8DDD-8DFE0A27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EB880-5D72-462E-A126-679895E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Table-first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436B6-62C5-4841-9267-915EAFBF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9E7EE-4EED-46B0-A6CA-4C1AE715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85A80-D285-467D-89AB-83EA1228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B15BB-39AC-4DF8-9903-50489CE7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Document-first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E29D0-2DBA-43C1-A7BA-8BE6F4A1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984E9-3724-429A-AC86-CAE42FC0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199C8-3F42-465C-BC40-1821017A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BC44F-A25A-4FC0-966F-7BC3C458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Fixed columns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B3FCE-3FDF-4471-87FB-AAB83087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F3025-EBFE-4B16-A32E-03FD1BB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43D97-3046-4002-A642-BDF51FFF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Joins across 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5A081-087F-4588-85F9-281C4EFE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F09A8-6F1D-4D0B-B85D-28984F2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43154-F077-48BC-ADAD-1A4D588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changes need planning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DE1CE-4114-452E-80D5-FB64B5AE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22F44-4481-4C6F-B6B8-22AB5851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CBD5B-75B9-46BC-BFC1-295E0F3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stable transactions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E70BF-D43B-436A-B360-5D2C205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F6D3C8-EFDC-4B5D-A354-594A89ED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D7B8C-38A5-45B4-864A-0144F614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Flexible fields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5B482-0BFD-4D1A-B36B-18B252F7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F3937-2797-4FE9-ABE0-FC8543B6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BFDC98-F6EA-458B-94B9-202C73BF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Nested structures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CB5B01-9018-441B-9CC5-4E9A53D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CFA0FE-DFEE-4F19-8D83-C2295D7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42BF44-BCD0-45D9-B3A6-F4883323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Easier schema evolution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8D60AE-0BFA-49EA-B60D-8763C19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86A2EC-2035-431F-A1CE-0F2FD94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74824E-22F2-4FD5-A0B1-F8DF1F26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varied app records</a:t>
            </a:r>
          </a:p>
        </p:txBody>
      </p:sp>
    </p:spTree>
    <p:extLst>
      <p:ext uri="{BB962C8B-B14F-4D97-AF65-F5344CB8AC3E}">
        <p14:creationId xmlns:p14="http://schemas.microsoft.com/office/powerpoint/2010/main" val="1935979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6CBF6-B521-4E51-8F7C-843D908C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ABC5-156F-4525-BF31-3EDAB7E4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MongoDB?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1CD61-8B99-45F4-B06A-0B598DD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MongoDB in simple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CC81C-2EFC-4C7F-87F3-AF95B4A2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05C60-40A6-4931-A22F-B719184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69B61-2E6C-4A21-A8F0-5314E75F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D8B62-8984-452B-A9BE-B1D095B1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E88D2-B3F4-4125-BB25-FD0F1E9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3AE41-C384-40A1-8986-BC381820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MongoDB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ADCA3-89D5-4364-935F-C0EB14A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NoSQL document database that stores data as flexible BSON documents inside collections, using a JSON-like query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06951-4FC5-4232-A152-9BEA2DB0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C238-2445-43BD-8EFE-4B128101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F3892-B831-4A0A-8DE6-1B5B539D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06987-5357-4793-8C1C-40524598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761C2-B1E0-4425-AEFD-60CDAD3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Document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EF9B6-E517-475E-B647-5246B304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F072A-5F68-4C8E-BC99-F07C5FFA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F4A5F-C7CD-4436-A0DC-C65B9ED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2A3CC-B214-46C9-8B06-02AADD43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13A20-6DD5-48B2-91FF-0EB6C70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DDA03-A81A-4865-AEB9-031E150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B01D0-B455-47DF-899F-C3C1117A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90DAA-0861-4438-A984-8D2B444D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B7CB6-CFBF-46E0-9D25-DFB14C00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723461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DC702-29A1-4302-9C10-A178B15E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8FED6-0172-43C0-8922-711CC8BC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MongoDB stores records as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31882-B74C-4114-AA01-4599F2C6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key mental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49A91-76CA-4A9E-A5D1-B6F99D96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43EC6-A19F-4BC6-8133-643923C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A6750-99DD-4EC6-9A79-843BBA68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0E54A-637C-4BE0-B72A-F330B26B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4837C-534A-4DAC-968F-D6F19D9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3D185-0797-474A-BD2D-91795FD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CCDA2-945C-4EBC-B0C1-E6C4C211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student = 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_id: 101,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name: 'Ananya',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dept: 'ISE',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skills: ['Python','DBMS'],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cgpa: 8.7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7AB03-8648-4B64-96EB-FFB187F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2A4BB-3F24-4880-9783-B92A76C1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34353-39D0-4478-8A57-BC18619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6FB45-2722-4790-AEE0-00CD8D9E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252611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D89D8-532B-437E-9959-22F70EA3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7B9FC-16FE-4945-BC26-CA35BA62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Document model matches real-world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3D3A1-8761-4F44-BE8F-B14D31F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documents feel natural.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23A7D-F244-49B1-8487-1240C678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0182E-F9FB-45A6-8BDD-1DB6F075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9FA5A-858A-490A-A429-375F151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BA05E-D359-4B96-9C2B-565AF285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9E1AF-010D-4B2D-BFBF-DC902A8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04841-CCA4-472A-9A5B-C63AB52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DC683-9E63-4072-8E30-22CA274C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B1BFB-738F-4A1D-9D75-34A11E9B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3B2B0-543D-4AD1-A497-BA56AAB2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Name, price, category, variants, reviews.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2A003-71A0-4C3A-AF70-1C476151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CCF07-4ED9-4B1F-A075-E03EAF0C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D29ED-8123-45F0-8083-BF2C406F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2B177-7B52-4B9E-946C-98D716BC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Profile, skills, marks, projects, attendance.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01466-2042-46D4-BF07-090A8341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F98F4-EAE2-46D1-900E-6E031C82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5FE15-DD9F-4472-9B08-3017CFE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21538-474F-48F4-9390-65AE978F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Customer, items, address, payment, status.</a:t>
            </a:r>
          </a:p>
        </p:txBody>
      </p:sp>
    </p:spTree>
    <p:extLst>
      <p:ext uri="{BB962C8B-B14F-4D97-AF65-F5344CB8AC3E}">
        <p14:creationId xmlns:p14="http://schemas.microsoft.com/office/powerpoint/2010/main" val="900902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A0103-3816-4754-BBBE-27C1CA5C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93F45-E651-443C-8E91-0568AEF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MongoDB?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12CEB-F762-4823-8CDA-510F78A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MongoDB is useful when data is flexible and application-driven.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D8CD7-5278-4248-AFFB-07CD8024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F53B2-9F5B-4241-BA1C-45B414DB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7F6A8-7780-48A2-A1F5-D8BDB00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6AB1D-9324-4CCE-ABFD-27EA10DD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BD8E9-13C4-47C6-AD37-B7FECEBE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F5631-0185-480E-A07C-936D0C7B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52EB1-6392-4939-8DB6-236A4116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9A67F-BEF5-454F-9CDB-40F428D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Flexible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2699C-83C7-4DBE-A6CE-38B25694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Documents in a collection need not have identical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C239B-0916-4087-8CC7-44622B5B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64970-FF3C-4BA2-9BB4-A0AE782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FE5FB-652E-40BA-8440-F41B373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Nested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E4635-3FDD-4332-AE1F-5F8C7BBB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Arrays and embedded documents reduce unnecessary joins.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F8B7C-2281-4CD7-8D5D-D77EB31E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4F0AC-CFFF-4714-B3BD-0A6E4CAC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4F4DA-885D-4608-85F2-2EB18F0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Scalability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DC48A-9BFB-41AD-B7D2-00488E60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Designed for large datasets and distributed deployment.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2B3B6-735D-42AE-BD6F-65B4D05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238C4-47DD-4D5E-8B3F-5FD44C8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C1910-C35C-41DE-A3CC-485357F0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Developer speed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FDD37-2B5E-40DE-A30C-96040A9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JSON-like documents match modern app data.</a:t>
            </a:r>
          </a:p>
        </p:txBody>
      </p:sp>
    </p:spTree>
    <p:extLst>
      <p:ext uri="{BB962C8B-B14F-4D97-AF65-F5344CB8AC3E}">
        <p14:creationId xmlns:p14="http://schemas.microsoft.com/office/powerpoint/2010/main" val="16191616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1F1DF-5CD1-49EB-8F7B-B223FEC0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8F0D0-66CE-4808-90A3-DBDF7789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When MongoDB is a good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F7727-0B8E-436A-A3C7-1334B03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Choose MongoDB by workload.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223D9-4CDF-4115-B032-3A38EF6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0829D-6B3F-47D5-BE82-8DAEC8B9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F018E-E39A-4991-A76E-B618388C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1C793-203E-4503-BDEC-65506E12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0A309-CD92-4D33-BAD5-21320C2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44D48-77C6-4F39-8073-61BE929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CE292-E9E6-4BE6-AF28-11715EAF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1824E-B223-4EF3-BD63-A2116B17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Content management and product catalogs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871F5-FC8F-464F-97EF-78AD56E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015B8-5F3F-4188-A89A-55C8A36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B5692-5F74-4184-938B-DAD7443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User profiles with varied attributes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264B4-E86A-49CF-B730-9005280A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FE630-4AEF-45BD-B5E3-2D2085A2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7E711-2B71-43DA-918E-8FBD98F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Event logs and IoT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85C5A-CF0E-4556-B796-2D74E1B2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5459F-7951-48D8-986A-E210DCEB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BCA1A-2F2B-4D20-890E-83540FE1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Mobile and web application backends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62483-8D7A-41BB-AA44-EB317CA8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3DE73-2F12-4421-8D0E-D50DF30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0861E-D526-40DB-8502-AFE9608E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Analytics staging for semi-structured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597781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2B5AE-5939-40BF-882C-372BA76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44A2C-7128-4C43-9DEF-786FCD91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When MongoDB may not be the best first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AC3CE-1310-4AB7-A8AC-74B57354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platform judgment.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181E-FA3F-4BE6-913F-88534532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83FC9-B11D-4D4E-91F8-98F85835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6C0CF-29C6-4B13-AEEA-13EFF494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F05CF-EBBD-4E8B-968D-1B15D10B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MongoDB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473AE-D841-461E-8711-DE4D3D29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5A02F-14F1-475D-B164-46AA349F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66EDD-966E-445C-BF1A-3498845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8192C-B267-45AF-A9EF-F33189C4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Highly relational data with many complex joins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2DEAB-3922-4248-AE33-578D6053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F3FC4-19B8-4858-85DD-ED650F52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0AEF5-0423-49FB-AD72-3B75D1B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Strict multi-row transactions as the main workload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699E2-C96C-48E4-A2ED-930BDDA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19E2B-AB0C-466F-8B0D-1D48919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60509-CDF7-40C6-B98C-6E96F76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Small stable schema that SQL already handles well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536FE-8F2C-4D92-9033-A3F489CA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275A0-423E-46DD-B44E-C11F3233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7BD9E-6BC5-469E-8A6D-0D5E375A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Heavy reporting that needs star-schema 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6B31B-B87B-49C9-9D89-E4F4ED0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689E3-955D-451A-93EE-9D3C1C70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28FD1-3279-473B-85B2-8DB83432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Teams without NoSQL design and indexing discipline</a:t>
            </a:r>
          </a:p>
        </p:txBody>
      </p:sp>
    </p:spTree>
    <p:extLst>
      <p:ext uri="{BB962C8B-B14F-4D97-AF65-F5344CB8AC3E}">
        <p14:creationId xmlns:p14="http://schemas.microsoft.com/office/powerpoint/2010/main" val="1832463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05D02D-7F62-4C5C-8342-3E7C503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0D8D6-F91A-4759-8A09-43E7B37A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RDBMS and MongoDB use different words for similar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F734D-79CD-408F-9A1D-2A0AD7C5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translation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A1F0B-6A5B-4365-A393-BC8E60FF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4F83D-CF03-4F66-B539-8BA69AF3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5AC54-880F-4449-8304-7B1ED9B1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72373-B40A-4EBA-A8F1-72DF2623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269E3-7D46-494C-9170-192B02EA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C226-9A2E-4A04-9812-7B7B3D88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C1039-A4BD-49CB-8860-DA0E3403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E05D3-5FC8-4189-8ADC-DAD3209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RDBMS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730C6-1D07-4A49-8765-ED39C5A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E0A79-31B3-42A5-90B2-9F75399D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E692F-A04C-4F8C-A075-4A9390B5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9FE91-E142-43F7-920E-2F5C710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D4539-2E2E-45EC-9B93-AA48C833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4B834-21AE-47E6-9ACC-6806AD5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448B9-EFF6-4FE5-AFAD-403D7D8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93226-4BC1-4246-A861-CE6CB4B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4C183-D604-4D13-828A-D9E5E1C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1EFAD-68CD-40CC-9209-A1AEB911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EC8A9-AAB6-4527-810A-46841EB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8B043-BC59-481A-A247-5191861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064B2-0984-476E-96B3-B648EBC5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62CD3-F415-4D6B-A401-7F15EEC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Row / tuple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78E53-1C38-4C03-8D30-D2FED900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E969D-EA25-413B-A503-0C102C72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D0C0F0-A077-4A17-B0EE-999833B5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Column / attribute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E492B-A1A2-45DB-8D4F-7B88490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EC772-DB34-463A-B5F4-C402E58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EEFC2-CBE5-4E5D-8FAE-311FFE9F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Primary key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551251-7687-435B-9BBC-6E126D7C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B4750-34CF-4F60-87A4-4FDA9A6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190642-B97C-497D-8EF0-9209F34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Database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ABA72-6487-473D-86F4-68EDCF38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1BE6B2-DC71-4E18-BDE1-5AE36C42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3C8A7F-EBB6-4D1C-9F27-7AE0A30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Collection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60DB60-0BFF-429D-BA14-502358FC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05B684-1CBE-481A-B0EA-91E3306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23E9E3-9977-4FB9-849D-365B935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Document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2AD3C1-F495-44F9-B33F-DA73F396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F777BD-3717-4F86-8CA9-F5B922DD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44A99A-1443-4C60-ACE9-A27DC3C0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Field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1D9835-CEA1-410D-A4C8-0312A7C4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D09B22-8B5E-4938-B8FF-C9B1AB3B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424D8A-E800-4FF9-A658-A91E6A1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_id</a:t>
            </a:r>
          </a:p>
        </p:txBody>
      </p:sp>
    </p:spTree>
    <p:extLst>
      <p:ext uri="{BB962C8B-B14F-4D97-AF65-F5344CB8AC3E}">
        <p14:creationId xmlns:p14="http://schemas.microsoft.com/office/powerpoint/2010/main" val="236269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54D86-1535-4D46-8F84-EDE98670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09AA4-30DB-4427-A219-BCAEBFB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Database and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69CB-EA4A-4951-B637-B74B79DA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top-level organization.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A8BF2-4F27-4D23-8788-871C317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9DB76-5EA9-49DB-8B7E-10DF432E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0E92-5FA0-45AA-9C9A-79FE43E1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CE9D2-D026-4132-95A9-B0C33BE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8D0F2-FF8E-4294-96F9-167B1D1B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604AD-C6F5-4B06-95CC-B879C302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28A0E-72FD-4AD9-A782-18655A8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1E7F5-3C38-4B23-B7C3-89B33AA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0ECE9-B858-48D2-8424-1466EA2A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logical container for related collections and metadata.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17D8D-DA62-411C-9204-7EB5788A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B4E01-33AF-4A81-83D9-9CA8EBA9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0DBF2-4363-4D1C-87E6-47987937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Collection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3E849-A86C-43AA-A547-C5FD54EE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group of MongoDB documents, similar to a table but schema-flexible.</a:t>
            </a:r>
          </a:p>
        </p:txBody>
      </p:sp>
    </p:spTree>
    <p:extLst>
      <p:ext uri="{BB962C8B-B14F-4D97-AF65-F5344CB8AC3E}">
        <p14:creationId xmlns:p14="http://schemas.microsoft.com/office/powerpoint/2010/main" val="18926134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58676-C43A-490E-90F6-C262CB22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70A71-A5FD-43AF-9736-165DD7D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Document and field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A0DE5-69B6-4FCA-A0F0-FFC8DE7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record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EC0D8-1800-4D08-95AC-6B5B5DC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2C453-DFD9-4079-ADE7-93B1A0F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694BD-D3A0-4838-85C4-0934A4F0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32017-F643-496F-9297-E85B36B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CAA3C-3E83-4EC4-AC1F-3562653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70EEB-EF0F-4192-BDE1-2646004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45FA5-AAB7-433C-9CC5-EBDCD3DA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9874B-4BB3-4FE8-99C8-C34F578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170CD-FBA1-433E-B5EA-D5C1B9B3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One record stored as a BSON object with field-value pairs.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1E08C-F264-4CF4-9706-2CE06E6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33631-564D-402A-A383-E1BED21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50096-C5AC-466D-94B3-F8CD5CC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B7F80-67DD-4036-9C27-67D3309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named data item inside a document, similar to a column but flexible per document.</a:t>
            </a:r>
          </a:p>
        </p:txBody>
      </p:sp>
    </p:spTree>
    <p:extLst>
      <p:ext uri="{BB962C8B-B14F-4D97-AF65-F5344CB8AC3E}">
        <p14:creationId xmlns:p14="http://schemas.microsoft.com/office/powerpoint/2010/main" val="562200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E275A-D272-409F-B7B0-C28211F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4680D-E84E-4D10-A4FB-0F6A38EF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_id uniquely identifies every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383DD-5284-41DA-9FAF-7B19490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required identifier field.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912C9-7D4D-4D35-9E17-243E7B5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D6DAB-96F0-4D09-88C1-07B163F1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58A3A-003E-41D5-8894-ADEDB90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50B96-37BA-46FD-9657-FFC23E7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6E8D0-BE6D-4D08-A42C-AEB27EC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72246-DDEA-46E6-B6E7-3DD2FDB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E44AB-A6C4-457C-A801-5911564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mandatory unique field in every MongoDB document. If the application does not provide it, MongoDB can generate an ObjectId.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FB9D0-94AA-41A8-8F6E-6EE98834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675E9-18F1-4FB9-8F89-0AA8D5D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Unique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49A4F-5CDF-46B3-B650-6E69BF99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94997-65A5-455A-9A3D-746D3114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6476F-E656-43F3-B6E3-38AD76B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Indexed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701CE-47DA-4FE4-886F-2A13B264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933C0-4C15-464D-A31E-9C2DD8E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BBCFA-1405-4DF2-B32C-FFCEFB4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B85FC-8915-45AD-A96C-99BC89A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E9208-8D06-4539-91D2-54EBECFB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1988E-94E4-4583-BC2F-F9EAFAC0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ObjectId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0E785-70D5-4ED5-8549-1159610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6AAC4-F54F-46A1-85A5-EE0906C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FC412-0FB0-4F1F-A979-CE275E3F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Identity</a:t>
            </a:r>
          </a:p>
        </p:txBody>
      </p:sp>
    </p:spTree>
    <p:extLst>
      <p:ext uri="{BB962C8B-B14F-4D97-AF65-F5344CB8AC3E}">
        <p14:creationId xmlns:p14="http://schemas.microsoft.com/office/powerpoint/2010/main" val="12435346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7BFF9-09EA-48F0-A88C-38013050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FBC3C-C40B-45BF-A2DA-0BD5569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Embedded documents reduce join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64F97-A1AD-4EA6-A8DD-4AB02429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nested data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7B40E-A9E8-4790-BB11-2B3C6AEA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CA60C-C772-4F28-A3F5-4A41228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E80B6-3A8D-443F-B10D-8DB2E9A1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D2B40-FE99-4101-A908-906D704F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C1E3A-F0A5-40E6-9FE5-E557D738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22402-8610-4CA6-B09F-3D5C8889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8F10D-39EE-4BA3-B89A-753A9C8A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order = 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_id: 501,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customer: 'Asha',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items: [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{ sku: 'P1', qty: 2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{ sku: 'P2', qty: 1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]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1E569-91E1-466C-835B-4EB1A7E0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EC75B-FFC6-40E4-8429-DDDCA8FF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D39F1-FAF8-4CA7-A781-C2964854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F27B8-B662-45E2-A608-B4621AD6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0290961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71D3D2-02DD-41A0-9029-0EB88D2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BD214-345D-4997-9996-E47B6466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References still matter for large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1DA15-4FCA-4ADE-B234-27DBF9F0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Balance embedding with referencing.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F50B5-0F9C-4841-AAAB-F7568F87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D749-240D-41EF-A150-DF765DFE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EB5E1-9BC8-41AB-8054-F0BC7EB5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E2084-6086-4A88-956A-B6E6E54A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CCC69-10FE-4DBE-871A-109F7243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FAE3E-76AC-4E81-92E9-4CEC3AF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26A64-CC07-468E-8B7F-5FAC0D6B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39F0C-71C8-412D-A984-4EF019F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Embed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D2FBC-95B3-4F04-B91E-4885156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399A1-082E-4F05-9226-03A0D5F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F544E-B64A-45A7-83DF-93B9D1BB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DD269-DEB3-4E37-A771-73422578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8AA7C-F6DE-481F-8E09-C3197230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235DB-B833-480F-B254-33F79A7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31B66-4269-4A91-A781-F755445D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DD2C0-E600-4459-ABCE-4EECDBE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Read together often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7461C-E201-48CA-AF51-B2B0B0E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C0464-C6C6-46E1-9F27-4AC1A59E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061C5-70C1-4123-BD31-3DA5008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One-to-few relationship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754BD-733F-4799-B677-71A1630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A6D7B-B572-41C5-9D4F-3F834D78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B94BC-F2F7-45FD-9D60-65B0DC96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Small bounded arrays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F82CB-1F2D-4889-8194-B6D6CD9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595F4-21EE-484E-A565-09EAED3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9E51A-714E-4FC9-9402-561D9C1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Atomic update is useful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9ADAF5-951C-49E1-AEC3-70EC8CE7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FEF29-C48A-4BB3-97B9-89CDDF8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7A8A82-1DE1-4ECD-9413-839957E3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Large growing relationship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2CF3E-863E-4352-AFF4-34B3512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B46627-076D-4605-9360-550359F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FDAC7-F27E-49A9-A6EE-F39FE31B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Shared entity reused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FA9C9-1D80-444F-B93F-94B20A5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E534C2-2B21-4F35-9580-877DF7B1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63206-9225-4FDA-828F-815508C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Many-to-many relation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93BB2-E095-4827-8318-9525A9B5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0DBA7E-A4C0-4ADE-83D1-C42822AD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AA916F-ADC4-4A64-9601-9FBCECD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Avoid document bloat</a:t>
            </a:r>
          </a:p>
        </p:txBody>
      </p:sp>
    </p:spTree>
    <p:extLst>
      <p:ext uri="{BB962C8B-B14F-4D97-AF65-F5344CB8AC3E}">
        <p14:creationId xmlns:p14="http://schemas.microsoft.com/office/powerpoint/2010/main" val="14645903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BD3AF9-01BD-483F-B726-2625113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A7A8-9637-4BBF-B3AB-ED26638A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RDBMS vs MongoDB design thinking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49F15-4FD1-4DE7-AE7E-3945DF6A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normalization and document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B48D4-A728-4995-BEB2-CC3AECCA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412C5-F938-429B-822A-EE0EB10B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FDA89-7487-4AAB-83A3-51E61B6B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08071-F30E-41DD-99C2-BBB151C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1E869-9708-4114-94D6-8FCB0D6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DC5C-EEE1-4737-B01E-FCE264A3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F0E1D-E47A-4933-AF12-7BD22164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2E631-DD80-4B28-BBA6-1DBA3B7E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RDBMS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736AB-7D75-41C3-9E28-C2FC80B3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8BA03-C1A8-47E4-8C47-9AA953B6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3B7BB-07B0-4A47-8392-5ED93FD3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7664E-9F1E-4D6A-B6A7-288F969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C6419-DB82-4F3B-A894-39B36EC2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65342-578A-47F7-ADA4-4314872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06E89-74A7-40F4-AED4-DF213960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23531-369F-4298-9750-6FB5F46F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Normalize tables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A933A-3943-48A8-8D75-00CE2E4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F6F50-6DB5-4A5D-9B4E-3659EAA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1687E-A46B-48AE-BFB8-CCB31D81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Avoid duplication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7B032-B2FF-4EE1-AF29-50EDD59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23A8A-4B28-4843-9541-715A975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9409C-F55A-493F-83C8-160D01E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 joins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39F49-EA6C-4B1E-9E97-6BDE49E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F554B-19FB-424C-BB7B-0A0BCEC6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20DAF-145C-467E-90B0-90296D5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before write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8ED00-D06B-42FC-83FA-B52D588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151A0-28E8-4ADC-9BF7-805E772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23C8C-D6F1-4017-B555-33C9BC8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Model query patterns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5ED50-4486-4005-B521-FB33A8C3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07D1F-978F-469A-AD2A-0C2CE80F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E4DE6E-BB8D-4963-A373-5E4F739A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Embed related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F07BB-77EB-4C86-AC80-F2E4118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02E3FD-AA49-49AB-B658-541BD599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1737D6-D4B2-444A-8152-0E0CF5CE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 references selectively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4F778C-9F84-4E95-9EB4-AB08477A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F2545A-6699-4564-AF13-59415EE5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03B040-B931-4D42-BDA0-8C1F992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can evolve</a:t>
            </a:r>
          </a:p>
        </p:txBody>
      </p:sp>
    </p:spTree>
    <p:extLst>
      <p:ext uri="{BB962C8B-B14F-4D97-AF65-F5344CB8AC3E}">
        <p14:creationId xmlns:p14="http://schemas.microsoft.com/office/powerpoint/2010/main" val="13326709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A99AE-B3DD-4245-AF86-571CBC5B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32B65-247D-42DD-8265-423DE43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Schema flexibility does not mean no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08048-67D5-40EA-A28F-D238EC8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Correct a major misconception.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EAE29-6B6C-46EC-8AF0-BE55573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D0C3-3D84-49BF-861A-C12ABE0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94DF2-C219-4C68-BC90-B9E7A55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E901C-11D9-4781-B491-3B44435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RDBMS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AE79C-B1E2-4AC6-B589-224B0B51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15439-4B89-421F-A70F-FF4B13A3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A9A90-04C1-4B1E-A749-870C54B5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6776E-4FD3-44F5-829E-A857BEB9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Documents can vary, but applications still need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4CCC1-3229-458E-92AA-EEBA4048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2B1AE-D154-4628-B8C5-91AB1ECC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C416F-D09F-43AA-912A-C21642AA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Indexes must match query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E97D3-832F-4BD2-9865-FD4E5BC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8A7A9-5CAA-4236-B2A2-8BBEA41B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7B7A5-642E-4DD5-91C4-FA786143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Validation can enforce important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8A15E-C191-488D-8F38-A5929DC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4BE8F-3B08-41D8-BE05-C965346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D5E7D-FC16-4A42-9018-EAD9275C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Bad document design causes slow queries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8FC49-D971-45C2-9DC5-859EDB1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3B772-C514-4089-AC92-757DBCB5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6AFAD-6534-4FDF-90FE-8F96E3E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Flexible schema helps evolution, not carelessness</a:t>
            </a:r>
          </a:p>
        </p:txBody>
      </p:sp>
    </p:spTree>
    <p:extLst>
      <p:ext uri="{BB962C8B-B14F-4D97-AF65-F5344CB8AC3E}">
        <p14:creationId xmlns:p14="http://schemas.microsoft.com/office/powerpoint/2010/main" val="8351747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022C7-D95A-4D8A-9FF0-E0F3A27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D607B-1829-460D-95AE-0C0DE38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MongoDB stores BSON, not plain JSON internally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1532C-E14C-4A47-BD61-88F1549E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BSON and data type richness.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F4D06-DC14-42DA-A771-5380E50F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BBED-2804-4BE7-A854-0C4BB201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9A482-F0C9-4BF8-81B3-B7D2547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8C9CB-8B89-4EDA-8837-4C5C35D9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17C42-D435-409B-8A85-3B97A5E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FAF20-EBEE-4D49-A449-D2192D16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BSON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244D0-AD10-41FF-8E1B-B4153E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Binary JSON, the storage and network format used by MongoDB to represent documents with additional data types.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03171-6F63-4151-97F6-BDB7AB2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5A0A6-24FF-4C0C-A0B6-A572FF2D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Binary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ACAEB-04B6-498D-A967-A0F4DBDC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D921C-99D3-4803-9B20-9E66CF58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E00E6-C7A2-4A8C-BD6F-54488FC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JSON-like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A772C-974E-422B-99CA-46D0EEC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EABB0-2C5E-4FE5-962D-BFA5179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919AB-2060-42D3-82B8-A460EFB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Typed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F981C-714F-4EEC-A59D-11B1EDC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E5DE5-41A9-4B15-A2D8-908538EC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B557F-9A10-4F57-A018-93D54CC0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Efficient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833C1-CDB5-4B92-B4AF-0915E9B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03EB5-16A3-497B-B36B-0209035E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F0D97-A293-4CF1-8F99-1FAC2FD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5046849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EDAC2-AFA3-4281-9D62-05892CEA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5AF43-7446-4162-B247-4B2A20A7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Common MongoDB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7F431-A1C1-4643-B959-8EEBE12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practical list students must recognize.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4E921-B7F2-4899-B64E-C5352D81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58713-D53B-48D2-A215-5ED541D0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C8CEC-887E-4BC3-B1D8-D6306B6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84B37-072D-4DF3-BAF5-A1FE0135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734E9-114A-4AFD-9FD7-8092490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4FCFC-C123-4543-AFBD-DCF26F0F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26A56-A7D2-4BDF-8DEF-C775E4F6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7220E-CB5A-49E3-9CAE-B4D8497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String: text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766EC-A980-423D-8690-514BB8B9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2F5F3-403F-43DA-B9F3-7EABBB0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6B737-D6BE-4794-95E7-4B022971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Number: int, long, double, decimal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14079-6074-49EC-B9C3-06D71BB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CE9EB-7E85-4C70-AFE7-A9743275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CA516-2A25-4691-B83B-DA8B3C0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Boolean: true or false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1DD2E-BB09-48BA-BF64-73B996B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37C2D-3864-4D0F-B11C-8CABF359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DB7E5-BFBA-47BF-85D7-B570DC42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Date: date and time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519B8-E581-4FF6-9306-FD74318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B0529-F797-4757-84A0-074C085A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2030A-928C-4E6D-984A-F8C71723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Array: ordered list of values</a:t>
            </a:r>
          </a:p>
        </p:txBody>
      </p:sp>
    </p:spTree>
    <p:extLst>
      <p:ext uri="{BB962C8B-B14F-4D97-AF65-F5344CB8AC3E}">
        <p14:creationId xmlns:p14="http://schemas.microsoft.com/office/powerpoint/2010/main" val="14370260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9B98D-22FD-4A94-8DBB-97A38C81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EC774-D3B1-4A83-835A-66D4846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ObjectId and Null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473A6-AB20-4535-9193-6257B64D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special identity and missing-value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5DC32-98A3-4A17-9653-0A36BBCE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E721D-3CBC-4292-A140-85464BE1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81661-BCAC-4431-8092-FAA23E27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B51FC-0980-45B0-A60D-F3E2A22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81A92-67C6-4E85-B495-0B6943B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74730-F0B3-49D7-92E2-B6016A93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BCF31-E6B4-4D21-81EB-9BC53FE6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BBEEC-22C1-43E6-AD38-B3775187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ObjectId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0AF81-1F21-4F00-902B-03050EE5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 12-byte identifier commonly used for _id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75E57-91C6-49DA-BDBD-B740E9EB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BE3D9-D706-42DF-83B7-3CA5F05C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D91C9-2EC5-4EFC-BEA8-4C4E0099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Null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DDA0F-FCC9-4EE0-9FAD-C1D1AE32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Represents an explicitly empty or unavailable field value.</a:t>
            </a:r>
          </a:p>
        </p:txBody>
      </p:sp>
    </p:spTree>
    <p:extLst>
      <p:ext uri="{BB962C8B-B14F-4D97-AF65-F5344CB8AC3E}">
        <p14:creationId xmlns:p14="http://schemas.microsoft.com/office/powerpoint/2010/main" val="109229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6C41C-C5BD-4235-B1BB-03DC870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A75F4-1A1D-4D36-A012-2D6BBD54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Embedded document and array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6E1E5-02A7-44F3-A2BA-73DA06FE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nested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2810-9C07-4460-A2E1-FEF8991B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4BDB8-2F55-4DFE-B535-4ECBD02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FE853-2AED-4335-955C-2FBF805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9AC07-BFF5-4946-AA13-E41BCD4B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059F3-59F0-4DC1-BFF2-2002A640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0462C-411B-41D1-94E5-98E84E0D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A4434-9422-40BE-ACA2-5EF6182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profile = 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name: 'Rahul',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address: { city: 'Mysuru', pin: 570001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marks: [78, 82, 91]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F86C3-3DAF-455D-A20F-A9776E7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F44D8-2DE1-4F92-B009-9A31D287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29503-6ABD-4906-B05D-3CEFEBE0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C9A42-5CEB-42D0-9FF7-A223CD1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8025996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B45B5-A503-4ED3-8419-7020810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0AC7E-1E4E-4B6A-B9CB-DD2B5FF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Choosing correct data types affects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11D48-8DD9-464A-8719-60BE53D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types to correctness and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9CF00-76BE-4013-AC16-863BF880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80C9A-BDC0-4657-BA8B-813AFE78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DA085-1D5D-43EA-84FA-8670A126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11DD-4AE6-4173-8873-8849A5EF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F3A39-C5B8-47F3-8347-6E4AD5F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3370D-A185-4B13-80C2-EFA3B9F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197FB-1F77-438D-837C-0E2B493C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170B3-98E9-4B9C-B6F8-A45F96D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Store dates as Date, not strings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2EDA7-4831-4F2F-B595-AF6E92B8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B1458-B67A-4DA9-AF54-6503FC56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6001-3C59-45D4-B172-8023611D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Store numbers as numeric types for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4C969-72A9-4377-98F6-E09FE21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974F8-EB9A-40CB-B92C-0C64BE4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3426E-4D77-4221-BB46-A47A5725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arrays for bounded 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6693C-8290-4D1A-B74E-1BB728B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9FF85-9B25-4167-B403-AF31C613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B8CBB-E345-4FEF-B285-124B86E6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embedded documents for grouped attributes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4B0E9-EECB-4967-9261-276372DC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BA4CD-4E2B-48A3-BAC5-D8F6EAD6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3F8B8-18EA-474D-B241-ABC03B7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 inconsistent types for the same field</a:t>
            </a:r>
          </a:p>
        </p:txBody>
      </p:sp>
    </p:spTree>
    <p:extLst>
      <p:ext uri="{BB962C8B-B14F-4D97-AF65-F5344CB8AC3E}">
        <p14:creationId xmlns:p14="http://schemas.microsoft.com/office/powerpoint/2010/main" val="15187110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3AEFD8-9788-4033-B0BF-B20B0183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CADF9-9032-44BB-81C7-CCF576E5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Data type mistakes students make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65121-BF71-4D77-8962-529D8688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common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1F683-A3EA-40B7-9A06-E94703F8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E0DB7-B73E-481B-B366-92896C11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17202-5B3C-4F08-B384-EDEA88A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527DB-6796-4600-A111-A3439FB4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8B3F0-87F9-453D-824D-05086CEB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341FE-AFAA-4DB9-B10B-351C951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5B7D0-7171-4EE8-B2D1-15920FAE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F893C-8E06-44CB-BE5D-6C3A90E5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Mistake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30553-A02C-4079-AC10-3E94CAB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FF13A-4C52-454A-8C45-0FE82348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09811-6648-4A59-9C5F-1371251F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3B6FC-5075-4D69-ACB3-F97DE1F3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6F80E-0A91-416E-87C4-CD12F931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B0FFB-6A0D-4347-AD55-28C9CC2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93A13-93FB-4E08-ADE2-B47C7095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F5DE6-F1CA-4622-96D3-25C3797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Everything stored as 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AB0A9-C94F-414B-8319-71FA73F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B659D-0316-420F-B4B8-5993EE7C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864BF-77E4-4D26-BD1E-EFC8A3E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Huge unbounded arrays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73BE0-854A-4F65-9496-09438003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53717-E8A1-4963-BFC9-647091E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3DF84-7309-44D4-BFF9-96833462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Nested data with no query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329D6-B8A8-4EC7-8188-DE7F031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6E375-9BCE-489A-9014-93343C7F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28785-418A-4D10-8886-02560D2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Ignoring _id 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A6FAAA-9FE2-439C-B185-9195A133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EEBDE-AAAD-4D7D-8B8A-106961DB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FCE9A-5B7A-45F3-9909-C3A3DE09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 proper BSON types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B3ABC-50E4-4712-A968-8BF1479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6882E-96FC-47E2-8D11-B69F8417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0F50D2-C29D-4A98-97C1-CB3BCE0C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Reference large relationships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27A703-69E8-4BB6-9719-DD90B2F4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94AB6E-225E-4245-B882-9C0FF6A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1D8A0-2004-48EA-9CF4-CDAD7BDB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Design from queries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C06438-09B9-47D0-8F85-EADD62BC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20FF9-7E86-4544-AF35-C1268DD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955E62-C542-4C7F-8CB7-C9567B9B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Keep identifiers consistent</a:t>
            </a:r>
          </a:p>
        </p:txBody>
      </p:sp>
    </p:spTree>
    <p:extLst>
      <p:ext uri="{BB962C8B-B14F-4D97-AF65-F5344CB8AC3E}">
        <p14:creationId xmlns:p14="http://schemas.microsoft.com/office/powerpoint/2010/main" val="3078261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C7E20-AE5C-4C53-AF50-446BAF11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56F88-1345-45BC-8C73-FCD1C4D8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MongoDB Query Language uses JSON-like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23A89-239C-4DA9-B301-54FE731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command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80BF8-1118-4086-A2AC-12E2DAA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147B-128F-4B7B-91E6-C81ECD65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99FD2-E8CD-4CDD-AA50-8B995F4E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53BDE-E328-4631-A7FB-02368263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FFDB6-5961-472B-AF7F-2275457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9E1DB-290E-4B2B-A0A7-75037740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MQL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EDABF-A190-4B18-A417-A50E31C9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MongoDB Query Language uses methods and JSON-like documents to create, read, update, delete, filter, sort, and aggregate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EEE78-32DE-47A8-A5DB-3F58AD33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2AE84-A3EB-4BAB-B945-9B30FEF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B1357-5EC0-41B2-B1CD-D2456A5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D0377-6113-47E4-AE7F-90CF97C6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9AAA4-0621-45BA-B516-1A3BB57C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B6E20-ABF7-4FCC-A830-30E549E8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420E3-4BF6-42D2-966A-2C54D36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81AE3-E98A-49E2-A027-2D1E8D2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BA04F-B134-4B63-BF91-98443427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8D6A0-5E17-4EEB-95D2-779C41EF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27E7B-E16A-47CF-AE3A-F9A9D2A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52B3B-FD0E-4289-8B0A-C0F5E83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1A892-DD02-472B-9D6C-F126C81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34942-54EF-42C0-8C7E-2DFC221E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21040661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6E14E-5B64-4B44-9429-3BBA36B7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8FC2D-AFC5-486B-9F40-765BCBD5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MongoDB command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BFA03-0AB2-47E1-8D6E-C103BE67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Build the syntax mental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622BD-059B-4D61-B5F6-228A4FE9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CE16A-477A-46A4-A00A-0508A92F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7E8D0-5DF0-49A3-BC70-B966F37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48A21-77D1-4C67-BA9E-58EFEDD1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68D8D-DA85-43F6-A650-510B1C2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0C4DA-E590-4B72-841F-BFE00F5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3DBA2-D246-4892-9791-9769F56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56392-10F3-4D44-8910-496624C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87A54-A5C5-4D37-81F7-C9D43461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4E86D-6E64-474F-BA60-0606EC4B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collection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9574A-8524-4C18-8AA4-8FB1C55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0C7B8-C23C-40D9-BC80-4072FCA5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AD078-6D9E-4078-8E00-64A0E72C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55CC1-F502-4AB7-9ED4-F6388098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29346-4ABB-4304-BAA3-1062112A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B8BCB-7E27-477C-B9BE-79E77EC6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Pass document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F99B9-FC90-45A1-A4A8-628B697B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BEE44-C415-47BD-B7B9-8E4649A5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281AB-B044-4C11-A8D7-64AE7AB5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Get result</a:t>
            </a:r>
          </a:p>
        </p:txBody>
      </p:sp>
    </p:spTree>
    <p:extLst>
      <p:ext uri="{BB962C8B-B14F-4D97-AF65-F5344CB8AC3E}">
        <p14:creationId xmlns:p14="http://schemas.microsoft.com/office/powerpoint/2010/main" val="3029194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DD98D-F34C-40B9-9AA1-212B98C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86B1A-34B2-42EE-B51C-0B1F271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Create database and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C7FB-4927-4767-A00C-5B82CF45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first shell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C290C-E030-4403-B14F-3AE07016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CA21-2B11-447A-AE95-4F6AB00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56145-D4F7-4EF6-AAA3-4D1D3D20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18F67-B94A-4BEB-9B8C-8BE540E5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0EF16-B22A-4129-8172-7DBE8814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A7868-FEB5-4A54-861D-6437615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3B09A-93E1-486B-8BE9-D9D85239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use college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db.createCollection('students')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db.students.insertOne({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name: 'Asha', dept: 'ISE'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7C46C-9D7C-4460-AC7A-39A85A37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EDECE-C124-4C93-9EC9-5855FD4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4C550-11C9-4FB8-B71E-024A9BC8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CFE8B-2330-4D7E-B6C0-F1390F2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6507623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33750-752B-44A8-85D7-91BD262C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F21D4-DD40-4CC5-92F8-D594951D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Insert one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B490D-D30A-49A3-9930-B7FE373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insertOne.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B2BD9-6D3C-457E-BC09-AF0E3868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0C922-BDDE-49F9-8396-B0309344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08C33-A549-4BE4-B755-0739E7E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902B8-F2C5-40F3-8EE0-4F2549A2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13CDA-EC7F-4953-882F-3FA2827B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5A76E-1CF0-4DF4-A2D7-6DED727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D110D-56EC-4A78-8852-71CE829A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db.students.insertOne({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usn: '4VV23IS001',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name: 'Asha',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dept: 'ISE',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cgpa: 8.6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2E803-11B3-499F-A147-769CDC3A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EF8A-240C-4544-BCA3-F672A420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59094-6614-4E26-AE93-DF23A21A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EE7CB-DAD0-4E71-BBCC-775E6ED9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7193458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74804-03BF-46C8-9DBA-7D04A582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E86B4-0706-4699-938E-A032DC61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Insert many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F9CEF-5970-452D-B899-63BF568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insertMany.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5487D-7BF1-4DA5-9991-2172F28C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06565-5EE0-47D4-AFD7-6A33832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85B40-926D-4470-A368-94FCB4E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1C97-B39A-46C3-B942-D06EBDDB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F765D-8679-4E90-99E7-A43047F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5305D-67C9-454C-A1BE-E6702D4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96179-2CB3-4196-B568-424E484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db.students.insertMany([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name: 'Asha', cgpa: 8.6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name: 'Rahul', cgpa: 7.9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name: 'Meera', cgpa: 9.1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4F173-1460-4548-B818-2EF7A80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E4B9F-1332-455B-B7EE-7AF3508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68BA-2BED-48FC-9CF5-253AA308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95F58-A040-4A40-B17A-7183E5C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482295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7E689-30F1-438B-B395-F717E36D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66EBA-0A73-463C-BBD2-C059A087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Find all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EB2F0-0BAB-4DA9-942C-E86023F5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basic 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38B7F-DE97-47AE-B7C1-8008413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7AFCF-8FFB-4B0C-A7FD-51155A6E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87CB3-353A-46B4-B4E6-E3E44889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1290C-A285-427C-BFFB-7F9D286F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9AF78-5C5E-49C4-998A-B6DCF141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E8FAC-8107-4593-8FD5-64C26741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37955-EBC7-4A86-9ABC-27431F1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db.students.find().pretty()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19F9D-B04B-49B9-9763-A6C953C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68562-8CDD-450B-82F7-5522BD3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B78F2-90CB-4BD8-8633-A7F0E3CE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7C1AF-D3E9-4177-A7C3-3FCEC80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3769373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7CCD6-9363-4369-B8CA-4A6D4ECA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F436E-5E53-42AE-8335-6EC88C7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Find using equality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FE6F-52F3-4AB9-8512-4BA83029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simple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B1E31-56A4-42A0-88AF-FF2D3DC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6A831-1286-481D-89ED-20E87DC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B5260-BB41-4846-8607-5B06ABEF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D577B-00FF-4323-B3C3-24ECB47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B3EF4-466D-4BD1-8E99-B0E22DEB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720D6-55F2-4F87-BAE7-6B2292C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F1A3-B784-47B8-9B7F-8A7CEF97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dept: 'ISE'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8E104-50DD-4B33-9313-DB2F3A7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79DB9-C4AC-427E-A1D4-1B980422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D12A8-09A9-43AB-A0C4-3B1E17B6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22C21-D19F-457E-A72E-E693BF2A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0998425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63A36-655F-4990-8889-76B5A23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485CF-98C0-4AF3-9502-703C726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Find using comparison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ECFFF-9BF1-462D-955E-46CF9710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CF54E-D1A4-429F-BB0B-F1C0BEF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B3916-68D8-40EA-AAC7-64A603F8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3E29-FA7A-42EE-A41C-C949568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5D1A-9282-4966-854B-C5734675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40D2D-8AB4-4970-A5F3-EB2F77F0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7CC4D-C5D1-4902-A784-79AE05C0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DEDE7-A454-4DE5-AD12-8020F0B2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cgpa: { $gte: 8.0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BFD38-8796-47C1-9385-8166FADE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014C3-E7D2-4A0B-9991-D89CE464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C113E-C0F6-4B2F-A557-14553CC6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C2B99-538A-4653-A570-FEE682B9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20373321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761DB-3B87-4D19-AC72-E62A4B20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B2F05-95B9-4E1D-861B-D59C769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Logical operators combine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77C54-522F-433A-8A56-2CF6E03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AND/OR style filtering.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078AC-1787-4EB9-9A44-29A57CB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EA68F-1D79-4ABC-8B83-4330727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3F6A9-1F2D-4DEE-8A07-9A42B3A9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079A0-6435-48B5-8AF5-8710D28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4C3CC-6604-4A63-A2C2-8F25813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AB122-DD64-445F-9249-FD15885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312C7-DB97-45BA-95E7-BD08786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$and: [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{ dept: 'ISE'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{ cgpa: { $gte: 8.0 }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]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CFD60-7AB7-4440-9F30-A460418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112FF-3835-45FD-95F5-DB25D44F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53176-203F-4011-A15E-3CA65DD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20BC3-0253-4E31-9D9E-22041543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9180907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C0EEB-608B-4224-A54E-19A8337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7674D-7325-4FF8-8264-A958C1E5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Projection controls fields returned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E8710-4888-49AD-B2A3-080E5B14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Avoid returning unnecessary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8254A-B694-468D-8A12-235227B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5A44B-24F4-4732-9BF2-5BD0BFA6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D4D03-4D74-4AAD-82F7-1B9AE469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1B4AC-5411-4700-B898-9A29A4CC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E85C8-6533-41C2-A18C-CD023BDB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BB4FD-8EB4-4D0A-B1E4-51C47222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FEF54-7969-4438-BCEA-72123EC8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dept: 'ISE'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name: 1, cgpa: 1, _id: 0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37A8F-780D-4B69-8A8C-1CA45637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9BF6E-51D8-475C-9ACA-B92D952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5C74E-9FB0-48C0-A81E-03676AA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5D12C-27AF-4CBF-9204-BCAF277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4183067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F702C-7DDD-4D2A-90C3-881AAB0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C652F-F3AE-4EB9-AB84-617F1A9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Sort changes result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096B1-C709-49AD-85C8-397BC89C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sort function.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003F4-65C5-4C96-B6D5-036B3D3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3A6E9-8B53-4134-9159-03F42AA9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C38C8-1DA4-413F-8FFC-2434CA2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C07FB-FC08-4CCD-8F85-0D0AC39E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1F4FB-7758-4AD3-9774-5DF105FD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2B930-D184-4588-8A19-D26569A0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9BB8F-8D31-47C2-871E-3F51DCD4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db.students.find()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.sort({ cgpa: -1 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FC9D6-032E-4077-8837-8763F6A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0EF5B-1D00-452E-8A74-1B7B652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02ED5-AD5C-404C-9703-2E9154E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46530-769D-488B-8551-163D4A9D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9001124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E09A6-14F0-4353-A063-CAC4914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76850-F7C8-458A-943C-0B447180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Limit and skip support paging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43EFC-C82D-4F23-B1C7-18172AF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result slicing.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47967-3295-43CB-BB3C-1D906526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2E074-99C4-4C8D-B698-6512573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A7575-7B43-4599-8138-7351C9A4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C493A-8B06-4635-BD33-593DC8A9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77116-85EC-4152-8087-DF0D229F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84821-AFF7-46D3-A3D2-C605867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DBC49-0093-42A7-9A1A-F9C32DA4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db.students.find()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.sort({ cgpa: -1 })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.skip(5)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.limit(5)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8723B-1253-425D-8147-B4C8561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FFF06-35E1-45A7-8F86-5EFB3BE3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8B40D-9744-4B19-BE79-ACE67F44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EBD01-A229-43AA-903B-661D4C8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9973258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420F7-5E7F-4DEB-9F38-DC15FED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EAF23-5B94-4450-AE9B-992987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Count answers how many documents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23E73-E009-452D-A5C4-2E4C689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lab function 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AF8BC-DE0B-4CF6-A247-AB18F96E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0EE7D-ED81-4B33-8113-39E106AC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E66F2-85B0-4A29-BAA0-E2D61DFE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5D387-771F-4FFA-8F40-048DE9B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1DAB2-EB59-4B2F-8436-BF6503D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42AD6-2B00-40BF-9A46-AB7524A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2D09B-AE52-4962-B08E-EB112C81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db.students.countDocuments({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dept: 'ISE'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EE3C2-07F8-4242-AE17-90056E8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38237-1BE8-407D-A7B9-6D7FA5FF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9EB5F-4C5B-40B0-814A-E47DF3F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ABF43-742B-40BC-8648-58420D1F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967624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C416-A840-4836-86F7-6685C541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17834-433E-441F-BF37-A5AB120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Update one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97166-BC83-4615-963A-E2EB3F5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updateOne and $set.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3B5EE-4EE1-49BC-BF04-F596C35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F5DA2-7B2B-4FE0-9027-FE94039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A6B4D-EAA1-45F2-8F45-EB525F32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51CBA-7B84-4CB2-8318-10B1629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077A7-AC92-41FC-A39E-D5FE4CC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17CBB-496C-4C91-8904-87073FB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FC7DD-64FC-4EDE-BD2C-BFA6428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db.students.updateOne(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usn: '4VV23IS001'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$set: { cgpa: 8.8 }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1A248-8822-4066-80CC-589596D4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FE851-C986-4065-91D2-0C9C6B8C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75D5A-39A4-4FDB-9D2C-CC8FBC1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0F8F1-D75A-46A9-B207-EBD51D6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6377746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38D81-B349-44E9-9811-180A78E1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86CFC-09C1-439D-BB2B-73239050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Update many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C03B-94BB-4050-8801-D8021CCF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bulk update.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A757-39FE-4EDC-90CA-04F29728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0E40C-8205-4208-80A2-AEF62E16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26A26-1D54-4610-A682-C26E4FB6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63668-9F08-4826-AF18-8ACB84EA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9C822-5000-4220-B0ED-F29B0678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553CB-840D-4DA1-9F9A-2FAFEA7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66641-30AD-4CBD-9DC9-54E0F7B3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db.students.updateMany(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dept: 'ISE' 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$set: { semester: 7 }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26A1A-4B95-4FE6-8289-05298873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BE97C-E329-414E-9F82-5C9925D8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0A8E3-FFB8-4641-A4B7-0A37BEE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A0F08-87CF-44B7-9A4F-4E5F7F93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9157512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80D35-4B1C-4F0D-862A-AA2AB20F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9BFC8-DD9E-4E23-9693-910B5FA0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Delete documents carefully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E938A-9285-4196-B2DB-3FD55D3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deleteOne and deleteMany.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22CFF-2E19-44CA-B12C-4C92CBBE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55064-5754-4F6D-97A8-147E4DC0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D19D9-9767-4610-984B-E893A89C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2EDF0-78E6-4380-AFB0-94DC9D5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421B2-06ED-4B6F-9651-62FF602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431B7-A103-440D-A5C5-0409BC9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A2515-877D-4D3C-B38C-D7A55C4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db.students.deleteOne({ usn: '4VV23IS001'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db.students.deleteMany({ dept: 'ISE' 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69831-4AC4-4D7E-AF25-FFA9153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9780F-78BD-4B8B-9BEE-FBAB8B8F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7C78E-2CBD-48FB-A7B6-8433451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08DB9-FBEF-418A-9AC4-98BF99AB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207640252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C66CF-20E5-4489-B44F-FDCA35CA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0D069-A614-4E70-9D51-4475AAD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Operators are the vocabulary of MQL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F3EEE-108C-463F-8BE4-BD915CF6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common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CC717-3618-4B92-A537-E4163434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A8857-CCCD-4F47-8126-BAAD412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577A-DF60-40BD-A817-8B124B4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A75AC-AD77-4310-8E9E-6B85C3E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BFF55-F246-4D80-9A78-4F8D37DC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F964D-C894-4D41-8618-096C4E97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7FC31-5569-47AA-9ACF-58E62843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22852-8FB7-42B1-9ABB-46E4CA56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1F50E-08F2-4AF0-9785-F20397CC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$eq, $ne, $gt, $gte, $lt, $lte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D7A96-E7B9-4352-A22A-76C5C88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B1F85-D80F-41AC-8660-40059B1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D4134-E0C0-4FC1-89C5-DF5A4013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Logical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3D796-42B4-4085-9221-5C1DD0A7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$and, $or, $not, $nor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3328D-9A80-4238-BEAE-250FFC5C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E6FF6-026D-48E5-B088-57D89CA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80602-283F-49E4-ACDC-8F1346D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Array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B0AE7-6C46-42BC-81EA-243B632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$in, $nin, $all, $size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2F1B6-2B6B-4BDB-A007-CF5D8032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E4D7D-0456-42A3-A57A-E2BD570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43936-4A3A-44AC-9884-E91B26C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A50DA-D9E4-4F78-91BA-07E92C4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$set, $unset, $inc, $push</a:t>
            </a:r>
          </a:p>
        </p:txBody>
      </p:sp>
    </p:spTree>
    <p:extLst>
      <p:ext uri="{BB962C8B-B14F-4D97-AF65-F5344CB8AC3E}">
        <p14:creationId xmlns:p14="http://schemas.microsoft.com/office/powerpoint/2010/main" val="4499913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BAEEA-4086-463E-9A77-253EA1C6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567E3-448B-4C7C-ACE8-03D105D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Query arrays with matching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258A2-4235-43F0-A379-15C453FA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simple array query.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9EAC3-7905-4396-8590-D483E205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9774E-ECD9-43C3-820E-DE26B0C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ECB2E-1224-473D-A28A-8D5655D4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1C6EC-426E-4A1E-8B2F-3E48E879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0A926-DA3E-47E1-81BC-6270DEE0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F7D35-8149-4D18-A05B-57AD9669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589E1-1FC4-49A6-B05D-1FFEB71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skills: 'Python'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skills: { $in: ['Python','Java']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A430E-0A12-4378-8D4A-B49234FC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C9FA4-5FF0-4546-8E66-24996B7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998A8-045E-4E97-9C0C-36F4BC45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8A5B0-37DF-428B-BDE1-D59992BE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833945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BB181-4C75-47E9-BB23-6D46683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9B11C-E590-44E7-BF8B-FB3921E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Query embedded documents with dot 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63512-B5D9-4CA7-A01A-32D03094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nested field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8549-F99F-429E-993B-6327A59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11A43-06A6-4386-9D44-8C6DB0A4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FB68-6D2E-4E27-9800-EBD4E96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A2D07-14A0-4474-8FDD-C4099A9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52A0B-D438-4101-BBFB-5E65BB79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035D7-4F21-4300-BD9D-A0C61605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4E705-59F4-4AA7-8F44-120334EF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db.students.find({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'address.city': 'Mysuru'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543BD-7369-4146-8D39-2E0EE15E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B52AC-C438-4E43-B863-93AE9E2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D5313-F1B4-4182-99C6-D30C2C98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53BA1-EBC1-47CD-828A-6DD7B8AF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5037079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4A2D3-2E6A-417E-B2DF-D9A70C45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4EBB-964B-4645-8083-37368392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Aggregation pipeline transforms data step by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074C2-ABD0-4201-9F9C-232EF737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aggregate at Module 3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03DB5-5839-4816-8B7D-A1155D4B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F1048-E86B-405C-98C9-12FEA711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36C0E-9233-483E-B9BD-16B4816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A1722-DBB4-463D-BAEC-2452341A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91BB8-0454-447C-8DEE-9DCC308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A8E10-4FFA-4F91-9DD0-609287EC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1F738-95C1-469A-AAA4-9AA97F02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$match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0CE9A-9A7A-456A-A341-21B205D9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221BD-2EAF-4228-B00E-84250392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9E5E0-85A8-4C4F-9554-FA79C5E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$group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E0ADB-7D75-4715-861A-6D2E4E2B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EC025-DEB0-47B3-BA9F-480C8D7E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CC0C6-64B2-40B6-85F8-01D5C35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$sort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E3741-C53B-46D9-935C-C9AB9A7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07FDF-72F5-4970-8A87-7724A187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58752-544C-4256-9481-DB5589AF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$project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77A80-540E-4CDF-B950-BA0B8C50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9B470-ED96-4A4D-977C-E01C303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98CC6-CF5D-40E1-B52D-6106251E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8000931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73703-2FEC-4DA4-8686-7280DF8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688D6-F8A9-4C5E-A509-BC373FF3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Aggregation example: average CGPA by department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D7C6F-781A-486B-B430-DDC66B00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a practical aggregate.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DD0F2-BA52-45C2-B733-835446B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870AF-8D91-4125-8C7B-CE07078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B7B0A-10E2-40E7-BAB6-2E03450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053AD-14AF-4911-B3B2-10DC1BD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3BF08-C8DA-45D5-ABBB-E1714A9E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D70FB-9DD8-4943-B838-E884D38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74D62-4C2B-4D1D-BD62-897F7E4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db.students.aggregate([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$group: 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  _id: '$dept',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  avgCgpa: { $avg: '$cgpa'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}},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{ $sort: { avgCgpa: -1 } }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2E82F-8CEE-4BFE-8187-0E09711A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8EFCC-14B7-4AE1-AC05-4121DB0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6FA6E-5833-4670-A07C-6BB11337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MongoDB shell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E39A8-244C-4C81-B6E3-C89C04C6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19693398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3F3E6-BF0C-44B2-81CF-577685E5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D8515-E41B-4260-94E8-B648FB0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Indexing speeds up frequent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26D17-1E78-4C82-B147-A9892CAD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index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DD19F-89C7-4A2D-B16C-D31D9D7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23B90-E5DA-45FC-AB6C-96CBEB9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4DB95-6C50-4283-BB86-A91BBF45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0297B-4010-4263-8338-D086A21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17CB8-748D-455D-9FA1-6A123350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3EB0A-C837-4479-8016-3C0BD3A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A62F-F075-4879-B97C-2D58D098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data structure that helps MongoDB find documents faster for selected fields, at the cost of storage and write overhead.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E11EE-9FA4-487E-8248-56841BB7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F133F-A118-4C55-AAA0-A28378C0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Query 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41A1D-F425-495B-B320-570E73B8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0A645-D982-496D-A526-618E14A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8B710-FB8D-4690-A182-971D3B08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FE79F-A4D7-46E1-8564-DB98E3C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65265-BEA6-4926-907A-C2C12C9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D7A15-BA7B-45F9-B9EF-593B86F3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Storage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31378-346E-4EF6-9E9A-72AC78B3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46505-F012-46DB-B360-8CC601D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22F07-4B13-4EC5-9B8F-1CB2111D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Write overhead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53A31-C33B-4E86-9DF7-32B96E7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A8326-3D0A-4CF5-8477-26758A4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FB27D-A631-4335-B84E-BC4130E2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Explain plan</a:t>
            </a:r>
          </a:p>
        </p:txBody>
      </p:sp>
    </p:spTree>
    <p:extLst>
      <p:ext uri="{BB962C8B-B14F-4D97-AF65-F5344CB8AC3E}">
        <p14:creationId xmlns:p14="http://schemas.microsoft.com/office/powerpoint/2010/main" val="208779612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F1428-4FA1-4147-A0DA-93EF143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C041B-A9EC-4AD5-A0C1-F3686232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Create an index for a query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2644F-B87B-4D1D-9684-699211A2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index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0C9B9-C494-474B-90F4-1DC70B5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B0408-C5D9-4FCA-9E77-423AAB0F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6876C-C056-45B7-AE36-744136C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A6DB0-16CB-472A-B40E-8DA37D2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AA46A-56F9-4600-A5D0-27250DE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8AA37-4A77-4E45-ABE9-23A0B81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CADD2-04DF-42B2-BD66-D8B95F9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286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db.students.createIndex({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dept: 1,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cgpa: -1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8F76-D431-4141-B069-D9E1C4D8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C3AE6-5B15-459C-B367-76A903E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3C06E-CFC2-4B1A-BBEB-9555039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860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Command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CDC7C-0318-4620-B7C3-87CF6611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670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command as: choose collection, apply method, pass a JSON-like document as condition or data.</a:t>
            </a:r>
          </a:p>
        </p:txBody>
      </p:sp>
    </p:spTree>
    <p:extLst>
      <p:ext uri="{BB962C8B-B14F-4D97-AF65-F5344CB8AC3E}">
        <p14:creationId xmlns:p14="http://schemas.microsoft.com/office/powerpoint/2010/main" val="142043516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810CB-444A-4BBD-B6CE-52800683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C9E4-2D9A-4533-85FC-9604044E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Lab function map: count, sort, limit, skip, aggregate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1AEBF-16B5-453F-810D-970A1C90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directly to syllabus practicals.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54A4B-A26C-4BD7-9C48-71AF7836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1D927-45D7-406C-9BAF-9F7B4A1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DCD3B-365A-439E-9496-FFCB585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D8186-DD8E-4FAE-93BE-B162A9FD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8987F-56E5-4959-8E6B-E75427F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4D207-583C-4F8C-BDBB-2EB0D1BF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D3C10-2FD2-48DE-AB25-1336BA1C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countDocuments()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8EF40-5DF8-4E72-9E57-BD3ABD79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E9909-8C1A-4F1C-BA27-7697241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942E9-0444-450C-BE6F-5E3303EF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sort()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BA453-0563-4EFE-BA84-255AE9AE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491AA-55C9-435A-AE61-79840CA1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C228D-D555-451E-B0C7-47A9161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limit()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A3F46-C694-42A0-AAF4-4C820250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A3495-A88E-48A3-9AC7-8E73685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B6809-8A4D-495E-B399-6660FE8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skip()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E2FCA-0794-4B38-8782-8326490E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B8E1D-B458-4105-A3A2-61615FA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D9186-43F6-4E17-B0FB-E4F4A274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aggregate()</a:t>
            </a:r>
          </a:p>
        </p:txBody>
      </p:sp>
    </p:spTree>
    <p:extLst>
      <p:ext uri="{BB962C8B-B14F-4D97-AF65-F5344CB8AC3E}">
        <p14:creationId xmlns:p14="http://schemas.microsoft.com/office/powerpoint/2010/main" val="213318801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03DAB-F6D1-487E-B98A-860BE5E6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87417-DA12-49AA-B670-C5B1B05B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MongoDB 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9651B-6A73-4B47-ACF6-A0215B6A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full app-data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9DC9-F5C2-4ACB-81BA-9511854C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0599A-8A79-4524-B1A4-D267D85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C1D14-8B77-41C1-83FA-F1D738FC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B4D9D-29CB-4F15-B2D6-93984C3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82D5A-6A89-480C-B904-3872E3E1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B4F6D-1E96-4087-8857-41FF930D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E160B-C4E4-4C57-94C3-17271702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App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65715-36D5-4B47-A6F3-0B6C4F4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88554-8799-46E8-8322-73060087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68E88-39E7-477C-A578-30DD574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MQL 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38EC1-3CAA-4778-8429-726E2390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CAC14-7BE1-4B5C-A713-11B780D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1755E-8C32-4AD5-B104-93FE322C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8094C-B5F6-4E62-914F-83ED81E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0A750-21C4-46C2-94B1-1083CAC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7ACC-222E-4BFF-B379-CFE9920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Documents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9E6EC-7085-40B8-A0B2-A98998A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FE8EE-12ED-40EC-8C06-3481E3D7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72468-6B99-4FAC-9149-EC2202C2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57639323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D0EF3-7ACB-463D-979D-70D14EB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5AB7D-30A5-42AA-BFDD-583D745A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Common MongoDB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86FA2-C7D5-4480-A9AA-22A744C7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Correct practical misconceptions.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9FD79-D54B-4B61-B2C4-405CEA3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E32DF-78D8-49D5-806D-CD4B5401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4CCB0-D708-4531-8E96-C7057642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7C847-5245-45BB-8BAF-6049C694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BF2CD-BE33-4F06-BCCA-F23A66C5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46442-8FBA-43A6-91F9-6845ADFA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065C8-D645-49DD-8446-36609F54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79250-435A-4423-AB75-69300CF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Assuming flexible schema means no schema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B7FE7-1733-471D-8745-4C8EC5FD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42231-A055-4484-B39B-1C0D4055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CCF05-31ED-4392-9B05-BB4F561D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Forgetting indexes on frequently queried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34BAF-6349-40D5-A516-4DF3207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71C3C-FFDA-459D-A29A-899759AB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1E5B1-2232-410D-8212-8C39A32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Embedding unbounded growing arrays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A8914-D03E-4D1B-9D05-4A15BA96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2A87D-6584-4B64-B784-251B1E45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E668C-82B9-4A3D-9AD8-EAE7A304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Using string types for numbers and 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C1852-BCC0-4D00-9C39-607D6F9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F86D6-7F8D-4821-A7CA-E9C99E1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E31B6-3076-4C67-899F-AD9F651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Running update/delete without checking filter</a:t>
            </a:r>
          </a:p>
        </p:txBody>
      </p:sp>
    </p:spTree>
    <p:extLst>
      <p:ext uri="{BB962C8B-B14F-4D97-AF65-F5344CB8AC3E}">
        <p14:creationId xmlns:p14="http://schemas.microsoft.com/office/powerpoint/2010/main" val="6384721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36E4A5-6013-40BD-B008-70CEC5D6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73059-E1E8-43C0-813B-EFCE0A5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3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4D07D-4224-4F9C-B24D-2A9E5F9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7AEB1-1217-42E5-A028-0B719F0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5F52C-DF26-4316-A0F3-989615BC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5291A-1547-4E4F-AE93-ADE6B5D7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C113E-2968-420F-B915-10C82803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16797-7072-48A2-B96D-C7CC14A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0AB3A-00C1-4C80-BDC9-73F8321B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9EC4C-7D5D-4291-AB66-CBBD3851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16E27-73C8-4DB5-AA29-A146EDFA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C98E1-6618-49B0-8B2A-30FF317D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7AACD-8525-4989-A203-405AC692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What MongoDB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321BB-135C-4F2F-A2BC-DD5FAC9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Document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05F0A-05CF-4C9F-8630-B1495712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69F95-D3EE-4B78-A619-C559119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AA8DD-BA01-49AD-A386-F027D7F2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Why MongoDB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FC939-6741-41A2-82CF-2BCA16C5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Flexible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B0F57-2B31-42E0-8C7D-B100AC35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81BC2-05A2-45CE-BBB4-EBD5C34B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DEC19-04DC-4C8C-92FC-01A5839E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RDBMS terms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25F9A-ABB8-4294-BB0F-E8A8A299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DB/collection/document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06B74-DDC5-43EE-99B5-5920DE12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5143A-B05B-41DD-99E0-FB4CE18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34678-968E-439B-980A-26EDD98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Data types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B2EF0-EDE3-482D-84AF-722100D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7EDBF-2D01-44E7-80ED-C64A434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A9C74-0318-4C94-AF9E-988A7821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DC044-8278-4FCF-8E29-C71AAB6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MQL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7AAE7B-18B5-44BE-95DA-FA99323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CRUD/filter/sort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006D4-8438-416B-A644-C154F33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88A48-0975-4FB3-82CE-F6D9A0C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60888-D310-4024-AC21-75C4CAA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Aggregate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2FD401-29A0-4AC7-9783-862EC1B1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20072324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65C5F-497B-46F6-9746-03F4F1A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1C17D-15E8-4CFB-B6B2-8F8DD0E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6EDF5-A055-41D3-9134-A0918436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1DBEA-09C0-4704-B18A-F0EDA57D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FA6FA-C705-42F3-BCA2-9434598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6385F-A563-4BAE-8E86-6FADD4D8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C161A-2C1B-4FC9-AFB8-3440B81A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13996-F162-4921-92C0-293E4FA6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22C32-9AB1-48E4-8A0E-B67FD2B3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AC21F-7E9A-4EF1-8A77-9AEDB60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3658A-4B55-48F8-A68E-B96F0295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MongoDB definition, mention NoSQL, document, collection, BSON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5C1E8-D7F6-4430-8530-887D85F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528D6-189A-41A6-BD19-5B8CD1FB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A932E-63B5-4F41-A7A6-07112C9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RDBMS vs MongoDB, write a two-column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5CC5E-4F4E-4317-B0D0-23C97B7B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0A3C-CC9F-4391-B3D4-A2A7E461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48880-1BE5-4D1B-82C3-D7FC98E1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data types, give examples using one document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417B8-9F32-4116-BC5C-4EAEAB2D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D8241-5CC9-4024-94E9-1877E9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98D0F-C9A7-48C5-B3C1-29596112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MQL, write syntax plus one example 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8A3DD-D626-4D73-9316-3327242D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A69DA-82CE-4B01-804E-EBBDDAED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BFD0B-758F-4A03-A8F9-7FF5E7B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aggregation, draw a pipeline of stages</a:t>
            </a:r>
          </a:p>
        </p:txBody>
      </p:sp>
    </p:spTree>
    <p:extLst>
      <p:ext uri="{BB962C8B-B14F-4D97-AF65-F5344CB8AC3E}">
        <p14:creationId xmlns:p14="http://schemas.microsoft.com/office/powerpoint/2010/main" val="175710142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4EFB2-A2AC-489A-914A-E2E44C1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14BED-8D58-4F72-8D97-5ABBCA60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7C68B-45C4-4D2D-87D7-B88EB78F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5FFEC-D725-4542-A6DF-7919FE8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52D7D-F42A-4E23-828D-487D3C39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11167-63DB-488E-9320-80CA7AD9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5A28D-AC70-49FC-9A74-B0D713FF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628B-AB4A-4FB9-9F53-91F90BA9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71B37-B737-40EE-9294-1AF57C3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MongoDB?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C3253-C22B-4D06-911E-8165D62C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MongoDB?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A4CE6-9B85-4C71-AA6E-878AA7A5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What is NoSQL?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23974-1290-4894-9820-582286B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a document?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53C7B-92E4-4053-A950-3CE8C715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a collection?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F4C4F-5BFD-4F53-8907-8709DD25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BSON?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1F047-4515-463C-BE14-1A4B4290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_id?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655E3-E620-4FE2-8A79-6D0712A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RDBMS table vs MongoDB collection?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FAA8E-A6DD-4B2C-8B44-DB2E7D1B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RDBMS row vs MongoDB document?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0982F-73FE-4005-9A69-C86D4F9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ObjectId?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48E8B-FD87-4BEC-850E-210D0DC1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Name MongoDB data types.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77B47-8984-4E8F-8195-A713C36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What is MQL?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0EBD0-4CAB-45BE-9C68-CAF6058E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insertOne?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4CE5E-B520-4917-860A-DAABD878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What is find?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D0BEC-4AAF-4C27-AB19-0DE0D812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What is projection?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52976-3C4C-463F-81BC-5991C93B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What is sort?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B4DAA-D009-4A4D-985B-2A5E9FD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What is limit?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E30F3-F677-4437-8571-CBB6291D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What is skip?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0680E-780C-46D3-988C-36E9D079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is aggregation?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F530A-EE31-4062-89F7-3955A9A9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What is index?</a:t>
            </a:r>
          </a:p>
        </p:txBody>
      </p:sp>
    </p:spTree>
    <p:extLst>
      <p:ext uri="{BB962C8B-B14F-4D97-AF65-F5344CB8AC3E}">
        <p14:creationId xmlns:p14="http://schemas.microsoft.com/office/powerpoint/2010/main" val="210033811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127DF-94FA-409A-A83F-52D44A29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E69D0-E464-49DD-B06E-0DA2F04F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F336D-68A2-4122-A832-07B919FE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0B72A-6C28-4E86-B8E5-2BA58265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9EDD1-C889-4FC6-AE2B-1EFEB09D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5C0B6-4867-4303-8C70-71ACADB5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2D6A2-C37E-4A08-AFE2-AD003241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264D9-888A-4509-B326-A500845F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CA330-A63C-47F0-9B0C-2174EFFF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MongoDB.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426A0-8972-4A52-95A8-D9563C00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What is BSON?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B3E0B-DFBA-45D7-836A-2F45F195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collection?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5C81F-17F4-49DD-B1EE-CD0EB0CF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What is document?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3DFC0-D9FB-417C-B207-F337D41D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_id?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76F8F-544C-4E82-B7CE-85D4E0A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List any four MongoDB data types.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59682-D1C6-4829-A25D-2DA8FEE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Write syntax for insertOne.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85E6F-9E3B-424A-B03A-C0C8BFA5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Write syntax for find.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5528A-F066-40EC-A654-06D5A8B0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projection?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1726D-EC63-49D8-983C-FDC80CD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aggregation?</a:t>
            </a:r>
          </a:p>
        </p:txBody>
      </p:sp>
    </p:spTree>
    <p:extLst>
      <p:ext uri="{BB962C8B-B14F-4D97-AF65-F5344CB8AC3E}">
        <p14:creationId xmlns:p14="http://schemas.microsoft.com/office/powerpoint/2010/main" val="142273523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41BC3-871A-4132-B9E2-18E940C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EAD0C-663A-4042-B52E-9A18FB1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015BE-6C46-493C-ACAE-E7A3975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FCBFD-06E4-4CE1-A447-9CB62E99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B389E-DB74-4F31-93CD-A73C2F7D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20ED0-D859-4347-AC2A-BDF8713A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11A2F-73B5-49E9-AA55-B7F6401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CD839-78E2-4ADF-910D-2F3C7DC5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8AF9F-D02B-4222-86EF-8452D08B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what MongoDB 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384A9-81CF-4944-BA0E-EEED487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why MongoDB is used.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98B67-2909-43FD-8020-BE55EC76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Compare RDBMS and MongoDB terms.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DC484-62BE-480F-A392-4FC38B01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MongoDB document model with example.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698A1-BE25-4F86-B494-06E422A3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BSON and data types.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7E5F2-EC43-440A-9E56-632828A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insert and find commands.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3DF95-951C-447F-8D80-8206468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update and delete commands.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D9F41-A678-4D34-AA6F-F15D978C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sort, limit, skip, and count.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63221-B843-4183-A1B4-C0D6C57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aggregation pipeline.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F9110-B82D-4C7B-BCC4-AADC3A1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indexes in MongoDB.</a:t>
            </a:r>
          </a:p>
        </p:txBody>
      </p:sp>
    </p:spTree>
    <p:extLst>
      <p:ext uri="{BB962C8B-B14F-4D97-AF65-F5344CB8AC3E}">
        <p14:creationId xmlns:p14="http://schemas.microsoft.com/office/powerpoint/2010/main" val="90000952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FBE84-7D57-433B-A7C4-7EFEC2E2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7BC57-B9F8-49A9-8A72-A9B944C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2D58B-86AB-4412-BF85-09749C01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CE638-35DA-4518-B682-22C1AE8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7FC81-80F4-4161-A99A-BCF5D997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A2F0D-D5F2-4D33-A23C-774E3C51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E142D-26F2-4B98-9728-903790E9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1F769-8FF2-462F-9240-5CD39F0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60B95-F42A-475E-8937-3096EAB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MongoDB, features, advantages, and use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F449B-54FF-4D9D-BF95-DC55C18A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why MongoDB is preferred for flexible Big Data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71B71-6EDA-4791-9DDD-6393EE87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Compare RDBMS and MongoDB with terminology and examples.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3970F-0855-4122-BCD7-B46BE0D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MongoDB data types with document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107A8-644F-457C-92FD-BC4693C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MongoDB Query Language with CRUD, sort, limit, skip, and aggregate.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85B00-0C22-433F-8F54-A30DBC7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70A0B-9632-4708-B0C9-B7589A31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DA1FB-6186-4E25-A4EF-4E5D7D06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84380-5A53-4E53-92C9-B77CC87E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5CA6E-4ABB-449E-8CDD-61EAB636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41847895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753D7-0E13-4806-B3FA-CC759A7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F8BF2-7887-4A60-B03A-3369620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C68F7-BF2C-4288-8572-A2C919C6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6938-E361-4E9C-A516-D22DA47F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F540-BCCF-4B2B-B93E-3E2C5331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B5BD1-DB4A-49B1-B1FA-C68FAAA4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C706B-A699-41EB-BF7D-5A376A94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9AA26-755C-451E-8618-39088944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9FB1E-BA87-4E32-B18F-74D11B20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1DB4D-17D7-44DF-BFC5-1C829539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907AC-C1E1-43BC-9546-9A60AC32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945CE-7714-4AB1-9494-EBBE5F6D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MongoDB; NoSQL; database; collection; document; field; _id; ObjectId; BSON; string; number; boolean; date; array; embedded document; insertOne; insertMany; find; projection; updateOne; deleteOne; sort; limit; skip; countDocuments; aggregate; $match; $group; $sort; index.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BEB35-F9CA-47CE-99D1-90E5935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FCD67-17E2-4B32-9FE3-07F2E9FF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F24CE-E14A-4604-9636-9B01B7B6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109C0-147B-4626-9D1E-9CA7737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10306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WHY MongoDB -&gt; document model -&gt; BSON data types -&gt; MQL CRUD -&gt; sorting, paging, counting, aggregation and indexes.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12E33-C169-4D36-8D54-68BFDDFD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C5888-7BDE-4422-B9F3-144B42F4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70EA5-B2BD-400E-AE12-F1E89E86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B70C3-3555-49D4-99E1-953A4718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29275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term mapping + document example + query syntax + use case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2089466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2026-08-05T05:10:50.6090000Z</dcterms:created>
  <dcterms:modified xsi:type="dcterms:W3CDTF">2026-08-05T05:10:50.6090000Z</dcterms:modified>
</coreProperties>
</file>