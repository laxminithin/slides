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8d40d9a8d54956" /><Relationship Type="http://schemas.openxmlformats.org/officeDocument/2006/relationships/extended-properties" Target="/docProps/app.xml" Id="R35ecd1ebfeb94fec" /><Relationship Type="http://schemas.openxmlformats.org/officeDocument/2006/relationships/officeDocument" Target="/ppt/presentation.xml" Id="R8272e40ed8fc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9c0ae089b2466d"/>
  </p:sldMasterIdLst>
  <p:notesMasterIdLst>
    <p:notesMasterId xmlns:r="http://schemas.openxmlformats.org/officeDocument/2006/relationships" r:id="Re82a9dfd608a4af5"/>
  </p:notesMasterIdLst>
  <p:sldIdLst>
    <p:sldId xmlns:r="http://schemas.openxmlformats.org/officeDocument/2006/relationships" id="256" r:id="Rd7f4ba1275a44049"/>
    <p:sldId xmlns:r="http://schemas.openxmlformats.org/officeDocument/2006/relationships" id="257" r:id="R4e199466b4254569"/>
    <p:sldId xmlns:r="http://schemas.openxmlformats.org/officeDocument/2006/relationships" id="258" r:id="R2f9c6eb491be4235"/>
    <p:sldId xmlns:r="http://schemas.openxmlformats.org/officeDocument/2006/relationships" id="259" r:id="R3e9c74a2ef524ec2"/>
    <p:sldId xmlns:r="http://schemas.openxmlformats.org/officeDocument/2006/relationships" id="260" r:id="R4ef4586b34ea499b"/>
    <p:sldId xmlns:r="http://schemas.openxmlformats.org/officeDocument/2006/relationships" id="261" r:id="R9ca241f53dad4f8a"/>
    <p:sldId xmlns:r="http://schemas.openxmlformats.org/officeDocument/2006/relationships" id="262" r:id="R6d6511e523624324"/>
    <p:sldId xmlns:r="http://schemas.openxmlformats.org/officeDocument/2006/relationships" id="263" r:id="Rdb7a20bbc4fd433b"/>
    <p:sldId xmlns:r="http://schemas.openxmlformats.org/officeDocument/2006/relationships" id="264" r:id="R08130a213bae454c"/>
    <p:sldId xmlns:r="http://schemas.openxmlformats.org/officeDocument/2006/relationships" id="265" r:id="R6a3ecc1895174ec1"/>
    <p:sldId xmlns:r="http://schemas.openxmlformats.org/officeDocument/2006/relationships" id="266" r:id="Rfcc97ec21d74424f"/>
    <p:sldId xmlns:r="http://schemas.openxmlformats.org/officeDocument/2006/relationships" id="267" r:id="Rf1a37c03635e41dc"/>
    <p:sldId xmlns:r="http://schemas.openxmlformats.org/officeDocument/2006/relationships" id="268" r:id="R8662904f626349f0"/>
    <p:sldId xmlns:r="http://schemas.openxmlformats.org/officeDocument/2006/relationships" id="269" r:id="Rfb4b9fd11abf41b3"/>
    <p:sldId xmlns:r="http://schemas.openxmlformats.org/officeDocument/2006/relationships" id="270" r:id="Rb00cb27e872647a9"/>
    <p:sldId xmlns:r="http://schemas.openxmlformats.org/officeDocument/2006/relationships" id="271" r:id="Rc19d639b4e124c6c"/>
    <p:sldId xmlns:r="http://schemas.openxmlformats.org/officeDocument/2006/relationships" id="272" r:id="R21fc896279904934"/>
    <p:sldId xmlns:r="http://schemas.openxmlformats.org/officeDocument/2006/relationships" id="273" r:id="R2f6d8bddf3744bc5"/>
    <p:sldId xmlns:r="http://schemas.openxmlformats.org/officeDocument/2006/relationships" id="274" r:id="Rff54c5ced0cf40bf"/>
    <p:sldId xmlns:r="http://schemas.openxmlformats.org/officeDocument/2006/relationships" id="275" r:id="Rab0a0cc357894f01"/>
    <p:sldId xmlns:r="http://schemas.openxmlformats.org/officeDocument/2006/relationships" id="276" r:id="Ra481acf924bd47be"/>
    <p:sldId xmlns:r="http://schemas.openxmlformats.org/officeDocument/2006/relationships" id="277" r:id="Rf7dc643211c24f78"/>
    <p:sldId xmlns:r="http://schemas.openxmlformats.org/officeDocument/2006/relationships" id="278" r:id="Rae3fcbcc44ce42a5"/>
    <p:sldId xmlns:r="http://schemas.openxmlformats.org/officeDocument/2006/relationships" id="279" r:id="Re8225ccfaf454b17"/>
    <p:sldId xmlns:r="http://schemas.openxmlformats.org/officeDocument/2006/relationships" id="280" r:id="Raaf1649e769a4327"/>
    <p:sldId xmlns:r="http://schemas.openxmlformats.org/officeDocument/2006/relationships" id="281" r:id="R31fd701d8ac74c9d"/>
    <p:sldId xmlns:r="http://schemas.openxmlformats.org/officeDocument/2006/relationships" id="282" r:id="R1dbf354d249d4161"/>
    <p:sldId xmlns:r="http://schemas.openxmlformats.org/officeDocument/2006/relationships" id="283" r:id="R6d134ce8c82b4237"/>
    <p:sldId xmlns:r="http://schemas.openxmlformats.org/officeDocument/2006/relationships" id="284" r:id="R9ad0b9ac9e484579"/>
    <p:sldId xmlns:r="http://schemas.openxmlformats.org/officeDocument/2006/relationships" id="285" r:id="R65e2ba9a9e794455"/>
    <p:sldId xmlns:r="http://schemas.openxmlformats.org/officeDocument/2006/relationships" id="286" r:id="Rcf124deba26c4c8d"/>
    <p:sldId xmlns:r="http://schemas.openxmlformats.org/officeDocument/2006/relationships" id="287" r:id="R1c8dffa6fca64df4"/>
    <p:sldId xmlns:r="http://schemas.openxmlformats.org/officeDocument/2006/relationships" id="288" r:id="R41a5f430032f4346"/>
    <p:sldId xmlns:r="http://schemas.openxmlformats.org/officeDocument/2006/relationships" id="289" r:id="R853b9237fe1d4577"/>
    <p:sldId xmlns:r="http://schemas.openxmlformats.org/officeDocument/2006/relationships" id="290" r:id="R1bf03312bc9d4b89"/>
    <p:sldId xmlns:r="http://schemas.openxmlformats.org/officeDocument/2006/relationships" id="291" r:id="R98c28b20a7ce4f22"/>
    <p:sldId xmlns:r="http://schemas.openxmlformats.org/officeDocument/2006/relationships" id="292" r:id="Rd9ef7444a29b4da4"/>
    <p:sldId xmlns:r="http://schemas.openxmlformats.org/officeDocument/2006/relationships" id="293" r:id="Ra7c081b41f794ff9"/>
    <p:sldId xmlns:r="http://schemas.openxmlformats.org/officeDocument/2006/relationships" id="294" r:id="Raa0617a5f6394db3"/>
    <p:sldId xmlns:r="http://schemas.openxmlformats.org/officeDocument/2006/relationships" id="295" r:id="R0721fbbf694c4e0b"/>
    <p:sldId xmlns:r="http://schemas.openxmlformats.org/officeDocument/2006/relationships" id="296" r:id="Ra61c71211bce4412"/>
    <p:sldId xmlns:r="http://schemas.openxmlformats.org/officeDocument/2006/relationships" id="297" r:id="Ra3a7d3689d1249d6"/>
    <p:sldId xmlns:r="http://schemas.openxmlformats.org/officeDocument/2006/relationships" id="298" r:id="R9f91b166c3f04b34"/>
    <p:sldId xmlns:r="http://schemas.openxmlformats.org/officeDocument/2006/relationships" id="299" r:id="R1f766e7a8d174642"/>
    <p:sldId xmlns:r="http://schemas.openxmlformats.org/officeDocument/2006/relationships" id="300" r:id="R8ea5b37603e7462f"/>
    <p:sldId xmlns:r="http://schemas.openxmlformats.org/officeDocument/2006/relationships" id="301" r:id="R8f51dc3f386244b9"/>
    <p:sldId xmlns:r="http://schemas.openxmlformats.org/officeDocument/2006/relationships" id="302" r:id="Re1d3abccb2354a36"/>
    <p:sldId xmlns:r="http://schemas.openxmlformats.org/officeDocument/2006/relationships" id="303" r:id="R991a06287ddb424a"/>
    <p:sldId xmlns:r="http://schemas.openxmlformats.org/officeDocument/2006/relationships" id="304" r:id="R152d085314f04e58"/>
    <p:sldId xmlns:r="http://schemas.openxmlformats.org/officeDocument/2006/relationships" id="305" r:id="R1f1c0f194e2943b7"/>
    <p:sldId xmlns:r="http://schemas.openxmlformats.org/officeDocument/2006/relationships" id="306" r:id="Rc1742714c45d4534"/>
    <p:sldId xmlns:r="http://schemas.openxmlformats.org/officeDocument/2006/relationships" id="307" r:id="Rcec8f6cafff541ae"/>
    <p:sldId xmlns:r="http://schemas.openxmlformats.org/officeDocument/2006/relationships" id="308" r:id="Re77571fcf3bb42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fa31b7660e4be8" /><Relationship Type="http://schemas.openxmlformats.org/officeDocument/2006/relationships/slideMaster" Target="/ppt/slideMasters/slideMaster1.xml" Id="Re59c0ae089b2466d" /><Relationship Type="http://schemas.openxmlformats.org/officeDocument/2006/relationships/notesMaster" Target="/ppt/notesMasters/notesMaster1.xml" Id="Re82a9dfd608a4af5" /><Relationship Type="http://schemas.openxmlformats.org/officeDocument/2006/relationships/presProps" Target="/ppt/presProps.xml" Id="R3495e6e39f90477a" /><Relationship Type="http://schemas.openxmlformats.org/officeDocument/2006/relationships/tableStyles" Target="/ppt/tableStyles.xml" Id="Rb67e61a39f2e4c04" /><Relationship Type="http://schemas.openxmlformats.org/officeDocument/2006/relationships/slide" Target="/ppt/slides/slide1.xml" Id="Rd7f4ba1275a44049" /><Relationship Type="http://schemas.openxmlformats.org/officeDocument/2006/relationships/slide" Target="/ppt/slides/slide2.xml" Id="R4e199466b4254569" /><Relationship Type="http://schemas.openxmlformats.org/officeDocument/2006/relationships/slide" Target="/ppt/slides/slide3.xml" Id="R2f9c6eb491be4235" /><Relationship Type="http://schemas.openxmlformats.org/officeDocument/2006/relationships/slide" Target="/ppt/slides/slide4.xml" Id="R3e9c74a2ef524ec2" /><Relationship Type="http://schemas.openxmlformats.org/officeDocument/2006/relationships/slide" Target="/ppt/slides/slide5.xml" Id="R4ef4586b34ea499b" /><Relationship Type="http://schemas.openxmlformats.org/officeDocument/2006/relationships/slide" Target="/ppt/slides/slide6.xml" Id="R9ca241f53dad4f8a" /><Relationship Type="http://schemas.openxmlformats.org/officeDocument/2006/relationships/slide" Target="/ppt/slides/slide7.xml" Id="R6d6511e523624324" /><Relationship Type="http://schemas.openxmlformats.org/officeDocument/2006/relationships/slide" Target="/ppt/slides/slide8.xml" Id="Rdb7a20bbc4fd433b" /><Relationship Type="http://schemas.openxmlformats.org/officeDocument/2006/relationships/slide" Target="/ppt/slides/slide9.xml" Id="R08130a213bae454c" /><Relationship Type="http://schemas.openxmlformats.org/officeDocument/2006/relationships/slide" Target="/ppt/slides/slide10.xml" Id="R6a3ecc1895174ec1" /><Relationship Type="http://schemas.openxmlformats.org/officeDocument/2006/relationships/slide" Target="/ppt/slides/slide11.xml" Id="Rfcc97ec21d74424f" /><Relationship Type="http://schemas.openxmlformats.org/officeDocument/2006/relationships/slide" Target="/ppt/slides/slide12.xml" Id="Rf1a37c03635e41dc" /><Relationship Type="http://schemas.openxmlformats.org/officeDocument/2006/relationships/slide" Target="/ppt/slides/slide13.xml" Id="R8662904f626349f0" /><Relationship Type="http://schemas.openxmlformats.org/officeDocument/2006/relationships/slide" Target="/ppt/slides/slide14.xml" Id="Rfb4b9fd11abf41b3" /><Relationship Type="http://schemas.openxmlformats.org/officeDocument/2006/relationships/slide" Target="/ppt/slides/slide15.xml" Id="Rb00cb27e872647a9" /><Relationship Type="http://schemas.openxmlformats.org/officeDocument/2006/relationships/slide" Target="/ppt/slides/slide16.xml" Id="Rc19d639b4e124c6c" /><Relationship Type="http://schemas.openxmlformats.org/officeDocument/2006/relationships/slide" Target="/ppt/slides/slide17.xml" Id="R21fc896279904934" /><Relationship Type="http://schemas.openxmlformats.org/officeDocument/2006/relationships/slide" Target="/ppt/slides/slide18.xml" Id="R2f6d8bddf3744bc5" /><Relationship Type="http://schemas.openxmlformats.org/officeDocument/2006/relationships/slide" Target="/ppt/slides/slide19.xml" Id="Rff54c5ced0cf40bf" /><Relationship Type="http://schemas.openxmlformats.org/officeDocument/2006/relationships/slide" Target="/ppt/slides/slide20.xml" Id="Rab0a0cc357894f01" /><Relationship Type="http://schemas.openxmlformats.org/officeDocument/2006/relationships/slide" Target="/ppt/slides/slide21.xml" Id="Ra481acf924bd47be" /><Relationship Type="http://schemas.openxmlformats.org/officeDocument/2006/relationships/slide" Target="/ppt/slides/slide22.xml" Id="Rf7dc643211c24f78" /><Relationship Type="http://schemas.openxmlformats.org/officeDocument/2006/relationships/slide" Target="/ppt/slides/slide23.xml" Id="Rae3fcbcc44ce42a5" /><Relationship Type="http://schemas.openxmlformats.org/officeDocument/2006/relationships/slide" Target="/ppt/slides/slide24.xml" Id="Re8225ccfaf454b17" /><Relationship Type="http://schemas.openxmlformats.org/officeDocument/2006/relationships/slide" Target="/ppt/slides/slide25.xml" Id="Raaf1649e769a4327" /><Relationship Type="http://schemas.openxmlformats.org/officeDocument/2006/relationships/slide" Target="/ppt/slides/slide26.xml" Id="R31fd701d8ac74c9d" /><Relationship Type="http://schemas.openxmlformats.org/officeDocument/2006/relationships/slide" Target="/ppt/slides/slide27.xml" Id="R1dbf354d249d4161" /><Relationship Type="http://schemas.openxmlformats.org/officeDocument/2006/relationships/slide" Target="/ppt/slides/slide28.xml" Id="R6d134ce8c82b4237" /><Relationship Type="http://schemas.openxmlformats.org/officeDocument/2006/relationships/slide" Target="/ppt/slides/slide29.xml" Id="R9ad0b9ac9e484579" /><Relationship Type="http://schemas.openxmlformats.org/officeDocument/2006/relationships/slide" Target="/ppt/slides/slide30.xml" Id="R65e2ba9a9e794455" /><Relationship Type="http://schemas.openxmlformats.org/officeDocument/2006/relationships/slide" Target="/ppt/slides/slide31.xml" Id="Rcf124deba26c4c8d" /><Relationship Type="http://schemas.openxmlformats.org/officeDocument/2006/relationships/slide" Target="/ppt/slides/slide32.xml" Id="R1c8dffa6fca64df4" /><Relationship Type="http://schemas.openxmlformats.org/officeDocument/2006/relationships/slide" Target="/ppt/slides/slide33.xml" Id="R41a5f430032f4346" /><Relationship Type="http://schemas.openxmlformats.org/officeDocument/2006/relationships/slide" Target="/ppt/slides/slide34.xml" Id="R853b9237fe1d4577" /><Relationship Type="http://schemas.openxmlformats.org/officeDocument/2006/relationships/slide" Target="/ppt/slides/slide35.xml" Id="R1bf03312bc9d4b89" /><Relationship Type="http://schemas.openxmlformats.org/officeDocument/2006/relationships/slide" Target="/ppt/slides/slide36.xml" Id="R98c28b20a7ce4f22" /><Relationship Type="http://schemas.openxmlformats.org/officeDocument/2006/relationships/slide" Target="/ppt/slides/slide37.xml" Id="Rd9ef7444a29b4da4" /><Relationship Type="http://schemas.openxmlformats.org/officeDocument/2006/relationships/slide" Target="/ppt/slides/slide38.xml" Id="Ra7c081b41f794ff9" /><Relationship Type="http://schemas.openxmlformats.org/officeDocument/2006/relationships/slide" Target="/ppt/slides/slide39.xml" Id="Raa0617a5f6394db3" /><Relationship Type="http://schemas.openxmlformats.org/officeDocument/2006/relationships/slide" Target="/ppt/slides/slide40.xml" Id="R0721fbbf694c4e0b" /><Relationship Type="http://schemas.openxmlformats.org/officeDocument/2006/relationships/slide" Target="/ppt/slides/slide41.xml" Id="Ra61c71211bce4412" /><Relationship Type="http://schemas.openxmlformats.org/officeDocument/2006/relationships/slide" Target="/ppt/slides/slide42.xml" Id="Ra3a7d3689d1249d6" /><Relationship Type="http://schemas.openxmlformats.org/officeDocument/2006/relationships/slide" Target="/ppt/slides/slide43.xml" Id="R9f91b166c3f04b34" /><Relationship Type="http://schemas.openxmlformats.org/officeDocument/2006/relationships/slide" Target="/ppt/slides/slide44.xml" Id="R1f766e7a8d174642" /><Relationship Type="http://schemas.openxmlformats.org/officeDocument/2006/relationships/slide" Target="/ppt/slides/slide45.xml" Id="R8ea5b37603e7462f" /><Relationship Type="http://schemas.openxmlformats.org/officeDocument/2006/relationships/slide" Target="/ppt/slides/slide46.xml" Id="R8f51dc3f386244b9" /><Relationship Type="http://schemas.openxmlformats.org/officeDocument/2006/relationships/slide" Target="/ppt/slides/slide47.xml" Id="Re1d3abccb2354a36" /><Relationship Type="http://schemas.openxmlformats.org/officeDocument/2006/relationships/slide" Target="/ppt/slides/slide48.xml" Id="R991a06287ddb424a" /><Relationship Type="http://schemas.openxmlformats.org/officeDocument/2006/relationships/slide" Target="/ppt/slides/slide49.xml" Id="R152d085314f04e58" /><Relationship Type="http://schemas.openxmlformats.org/officeDocument/2006/relationships/slide" Target="/ppt/slides/slide50.xml" Id="R1f1c0f194e2943b7" /><Relationship Type="http://schemas.openxmlformats.org/officeDocument/2006/relationships/slide" Target="/ppt/slides/slide51.xml" Id="Rc1742714c45d4534" /><Relationship Type="http://schemas.openxmlformats.org/officeDocument/2006/relationships/slide" Target="/ppt/slides/slide52.xml" Id="Rcec8f6cafff541ae" /><Relationship Type="http://schemas.openxmlformats.org/officeDocument/2006/relationships/slide" Target="/ppt/slides/slide53.xml" Id="Re77571fcf3bb42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d25957956f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0ed5409f94164" /><Relationship Type="http://schemas.openxmlformats.org/officeDocument/2006/relationships/notesMaster" Target="/ppt/notesMasters/notesMaster1.xml" Id="R136c68e09bc3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6a969e7ba5499d" /><Relationship Type="http://schemas.openxmlformats.org/officeDocument/2006/relationships/notesMaster" Target="/ppt/notesMasters/notesMaster1.xml" Id="R5478fb9ce114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ea49ff41d64870" /><Relationship Type="http://schemas.openxmlformats.org/officeDocument/2006/relationships/notesMaster" Target="/ppt/notesMasters/notesMaster1.xml" Id="Rf381a615cbdb4d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a7ffbb8f4046d7" /><Relationship Type="http://schemas.openxmlformats.org/officeDocument/2006/relationships/notesMaster" Target="/ppt/notesMasters/notesMaster1.xml" Id="R574e8c1765f140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d466075f3b4094" /><Relationship Type="http://schemas.openxmlformats.org/officeDocument/2006/relationships/notesMaster" Target="/ppt/notesMasters/notesMaster1.xml" Id="Rbd725cc830954a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60165513b943fb" /><Relationship Type="http://schemas.openxmlformats.org/officeDocument/2006/relationships/notesMaster" Target="/ppt/notesMasters/notesMaster1.xml" Id="R2482e45d3e8c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2b2d43400c425d" /><Relationship Type="http://schemas.openxmlformats.org/officeDocument/2006/relationships/notesMaster" Target="/ppt/notesMasters/notesMaster1.xml" Id="Re346f84d70604b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3a7f26977342a0" /><Relationship Type="http://schemas.openxmlformats.org/officeDocument/2006/relationships/notesMaster" Target="/ppt/notesMasters/notesMaster1.xml" Id="R45cea4ed6c5341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de00c71aac42a8" /><Relationship Type="http://schemas.openxmlformats.org/officeDocument/2006/relationships/notesMaster" Target="/ppt/notesMasters/notesMaster1.xml" Id="Rd72b227031994c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ab43e50cc04af9" /><Relationship Type="http://schemas.openxmlformats.org/officeDocument/2006/relationships/notesMaster" Target="/ppt/notesMasters/notesMaster1.xml" Id="Rcabcb9a512af4e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75d9ac50184b0c" /><Relationship Type="http://schemas.openxmlformats.org/officeDocument/2006/relationships/notesMaster" Target="/ppt/notesMasters/notesMaster1.xml" Id="Rf69f58f6485f43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c55382d6ca4226" /><Relationship Type="http://schemas.openxmlformats.org/officeDocument/2006/relationships/notesMaster" Target="/ppt/notesMasters/notesMaster1.xml" Id="R883a651c83124e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1e78cbefa74edc" /><Relationship Type="http://schemas.openxmlformats.org/officeDocument/2006/relationships/notesMaster" Target="/ppt/notesMasters/notesMaster1.xml" Id="R327d13b009df46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2d1f8fa18744f5" /><Relationship Type="http://schemas.openxmlformats.org/officeDocument/2006/relationships/notesMaster" Target="/ppt/notesMasters/notesMaster1.xml" Id="R9aeddcb51aa645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1e888a555a4c41" /><Relationship Type="http://schemas.openxmlformats.org/officeDocument/2006/relationships/notesMaster" Target="/ppt/notesMasters/notesMaster1.xml" Id="R5346da8832514c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60189ea88f4a3d" /><Relationship Type="http://schemas.openxmlformats.org/officeDocument/2006/relationships/notesMaster" Target="/ppt/notesMasters/notesMaster1.xml" Id="R01874297a3014a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7351b9c3c14429" /><Relationship Type="http://schemas.openxmlformats.org/officeDocument/2006/relationships/notesMaster" Target="/ppt/notesMasters/notesMaster1.xml" Id="Ra6f08c3edd414d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e16b7fd6bf4068" /><Relationship Type="http://schemas.openxmlformats.org/officeDocument/2006/relationships/notesMaster" Target="/ppt/notesMasters/notesMaster1.xml" Id="R7761e1131e5c4d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9cb83dedbd4fff" /><Relationship Type="http://schemas.openxmlformats.org/officeDocument/2006/relationships/notesMaster" Target="/ppt/notesMasters/notesMaster1.xml" Id="Re5568fcc7b2246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94354a1a0a4179" /><Relationship Type="http://schemas.openxmlformats.org/officeDocument/2006/relationships/notesMaster" Target="/ppt/notesMasters/notesMaster1.xml" Id="Rd8ad5c5eaaf240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6da6fc9bf0417d" /><Relationship Type="http://schemas.openxmlformats.org/officeDocument/2006/relationships/notesMaster" Target="/ppt/notesMasters/notesMaster1.xml" Id="Ra847b498c59a45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9948039e9d4124" /><Relationship Type="http://schemas.openxmlformats.org/officeDocument/2006/relationships/notesMaster" Target="/ppt/notesMasters/notesMaster1.xml" Id="R557c154ae7b943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d4e6ef0a714f19" /><Relationship Type="http://schemas.openxmlformats.org/officeDocument/2006/relationships/notesMaster" Target="/ppt/notesMasters/notesMaster1.xml" Id="R973fd5fc0aa34f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95ec5aaa10d4bfc" /><Relationship Type="http://schemas.openxmlformats.org/officeDocument/2006/relationships/notesMaster" Target="/ppt/notesMasters/notesMaster1.xml" Id="Rf98f26bdca2f48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c529fa03f134ca4" /><Relationship Type="http://schemas.openxmlformats.org/officeDocument/2006/relationships/notesMaster" Target="/ppt/notesMasters/notesMaster1.xml" Id="R9b60c8ed673f46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49fc2f32548402e" /><Relationship Type="http://schemas.openxmlformats.org/officeDocument/2006/relationships/notesMaster" Target="/ppt/notesMasters/notesMaster1.xml" Id="Rec2447130f324d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552754f47e41ea" /><Relationship Type="http://schemas.openxmlformats.org/officeDocument/2006/relationships/notesMaster" Target="/ppt/notesMasters/notesMaster1.xml" Id="R4543b210307a44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62f01e7344e4af7" /><Relationship Type="http://schemas.openxmlformats.org/officeDocument/2006/relationships/notesMaster" Target="/ppt/notesMasters/notesMaster1.xml" Id="Re997e4a2a0b64d9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201928161b439c" /><Relationship Type="http://schemas.openxmlformats.org/officeDocument/2006/relationships/notesMaster" Target="/ppt/notesMasters/notesMaster1.xml" Id="Red0b4ef506dd40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79c0374a1b40d1" /><Relationship Type="http://schemas.openxmlformats.org/officeDocument/2006/relationships/notesMaster" Target="/ppt/notesMasters/notesMaster1.xml" Id="Rb09b1f34e3a342d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795fe3e3aa8459c" /><Relationship Type="http://schemas.openxmlformats.org/officeDocument/2006/relationships/notesMaster" Target="/ppt/notesMasters/notesMaster1.xml" Id="Rbb92db375b5d427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83c81a918644bd" /><Relationship Type="http://schemas.openxmlformats.org/officeDocument/2006/relationships/notesMaster" Target="/ppt/notesMasters/notesMaster1.xml" Id="Rc6ba3470f9e2457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38aa801693b4892" /><Relationship Type="http://schemas.openxmlformats.org/officeDocument/2006/relationships/notesMaster" Target="/ppt/notesMasters/notesMaster1.xml" Id="Rd035ff800c5f4fa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b620be0e95347ed" /><Relationship Type="http://schemas.openxmlformats.org/officeDocument/2006/relationships/notesMaster" Target="/ppt/notesMasters/notesMaster1.xml" Id="R7e298325f8ba4c4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24b546315114dc0" /><Relationship Type="http://schemas.openxmlformats.org/officeDocument/2006/relationships/notesMaster" Target="/ppt/notesMasters/notesMaster1.xml" Id="Rdd1b79a653c24bc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6b8f28f12744c22" /><Relationship Type="http://schemas.openxmlformats.org/officeDocument/2006/relationships/notesMaster" Target="/ppt/notesMasters/notesMaster1.xml" Id="Rda23a06692f144f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f6671b573ac456c" /><Relationship Type="http://schemas.openxmlformats.org/officeDocument/2006/relationships/notesMaster" Target="/ppt/notesMasters/notesMaster1.xml" Id="Rfc2c14d189ca472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759fbd7545a4c16" /><Relationship Type="http://schemas.openxmlformats.org/officeDocument/2006/relationships/notesMaster" Target="/ppt/notesMasters/notesMaster1.xml" Id="R45443db476544d0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3a07c5d4ba840fe" /><Relationship Type="http://schemas.openxmlformats.org/officeDocument/2006/relationships/notesMaster" Target="/ppt/notesMasters/notesMaster1.xml" Id="Re955152d34304c7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fa2b02f7b104236" /><Relationship Type="http://schemas.openxmlformats.org/officeDocument/2006/relationships/notesMaster" Target="/ppt/notesMasters/notesMaster1.xml" Id="R8269a725dbd3493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949edd531df4fb9" /><Relationship Type="http://schemas.openxmlformats.org/officeDocument/2006/relationships/notesMaster" Target="/ppt/notesMasters/notesMaster1.xml" Id="Rc8d40d7047924b3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3457f27065e4cea" /><Relationship Type="http://schemas.openxmlformats.org/officeDocument/2006/relationships/notesMaster" Target="/ppt/notesMasters/notesMaster1.xml" Id="R935c76b236684b4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b68d1862076492a" /><Relationship Type="http://schemas.openxmlformats.org/officeDocument/2006/relationships/notesMaster" Target="/ppt/notesMasters/notesMaster1.xml" Id="Rfe64e0d4544047e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5dafb1908d44f69" /><Relationship Type="http://schemas.openxmlformats.org/officeDocument/2006/relationships/notesMaster" Target="/ppt/notesMasters/notesMaster1.xml" Id="Rd48e455c00794ca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115c592f5104264" /><Relationship Type="http://schemas.openxmlformats.org/officeDocument/2006/relationships/notesMaster" Target="/ppt/notesMasters/notesMaster1.xml" Id="R4c370a4a9f724d5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1112aad5e7b457c" /><Relationship Type="http://schemas.openxmlformats.org/officeDocument/2006/relationships/notesMaster" Target="/ppt/notesMasters/notesMaster1.xml" Id="R50038a6bbb374f7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2899c127fd44714" /><Relationship Type="http://schemas.openxmlformats.org/officeDocument/2006/relationships/notesMaster" Target="/ppt/notesMasters/notesMaster1.xml" Id="R2861fcc3952f4e3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17001ec7a68410f" /><Relationship Type="http://schemas.openxmlformats.org/officeDocument/2006/relationships/notesMaster" Target="/ppt/notesMasters/notesMaster1.xml" Id="R3cbbd3851d584d4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cca298b79a340c7" /><Relationship Type="http://schemas.openxmlformats.org/officeDocument/2006/relationships/notesMaster" Target="/ppt/notesMasters/notesMaster1.xml" Id="Rd7aff558811e4fe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2dfc72654344d16" /><Relationship Type="http://schemas.openxmlformats.org/officeDocument/2006/relationships/notesMaster" Target="/ppt/notesMasters/notesMaster1.xml" Id="R1e6a3c8394ef4af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fc0d2de28654242" /><Relationship Type="http://schemas.openxmlformats.org/officeDocument/2006/relationships/notesMaster" Target="/ppt/notesMasters/notesMaster1.xml" Id="Rab4073c133ea4a6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52489db18ad47a3" /><Relationship Type="http://schemas.openxmlformats.org/officeDocument/2006/relationships/notesMaster" Target="/ppt/notesMasters/notesMaster1.xml" Id="R5372c9945bf8498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cdb89771c464287" /><Relationship Type="http://schemas.openxmlformats.org/officeDocument/2006/relationships/notesMaster" Target="/ppt/notesMasters/notesMaster1.xml" Id="R36df055b54cb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the final module shifts from storage/tools into fast analytics and mining knowledge from text and the web.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is the module that connects Big Data platforms to search, social media and ML-style insight.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bridge from Module 4.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Spark as a processing engine, not just a Hadoop replacement.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Spark is especially useful when repeated processing over the same data is needed.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MapReduce is foundational, while Spark is a more flexible engine for modern analytics.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through Spark Core first, then the libraries on top.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driver plans work and executors run tasks on partitions.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mental model for Spark code.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For Python learners, emphasize DataFrames as the common practical choice.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filter/select as transformations and count/show/write as actions.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transformations build the plan; actions run the plan.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word count to connect Hadoop and Spark practicals.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Spark is often the compute layer inside a larger analytics pipeline.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Spark SQL back to Hive/HQL style thinking.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introductory; Module 5 only needs Spark and data analysis context.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use case students see most often in daily life.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helps students answer limitations and practical questions.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Examples: reviews, emails, documents, tweets, news and support tickets.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text mining turns language into analyzable data.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one review sentence as the running example.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preprocessing affects final mining quality.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that ML algorithms need numeric features.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formula light; focus on meaning: distinctive words matter more.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movie reviews for sentiment and news articles for classification.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this classroom-relevant.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good material for five-mark limitations.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Introduce the three branches: content, structure and usage.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category PageRank belongs to: structure/link analytics.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Examples: search indexing, topic detection, duplicate page detection.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 web page is more than visible text.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Examples: most visited pages, drop-off points, conversion funnels.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privacy and anonymization.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an e-commerce website example.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links are votes, paths and relationship signals.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Pages become nodes and hyperlinks become directed edges. This graph is the foundation for PageRank and web structure analytics.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popular college notice page with many incoming links as an example.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Avoid heavy math first; explain the idea as importance flowing through links.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it memorable: not all votes are equal; votes from important pages count more.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damping as the probability of continuing to follow links.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quick revision slide for PageRank.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graph analysis to social networks too.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useful link analytics concept beyond PageRank.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makes web analytics feel realistic.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application uses all three: content, usage and link analytics.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the loop: Spark is the scalable engine for many analytics pipelines.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include diagrams in Spark, text mining, web mining and PageRank answers.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should be compact definitions.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should use a flow diagram and example.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diagram, process, example and limitations.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the full module using only the keywords.</a:t>
            </a:r>
          </a:p>
          <a:p xmlns:a="http://schemas.openxmlformats.org/drawingml/2006/main">
            <a:r>
              <a:t>Pause cue: pause after the main visual appears, then restate the key term in one sentence.</a:t>
            </a:r>
          </a:p>
          <a:p xmlns:a="http://schemas.openxmlformats.org/drawingml/2006/main">
            <a:r>
              <a:t>Pointing cue: point through flows left-to-right; for web graphs, point to nodes, links and ranking flow.</a:t>
            </a:r>
          </a:p>
          <a:p xmlns:a="http://schemas.openxmlformats.org/drawingml/2006/main">
            <a:r>
              <a:t>Question to ask students: Ask students to connect this idea to search engines, social media, or recommendation systems.</a:t>
            </a:r>
          </a:p>
          <a:p xmlns:a="http://schemas.openxmlformats.org/drawingml/2006/main">
            <a:r>
              <a:t>Animation instructions: Fade title; appear bullets/cards one by one; wipe process arrows;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5 checklist; TB2 listed by syllabus: Rajkamal and Preeti Saxena, Big Data Analytics: Introduction to Hadoop, Spark and Machine Learning, McGraw Hill, 2019, Ch. 5 sections 5.2-5.3 and Ch. 9 sections 9.1-9.4; supplied textbook PDF front matter/contents.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826258c5c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21568c9574ab2" /><Relationship Type="http://schemas.openxmlformats.org/officeDocument/2006/relationships/slideLayout" Target="/ppt/slideLayouts/slideLayout1.xml" Id="R80b58373f88642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b58373f88642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df7a4effb4137" /><Relationship Type="http://schemas.openxmlformats.org/officeDocument/2006/relationships/notesSlide" Target="/ppt/notesSlides/notesSlide1.xml" Id="R0daf70abefac4c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d8390431d41a0" /><Relationship Type="http://schemas.openxmlformats.org/officeDocument/2006/relationships/notesSlide" Target="/ppt/notesSlides/notesSlide2.xml" Id="Rf394a2acf747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1ec3ca0a54036" /><Relationship Type="http://schemas.openxmlformats.org/officeDocument/2006/relationships/notesSlide" Target="/ppt/notesSlides/notesSlide3.xml" Id="R0d27ed73d4814f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ec408769c4aff" /><Relationship Type="http://schemas.openxmlformats.org/officeDocument/2006/relationships/notesSlide" Target="/ppt/notesSlides/notesSlide4.xml" Id="R11a2f914edc642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098a82cdc4456" /><Relationship Type="http://schemas.openxmlformats.org/officeDocument/2006/relationships/notesSlide" Target="/ppt/notesSlides/notesSlide5.xml" Id="Ra989e269ae364d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e31c268f943e5" /><Relationship Type="http://schemas.openxmlformats.org/officeDocument/2006/relationships/notesSlide" Target="/ppt/notesSlides/notesSlide6.xml" Id="Rc69d10a5a13a46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ce02711fb4852" /><Relationship Type="http://schemas.openxmlformats.org/officeDocument/2006/relationships/notesSlide" Target="/ppt/notesSlides/notesSlide7.xml" Id="R392d5f6127be42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b5f83e6b245f1" /><Relationship Type="http://schemas.openxmlformats.org/officeDocument/2006/relationships/notesSlide" Target="/ppt/notesSlides/notesSlide8.xml" Id="Rcc5a6352dd7348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c1af9b5864989" /><Relationship Type="http://schemas.openxmlformats.org/officeDocument/2006/relationships/notesSlide" Target="/ppt/notesSlides/notesSlide9.xml" Id="Rdf3378e54a5a49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2aaeba8b04d42" /><Relationship Type="http://schemas.openxmlformats.org/officeDocument/2006/relationships/notesSlide" Target="/ppt/notesSlides/notesSlide10.xml" Id="R55991ba199b149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5c5cef97d457f" /><Relationship Type="http://schemas.openxmlformats.org/officeDocument/2006/relationships/notesSlide" Target="/ppt/notesSlides/notesSlide11.xml" Id="R6ff9a4d87ab44c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17b6126564028" /><Relationship Type="http://schemas.openxmlformats.org/officeDocument/2006/relationships/notesSlide" Target="/ppt/notesSlides/notesSlide12.xml" Id="Rf6cbd2f3a02f48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c51e8cf2b4041" /><Relationship Type="http://schemas.openxmlformats.org/officeDocument/2006/relationships/notesSlide" Target="/ppt/notesSlides/notesSlide13.xml" Id="R7d49454fdb6d48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59193602a4aeb" /><Relationship Type="http://schemas.openxmlformats.org/officeDocument/2006/relationships/notesSlide" Target="/ppt/notesSlides/notesSlide14.xml" Id="R69310c0d702b48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8f9b2f53a41a7" /><Relationship Type="http://schemas.openxmlformats.org/officeDocument/2006/relationships/notesSlide" Target="/ppt/notesSlides/notesSlide15.xml" Id="R897f643e77c045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19fc34f8d41fa" /><Relationship Type="http://schemas.openxmlformats.org/officeDocument/2006/relationships/notesSlide" Target="/ppt/notesSlides/notesSlide16.xml" Id="Rb349d80544d841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b864ffb4e4548" /><Relationship Type="http://schemas.openxmlformats.org/officeDocument/2006/relationships/notesSlide" Target="/ppt/notesSlides/notesSlide17.xml" Id="Rc36dfaadaf3148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884fd39654ee7" /><Relationship Type="http://schemas.openxmlformats.org/officeDocument/2006/relationships/notesSlide" Target="/ppt/notesSlides/notesSlide18.xml" Id="Rbe86bb3996f3444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28cc009744dfa" /><Relationship Type="http://schemas.openxmlformats.org/officeDocument/2006/relationships/notesSlide" Target="/ppt/notesSlides/notesSlide19.xml" Id="R44541b6e9a3e41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b970e0fe446ae" /><Relationship Type="http://schemas.openxmlformats.org/officeDocument/2006/relationships/notesSlide" Target="/ppt/notesSlides/notesSlide20.xml" Id="R272eb97f523340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a5a2b5cb641ec" /><Relationship Type="http://schemas.openxmlformats.org/officeDocument/2006/relationships/notesSlide" Target="/ppt/notesSlides/notesSlide21.xml" Id="Rc4eee598a53544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0912532194d40" /><Relationship Type="http://schemas.openxmlformats.org/officeDocument/2006/relationships/notesSlide" Target="/ppt/notesSlides/notesSlide22.xml" Id="Ra60ce2a0302d42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9d68b2f4946d7" /><Relationship Type="http://schemas.openxmlformats.org/officeDocument/2006/relationships/notesSlide" Target="/ppt/notesSlides/notesSlide23.xml" Id="Re6d5e5c6a64744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7ad2a742f46ed" /><Relationship Type="http://schemas.openxmlformats.org/officeDocument/2006/relationships/notesSlide" Target="/ppt/notesSlides/notesSlide24.xml" Id="R0c9aa439083741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2c52b0039468a" /><Relationship Type="http://schemas.openxmlformats.org/officeDocument/2006/relationships/notesSlide" Target="/ppt/notesSlides/notesSlide25.xml" Id="R343f9a24148c4e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0d0f903a743e0" /><Relationship Type="http://schemas.openxmlformats.org/officeDocument/2006/relationships/notesSlide" Target="/ppt/notesSlides/notesSlide26.xml" Id="Rad4cb0d4210e41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4264bc29c4bb1" /><Relationship Type="http://schemas.openxmlformats.org/officeDocument/2006/relationships/notesSlide" Target="/ppt/notesSlides/notesSlide27.xml" Id="Re8d232ac4cf34a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f53d333924e32" /><Relationship Type="http://schemas.openxmlformats.org/officeDocument/2006/relationships/notesSlide" Target="/ppt/notesSlides/notesSlide28.xml" Id="R6eeada98fce640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616f3c3bd4616" /><Relationship Type="http://schemas.openxmlformats.org/officeDocument/2006/relationships/notesSlide" Target="/ppt/notesSlides/notesSlide29.xml" Id="Rb67e42cb8db84d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52a60222c4e22" /><Relationship Type="http://schemas.openxmlformats.org/officeDocument/2006/relationships/notesSlide" Target="/ppt/notesSlides/notesSlide30.xml" Id="Ra6a6a9cd17364de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f35d9126342d4" /><Relationship Type="http://schemas.openxmlformats.org/officeDocument/2006/relationships/notesSlide" Target="/ppt/notesSlides/notesSlide31.xml" Id="Refe2a9e4664e4a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33213aacd4f56" /><Relationship Type="http://schemas.openxmlformats.org/officeDocument/2006/relationships/notesSlide" Target="/ppt/notesSlides/notesSlide32.xml" Id="Rf7b83c57b0cc441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77dba2fcd41e3" /><Relationship Type="http://schemas.openxmlformats.org/officeDocument/2006/relationships/notesSlide" Target="/ppt/notesSlides/notesSlide33.xml" Id="Rf1aad6a1629444c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1a85633c34ea2" /><Relationship Type="http://schemas.openxmlformats.org/officeDocument/2006/relationships/notesSlide" Target="/ppt/notesSlides/notesSlide34.xml" Id="R4148f99fe7414b1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fbfad642e472c" /><Relationship Type="http://schemas.openxmlformats.org/officeDocument/2006/relationships/notesSlide" Target="/ppt/notesSlides/notesSlide35.xml" Id="Rb34f0d5ca1de474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ab4ace34d47ad" /><Relationship Type="http://schemas.openxmlformats.org/officeDocument/2006/relationships/notesSlide" Target="/ppt/notesSlides/notesSlide36.xml" Id="Rbfcaa16edf014e6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9415ce64040d5" /><Relationship Type="http://schemas.openxmlformats.org/officeDocument/2006/relationships/notesSlide" Target="/ppt/notesSlides/notesSlide37.xml" Id="R9f89b34e236148d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123b7fac24adb" /><Relationship Type="http://schemas.openxmlformats.org/officeDocument/2006/relationships/notesSlide" Target="/ppt/notesSlides/notesSlide38.xml" Id="Rf2ca6ceaf5384ce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cbdb36feb421a" /><Relationship Type="http://schemas.openxmlformats.org/officeDocument/2006/relationships/notesSlide" Target="/ppt/notesSlides/notesSlide39.xml" Id="Rbf2d7b32a08a415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0570ddcde422c" /><Relationship Type="http://schemas.openxmlformats.org/officeDocument/2006/relationships/notesSlide" Target="/ppt/notesSlides/notesSlide40.xml" Id="Rf210f07202e248f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28f5060dc4603" /><Relationship Type="http://schemas.openxmlformats.org/officeDocument/2006/relationships/notesSlide" Target="/ppt/notesSlides/notesSlide41.xml" Id="R1eff466eb64a485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a5772537d4825" /><Relationship Type="http://schemas.openxmlformats.org/officeDocument/2006/relationships/notesSlide" Target="/ppt/notesSlides/notesSlide42.xml" Id="Reb8b699f22624cf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7d1a73dff47bc" /><Relationship Type="http://schemas.openxmlformats.org/officeDocument/2006/relationships/notesSlide" Target="/ppt/notesSlides/notesSlide43.xml" Id="Rf9766bb2e95e45a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cdb9761b845c1" /><Relationship Type="http://schemas.openxmlformats.org/officeDocument/2006/relationships/notesSlide" Target="/ppt/notesSlides/notesSlide44.xml" Id="Rbf38697f60734f2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32a283bd441cf" /><Relationship Type="http://schemas.openxmlformats.org/officeDocument/2006/relationships/notesSlide" Target="/ppt/notesSlides/notesSlide45.xml" Id="Rb631992a00a946a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81037becd4feb" /><Relationship Type="http://schemas.openxmlformats.org/officeDocument/2006/relationships/notesSlide" Target="/ppt/notesSlides/notesSlide46.xml" Id="R0b514d9c77c24cf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4bff787824a05" /><Relationship Type="http://schemas.openxmlformats.org/officeDocument/2006/relationships/notesSlide" Target="/ppt/notesSlides/notesSlide47.xml" Id="R68993390a4b74c0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44a2bd6b64f56" /><Relationship Type="http://schemas.openxmlformats.org/officeDocument/2006/relationships/notesSlide" Target="/ppt/notesSlides/notesSlide48.xml" Id="Ra6540cd87ea3470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39cc150064bab" /><Relationship Type="http://schemas.openxmlformats.org/officeDocument/2006/relationships/notesSlide" Target="/ppt/notesSlides/notesSlide49.xml" Id="R82edc3a4a3074b0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675869454164" /><Relationship Type="http://schemas.openxmlformats.org/officeDocument/2006/relationships/notesSlide" Target="/ppt/notesSlides/notesSlide50.xml" Id="R10048cf6f4f3489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9b7305e1b48f3" /><Relationship Type="http://schemas.openxmlformats.org/officeDocument/2006/relationships/notesSlide" Target="/ppt/notesSlides/notesSlide51.xml" Id="R7623cdb1820645d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546c0d5a64f49" /><Relationship Type="http://schemas.openxmlformats.org/officeDocument/2006/relationships/notesSlide" Target="/ppt/notesSlides/notesSlide52.xml" Id="Rf9ca7421a1a843f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d1d24b1004049" /><Relationship Type="http://schemas.openxmlformats.org/officeDocument/2006/relationships/notesSlide" Target="/ppt/notesSlides/notesSlide53.xml" Id="Rf120723b406e4d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9FCF6-4927-4B23-83F0-A210C7B0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7AE27-2C79-4F02-A05D-282772DB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Spark, Text and Web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15862-4745-4AE0-BF5C-DA822F49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5 completes Big Data Analytics with fast processing and web-scale knowledge extraction.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932B5-080F-41A4-9BEC-C521F094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538EE-1D61-435F-BC7B-B8E0E9C4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5B3C5-04A6-4DF1-BD29-3679F516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391D5-A2DB-471A-B27E-44BB8167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F0F17-7C26-4F09-A6CE-EAF0A25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EA186-CB5A-48A1-89C2-6B23C872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BIS701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0BE89-C263-446B-9E10-52A31BA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Spark • Data Analysis • Text Mining • Web Mining • PageRank • Web Graphs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0F9CA-99D7-4BCC-BD71-D1626AFE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2B483-93E1-464D-9B69-376892E8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E1631-9EE9-48DB-B052-A4D6DB3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SPARK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WEB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RANK</a:t>
            </a:r>
          </a:p>
        </p:txBody>
      </p:sp>
    </p:spTree>
    <p:extLst>
      <p:ext uri="{BB962C8B-B14F-4D97-AF65-F5344CB8AC3E}">
        <p14:creationId xmlns:p14="http://schemas.microsoft.com/office/powerpoint/2010/main" val="343990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EC122-CDFC-49BA-BF04-5B8D63A9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D211D-E35F-4F89-9E69-E610CFEE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5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7583D-A16F-4814-BE1F-98FEAC9C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VTU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A8982-A9B6-4A6D-ABAE-315538B5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A1A08-5ACB-4E6E-B96C-07D624B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7DF7A-C665-40D0-A50C-0A8DCAF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9A70F-8B01-4C7D-AA34-FA671878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886AA-70F5-4091-B9C2-92004CC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154A1-030E-46BC-8BB0-2678285A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B6205-AEAD-4BAB-9F4F-CBB65C24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3B3D0-24CE-4649-86C3-B3C23C7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Spark and why it is used for Big Data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38174-173A-4982-A93C-D5DA97C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E70BA-1027-4E6E-B0DD-8B45B6F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DBA2D-8E10-40DF-B7A8-AECE7116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Introduce data analysis with Spark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C3047-81BE-4A52-A28C-DA3589B3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7FA50-D925-49E3-A2FD-67D2D93B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8BDD7-2B16-4D89-BD70-74C9916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text mining and web mining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FC71C-9573-4BAE-A2EC-6FD8CDB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DB5A7-AE9F-426B-BC25-60396E0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DDDC5-F99C-4996-8C28-DF868950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Differentiate web content and web usage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60530-98FD-411D-A320-9B535715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2B31A-8D4E-4319-A4CD-F19421DB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96126-53CA-431A-A7A4-E5453EDA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PageRank, web graph structure and graph analysis</a:t>
            </a:r>
          </a:p>
        </p:txBody>
      </p:sp>
    </p:spTree>
    <p:extLst>
      <p:ext uri="{BB962C8B-B14F-4D97-AF65-F5344CB8AC3E}">
        <p14:creationId xmlns:p14="http://schemas.microsoft.com/office/powerpoint/2010/main" val="546259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7ED40-790B-46FB-B6D3-C9EF9590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EE4E7-5B04-417D-8257-973EEBB2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From Hadoop ecosystem to Spark and web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B40EF-146E-4E4D-A603-186006BD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earlier modules lead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9DD6A-8C3D-402D-9DB7-7B8EFE6C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497B5-A1E3-4A70-BB12-7CD4CB4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F5196-0A17-4F88-8109-70566CD0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4C2AA-3010-4405-B145-27B31DCA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FBB15-EC55-49E7-AEF5-E172E89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71A86-5337-4CD4-9109-CCB7F69B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9A1AA-3E75-4E3B-9B2A-2DCF60C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HDFS stores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22295-B787-41EF-A9D8-617FE9C1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D4F45-D3F5-4AF7-8665-BB3ABD17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1565B-0856-491B-96C7-76CCA6B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Hive/Pig prepare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517A8-77C8-43A0-84E7-5399875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CA1C5-EDBE-4625-9C0C-DBB38D6E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27266-C05C-4557-BFBC-5D8C4C05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Spark analyzes fast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6C984-5133-469C-AD0C-2B5DD1FD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94C86-FF49-4110-A479-A123B78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88A13-D8DE-451E-9CF6-311D224D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Text/Web mining extracts patterns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CDB9C-F558-40EF-B96E-8B30286F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7E87D-63D5-4C4B-85BC-EB901128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424D8-7D77-469B-B2C4-A2A1008D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Graph analytics ranks links</a:t>
            </a:r>
          </a:p>
        </p:txBody>
      </p:sp>
    </p:spTree>
    <p:extLst>
      <p:ext uri="{BB962C8B-B14F-4D97-AF65-F5344CB8AC3E}">
        <p14:creationId xmlns:p14="http://schemas.microsoft.com/office/powerpoint/2010/main" val="1686033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B495C-FE75-48F9-B2B2-59902F4A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82B59-6A9F-40E5-9003-94AD9A14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Spark?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2921B-33F1-443D-811D-8AB40D73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Spark as a fast distributed analytics engine.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AC824-6A36-4C63-8B29-6C12A721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DA8A3-FE6A-42B3-B67E-CAADFE9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FBE3F-8E7D-468A-9B04-3A50C808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F9EED-1A8B-4DD2-9B1B-905C6B87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961F1-D657-471D-B41A-053DA8BF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D7CA9-98F9-4641-A91A-7D0F0AF8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Spark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F87D3-624A-40FD-B530-5EFEC78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Apache Spark is a distributed data processing engine designed for fast batch, interactive, streaming and machine learning workloads on large datasets.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97460-3395-456D-8137-11F02D58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573E0-9183-4F33-B3BD-B0F75EB4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Distributed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C31DE-26EE-408F-8ADB-0C5E59A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62B18-8CA0-4FC5-8BB6-DDF35A25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D746A-6A0D-458B-A036-67F05956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In-memory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1D157-38E9-4692-A18D-86868E46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B6A17-854A-4D4A-87CC-C001F0F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F8378-A4A7-4AB0-A272-0F0D0579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8FC42-9A16-4CA7-84EF-33F4A3F1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1A35C-6324-4AB4-A318-0B2D2297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7940C-56B2-4A89-A1E0-0B13DEB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Streaming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B1C34E-0DD8-47DF-93F0-FEDEAC2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61597-4397-4ED9-9465-EC9E04F5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1A6D3-32FC-461D-973D-B0DEC56F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1372859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74A07-AA2F-4468-851E-266F3CFB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CBBF8-9D37-4AB6-9C8D-E51D08E9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Spark?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077DA-71AB-4726-B15C-BAF8D9D4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Spark improves speed and developer productivity for analytics.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A52BE-B33A-4A0D-9FC4-BAAAAB01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83A80-D243-4E97-8CA4-E11199D1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09351-1E1E-425B-B41F-D04653AC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B7C3A-818E-4D0E-900B-E884E36D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9EA2B-57EA-4850-9190-D972A73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4E7C3-84C4-4E07-8625-75A2DBE0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F4339-B8AC-40D5-9A0C-337BFD66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675B3-8985-4A3C-B242-CEA8D890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In-memory 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00AEB-2C48-41E3-BE8A-7E4BBA4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Keeps intermediate data in memory for iterative jobs.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F0E61-7874-42F9-BFBE-4BC11D59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B55DA-8DD7-4969-90DC-28462972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8229F-39F4-4E29-AC20-D9C636A0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General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BD013-B3B4-4159-9530-5C3E85CE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Supports SQL, streaming, ML and graph workloads.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2DE06-EEF3-4F58-AC7D-0E46375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CF6C3-0050-4FD8-AFAE-B2FAE39B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7985C-3FAF-4A30-B147-824E5555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Fast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40E04-1975-4326-9EEC-6DF17FA1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Works with high-level Scala, Java, Python and R APIs.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301DF-3470-4E25-86E7-81ACB83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1B9F7-5D5F-43D5-8A1E-E9D9A449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F3EBA-2A8E-4A27-A795-AF1B30F5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Cluster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7CD9F-543A-4583-A5F1-0F7056F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Runs on standalone clusters, YARN, Mesos or cloud platforms.</a:t>
            </a:r>
          </a:p>
        </p:txBody>
      </p:sp>
    </p:spTree>
    <p:extLst>
      <p:ext uri="{BB962C8B-B14F-4D97-AF65-F5344CB8AC3E}">
        <p14:creationId xmlns:p14="http://schemas.microsoft.com/office/powerpoint/2010/main" val="868530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C211EB-014C-4A5E-9D85-159F670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25525-DDE5-44F4-8716-A29F3324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vs MapReduce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D8289-1D80-4144-8931-A4335A9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core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A7494-8658-48AC-A8F7-97C6BB1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7E3F0-153B-4D37-A664-71209CD1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9D027-A04D-4DB5-A4CE-FE7C4BAF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BCD25-3EAC-40F2-98F6-11D76C62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87F5F-4F28-4E6A-BDF0-09E348E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1DFC7-C692-4A65-9C3F-69E758F0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CD3E8-1F3A-4AA3-AA9E-1DF9FC63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723BB-48A4-4427-B1E4-344C048A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MapReduce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AD782-1E75-432E-8921-9D43A192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ECE5D-6C5D-4069-BA7B-4C10CAE5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95932-783C-4331-A35A-DAD7C53B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3C0B6-F99C-49B7-A5C2-6F3FBE4E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Spark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6F75D-73B1-4B91-8D6C-C87B14F0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E9779-2BCF-4797-BC30-96E0219D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62351-000C-4D3F-B1C3-DD326E13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0F1B3-A770-463C-B32F-CE18B28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Disk-heavy between stages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7260D-203C-49EB-A732-1AF3E3A6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6B2F2-BEAF-4B1F-BD02-5DE4314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3B3D2-14A1-4A03-9121-E3D14E03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batch jobs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001FA-EF48-41D3-9042-AE8162FC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48C5D-C82A-4CAD-AC69-C831005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44E36-F1FC-4773-9965-B3B6196D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Two-stage map and reduce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ACBA0-62DE-48A5-BC26-38AAD76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AE806-C679-4F99-AF9E-19E88449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053E81-398F-446B-8D3F-393A4402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More verbose programs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AC332-9CD0-4AE4-8D15-01ACB5FE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07160-BC23-45F2-BB34-56DAE91D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1AB48-E4B2-493C-9FF5-055DE066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Memory-aware execution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9BEDB4-5ACA-4815-B7AB-4C38A3AF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3AE3B7-B5E4-4E32-8E7F-C3758D2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A7E43-FF47-493D-A099-CFD8F6BC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Batch plus streaming/ML/SQL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61ADA8-CCD5-40E7-BA8C-325F26E8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647339-9F21-4E48-9378-13FB46AA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6E6BBF-BFBD-488C-9247-C42B1D7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DAG of transformations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AB1FF1-5C80-43C4-B69F-AFC8DCF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7141E1-AEE1-4857-A2E0-E5771BC5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7FCF63-CA35-4E41-A499-D9E8264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Concise high-level APIs</a:t>
            </a:r>
          </a:p>
        </p:txBody>
      </p:sp>
    </p:spTree>
    <p:extLst>
      <p:ext uri="{BB962C8B-B14F-4D97-AF65-F5344CB8AC3E}">
        <p14:creationId xmlns:p14="http://schemas.microsoft.com/office/powerpoint/2010/main" val="1088993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EF4570-8F1F-46E1-B76E-A2C1BEF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3F910-7F03-49A7-80D1-1856831A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ecosystem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BFFE2-C910-4940-81A3-09EF531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major Spark libraries.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55FA9-DB61-4388-8A71-699D999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B83BA-B57A-410C-8F0F-FC6D033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00409-A7D6-40A1-B311-D5CF59FF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193E6-B9F8-477B-B7EE-EA3265A7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DF50-5C12-4019-8ED0-D342411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8A3B2-AD8B-48B4-8933-D12577C5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0E506-5AD0-4BD5-9205-32EDEEE1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5420A-15AE-4AFA-A9E1-8D57243A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EE4F3-4DA4-40E9-B57C-E0B63E58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912A5-4DDB-49FE-9D1F-CB680504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Spark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0192E-4811-4153-968C-F44477FE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Execution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08BD7-03CC-461B-A4EC-41250BDE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66B1F-E7AF-45B0-9537-BC37038F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5F627-F94A-4CB7-A585-C9E236B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Spark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A3715-755A-45B1-A8F0-62386B59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Structured queries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4D90E-263F-4294-AEEF-64354162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BAEBC-CFB7-4EE3-96CC-531A078E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04030-B427-4008-B5B6-63B976B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Structured Streaming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58B02-EAE2-4CAD-A6C7-027985B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Streams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E111D-282A-4336-BBC1-16B1EE1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3F637-9774-4D81-9E0B-D35CB68C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9A63F-DCFD-4FFF-BF59-DEBA029C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MLlib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6C865-3230-49D9-B94B-4C09C09F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Machine 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05223-541C-4078-80A3-904205F0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ACBA9F-63C0-4F05-AC18-86744014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6C39B-47AF-4096-9B22-5FE0926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GraphX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9AE90-F907-4F81-ACB9-1F688991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Graph analytics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A33E13-C878-4AA6-9902-D7030F70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84211-6A1E-46EA-96F2-51342A32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EE0BF4-31E0-49DE-B325-AA773D8C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Cluster manager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171DC6-DECC-466F-9132-BB9D1DB9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19107993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5F2D87-E983-414A-8854-9F4FCCE4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37DD-D896-4F1B-99F2-4993E585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6838-9116-4D13-9EE6-3FCD896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driver, cluster manager and executors.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81BC4-88A3-4CF4-BA18-9EA9CA17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DF8B-F921-41EC-8976-030C2C75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CB718-4BDF-4E90-9DB6-9A154D5C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DFFCE-F214-4EA1-A10E-F6C83A3F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70F5F-D32B-4C1B-86FD-619E92B7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55736-7715-4D51-8612-1E908F69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8B1D0-42EE-40EA-856C-33331A65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566AE-288B-4CA4-A20B-D2E0A7DF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1F4C3-5775-466B-95B5-1B9D0FB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FA318-F85A-4526-97A7-391F1FBC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Driver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F3F1C-07CE-4B1D-9C94-020F010D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Application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BECB4-22C5-4424-8543-A7924594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7269C-176F-45F8-82DA-AF27B98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ED45C-A004-4879-9545-81FBC8D6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Cluster 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23706-1AF2-4DEF-B1E2-015476BB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Allocates resources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844DC-AFC0-4713-BFD9-994A4FCE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D6B13-A8AA-4107-A9D3-6BBA768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08879-306C-47FF-8B26-0232F885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Executor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3EA98-9668-4D1C-8FB2-068B8C35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Runs tasks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FDB0F5-B3F7-44C0-898D-379F7331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CCA02-5B2D-4FA1-94EB-8EC0AD25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4F565-8AB0-4BCD-8EDF-B9831B46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Executor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E7906-9C89-42C8-B9D7-D163E78A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Runs tasks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DEEB7-4BE2-487B-8B0F-EC083D12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39B44-7AE0-43DF-8351-6DC3C444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28434-AF67-4A0A-A624-6F3B9B5B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Cache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AB73C-5DF5-4D89-A521-73C8EB4A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Stores partitions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C20D43-AF7F-41EB-827B-0900F354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F36A34-3396-4E0A-83B9-0812252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78528-0569-4330-A202-0632EC6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Storage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A10C46-FB90-4CBB-B7AA-39B976D9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HDFS/S3/local</a:t>
            </a:r>
          </a:p>
        </p:txBody>
      </p:sp>
    </p:spTree>
    <p:extLst>
      <p:ext uri="{BB962C8B-B14F-4D97-AF65-F5344CB8AC3E}">
        <p14:creationId xmlns:p14="http://schemas.microsoft.com/office/powerpoint/2010/main" val="69811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2B897-D99B-40AB-A5B2-D642DAB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E2C08-4CAC-4F47-8833-610D60C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application life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831A7-B42A-4D3D-B63C-878C602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execution step by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52D91-DA41-45CB-8F4B-08FBB2C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08773-F1A0-40D8-8F7E-F13A6EFD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367AF-CDBA-4A49-8E48-F6D6287D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226FD-AF93-4DDB-A9FB-E4251F10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07E65-01AA-4A18-A4B8-C2EFAF7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C46D4-3384-49CC-9BD2-5F220AAC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C5E2A-45F7-4580-94BD-197FFF36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Create SparkSession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843D1-ADC6-4998-AF33-E25D6B91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C13A4-CA62-4684-B18B-9A85130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54786-8142-4EC1-8B23-07E44D78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Read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D0837-758B-40B7-89D1-D550BC5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7CD4C-E96B-4226-BB6F-1598E7D1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29378-37B2-433C-802D-5AD269C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Transform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AAE90-F1FD-4733-A816-E07A181C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938E6-E8E5-4E55-9FAC-1068EF7A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F7A3A-8A62-4D84-ADCB-10591286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Trigger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34267-0B7B-4F57-9175-6DE0DC5A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62A78-E3AF-4551-816F-57A02FB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857E2-9069-4AAE-B014-5BC1767B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Return/store result</a:t>
            </a:r>
          </a:p>
        </p:txBody>
      </p:sp>
    </p:spTree>
    <p:extLst>
      <p:ext uri="{BB962C8B-B14F-4D97-AF65-F5344CB8AC3E}">
        <p14:creationId xmlns:p14="http://schemas.microsoft.com/office/powerpoint/2010/main" val="14693650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73FF5-72C0-4ED1-9C80-E0945F0E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F1A36-3B81-4304-9217-F132B944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RDD, DataFrame and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3191D-ECE5-49D4-AF22-EC74C676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core abstractions.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2903E-D6C4-4E8B-928B-AEE8BFE3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F6860-F532-40E0-82F2-8C8257F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BDA2E-4659-4634-83F9-47C209D4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A3CE6-0089-4F1B-A989-40D317B1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51B51-6B97-4704-A15E-E898ED5E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F406C-974E-41FD-B88D-82713702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F90B1-F96F-420F-8EF0-569143C9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E1656-F9F6-4990-A93B-09CEBFA1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RDD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37B11-910D-401D-B0B3-EB4CC59D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Low-level distributed collection with transformations and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B4523-6741-4521-AB91-F6B08DC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040DE-37C6-4632-BA1F-D62C6C3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BDA80-3137-48E5-A6B2-46CF92B8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DataFrame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00473-5A45-46A7-914D-596EDE5D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Distributed table with named columns and optimized execution.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31D27-9BD6-4AEF-BB8F-148B31EC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60BB3-BA97-4524-860C-B8A681B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9E486-6CD5-4559-9DCD-B9D650C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E9270-E3C3-48C7-845E-AFBCB0B0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Typed structured abstraction available mainly in JVM languages.</a:t>
            </a:r>
          </a:p>
        </p:txBody>
      </p:sp>
    </p:spTree>
    <p:extLst>
      <p:ext uri="{BB962C8B-B14F-4D97-AF65-F5344CB8AC3E}">
        <p14:creationId xmlns:p14="http://schemas.microsoft.com/office/powerpoint/2010/main" val="305242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C40E0-8259-46AC-AC61-1ADE41C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6E390-DF58-45D4-9788-B0926D4F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Transformations are lazy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6C356-AFA4-43CF-B44D-0FE34F8B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delayed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28E5B-8718-4274-9EE3-053C6A77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1929A-50CD-40EB-972D-61DF7E9F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DCD28-782D-4663-A53F-9F8F5136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FD387-2932-40C1-B6CA-1921A43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E0DAC-37E0-4752-9D16-F0CD2E8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77EC1-5D09-4CB3-9506-6C95B86A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Lazy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78D0B-7398-432C-9306-12A2F5B9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Spark records transformations as a plan and executes them only when an action asks for a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76D5A-029E-4584-8E70-95F584A7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4D5BA-D353-411B-93F3-F4AD8EED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57652-E4A6-4E73-9B23-11979F43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31772-B801-4B7E-BB6A-2794FCA6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3C146-09DC-4BAA-B775-7B487FD8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45AA8-11F4-4CAC-A712-BFA729F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1EA17-29B3-4D62-AF66-8D53870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0D855-94CC-4A20-8E8A-8E1535E1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Transformation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46B83-514F-40E2-8B90-ECEAD891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C988D-E6CF-42DF-A9A4-3E65F65A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D60C3-A8CA-4E78-BBD3-61B4EEE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7FBDA-9BDD-434A-9121-55E4E233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A2F1E-C0D8-4E05-BB99-50F13868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07900-B034-4694-A40A-69EFC967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925894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F9A614-32CA-4927-B7BE-B8E18A96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3BF30-D435-46CE-A023-D8317B5C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Transformations vs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88EDF-6239-4E76-BCC7-3A5F51F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examples students can remember.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43D17-A15C-4FE7-8ED2-0635ADD7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3FDF0-D3E5-4DA3-B3B2-47BA3B88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6C9EC-59D7-4549-8238-EB75871B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A4EBB-7439-4D4A-836A-0D50316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65CD3-473A-4077-8F0E-68DF1CAA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FCB6D-FC02-4218-89DF-B30FEA66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65B0C-A195-4A7B-91C3-EA66FC7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E4377-02CE-4E1B-99B0-F10DA685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Transformations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0B860-31E2-488F-8061-636D8F15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792D1-E0D8-452A-9FE7-74A14C86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B4C82-9E8A-45CF-A98D-C62EA774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1EAFA-D708-4F92-846B-5678424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812AD-AFF7-4905-9FF8-EC30A9AF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C33F9-D34B-4B23-9D16-1B7A155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728A4-CF9B-47C9-92EA-5DF72EA2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0CDC5-39E8-4A58-9D47-6535602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select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64536-6067-41D4-B239-92EC2B42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EAFD6-9947-4AAD-B49E-785FA617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E3C68-0369-4176-916E-0C96DCE2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filter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E0BE1-069E-4626-BEAA-0092E3F8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E1AC0-75D7-4197-84AE-4D7A0EE9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33475-7CCD-486F-AA3B-C7B2BAD6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09D6E-01B3-4D3F-B01A-31A44FB1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310E5-68E1-42B2-B034-799ACABC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870F3-1FBE-4DED-9C97-FBA0894A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groupBy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7F28B-D9CC-490C-9951-93BE3801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6726A-D784-4B4A-B50A-C9B5375D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ADF3C-605C-4CE1-B599-36C8411C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join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9141B-5ED4-4994-98FC-63C5C32B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190F9-E58A-479D-96FB-5EDCAD31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C496BF-CA02-43AC-A2EA-F169B175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show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29811E-7287-490A-9605-BD63D913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26C7AB-B6B9-47FB-AB5E-8F0CE96C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A1B2CF-1750-49C2-A9B3-59372FA4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count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EF895A-D9F3-4893-9C69-9DCF96DB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23AA0-4989-4FF2-AC2C-36B5C131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8FC467-DD9A-4039-9392-93928AEE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collect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D3A408-0236-4559-97FA-B280EC6C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580FCE-7FC3-4487-8FBE-C648D10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705444-7440-420E-9412-D0F4FEA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write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611E45-CE6A-4276-AEAD-C71033EF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0F24C9-078D-4888-910F-31B3428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25D32A-60D8-476A-90C7-E18D257E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take</a:t>
            </a:r>
          </a:p>
        </p:txBody>
      </p:sp>
    </p:spTree>
    <p:extLst>
      <p:ext uri="{BB962C8B-B14F-4D97-AF65-F5344CB8AC3E}">
        <p14:creationId xmlns:p14="http://schemas.microsoft.com/office/powerpoint/2010/main" val="3262708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BFDE0-B715-43BC-8DA6-51BDC5F6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05F2D-C72E-400E-A0B1-DF583380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word count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A5A9C-E1EE-4852-9755-82CDD37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to the syllabus practical style.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8586-6638-48A8-9167-DBC1B0C9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9A5E9-8183-452D-9FA3-70200FFE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9361D-6AE1-42F1-817C-6E60078A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E360E-1B1B-4A90-A49C-8EB75C33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AF1A2-22FB-4B24-AD56-03DC170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523F7-D1F8-4DAA-9916-10B6D758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EE52D-11DC-40C2-9295-98265D7E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text = spark.read.text('hdfs:///input')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words = text.selectExpr("explode(split(value,' ')) as word")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counts = words.groupBy('word').count()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counts.show()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E14E7-FC09-48A5-A926-724D17C6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8FFC0-2C82-488B-94DF-279C0A1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D2771-A26F-47B1-AA30-26E9C70F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Spark/Python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51672-23EE-481B-9AEA-3CD309E3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code as input data, transformation steps, and final action or result.</a:t>
            </a:r>
          </a:p>
        </p:txBody>
      </p:sp>
    </p:spTree>
    <p:extLst>
      <p:ext uri="{BB962C8B-B14F-4D97-AF65-F5344CB8AC3E}">
        <p14:creationId xmlns:p14="http://schemas.microsoft.com/office/powerpoint/2010/main" val="9669988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636FE-9BB0-4F87-A9D3-76D1E29A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E6EAA-338D-4D97-86EC-70E6A896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Data analysis with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32D78-B4FA-47C7-BE65-46FBCD6A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analysis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09621-EB1A-4E5E-8612-3AC24B28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10E29-7888-4E18-9CF2-4C36641F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03492-C4B2-48C2-8AE4-F7277DA6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212A6-6298-45F8-8AD0-74DE3753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DC0FA-6CE3-45E2-8192-3335468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BD6C3-00A6-4A6C-B1E2-DE94068A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85FD7-DC2A-4337-B15B-DF7E6D48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Ingest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11E65-97A3-4783-B514-BEA3E8C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EB198-8509-42DF-9C31-FD40B27F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22A37-44CB-4B37-9CFF-4D382FD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Clean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B21AE-FC20-40FC-842D-69ACE6EB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A27DA-4135-4886-82BE-D2E5A1E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588EB-79A3-4036-A69A-01079789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Explore patterns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02017-B8FC-4533-9D3E-E1CB73CE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FCE5B-F264-4B8E-80BE-26CE339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59352-E8A1-4CBA-9C01-A6F7DE87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Build model/query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80C34-5B83-41C1-BE76-76335B6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7568B-A537-490F-97ED-93D9B7F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43079-B516-4DCC-B453-91907E96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Visualize or export</a:t>
            </a:r>
          </a:p>
        </p:txBody>
      </p:sp>
    </p:spTree>
    <p:extLst>
      <p:ext uri="{BB962C8B-B14F-4D97-AF65-F5344CB8AC3E}">
        <p14:creationId xmlns:p14="http://schemas.microsoft.com/office/powerpoint/2010/main" val="8913551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F5B2E-1D6B-4688-9D5D-CCDB0417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B83D-FB15-49C6-81CE-50A9F7EF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SQL for structured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2C85B-D23C-4D5B-8EC1-55F36D0F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SQL-style analysis in Spark.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2685C-FFB3-4463-9CA3-5335C1F8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F6A28-1356-436A-BD60-8523244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82F79-B102-430A-84D8-41F44FA2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5C639-F7CD-4394-BEC7-442D7399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994B0-0D37-4E7C-AAE9-4E5507A0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334AC-0F45-41D5-916B-5754954B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0F9C3-3F43-4F16-A63D-0EA0A49D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df.createOrReplaceTempView('students')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spark.sql('''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SELECT dept, AVG(cgpa) AS avg_cgpa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FROM students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GROUP BY dept</a:t>
            </a:r>
          </a:p>
          <a:p xmlns:a="http://schemas.openxmlformats.org/drawingml/2006/main">
            <a:pPr>
              <a:defRPr sz="1725">
                <a:solidFill>
                  <a:srgbClr val="FFBF69"/>
                </a:solidFill>
              </a:defRPr>
            </a:pPr>
            <a:r>
              <a:rPr sz="1725">
                <a:solidFill>
                  <a:srgbClr val="FFBF69"/>
                </a:solidFill>
              </a:rPr>
              <a:t>''').show()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9F308-D4B8-4811-B336-A59AE196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E7AAB-8CEC-48E7-9757-F7434056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B58D6-F144-4C47-8EEC-EB1B9074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Spark SQL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34E31-DDCA-46F5-8DAE-36241ABB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code as input data, transformation steps, and final action or result.</a:t>
            </a:r>
          </a:p>
        </p:txBody>
      </p:sp>
    </p:spTree>
    <p:extLst>
      <p:ext uri="{BB962C8B-B14F-4D97-AF65-F5344CB8AC3E}">
        <p14:creationId xmlns:p14="http://schemas.microsoft.com/office/powerpoint/2010/main" val="17644458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26B68-8300-4A2C-AA94-1DE51B20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428B9-8175-4639-A20B-32C0FFC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MLlib supports scalable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565ED-5244-4D80-B40A-C788538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ML at a syllabus-friendly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0F88F-9C48-4AB7-8F3E-787578B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C60F3-7274-48B4-B20A-4C6866ED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1C5C1-89AB-4371-9F0D-0B50938A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E328A-08DF-4B4F-BC31-BACDFE75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F1920-DFB0-4645-AE36-720F51A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87C35-CB78-48B9-8A98-21393DCF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C2130-2A8B-478C-A9D0-9FD212F8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04714-2F42-477E-AC7D-4E347797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CC210-B03B-4855-8C48-C6B21BB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Predict a category.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F72C4-DC1F-43B2-964C-127BF88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90F1A-97FA-4B1E-8662-65D64952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6CD7B-2862-4BB9-A101-7488045B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33573-8DA3-4633-BBE2-4136B076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Predict a numeric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9E2A9-64AC-4001-8062-B10EACE3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63DD9-6B21-44A3-8C16-3CBE5A14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410B4-3221-4B6E-AE58-C0459216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Clustering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6ECC1-A22E-44DC-9CEC-D859B0C1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Group similar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0CC64-58D9-431A-9347-EDF2B57D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648D2-572E-438F-83F7-F535951A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99CF0-6745-4625-808E-4A27DAC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Recommendation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534A3-4A2D-4474-A5E3-A7E6B584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Suggest items based on patterns.</a:t>
            </a:r>
          </a:p>
        </p:txBody>
      </p:sp>
    </p:spTree>
    <p:extLst>
      <p:ext uri="{BB962C8B-B14F-4D97-AF65-F5344CB8AC3E}">
        <p14:creationId xmlns:p14="http://schemas.microsoft.com/office/powerpoint/2010/main" val="14364085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B63AF-ED56-4C18-944C-CF45F32D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1C3F2-8F2D-4595-99F7-2F81BF8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use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DE893-5D6A-4B3E-BF7D-4EF51E6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Ground Spark in real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6E7CF-1AEE-4F06-BB8E-D49C3EE8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C0A19-8059-4EC9-98E6-7B84FE68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9294D-25C4-4D00-89CC-5EAD544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1ABDB-C419-4908-BE2D-A3BB0DC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B23EB-D205-4D7D-BD1D-DE11BDD1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B3E22-16E5-4BC0-B531-59E7525D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2FB7A-9BC2-47D0-8ACB-8554BF78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25AC-9A8C-40CD-9056-0E9E429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Log analytics and dashboard pipelines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2962D-7A97-4CDF-A349-39CF4E71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DE023-0AF7-4E1B-A69E-FBE4A259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7356A-4C91-46E2-B4BA-8D3722D0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Recommendation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CFFFB-AC2B-4910-A8CA-1D929473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E2F72-FB7A-421F-AF59-C375A7E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AB8FD-1EBD-4A78-B76D-032980F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Fraud and anomaly detection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836E7-E4AB-4343-BD64-5FCC71D2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9B8B0-97F5-4C95-B4F0-819C04F6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37CE0-8FD3-4328-83C3-04CA65E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Streaming sensor or click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95E6D-B926-45E4-90CC-25AAA82D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88A78-66C2-4ECE-A407-ED6BF703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E940A-E5F8-43BE-B559-11FCAA6F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Large-scale feature engineering for ML</a:t>
            </a:r>
          </a:p>
        </p:txBody>
      </p:sp>
    </p:spTree>
    <p:extLst>
      <p:ext uri="{BB962C8B-B14F-4D97-AF65-F5344CB8AC3E}">
        <p14:creationId xmlns:p14="http://schemas.microsoft.com/office/powerpoint/2010/main" val="19670529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FCBF2-12FA-40EF-887B-B21C65CE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CD5FF-FE30-4636-8AFE-9EFB3DBB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Common Spark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094D1-26C8-4789-AE6C-837FD13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shallow understanding.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39DD6-1CA0-49DD-97AB-AB3A951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3536B-F54D-4808-9528-7F60CE3E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40E20-A14A-4D02-80F9-5B4DE541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0EBF2-B27D-404E-9B78-7DCE3DD4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FC30B-1467-4BF8-A13E-A24FD95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09441-EC7A-4CB2-AB30-B1CD498B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79F9D-7937-45BD-9192-29306C9D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7234F-D808-485D-A622-17418236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Thinking Spark is only faster MapReduce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BA108-BD42-451B-8E58-28C6861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07503-AE8D-4DAE-A458-4DB8475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3D940-A254-4AB4-B065-D7EDD7B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Calling collect on huge datasets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A2F69-D2A7-438C-9AD5-75D77481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8077E-B0CF-483A-874B-EB178C2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87DB9-5667-4053-9D97-90FD1DFC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Ignoring partitioning and data skew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A1154-2E13-4D3A-9B50-54FD25E9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32816-A369-488B-AD63-7EAD5951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7AA0E-BB3C-42DE-8691-936C89E4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Confusing transformations with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B2457-3863-41AA-99C3-8F07FE12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27A4E-911E-4427-8F15-AAE4171E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865EE-59C6-4310-B336-D97FF9E0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Forgetting that memory is limited</a:t>
            </a:r>
          </a:p>
        </p:txBody>
      </p:sp>
    </p:spTree>
    <p:extLst>
      <p:ext uri="{BB962C8B-B14F-4D97-AF65-F5344CB8AC3E}">
        <p14:creationId xmlns:p14="http://schemas.microsoft.com/office/powerpoint/2010/main" val="16037905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1B65A-C363-4AB1-9C69-AC799A2A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9E9B0-782B-4F15-96E4-7BFA7CDE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text mining?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E0EA2-D61D-4EDC-9EDB-C4282940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extraction of useful patterns from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B6249-73D1-4E1E-8EEC-FBC526C1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E6F96-3224-4678-B7DC-667C3609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2FE10-9888-444E-B2AC-F590FB4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04974-77AC-415D-875E-76A6E599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018D9-4B04-4306-911A-6CEF0F2E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E1264-B2FA-4EFA-B51F-B82632B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Text mining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5CAC5-5D22-43E1-A8B5-D3B1347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process of extracting meaningful patterns, topics, sentiments, entities and relationships from unstructured text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C7691-FBED-47D6-B32A-EEEC1DD1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B5063-37AA-456E-A336-E798F2FC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82C70-138C-4F49-BA2D-DD5DB882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FE6A6-E948-418F-B6B6-82AB9939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6078D-4744-4022-8122-5508721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A1A26-59CA-441E-8298-D75D0C0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04D60-0CB7-46CC-9A12-4A7F2A63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57550-4907-4BA0-A1BD-C5AE0B42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3A0E4-599F-477E-ABD6-CFBAEEC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CF84B-997C-4A21-A8BC-565B7B62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34A4E-2AC8-44A0-8BD7-3F904F7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Patterns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8A515-BA3C-4543-8060-C6642F17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70C8E-F6AF-4CBD-9E4E-48E4ACC9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74FAB-E12B-4AD2-B0ED-FDF6A56E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Knowledge</a:t>
            </a:r>
          </a:p>
        </p:txBody>
      </p:sp>
    </p:spTree>
    <p:extLst>
      <p:ext uri="{BB962C8B-B14F-4D97-AF65-F5344CB8AC3E}">
        <p14:creationId xmlns:p14="http://schemas.microsoft.com/office/powerpoint/2010/main" val="20544756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DAD72-E08B-4938-8352-11F80D7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A939B-A135-4AB1-ACCE-9B615DEA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text mining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545D1-D432-4A9D-9583-E0877CA8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Text is one of the largest unstructured data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43AC2-94E5-4909-88CE-EC3ADAD6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59979-6F4D-4E7E-8FE4-B4C2C3D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77EA7-9D87-4D3D-B3B0-350688C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EC15D-2744-4A3B-875C-CE0FA116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C8BFD-AFA7-4CE6-ACCC-D6245C2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DED98-94C2-46A1-8263-B0370025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7069E-0F12-4F4E-BAC4-EADCD9F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FBE77-1537-4C5C-85FF-5D91891E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Most human communication is text-heavy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823AC-ACDC-42C9-A488-0402EDC6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7B3FE-E9CD-4A48-B8DD-98E0C4F3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A9B49-2AA9-4FF3-B575-38D9F5B5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Manual reading does not scale to millions of documents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F1B5C-719D-4CA2-A2CF-BF241B19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1468B-164B-4896-A226-04CB9E30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13439-5F55-425B-8C63-10A997AC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Search engines need indexing and ranking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95733-3B4D-4BA2-8EB0-B1C551C0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B3BCC-226F-446B-B6DA-B421F8D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E00D8-C467-4D0B-B8AD-71C50EB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Businesses analyze feedback and support tickets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0E6F4-A0F1-4753-B9B5-E88CCEF7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84DBD-A78C-41EF-BD90-2AD010F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07AB2-F5C4-49F8-9052-563435C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Security teams mine logs and messages</a:t>
            </a:r>
          </a:p>
        </p:txBody>
      </p:sp>
    </p:spTree>
    <p:extLst>
      <p:ext uri="{BB962C8B-B14F-4D97-AF65-F5344CB8AC3E}">
        <p14:creationId xmlns:p14="http://schemas.microsoft.com/office/powerpoint/2010/main" val="6801157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234CF-49A6-4B1A-B307-FC013C91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592DB-3F9F-46A5-86F1-9570B597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Text mining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C52C9-F135-44B1-8F24-33EB7836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working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D77C8-B265-4C40-BF3C-CDBD9A2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3FB1B-8324-4E10-907B-F3306EE6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BC627-9D14-4385-96B4-D2B0EC97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253B0-4431-4B67-B6BC-BA494879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F2BD9-339D-4D1C-81C0-FB2244ED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E636D-F623-4AC9-BB60-2ACE5DBA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59479-50AF-4C9F-81B2-32AFB321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Collect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A7C6F-8577-4E64-BBB3-C74B79BE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0F094-BEB8-486D-AD47-1BC567A2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3FC98-5A3B-4C4D-9725-44ACFA4B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Clean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C9B60-9337-48ED-9CE5-8B5A109F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384C6-EB11-435F-B00F-35F124D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3E4A0-2A73-42CB-8654-52D6D087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Tokenize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2E1FB-1991-490F-B15F-5A9F9812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07455-07F5-4C9C-AFBB-09BD1927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2D5B3-2505-4777-BC33-486E3B04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Extract 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48A4B-E59B-462B-8BEC-44A55B3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19D18-B566-4BBD-90EB-882389E1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AAB87-BC7C-4035-9C24-69C46E21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Mine patterns</a:t>
            </a:r>
          </a:p>
        </p:txBody>
      </p:sp>
    </p:spTree>
    <p:extLst>
      <p:ext uri="{BB962C8B-B14F-4D97-AF65-F5344CB8AC3E}">
        <p14:creationId xmlns:p14="http://schemas.microsoft.com/office/powerpoint/2010/main" val="10063211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B9BAB-64C3-4E27-BDFE-F93D24B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98C77-4666-4F46-A3A2-9E33C57C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Preprocessing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9A25F-7CA9-43E8-99F5-611AEACA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cleaning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E09D6-92C8-4D47-9F97-0CF430A4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FA572-14F8-4BD2-8D6D-C5C7B93B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226DF-A11F-4330-B9BD-8B142B02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87C1F-C929-4AC0-8478-CB253C3B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C7901-D28A-4B13-8DF6-CF771C4C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60DEC-57A3-4A1E-9098-BE28C287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16878-4729-481F-9733-54C8FC5C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CD557-8DAD-45E4-B9E4-B5D440C4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Tokenization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4B80D-8930-4CDC-9496-4F7E804A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Split text into words or terms.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74F3B-1F65-4EAE-9C44-886DADD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8634E-89EE-4970-B45E-81F06CAD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FAB84-2AAE-4ABA-9A36-E16A252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Stop words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8E991-412C-4F12-A955-337B1154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Remove very common low-value words.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0870D-6C64-4EB1-9EF4-C4B50BE5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ADA17-111A-4EA4-A780-9FE81D4D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C56C2-86F9-4331-91ED-7604B55C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Stemming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91F64-1599-4FBF-BD64-1B866BA9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Reduce words to root-like forms.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1B840-E208-45E4-8E1C-BF4E4C4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70D00-F901-49DF-917A-5AFD4826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8ED30-486F-49FA-A6E0-DC7C277A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Normalization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69F08-C54C-4E1C-A6B0-49AF6584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Lowercase, remove noise and standardize text.</a:t>
            </a:r>
          </a:p>
        </p:txBody>
      </p:sp>
    </p:spTree>
    <p:extLst>
      <p:ext uri="{BB962C8B-B14F-4D97-AF65-F5344CB8AC3E}">
        <p14:creationId xmlns:p14="http://schemas.microsoft.com/office/powerpoint/2010/main" val="11796855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A997C-7E0D-4114-9144-875594D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D9CF3-0914-4040-A47D-5C906FC2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Document-term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98FE4-D170-4CAD-B9B3-B5D7EC69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text into numbers.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42F62-4606-4984-9F69-65D04898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4D064-30AC-4052-B2D0-DB13D0B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6D63D-2E24-473C-A8CB-177BA540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38FE0-02F0-4F4C-9280-AC68AAD2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A680E-9DED-41F4-BFF0-FC96A1AD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E2A65-CA00-45FE-9D3B-F09A4F17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Document-term 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2B3E4-C14C-497C-B382-A3D9569F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table that represents documents as rows, terms as columns, and term counts or weights as values.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CA6B4-992D-4480-907D-41DC18B1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B4D18-22B2-466B-BC11-842FF61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590B9-BD34-43D6-A99E-35DFC311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0AC32-2F27-449F-A92D-29AFCE46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3E53A-1153-455D-9681-1EFAAAAE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Term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13177-0B3D-47AC-B1FB-656D3BE2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3D741-FE60-4580-9781-CA42DB90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3F4D4-51F6-4351-9099-A08528A5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BDE2B-9136-4297-A633-82015C74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A17BB-D4A9-4929-8895-3773FF59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388E6-97A3-4E43-B35F-DF65BEE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89E1E-DD82-4C51-9EDD-E91521C5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523BF-AA29-44AC-9829-DAF6C015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0341C-3F96-4B3B-8326-AAF465A9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Feature</a:t>
            </a:r>
          </a:p>
        </p:txBody>
      </p:sp>
    </p:spTree>
    <p:extLst>
      <p:ext uri="{BB962C8B-B14F-4D97-AF65-F5344CB8AC3E}">
        <p14:creationId xmlns:p14="http://schemas.microsoft.com/office/powerpoint/2010/main" val="18770127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FD186-0230-48E2-ADFE-4041ABD1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36485-6829-4BDF-A27B-C553481B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TF-IDF gives important words more weight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5C832-A18F-414B-A87A-D058201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 key text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B90D3-2AD6-43D1-ABD7-94D395D4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6550B-792D-476D-B198-F4F3E262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56EFC-BAE9-4BBF-ADE1-3E83AEA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9BACA-8A42-461E-8CB0-EABE88E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A283E-49CB-4320-B207-9328B54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A0A24-5424-4B65-9D93-0FD3CCFE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5DEC-4546-4C53-A29E-37BAA632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Term frequency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6F026-76F3-4578-A813-ED48FFD3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0D1DC-A306-47D1-8F91-B2E7C41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DB2A0-FB60-46AD-A311-06AD1D40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Document frequency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B7A9D-79B0-4EA6-97CF-F21E364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CC96A-4A78-4987-A8D1-8492B32B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B3E92-B3F9-4A8F-9C1B-AAD56DA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Down-weight common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01BE4-3192-4003-9C64-4FD9620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BC89A-DDBC-4A7E-A296-9640F5F1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06F76-7E90-4DB9-9EDA-8AE372A5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Up-weight distinctive terms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5D1D7-5FF0-4EDF-A8E1-81217073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36903-803E-4F7A-A5DA-49C74208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885C5-069D-411C-9A52-2AC29AEE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Feature vector</a:t>
            </a:r>
          </a:p>
        </p:txBody>
      </p:sp>
    </p:spTree>
    <p:extLst>
      <p:ext uri="{BB962C8B-B14F-4D97-AF65-F5344CB8AC3E}">
        <p14:creationId xmlns:p14="http://schemas.microsoft.com/office/powerpoint/2010/main" val="4287698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F7BCE-AF2D-4426-9DF3-C276AF9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0BDF0-F1D9-4D22-90EE-A44A6614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Text mining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5974E-5089-490F-AC12-522F4F8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common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FF7D3-E3A0-4AEB-A97B-27DF9B5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F6A36-40CF-465E-BD32-6AF24098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E1260-6BB9-4986-A93B-A3247E70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61CB3-DF6C-4A15-AE7C-2892EE52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89E2A-E13B-476D-8A6D-E660C98F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65055-B84A-4183-8654-43633A86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82DE8-0B4D-4EB5-A8A6-BADAD06F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DB2B3-CCB1-439D-8C22-A213D2E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7D629-60FF-404B-81F6-3D75DDD8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Assign documents to categories.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95C1A-C33D-4413-B2EF-2BAA5987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50DC8-6DB2-43CD-9B59-41A8047B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FF39C-F714-4062-B5DA-F0437D14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Clustering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289C8-7AFF-4C86-92B1-3DE3D752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Group similar documents.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66476-AE49-4FE7-9C92-4AEFE3B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64E6F-D08F-4F4E-965B-64DB99F1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E49CF-6501-4E44-BB73-A15DAFA4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Sentiment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8CD04-7588-4712-8E68-15AC43E5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Detect opinion polarity.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93646-52AC-4544-A923-E5F49E93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10A7C-A959-4E26-B89F-CDB5DA0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2CDEE-2286-4F49-B22B-CA7E5E11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Entity extraction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872BA-FC66-44EB-8478-16E56CEF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names, places and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984885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C942F-A87D-4A8B-8DE7-43CDBAE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0CD9E-17B8-457F-B6BF-FEE86356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Text analytics example: student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44F71-CE0D-4E16-8F2B-6711D023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Apply the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E6EEE-CA42-46AA-84C4-397B9910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9E610-8C99-45E6-94F7-831FB4A8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426D6-57B5-4716-A0C4-7FB84EA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57201-0820-4D81-A446-2F7F2E77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F34CF-F652-47EC-B5FD-A6148D65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A97FE-7135-4057-95A8-B5BD592D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A58DC-A2B8-45D5-842F-E627DC55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Feedback forms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668C0-DBFD-49DA-B304-B27FC25A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6D1BD-9113-4771-B66B-3205B87C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C2693-62B7-4037-9A05-66243B26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Clean comments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0504D-E440-4335-9147-28E6F006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B3ED9-2651-4BBF-9B10-D56796CE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E50D4-DD0A-4E4C-AA78-690E6CED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Extract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84A37-D6CA-4446-B4B3-5E76FEC9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3698C-45C5-4C2A-BE0A-C7947F1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C8021-C00B-4BD4-9C5A-07E7DF3A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Find topics/sentiment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5D47C-F18F-442C-BDED-1E70E90B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79371-DF93-405F-AFDE-51B37849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D5FB4-0ED8-4F8B-B009-E431BB0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Improve course</a:t>
            </a:r>
          </a:p>
        </p:txBody>
      </p:sp>
    </p:spTree>
    <p:extLst>
      <p:ext uri="{BB962C8B-B14F-4D97-AF65-F5344CB8AC3E}">
        <p14:creationId xmlns:p14="http://schemas.microsoft.com/office/powerpoint/2010/main" val="138328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1971F-B58A-4B68-BBD1-9DF9F0CE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7E543-92FA-4B22-89ED-6DACEC79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Challenges in text mining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B81B3-FD7E-4339-BE4E-C11E38F1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limitations.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49D2-8EA3-48E1-8493-A47A413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EE427-3570-4BD4-99F5-96FFB03B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EAE1-E97D-42B6-8E4D-D8DF4A58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3ECB9-22CC-44E8-B0EB-E98FC40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Text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03AB9-E9ED-4909-BE4D-3D5FA448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410A2-7773-4571-B51C-7C3161E1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DAF1F-E342-47F2-829F-C828E9BF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83018-6E0E-4932-8235-AB6C55C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Ambiguity and context change 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DFD73-9A6A-43D4-B3E1-476366A9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81DEF-DC8B-44C2-AF8B-47774346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B5456-EB2D-46C9-9FEF-26818405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Sarcasm is difficult to detect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61659-C2D7-45D5-A241-78D7EF32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EAFD8-E5F7-46FC-82C8-1270E03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B5F81-F445-47E8-BE2A-2D852CF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Languages and spelling vary widely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F6ADF-2C22-4AF9-9EB3-C4B61F5A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87D74-8C3A-48BD-895A-C1BC2B9D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CED64-1848-4FE0-8309-0770033B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High-dimensional term features can be sparse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10F7E-F5FF-4D1B-8CA2-BE8F5FF2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CE62C-1BB1-44CB-AE9B-11212AC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51625-FCAD-4EB0-A521-028D08B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Privacy and bias must be handled carefully</a:t>
            </a:r>
          </a:p>
        </p:txBody>
      </p:sp>
    </p:spTree>
    <p:extLst>
      <p:ext uri="{BB962C8B-B14F-4D97-AF65-F5344CB8AC3E}">
        <p14:creationId xmlns:p14="http://schemas.microsoft.com/office/powerpoint/2010/main" val="21221358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94C3D-26F9-49AE-93F5-12D27A8D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FBC2-B294-48F1-95D8-99351B0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web mining?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0E6C2-AB24-42FA-AADD-21A8C29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mining useful patterns from web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E721C-0E82-4B75-9F52-382166F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0A6FB-DB51-4B50-9923-4E98755D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BF450-A030-4A68-A5DB-8C2C05E4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F427C-CE41-4F8B-80B3-91967DB8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1CE65-853E-4BE0-B46E-E0DB029F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B5501-1260-47DE-9A78-FAA0CBCE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Web mining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277B5-69EA-4359-AEC5-0088DD25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application of data mining techniques to discover patterns from web content, web structure and web usage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12594-51C7-4279-97CA-DB5473F6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9BA8B-85CC-4954-9CE2-57A861FF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78538-667D-465A-9F75-E455ED93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C18CF-F17F-414A-897A-D85A3BC5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E6C1A-F4C4-433B-BB75-914295E6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FA022-D3DD-45D8-812F-C81BFFF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D13D6-D713-456F-9711-D5AB1F5B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86AED-07F4-419A-8A31-DCB402E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C3649-8CBB-434E-A407-5D8D973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E4A5B-A1C8-4406-9EA8-6D32C1FD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ED21F-3F5C-4BF5-AFAC-A761EB05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Patterns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661EA-A2C0-4127-B2F1-CE51C77F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4F207-1BEF-4F1C-B7B5-22D960C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637D0-99B2-4C23-AF98-4D2EC3B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Web data</a:t>
            </a:r>
          </a:p>
        </p:txBody>
      </p:sp>
    </p:spTree>
    <p:extLst>
      <p:ext uri="{BB962C8B-B14F-4D97-AF65-F5344CB8AC3E}">
        <p14:creationId xmlns:p14="http://schemas.microsoft.com/office/powerpoint/2010/main" val="14597908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53C03-86B4-4799-B76D-DDFE6C43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3EFE4-9BE7-4C83-B424-BEF7D50A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Types of web mining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DED50-96CF-46D8-B107-FC2FEAF2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exam-ready classification.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29261-2152-4529-BA97-5E6E9AF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2A668-D281-45D8-A625-B8F0FE27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A9A9-5D07-4A7F-B6C8-F3109F2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A9BD1-ACF8-4BD6-B36E-97F46011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Mining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2832B-7D84-4AB8-A55C-E5CA55F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C5688-CACB-4E26-9E75-97D7D98A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43664-025E-451E-9902-011F2A11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D4E63-F56B-4FA8-B07D-06C1BF52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Web content mining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F1D9B-4238-49CC-B640-EB0F1201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Mine text, images, videos and metadata on pages.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E1F1D-81A8-428D-992A-8475FB8E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5BC7C-73B5-4CC1-955B-31076E8B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EEE3F-ADC7-4623-9137-3C299456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Web structure mining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D4B88-F35E-40E2-B68D-325FF960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Analyze hyperlinks and page graph structure.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A25EA-EB37-486A-B416-D74551AB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4C2E4-703D-4E67-A0DC-F047582C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DB67B-ABEE-41CA-BA56-807CCABE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Web usage mining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1C9EA-7E67-4D67-8759-F6DF929B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Analyze user navigation, clicks and logs.</a:t>
            </a:r>
          </a:p>
        </p:txBody>
      </p:sp>
    </p:spTree>
    <p:extLst>
      <p:ext uri="{BB962C8B-B14F-4D97-AF65-F5344CB8AC3E}">
        <p14:creationId xmlns:p14="http://schemas.microsoft.com/office/powerpoint/2010/main" val="660171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953C7-254B-4487-83DD-4F2CC49D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51895-573A-4313-B552-799D7FF4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Web content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D1E82-C77A-462B-8D1B-EABC762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mining page content.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5CBA1-3167-4535-AAAB-9431B78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A7B8D-F122-4BD0-9547-CCBFC63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2998A-52C5-4FEC-BE0D-831D1B9E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A7D5D-B8F2-443F-AFAB-91D84CFE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F8873-E941-4495-9EC1-6C266BF7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3F8FE-BF5B-48DC-BFAA-CEA62B5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FC746-F42C-4254-996B-8C181844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Crawl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8C63A-1953-4B1A-ABA9-5621BD45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B9A1A-C8F5-4B29-823A-1450B5B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DA088-79C9-4366-95CC-640F4367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Extract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123A0-1313-4964-A343-F7B87A26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6BC0C-9954-44F6-81F1-2CFA7D2C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532F9-F8DC-4262-B2DA-BC528DD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Clean 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F1B34-23C8-4131-8928-C9B27C3E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E656D-D159-4549-A95B-09167B7F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167F6-B214-4B22-912C-A05C1DB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Index 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D2256-FF32-4029-B137-26A4036E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9F3BC-A515-43CF-AD90-1E2DC04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60E3E-BE5F-41D5-AF59-5CD247AF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Classify/search</a:t>
            </a:r>
          </a:p>
        </p:txBody>
      </p:sp>
    </p:spTree>
    <p:extLst>
      <p:ext uri="{BB962C8B-B14F-4D97-AF65-F5344CB8AC3E}">
        <p14:creationId xmlns:p14="http://schemas.microsoft.com/office/powerpoint/2010/main" val="13987645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61C57-854E-4F37-998F-AEB55AF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31790-68A5-479C-9F27-113E2B64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Content features from web pages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CC2C-6F70-4DEA-AE8D-A9E78837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what is extracted.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D8974-2403-4755-A555-56EA87BD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2BE6E-AB77-48D2-B3F1-6F0495DA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59F69-998C-4178-A3C8-08997B58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D26D1-140C-44BF-8BAF-9B47F5B4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47AC7-94B9-425E-8CF7-9C65BA42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98FB2-0635-4B08-B451-224070F5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559AB-0CEE-4D88-9996-17B2FFF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F2C6D-2627-425E-936B-C36C36A5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Title and headings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33AD1-6770-4619-BF42-7318C14F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FE1C9-F2BB-4D4C-9157-79CFE917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0F9D2-381C-4FF0-9CF2-464EF7D0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Body text and keywords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83C77-2A14-469C-BE8E-08C398B9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7AA13-575B-4F15-B3CF-AA54C86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AD948-3B11-4A93-9160-C598E69E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Images and alt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F4B5D-BDEE-47A4-88C4-7DA59F33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A481F-3320-43F7-9C45-C04574EA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32604-566E-4AB6-84DF-8B8C76D4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Metadata and links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51DEE-C439-45FE-8347-BFB6395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C2091-A321-4FC0-BD21-F83AACF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B32F7-1A40-4E7C-BF62-AAC18506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Structured snippets and tags</a:t>
            </a:r>
          </a:p>
        </p:txBody>
      </p:sp>
    </p:spTree>
    <p:extLst>
      <p:ext uri="{BB962C8B-B14F-4D97-AF65-F5344CB8AC3E}">
        <p14:creationId xmlns:p14="http://schemas.microsoft.com/office/powerpoint/2010/main" val="1625670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EDD1D-2CF5-4428-A94A-30FEF3D5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0134D-9A7D-4180-B0F0-597901B0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Web usage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DF50D-CE81-4C26-AFAE-C4E8E420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mining behavior logs.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4EF4F-167A-4925-95B3-75A3C51F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1092-512E-4181-A055-720B245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4BC1B-5736-471F-B4E0-53CE4A46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694FE-857E-4131-ADAF-F4FD77DF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Usage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1E684-E3E9-4BE9-ABA1-16C04CF6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C283E-365D-403C-86E3-8A51287E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Web usage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EA653-D552-4FF2-B0E6-CD0ACF5B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Analysis of clickstream, session and server log data to understand user behavior and improve websites or services.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619D8-550D-454C-8F0E-8AED75B2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64C61-69F0-4463-8704-96ED0B00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Clickstream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0BAE5-0D50-427E-9668-6805DD1F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868BA-4B28-46C6-8A67-4043128C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4E0D4-FE61-4ECF-89E6-745B4BB9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50874-FCFA-4DEB-B544-060D579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139FA-CD8C-42AB-9B8E-2B01341C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0360A-4BE2-4A70-BEEC-7A36D8B6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DC1F8-5EBD-4E93-9A44-EC01A7D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B0640-B786-468C-81DF-ADA6F22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ED42E-110F-4F6F-B3D2-25782EDF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B729F-4C82-4301-A8BF-9A834D8F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6C7AD-14BA-40EB-B8AD-EC2AE82E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CC81B-1670-483A-8BFC-0A0CE2C7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6618462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8D169-D9B0-4B35-8477-FD20F7AB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54861-F0DE-4A5B-AB1D-13467FE7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Usage analytics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0AABF-4E24-413F-9020-83F42AD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logs become insight.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9687C-A070-4B9F-BFE8-911CE69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5CFE2-DA65-4DC0-B907-0839316B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4D847-FB5E-4594-8995-E5195B3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0FB30-C3B0-48D9-966D-DD583FCA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Usage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5624D-28A8-45A7-8760-2A698395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AB1DE-0525-458B-B4BB-37E289A4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338E6-BE79-445C-A5F9-ACFFD3B7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Collect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1652D-A659-4DFD-8BBF-7860BF8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FD673-1809-4629-9C3E-644CE58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9A194-9BD9-417E-9A94-193746CE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Identify users/sessions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30062-FBDE-4F76-AA64-129AAA2D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23DA5-11BD-42B8-8A6B-ECC69E4B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C5C46-C354-478F-BF84-CB242373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Clean bot/noise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B2851-2E90-4C28-A497-D30BE31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F1BCD-21E8-4EE9-973C-B3541E3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DB420-26A2-49B6-94A3-688379EC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Mine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59A48-4E42-47F9-8029-915F0AA6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9B49D-A054-4C77-AF8E-46067028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C586B-F833-435C-81F3-56FB3A74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Improve experience</a:t>
            </a:r>
          </a:p>
        </p:txBody>
      </p:sp>
    </p:spTree>
    <p:extLst>
      <p:ext uri="{BB962C8B-B14F-4D97-AF65-F5344CB8AC3E}">
        <p14:creationId xmlns:p14="http://schemas.microsoft.com/office/powerpoint/2010/main" val="10906587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56646-3E32-4588-901B-AFE7681F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62945-5139-436E-B9FC-84554CA6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Metrics used in web usage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459F7-2359-4481-A4AE-1CA2A1B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practical vocabulary.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51346-87AF-49FC-A4F0-8AFA7940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A6C4C-2073-4EBA-8379-202E4E37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D48BC-93C8-44EE-A355-D1376AC6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EF252-2A6D-4CC3-AD97-357E4B47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Usage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AC247-FBF6-470E-9545-D901463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6727D-36CC-4C98-8437-F3C3565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7D3BB-C818-4422-B9D3-2525B2E5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0909D-EDEE-42E7-A142-E74820C2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Page 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5CD23-8979-49F0-9340-6262BE86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Number of page loads.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EC8F4-CE81-4C07-B78B-41669809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B620F-EB7F-4F52-A2AD-750DFCA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516B5-0D3E-4989-9D1D-14211812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Sessions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D4E2E-7B73-4A3A-A7F4-814CE3BB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sequence of user interactions.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74D16-9642-4179-8E4E-E9BB88D7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12B27-BE5F-4E68-AB5E-CE523CEF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1F673-3B89-404D-BE95-41CDA31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Bounce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2F17F-2F7D-4991-822E-29F00BC9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Single-page visit proportion.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B7B68-DC8E-409A-BD4C-87BBE1C2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1043D-86A0-4A93-8019-D358546A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B42AA-54DE-4057-B32D-E0CEBDC0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7B598-B516-429B-A6D9-A6D476C9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Desired action completion.</a:t>
            </a:r>
          </a:p>
        </p:txBody>
      </p:sp>
    </p:spTree>
    <p:extLst>
      <p:ext uri="{BB962C8B-B14F-4D97-AF65-F5344CB8AC3E}">
        <p14:creationId xmlns:p14="http://schemas.microsoft.com/office/powerpoint/2010/main" val="1826086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5B65F-2150-45D1-84C8-E89F1CC3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CEE98-FC4D-4C11-883D-32EC450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link analytics?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4FBD9-EEF3-418E-B529-436A32CF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hyperlinks to graph insight.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74078-BACA-4B89-9BE6-C4AA7F48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4396B-8F54-450C-86C6-AA4FBB3A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92543-E482-49DD-B7DD-F0F70C57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6792E-6517-476E-9559-8EDF8FD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Link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F10BD-6885-4B8F-BFC7-D8E1AC4D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4AE5B-F4D3-4B57-8191-691AEAA3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Link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7A510-3E84-4D17-AF2A-57C72C5C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Analysis of relationships among web pages or entities using links, edges and graph structure to estimate importance or discover communities.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9F4F1-C660-4742-A0B8-2BBCF41B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844ED-FFB5-45C9-A902-EC4B3F08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45883-B430-4CB1-BE64-4A7A2A0A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6CB98-0CDD-407F-916C-4C678FA0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78C73-50E7-47E0-AD8F-3562388E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DBC03-2BC2-4831-BD1E-7BAF9FB4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02E3E-A1B3-44CF-AE1D-94939EB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8F53E-F6A1-427C-B619-BAB7C8EB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In-link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33A73-0E2D-44BC-9B3A-50081099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C4A1B-AF97-43F0-9AA9-D1D5BEF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C6195-AC79-4C6F-A4F8-EDE247EC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Out-link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54F42-4D86-470E-A1A1-3C4F7979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43C54-C6D0-4821-AF30-40B7314E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6CEDC-1C85-4988-8992-4B7F4FF8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</a:t>
            </a:r>
          </a:p>
        </p:txBody>
      </p:sp>
    </p:spTree>
    <p:extLst>
      <p:ext uri="{BB962C8B-B14F-4D97-AF65-F5344CB8AC3E}">
        <p14:creationId xmlns:p14="http://schemas.microsoft.com/office/powerpoint/2010/main" val="2069305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A3B01-7E6F-4C70-A7F0-6264630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F368B-185A-4BDA-8E06-6A80B901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Structure of the web as a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862A0-F083-4F9A-8A36-0D152E65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pages and hyperlinks.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8C2D6-7D86-49E7-8CF9-995351D5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848B1-B7EC-4875-A982-126D0635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C8B77-E84A-4B27-9625-C306116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101EB-8AE3-40C2-8201-54079B64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Link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AC152-A321-4AC3-99E3-37A04A55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36AAD-2001-4FFD-BDAF-6FAE3215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1095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5B117-FBAF-4666-AFD0-69D6EB4D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095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91E86-4504-4BAF-B619-DA83085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904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69571-5956-4162-8736-FAF62FFA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1095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0C5F7-5C14-4314-A5A0-99649188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FAD90-FDC5-4C2A-B431-F8E362EB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7B030-507D-4ABA-8F6C-C3553CB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E43CA-E0E4-4B82-8CD1-FE558A64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9D972-FB1A-44A4-B6FB-71A132A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6CFFA-FBE4-4596-B612-8162431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A97DF-D883-447E-92A1-FBD2EAFB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2FB4D4-9FC3-4FB0-AF74-01020252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52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F9E2A-A207-4E45-89A4-77CE01EC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DCCC3-B165-44B6-BD1D-6004FEED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053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F75E8-4E88-4BDF-BA6D-74DA166B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83D2B-EEAB-4CA8-8CD4-21C04C62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B41D8-58F6-403D-8DA5-AB91F66B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57B2A-07D6-4568-8ADA-69A9F8C7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62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9DF41-D53E-469F-89E2-329B409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Web 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C8C256-4636-42F2-B55B-549C7FD1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2114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Pages are nodes; hyperlinks are directed edges. Link analytics studies this graph to identify important pages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72381141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6C703-B258-419C-A8B8-27BB2591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F8473-E46C-4DC9-9BC5-5673720F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In-links and out-links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BA075-DE36-476B-BB18-6F20413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directed link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792C-5CF1-4581-8AAF-3C292884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125CB-0335-43D6-8C0B-CAB0E6C7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8EE59-D0ED-4373-BCD4-75AD845F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07DEC-554D-4DE7-B707-CA098312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Link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79A45-F033-420F-A987-032961D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22560-9802-436B-951E-6F330A4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8EEB6-825E-48C5-82F8-8ADFE2E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9B3EC-1830-46F1-8E52-930C752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In-links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2B79C-3199-4E7C-B863-88623DFF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Links coming into a page; often treated as signals of importance.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3A1AC-A84F-451C-8C56-45B68A10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8414A-5CC7-4D92-AA87-28E3C17B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C1139-F4FD-4D09-9A6D-707DB740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Out-links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3B836-3D04-4E9E-9E8C-5BD9DE7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Links going out from a page; they distribute attention or authority.</a:t>
            </a:r>
          </a:p>
        </p:txBody>
      </p:sp>
    </p:spTree>
    <p:extLst>
      <p:ext uri="{BB962C8B-B14F-4D97-AF65-F5344CB8AC3E}">
        <p14:creationId xmlns:p14="http://schemas.microsoft.com/office/powerpoint/2010/main" val="15028233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513BF-D60F-494C-BA1C-C85B99C7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5223B-1CBA-484C-9882-71A61A0B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PageRank?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3F9B2-CA5F-4CF3-82C0-0B883E5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ranking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6FED8-801D-459D-A47C-A842E05A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0FA02-8F19-474E-8F87-E9714DC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987AC-DE1C-49CA-B2B3-190559BF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0944B-9420-4506-B9E6-E65FE048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PageRank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43816-6ABC-450C-9D5A-0412873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C7EA3-8417-4D0C-9621-A4BB8CBD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PageRank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F5A4A-4188-4D49-A7E4-AE0EB359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link analysis algorithm that estimates the importance of a web page based on the quantity and quality of links pointing to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72A0C-DF32-4886-8081-5A0EBCA5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DCD38-5FAD-46B4-8ADD-D0D671A1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Importance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CC3EC-DFC9-4C01-B8F7-8F48EC12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92DAE-CF2D-4045-86B7-2B1F5FA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5EFC5-A543-40AD-AAFC-7C72EC4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In-links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78747-2E46-4BD8-BE9C-68C6F57E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FE2CD-6076-40C5-B524-74D785C8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F0A4B-18E0-488D-8C7E-5A35300C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Out-links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6CAC0-C9A8-4EEA-898D-803C66F9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C00F3-3EFD-418A-B1DF-942CE40F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33D9B-25C8-4621-A174-6AE0A88B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Iteration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E196D-AC48-488E-ADB9-17E783BE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0983B-4AF8-4821-B1CE-F4FBD026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16929-10F4-4200-854B-22EFE10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Ranking</a:t>
            </a:r>
          </a:p>
        </p:txBody>
      </p:sp>
    </p:spTree>
    <p:extLst>
      <p:ext uri="{BB962C8B-B14F-4D97-AF65-F5344CB8AC3E}">
        <p14:creationId xmlns:p14="http://schemas.microsoft.com/office/powerpoint/2010/main" val="8328151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B4F25-1079-45FE-973B-54190BC9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1BF5C-B553-4DEA-9153-A289CA7F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PageRank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CC5B0-6045-40F7-8D89-42AB024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voting analogy.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246F5-3C88-409D-AE20-4C3B128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47968-55E0-4DB7-BEE2-4AE470FA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8EE39-ED6C-4EB1-B630-02A07A0E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32CBA-F421-423F-B7F5-1C106A00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PageRank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6E7A1-C3CB-4BBE-88BF-D0FBDEE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F6C05-E5F7-47CA-B9E3-1A70587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90CDC-031F-4690-854B-49EE6C91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Page links to others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7B00B-27A6-426B-B447-36049AF3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EB9A3-B78A-47B4-8850-682E679E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0F1B7-4766-4E92-8F63-90BF44E8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Link passes 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B5F6C-A42E-4382-8EA0-91D9318E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93627-0C4C-40EA-86E4-60BFAC31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EB30F-A494-4728-8E07-13DACE7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Important pages pass more rank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2E865-A40C-4975-B746-5694CDF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1E9F8-ABA9-4BEF-A0D1-5A2FE12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83AD0-0E8A-4891-BD57-3E34D622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Repeat until stable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FAFCD-F958-4654-9908-9331A09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DAB56-BF7C-40BC-8FB3-A413BF3E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B3B57-F72A-413D-8D60-97F66D4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pages</a:t>
            </a:r>
          </a:p>
        </p:txBody>
      </p:sp>
    </p:spTree>
    <p:extLst>
      <p:ext uri="{BB962C8B-B14F-4D97-AF65-F5344CB8AC3E}">
        <p14:creationId xmlns:p14="http://schemas.microsoft.com/office/powerpoint/2010/main" val="86738203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C62C0-02F6-4B81-8CC2-F6C84E8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57690-64C0-46A5-AB31-8E73173C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PageRank working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74745-5B97-4CF3-981A-9C994ED3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algorithm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21D63-19A5-4D44-9668-41F3D4E3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227BE-C791-470E-81A8-BB34CA8A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0593A-3B49-4ACA-A37D-1714EA4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0BACB-EF0D-4EC1-8B7D-C37329E1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PageRank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76B06-29E2-4379-9291-8631E185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176D5-F6DE-407E-BB8E-C957E63F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37F35-4BBF-4066-90FB-2F98998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Initialize ranks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E9A95-044B-4D4B-BB39-F1434164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0B12C-8BC5-4574-9362-ADD985F0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7700A-07E7-48FA-A607-E2B7C752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Distribute rank through links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0225C-448E-405C-A2C4-8F4C055A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CBB11-BB0D-4C44-9DCF-1A003104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7B375-A9B9-4914-891E-FF39D32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Apply damping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4D4ED-B772-497A-A469-947440F0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47813-99F1-467D-87C3-1A0E99C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A9A0F-ADDC-4534-A64F-1D65940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Update ranks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5EC97-0DD7-4804-83D4-0B187604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62A7E-37D9-4064-AB61-0623449F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1FC8B-F706-41FA-B833-F2180624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Repeat iterations</a:t>
            </a:r>
          </a:p>
        </p:txBody>
      </p:sp>
    </p:spTree>
    <p:extLst>
      <p:ext uri="{BB962C8B-B14F-4D97-AF65-F5344CB8AC3E}">
        <p14:creationId xmlns:p14="http://schemas.microsoft.com/office/powerpoint/2010/main" val="52504044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1E997-D739-42BB-ADAE-3BDB8B0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BA30E-F977-4680-90A3-976A942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PageRank memory trick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78B1A-E46C-4929-B82A-ABB7AF1E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an exam shortcut.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103A3-25B1-4507-AA48-F635BE7D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E2FF8-2796-444F-85F1-33A06D9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3C59-D111-4809-B1F8-1037B5C6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97C7C-9487-4F8C-B8AC-2B38839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PageRank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76B87-5CCF-444C-A89D-8A141E2A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AFFE9-6A2B-41F6-9673-A907B34B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5ED6E-391F-4C9F-8B49-3CCA379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A8268-8699-478A-8357-05A98472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Page = node, hyperlink = directed 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0AC76-9068-4911-8627-6FB0187B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C0CD1-B8EB-4A92-B648-5BDCB4F5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B4723-9406-4BD3-83D4-34A4F203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In-links increase possible importance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7228D-D4C2-4409-B9B5-D3F08C51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5D53F-94F0-4CC4-A8E3-2CA02D1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E7D20-6F71-45FA-A95C-80B2F20E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Rank flows from page to linked pages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28915-DD49-4234-BB47-F8FD9FA1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684B7-4F74-4E2F-9857-377A218D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500E7-8A1B-4B43-A6BE-BB962EA4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Iterations continue until ranks stabilize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0F396-C256-4065-9F07-7E87FC4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042A7-A79E-415B-85D0-66587CC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1C8AD-F29C-4937-B0A4-92CA26B7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Damping handles random jumping and dead ends</a:t>
            </a:r>
          </a:p>
        </p:txBody>
      </p:sp>
    </p:spTree>
    <p:extLst>
      <p:ext uri="{BB962C8B-B14F-4D97-AF65-F5344CB8AC3E}">
        <p14:creationId xmlns:p14="http://schemas.microsoft.com/office/powerpoint/2010/main" val="117665045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136A0-172B-4C32-A86A-B5B4AA5B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4DE39-0DDF-43FD-8E6E-C8582CB5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Analyzing a web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1D164-727B-4348-9503-ED7A2D4F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common graph analytics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14899-1EB9-400B-879F-E782CD0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CA482-2009-4A69-8DA1-BB7616D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089DD-6C8F-4BCC-8F2B-D9D250E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0F1D1-E6A6-4C1D-B085-84DC6B37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8D8A0-9F87-4782-A683-F7DB997A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B2112-BE98-42A4-9BEC-0DD083E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41D4D-426D-4C8C-A1FD-5920DB56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DB5C1-592B-4D14-9106-4E6A50AB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4A7B5-B4CE-4A4E-BB95-560F3C0F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important pages or entities.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92241-6770-4917-83E9-1493A651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E4712-7538-41C9-9DE3-5ACD3442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C8092-DD30-4321-AB93-6EA1200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Community 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4C2E2-B75F-4943-83E1-A273B20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groups of related pages.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EB193-C780-4572-A831-F59C9CE5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E3347-2FD4-48FA-83F9-4BA28012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2EBEF-142D-4D6C-AD38-9C7E23D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Hub detection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29CE1-789E-46A7-B365-053EB46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pages that point to many useful pages.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1C2FE-E4B0-4739-AD12-D37E1207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A4C54-05DD-4EF8-AD61-9C8CF0AB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E22D0-F004-4A2B-8002-39270FA3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Path 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62B8B-F9F1-4E2C-A84A-273DBB13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Study reachability and navigation flow.</a:t>
            </a:r>
          </a:p>
        </p:txBody>
      </p:sp>
    </p:spTree>
    <p:extLst>
      <p:ext uri="{BB962C8B-B14F-4D97-AF65-F5344CB8AC3E}">
        <p14:creationId xmlns:p14="http://schemas.microsoft.com/office/powerpoint/2010/main" val="144373199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53521B-4352-496D-A987-BCE2D33A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CB77A-389C-4598-93E9-45D6AD6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Hubs and authorities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64478-8979-49C8-981C-9E92597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web graph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5C952-A46F-4A56-80DF-2BA6094D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AFEB3-2352-4A88-AD39-5A240C08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AA72C-236D-4AD8-A587-47D399B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D4683-EB1D-4E88-BA4B-2D2DEE04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54AA7-2D3F-445D-AAB7-0E09C37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43662-93C0-44E5-A2F3-649DE7E7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DD7FA-8681-49E5-A657-552E1B3A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EEBE2-3B93-4941-8412-E3C78A4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C7F7C-D554-42F4-B5E3-91A8E3E2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2E56A-5CFE-4A58-8147-5323A99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AC39F-2E05-4A0F-BD70-017F83C8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CD6EB-D12B-4D45-B9F7-E1B6EB72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F411C-7306-4E8E-9D74-0E051D95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2C1A3-C248-4A3A-9940-B133844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8F812-5BFA-413D-8097-FB236A58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DC7FB-A409-42F4-AE72-00BD26D3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Links to many relevant 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93A73-3CAD-4611-90F4-1D277943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8D73A-A667-4F9D-B493-DACAC570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CDD93-8456-446A-B33F-C14C06ED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Acts like a directory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E9F34-3F04-4B95-890C-910C604F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087F3-D646-4D19-B350-DB55A38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7C2C4C-2764-43BC-9ED1-03EC27A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Useful for navigation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7302C3-8F44-424E-8004-55753E3E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65827-BB26-492D-B2B7-1B68D63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BAE24-801A-4BC9-8AA5-CDC46525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Strong outgoing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9E6AB-A7CA-45E1-BBCF-BCCA4AA4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7463A-2122-44B7-808E-C7692DE6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EFB741-E9E5-4E1D-B3FD-0E0DE1A7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Linked by many good hubs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6A584-5804-48FF-AF4E-D34ADE41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07C834-911A-41D5-8DED-25C019CA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6F3556-6927-49EE-BBB4-131C3CE2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Trusted content page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AA095A-9163-41F6-90D8-0003EA4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FD6FE1-9BC6-4D34-98A7-A5A94A6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396F65-B9AB-441F-9CC7-5F0FF490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Useful as answer source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635B8D-18F3-43C3-9440-443AF84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A65619-4B09-4F8E-B256-556859CD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274C73-E9C2-4440-B73D-B47012FF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Strong incoming links</a:t>
            </a:r>
          </a:p>
        </p:txBody>
      </p:sp>
    </p:spTree>
    <p:extLst>
      <p:ext uri="{BB962C8B-B14F-4D97-AF65-F5344CB8AC3E}">
        <p14:creationId xmlns:p14="http://schemas.microsoft.com/office/powerpoint/2010/main" val="49402729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5387-4AB2-4CC6-9975-36821677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B12B1-83A5-4C6F-AEED-4EDB336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Web graph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D9DA5-00C6-47A3-B18C-23D433B1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scale and quality issues.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AB15B-9727-436D-B56B-2EB1F83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3ECD8-2928-43D9-AD9D-634340FE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51865-CE07-4006-9412-045FDC51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3C3DC-A668-4655-9964-0D4B418C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Web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B46D3-B3DC-4858-8327-84E2168D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AC650-51F8-4B47-9211-4F9278DB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A174F-09F6-4B02-B2C2-83D7C25A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2F464-5210-4F83-A977-D8B1FB3B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The web graph is huge and constantly changing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BDB4D-40D2-4C2E-8F86-3D693181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277E6-EEB4-46F1-8917-520E7CBA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890CE-06AC-4DCA-8F7B-458DC179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Spam links try to manipulate 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4E61C-3DE5-4EAD-8437-CC1ACF0A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A651D-1F31-4633-9A0E-FA82DD72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E5280-B509-4962-8C7E-827D64C9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Dead links and duplicate pages create noise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05E40-F744-4885-88BC-3B4C50A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CA1D7-8CD7-4741-8FB1-EB5B5E6C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86E0F-640A-472B-8682-3395500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Crawling is incomplete and expensive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D0FA3-A55F-4FD2-9FAA-04A35C0A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E30503-9749-45FA-9DFF-171E3B87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7ADDF-FE3C-4BAE-B855-09BA20A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Freshness matters for current pages</a:t>
            </a:r>
          </a:p>
        </p:txBody>
      </p:sp>
    </p:spTree>
    <p:extLst>
      <p:ext uri="{BB962C8B-B14F-4D97-AF65-F5344CB8AC3E}">
        <p14:creationId xmlns:p14="http://schemas.microsoft.com/office/powerpoint/2010/main" val="18287347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B7B13-2765-4938-873C-46D7D0C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1E9ED-91DB-4B75-97B1-762D1E82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Applications of text and web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6C18E-6310-47D1-B82F-0655A41A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Tie concepts to real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533C8-C206-4B74-BF9C-97D41F80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87C9A-0A60-464D-851D-14CCD2C4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E2F65-D3AC-43F6-A24C-18CF66CF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F5504-4F9F-4489-BC1D-492C351A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E3394-E931-4BB9-A5D2-0A51B463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FF9C3-79F6-48AB-B540-DB53247C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238E7-1618-4BF2-AC43-9AF5381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ADD6A-2EB4-494A-B062-E75AD1C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Search engines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35A7E-053C-42F7-8522-701431F0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Index, rank and retrieve pages.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87963-FA18-4221-A369-F86C3DC7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15E80-9753-4A79-B477-69F60F70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F1D31-ABF8-439C-A9EC-59F0B17A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Social 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CEA50-8ECB-45CA-A96F-CB6DBFAA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Analyze topics, sentiment and influence.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1AE1A-47D8-463D-A83D-4AC50BA6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140F5-62F1-428C-BC2D-1AEE9AD4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FDC91-47D4-461A-AEB2-E8B9C2F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E-commerce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89FF6-588D-4097-97B2-DFC5CD69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Recommend products and optimize funnels.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FDD35-954B-4A4A-BFD5-DD00A8CA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39C4D-0528-4EB4-9D26-C1BE4D1F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D7F19-3143-40EA-8E15-5D9345E4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Education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96BF0-6C3E-4813-B88B-8A1C1C56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Analyze feedback, resources and learning behavior.</a:t>
            </a:r>
          </a:p>
        </p:txBody>
      </p:sp>
    </p:spTree>
    <p:extLst>
      <p:ext uri="{BB962C8B-B14F-4D97-AF65-F5344CB8AC3E}">
        <p14:creationId xmlns:p14="http://schemas.microsoft.com/office/powerpoint/2010/main" val="74126149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0A609-877A-4441-AE3E-66E719AA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BC26A-5A10-482A-AD60-D820D59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Spark can power text and web analytics pipelines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247D4-73B0-4906-9697-E38B8965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Spark to mining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37288-138A-4172-BADA-388FF64C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BA54D-6707-4147-9AF9-96ACCD75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C78E0-1A2E-4E70-9916-514D0CEF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480C0-132E-4F50-A932-F5B179D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E0729-61C7-44B3-895A-5FD4F72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7D1F5-F98C-4000-BF2E-032E183B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E23B8-89EF-4663-A130-028D3070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Raw logs/text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7CB9A-EC76-4D96-884D-9128385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0C190-4DA8-4758-AA9F-2E220D56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6810D-BF3B-42DF-98DB-86809398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Spark cleaning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EBA6B-CAD3-4BC2-AB2C-FF256E6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91DA7-3F7B-4549-805A-2B54AF7A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3FDC2-6880-42C1-B8E8-0D688134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Feature 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6C130-837E-4CED-AA29-D78972F1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8AE08-1678-4033-940D-EA210835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73DF9-0AA8-4E64-8AF6-475D011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ML/graph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D8DBB-AB5D-443F-A068-DE9A6637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C2820-F092-4922-98D9-D618524D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2C9AE-1C58-4C97-9476-3BA9BF4C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Dashboard/model</a:t>
            </a:r>
          </a:p>
        </p:txBody>
      </p:sp>
    </p:spTree>
    <p:extLst>
      <p:ext uri="{BB962C8B-B14F-4D97-AF65-F5344CB8AC3E}">
        <p14:creationId xmlns:p14="http://schemas.microsoft.com/office/powerpoint/2010/main" val="166495085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4CB5CA-8D6B-45E8-A685-24366AF5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CA106-4710-41D6-AE48-CFAC088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5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A7BE1-BE4D-4721-85D5-D3B4B086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AAD0D-A89E-4FD0-87C9-FA2B2412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F55F4-A7DC-4FE8-B4C1-4C486561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77D7D-E63D-43BD-AD33-1F50082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CE038-6154-4E81-BE05-797D8DFB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9C1A3-6563-4616-9376-35F6B6E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CE813-A588-403A-9647-6F9D3557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E25AA-AF44-403B-8C95-D298AB63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CA2F1-8B9F-46D0-A5AE-B6C82AED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398E7-1485-4A29-832B-55CED7F6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EB5F8-E444-469E-B311-1375F272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Spark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E25C2-5F7A-4F2A-8C20-27EA002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Fast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FBD9E-0090-40AE-8797-BFBB5558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E88E5-51A1-4CCE-BD05-C8B8710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B9BE8-139B-4C44-9340-8D9991FE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Data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59111-4E3B-4DAF-B2F8-09EF74C9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Spark SQL/MLlib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2619B-AE0F-42DB-953D-CD1AE681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172E0-3F4D-40E6-879A-A012AED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7B51F-FDB4-42D3-8081-9F1BBF1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Text mining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130C1-25F0-4AF2-9B47-C15D04E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Tokens/features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B4EE7-1154-424E-943E-796FD2D4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F4A43-0427-4E84-AB09-AC436BC0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218B8-B276-478D-9344-3C875C0A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Web mining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F77563-910D-483C-9936-72EAF68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Content/usage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FA7AA-3808-4063-93BE-F54027A4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0C60E3-CC1D-4887-A595-FEC8B495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16A8C-6E4D-4C5C-818D-4ED5AA12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PageRank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85B11-FBF6-465E-9381-E5293EAB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Link ranking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76F981-FCBA-4EF3-A38C-B8B97E77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5FF56-4209-45C9-931C-F3C2B240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967103-7273-4467-84CF-AB3CAFD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Web graph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4F7DC2-4D2D-4BE3-B6A1-FC71169F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Graph analysis</a:t>
            </a:r>
          </a:p>
        </p:txBody>
      </p:sp>
    </p:spTree>
    <p:extLst>
      <p:ext uri="{BB962C8B-B14F-4D97-AF65-F5344CB8AC3E}">
        <p14:creationId xmlns:p14="http://schemas.microsoft.com/office/powerpoint/2010/main" val="46376618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5D894-96FD-4C78-A620-55E4BEF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C1D6-31FE-4CF6-B0C0-61AB457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17B90-D9B3-44A3-855D-720F9713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BDBB7-AE1C-4E05-AD16-DBC964BF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2F8A1-4DEA-491A-8403-156A9651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8393E-36BE-4395-8099-FC9BF72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AE29C-3411-4715-A8F8-55F15EF3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09D99-09AE-4975-AD3E-6B5C603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13F22-861D-4699-95D1-D725099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ABDBF-FF60-4D3B-9197-63ECA07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4B8CE-7E2B-4DE6-B312-1249B916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Spark, draw driver-executor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70111-0BA2-4BE6-A74A-B8E22432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5F2D5-528B-4434-B7A1-F79C04B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05B4A-91BA-45A9-9B1E-4544C00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text mining, draw preprocessing to feature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C7807-3B1C-4E38-B736-4A2AB384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980FD-8E90-4C63-A1BD-A5C30EA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6091B-481C-4AA5-A8A9-6AC31BF5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web mining, classify content, structure and usage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B3DB3-6B40-4FB0-A228-9165A68E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7B3EA-B5FC-4D6E-9D2B-19281840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1F8B3-E998-47C1-888D-4315B687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PageRank, explain rank flow through hyperlinks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6B062-63CB-4C77-A579-B2EA93FB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18D7F-D98A-4AA2-93CB-8CF78AC1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B188F-0D78-4795-8F8A-84BE744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web graph, define nodes, edges, hubs and authorities</a:t>
            </a:r>
          </a:p>
        </p:txBody>
      </p:sp>
    </p:spTree>
    <p:extLst>
      <p:ext uri="{BB962C8B-B14F-4D97-AF65-F5344CB8AC3E}">
        <p14:creationId xmlns:p14="http://schemas.microsoft.com/office/powerpoint/2010/main" val="40401504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380D4-807B-4EEA-8910-B2F72E23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7690B-6685-430B-BDF2-3B9484B6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6885B-84C8-4D72-8EBA-B1EEBB64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97154-051D-4E93-8919-B5A9E7F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87990-F6C0-4C64-B300-47EBC92B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0C954-9B26-4921-87DA-AB1AF2C1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F12FB-7C4C-4E46-BBA7-8E051E9B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4BAA5-DE66-48F0-9EA1-8E7EE96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93052-C91E-4AE4-81CA-CAEEA5F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Spark?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9D9A8-84DE-4E22-88B6-05BD27C4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Why Spark?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6B7B-0545-43FA-84DE-47150318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Spark vs MapReduce?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B72B5-96F7-41A0-8CE9-EFE2496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Spark Core?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CFD0C-4792-4617-8093-19173208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What is Spark SQL?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AD428-AAD2-4DFC-A8C5-F3BA95AC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MLlib?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965A0-FD7E-4452-B839-8AB2B100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DataFrame?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CECD0-4D04-4177-8297-83FD5249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Transformation vs action?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B78E4-D829-4267-9F8F-DE98D02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What is text mining?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3BD05-C0A7-4121-BBE6-A1014C4A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tokenization?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20463-0FAC-4519-8877-3D030E0A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What is TF-IDF?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4D2CA-EE3D-43FC-A05B-56B0CED0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What is web mining?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EA628-667C-417C-8674-BBBDE8C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Types of web mining?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6A769-CBAF-4085-BB9C-E0792A30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Web content analytics?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F1923-6779-47A8-8B55-C97F0A3C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Web usage analytics?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2DABE-A859-4F9F-8C96-505FCCCD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What is link analytics?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D7F86-6520-4B23-96D9-12F2C129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What is PageRank?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0BCBE-09BA-437A-80D0-C3F65C9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What is web graph?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492C4-6565-4987-BE01-6B2ECACA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What are hubs?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E0A75-089F-40E1-95D0-3E8655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What are authorities?</a:t>
            </a:r>
          </a:p>
        </p:txBody>
      </p:sp>
    </p:spTree>
    <p:extLst>
      <p:ext uri="{BB962C8B-B14F-4D97-AF65-F5344CB8AC3E}">
        <p14:creationId xmlns:p14="http://schemas.microsoft.com/office/powerpoint/2010/main" val="106894475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D48FF-79B6-4B08-85F3-DB6F05C7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3F11B-B75B-4709-A2F5-22EA2A4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3DDD2-D8E5-4415-B695-0294A9C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41198-2740-42F4-B748-75ED9543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799A8-9F13-4270-A6A2-39F042D9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BDAEB-CC66-4C04-97DF-EB216A8B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6173F-162F-4E7E-806A-F166771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FE2AE-8C21-43F7-9496-FC2C3CDA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0AB4A-C09E-4A0C-8F5D-B09F2DD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Spark.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AF1E8-EA3A-48E8-861B-A9FCA028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What is DataFrame?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4AEB-DD92-421A-945D-20D66CA9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lazy evaluation?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2961D-B796-49C4-9EAB-C9680CA6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Define text mining.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1118E-9033-407C-A5EB-B6B25243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What is tokenization?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A8443-865D-4632-8EA1-A245DC47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What is TF-IDF?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5DAC9-CAA6-4B57-B856-BB47FD3F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Define web mining.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8EC33-D467-4F3C-BF18-C5BEC9E0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web usage analytics?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BA9F3-E5D2-4734-AD9F-E37D460D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Define PageRank.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7FD78-C969-41C0-8EC9-F8AC6B17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What is web graph?</a:t>
            </a:r>
          </a:p>
        </p:txBody>
      </p:sp>
    </p:spTree>
    <p:extLst>
      <p:ext uri="{BB962C8B-B14F-4D97-AF65-F5344CB8AC3E}">
        <p14:creationId xmlns:p14="http://schemas.microsoft.com/office/powerpoint/2010/main" val="176319170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44942-7F55-4280-9EE4-ADD5D5DB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64A94-7726-4313-9406-DCD23DC2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47259-EBF5-4317-9470-2E87A96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14E19-6774-4041-A17D-8368FB17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B2070-E2BC-4773-948F-0BFD19E6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3C398-A33C-4893-AF7A-D13A5AD9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0432F-CCD7-4805-998E-A3C8E91F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988C9-8D34-4E71-A712-7148B11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2D2E2-92AE-421F-93B2-E424CF7B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Spark architecture.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A2FC1-1AF9-47F2-BE7F-44FFD55D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Differentiate Spark and MapReduce.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A4C33-6EA9-4CF5-99FD-ADFECA7A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data analysis with Spark.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18FFA-7397-4FF0-B248-7C664C0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text mining pipeline.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56AF4-610D-4285-9C85-83BAB0F8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TF-IDF.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02B3D-A37F-4F57-AB91-BB27EB00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Classify web mining.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F4813-2E4E-48AB-8478-4AB915A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web content analytics.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AD4EF-B1AA-426E-A432-18733978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web usage analytics.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16598-B9B0-447B-90C1-96C79F9D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PageRank working.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CB7E5-E25B-489B-9B8B-88D4140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Explain web graph analysis.</a:t>
            </a:r>
          </a:p>
        </p:txBody>
      </p:sp>
    </p:spTree>
    <p:extLst>
      <p:ext uri="{BB962C8B-B14F-4D97-AF65-F5344CB8AC3E}">
        <p14:creationId xmlns:p14="http://schemas.microsoft.com/office/powerpoint/2010/main" val="70556722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B146B-3B18-4BFD-859C-F3184AE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39FDC-BB26-4517-B935-02C0AF4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C43F6-4D31-45F7-AB60-C1694FD7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C8789-B658-4027-A155-A08AB9DD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03943-064E-47C5-BFCF-BB2A774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1A251-7655-435B-99EF-100862E6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28686-765C-437B-884D-AB0C2AD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1CB1D-5E40-44F0-B255-0825C06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1EC61-816C-4EF8-A584-0F54FBE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Spark, architecture, features and applications in Big Data Analytics.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C3307-D65F-4E65-9A10-94CC5FFC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introduction to data analysis with Spark using workflow and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6067B-F42C-48CE-AB98-433E54EA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text mining, preprocessing, feature extraction and applications.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D533D-017E-488A-B6C6-BBC20B4E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web mining, web content analytics and web usage analytics.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78F38-7B08-4922-A4D3-CF389BAE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PageRank, web graph structure and analyzing a web graph.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22084-F735-4D31-B6DB-23B74BB8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6A75B-107F-4F5E-B684-85999485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6C953-8EAB-4F02-9B27-FF2A0B41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D5ABD-AA99-4376-9B09-0FFD8552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79530-6BEA-47CF-ABF0-ADD191F8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28185526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F2878-1B0A-4971-AAF3-EF69EFF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FAAE6-B4FD-4B05-8A9A-A1CC183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426E3-9108-4797-B131-5C44E365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2BC0-AF87-47FE-B8EC-9B709A7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3BAAE-FD2A-4DE7-B5E4-A88C962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047C3-E908-43F9-ABEE-C5EC54B9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B13FE-1343-4C7B-AEE2-ED578D78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B1F89-1ECB-43D0-8C8C-AF400C42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0F59D-604D-41B4-88E9-7A531B65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C7EF8-D306-4C7B-9E6E-9428431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75209-25CF-4F3A-A65D-1BAAB796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3EAFB-D5CF-43CF-87B5-5D4A4818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Spark; driver; executor; cluster manager; RDD; DataFrame; Spark SQL; MLlib; GraphX; transformation; action; lazy evaluation; text mining; tokenization; stop words; stemming; TF-IDF; web mining; content mining; usage mining; structure mining; link analytics; PageRank; web graph; node; edge; hub; authority.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A05B2-9FE6-4DD8-96E6-DA4F2669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50088-32BE-4125-A2B3-1AB6FDEA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89499-E55C-407B-9241-DA5FEFD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B6E87-8770-4621-A9D7-B6CA87A0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Spark analyzes fast -&gt; text mining extracts features -&gt; web mining studies content, usage and structure -&gt; PageRank ranks links -&gt; graph analysis explains relationships.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224B0-8F6A-43DC-8C5D-4ACACDE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1E96E-9FEF-490D-8502-5B66612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DF23C-7086-43E2-8B82-7B72653A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88D4D-FC94-481F-9F9A-8155F74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architecture/process diagram + example + application + challenge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799231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2026-08-05T06:53:26.2240000Z</dcterms:created>
  <dcterms:modified xsi:type="dcterms:W3CDTF">2026-08-05T06:53:26.2240000Z</dcterms:modified>
</coreProperties>
</file>