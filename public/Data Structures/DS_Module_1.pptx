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d4581400648d2" /><Relationship Type="http://schemas.openxmlformats.org/officeDocument/2006/relationships/extended-properties" Target="/docProps/app.xml" Id="Ra5408e1cff894dd0" /><Relationship Type="http://schemas.openxmlformats.org/officeDocument/2006/relationships/officeDocument" Target="/ppt/presentation.xml" Id="R148cf69da5b5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988fe806924f84"/>
  </p:sldMasterIdLst>
  <p:notesMasterIdLst>
    <p:notesMasterId xmlns:r="http://schemas.openxmlformats.org/officeDocument/2006/relationships" r:id="R897ac4cda56a4eed"/>
  </p:notesMasterIdLst>
  <p:sldIdLst>
    <p:sldId xmlns:r="http://schemas.openxmlformats.org/officeDocument/2006/relationships" id="256" r:id="Rf0224438f6674c1e"/>
    <p:sldId xmlns:r="http://schemas.openxmlformats.org/officeDocument/2006/relationships" id="257" r:id="R84f2c1b248f4496f"/>
    <p:sldId xmlns:r="http://schemas.openxmlformats.org/officeDocument/2006/relationships" id="258" r:id="R18efe3f6c0014385"/>
    <p:sldId xmlns:r="http://schemas.openxmlformats.org/officeDocument/2006/relationships" id="259" r:id="R3ce018a246e245a1"/>
    <p:sldId xmlns:r="http://schemas.openxmlformats.org/officeDocument/2006/relationships" id="260" r:id="R3c02127250a9447e"/>
    <p:sldId xmlns:r="http://schemas.openxmlformats.org/officeDocument/2006/relationships" id="261" r:id="R525bc4a3652a4401"/>
    <p:sldId xmlns:r="http://schemas.openxmlformats.org/officeDocument/2006/relationships" id="262" r:id="R96a9094f59c94e77"/>
    <p:sldId xmlns:r="http://schemas.openxmlformats.org/officeDocument/2006/relationships" id="263" r:id="R5da37de3e42a489d"/>
    <p:sldId xmlns:r="http://schemas.openxmlformats.org/officeDocument/2006/relationships" id="264" r:id="R9684b4f7e0bb4556"/>
    <p:sldId xmlns:r="http://schemas.openxmlformats.org/officeDocument/2006/relationships" id="265" r:id="R0b725663972e4afe"/>
    <p:sldId xmlns:r="http://schemas.openxmlformats.org/officeDocument/2006/relationships" id="266" r:id="R0ffb5d77d03543ae"/>
    <p:sldId xmlns:r="http://schemas.openxmlformats.org/officeDocument/2006/relationships" id="267" r:id="Rc7456e865983448e"/>
    <p:sldId xmlns:r="http://schemas.openxmlformats.org/officeDocument/2006/relationships" id="268" r:id="R667d2bda993d4c50"/>
    <p:sldId xmlns:r="http://schemas.openxmlformats.org/officeDocument/2006/relationships" id="269" r:id="Rf53a18e5b8a14381"/>
    <p:sldId xmlns:r="http://schemas.openxmlformats.org/officeDocument/2006/relationships" id="270" r:id="R31d56fe074c54afa"/>
    <p:sldId xmlns:r="http://schemas.openxmlformats.org/officeDocument/2006/relationships" id="271" r:id="R87c1a4b273d84aca"/>
    <p:sldId xmlns:r="http://schemas.openxmlformats.org/officeDocument/2006/relationships" id="272" r:id="R57613379625c4bb5"/>
    <p:sldId xmlns:r="http://schemas.openxmlformats.org/officeDocument/2006/relationships" id="273" r:id="R6605234589544729"/>
    <p:sldId xmlns:r="http://schemas.openxmlformats.org/officeDocument/2006/relationships" id="274" r:id="R610d67efb6fd4114"/>
    <p:sldId xmlns:r="http://schemas.openxmlformats.org/officeDocument/2006/relationships" id="275" r:id="Rcfde79389fdc4b5a"/>
    <p:sldId xmlns:r="http://schemas.openxmlformats.org/officeDocument/2006/relationships" id="276" r:id="R75cd232a92c94590"/>
    <p:sldId xmlns:r="http://schemas.openxmlformats.org/officeDocument/2006/relationships" id="277" r:id="R3244578ed1d94baf"/>
    <p:sldId xmlns:r="http://schemas.openxmlformats.org/officeDocument/2006/relationships" id="278" r:id="Rc6dc97e1dc084585"/>
    <p:sldId xmlns:r="http://schemas.openxmlformats.org/officeDocument/2006/relationships" id="279" r:id="R37157d7d20ce4160"/>
    <p:sldId xmlns:r="http://schemas.openxmlformats.org/officeDocument/2006/relationships" id="280" r:id="Rf6fc5684dd1a4ccc"/>
    <p:sldId xmlns:r="http://schemas.openxmlformats.org/officeDocument/2006/relationships" id="281" r:id="Rf6033caa7e7a437d"/>
    <p:sldId xmlns:r="http://schemas.openxmlformats.org/officeDocument/2006/relationships" id="282" r:id="R209308bf488048c5"/>
    <p:sldId xmlns:r="http://schemas.openxmlformats.org/officeDocument/2006/relationships" id="283" r:id="R3d85e36d273f4b1b"/>
    <p:sldId xmlns:r="http://schemas.openxmlformats.org/officeDocument/2006/relationships" id="284" r:id="R9e384111be3d4719"/>
    <p:sldId xmlns:r="http://schemas.openxmlformats.org/officeDocument/2006/relationships" id="285" r:id="Rf456a8ba08104bcd"/>
    <p:sldId xmlns:r="http://schemas.openxmlformats.org/officeDocument/2006/relationships" id="286" r:id="R76fcd168432840eb"/>
    <p:sldId xmlns:r="http://schemas.openxmlformats.org/officeDocument/2006/relationships" id="287" r:id="Rb4cd14152ff74c34"/>
    <p:sldId xmlns:r="http://schemas.openxmlformats.org/officeDocument/2006/relationships" id="288" r:id="Rb62d2eca3eda4f67"/>
    <p:sldId xmlns:r="http://schemas.openxmlformats.org/officeDocument/2006/relationships" id="289" r:id="Rf61378161ac34d74"/>
    <p:sldId xmlns:r="http://schemas.openxmlformats.org/officeDocument/2006/relationships" id="290" r:id="R9c78b30bcfd942f7"/>
    <p:sldId xmlns:r="http://schemas.openxmlformats.org/officeDocument/2006/relationships" id="291" r:id="R4a32e0173e0c460c"/>
    <p:sldId xmlns:r="http://schemas.openxmlformats.org/officeDocument/2006/relationships" id="292" r:id="Rc05d50813f3240b0"/>
    <p:sldId xmlns:r="http://schemas.openxmlformats.org/officeDocument/2006/relationships" id="293" r:id="Rf57e4284a93d402d"/>
    <p:sldId xmlns:r="http://schemas.openxmlformats.org/officeDocument/2006/relationships" id="294" r:id="R9fd45451542c49b0"/>
    <p:sldId xmlns:r="http://schemas.openxmlformats.org/officeDocument/2006/relationships" id="295" r:id="R00164512088b4e48"/>
    <p:sldId xmlns:r="http://schemas.openxmlformats.org/officeDocument/2006/relationships" id="296" r:id="R4fd78b6e0bc24ac9"/>
    <p:sldId xmlns:r="http://schemas.openxmlformats.org/officeDocument/2006/relationships" id="297" r:id="Re160976cf3e54835"/>
    <p:sldId xmlns:r="http://schemas.openxmlformats.org/officeDocument/2006/relationships" id="298" r:id="Rbbfe502629d6425c"/>
    <p:sldId xmlns:r="http://schemas.openxmlformats.org/officeDocument/2006/relationships" id="299" r:id="R93def61672c34b79"/>
    <p:sldId xmlns:r="http://schemas.openxmlformats.org/officeDocument/2006/relationships" id="300" r:id="Rca94bc6246d24e2c"/>
    <p:sldId xmlns:r="http://schemas.openxmlformats.org/officeDocument/2006/relationships" id="301" r:id="Rd377aba2d5a34deb"/>
    <p:sldId xmlns:r="http://schemas.openxmlformats.org/officeDocument/2006/relationships" id="302" r:id="R02c644f2c7b44074"/>
    <p:sldId xmlns:r="http://schemas.openxmlformats.org/officeDocument/2006/relationships" id="303" r:id="Rb280bf8d42194d3a"/>
    <p:sldId xmlns:r="http://schemas.openxmlformats.org/officeDocument/2006/relationships" id="304" r:id="R0a767abba19249cf"/>
    <p:sldId xmlns:r="http://schemas.openxmlformats.org/officeDocument/2006/relationships" id="305" r:id="Rb5ec2857b9be49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6f299d20f40a3" /><Relationship Type="http://schemas.openxmlformats.org/officeDocument/2006/relationships/slideMaster" Target="/ppt/slideMasters/slideMaster1.xml" Id="Rb4988fe806924f84" /><Relationship Type="http://schemas.openxmlformats.org/officeDocument/2006/relationships/notesMaster" Target="/ppt/notesMasters/notesMaster1.xml" Id="R897ac4cda56a4eed" /><Relationship Type="http://schemas.openxmlformats.org/officeDocument/2006/relationships/presProps" Target="/ppt/presProps.xml" Id="R457457fbfcd747a9" /><Relationship Type="http://schemas.openxmlformats.org/officeDocument/2006/relationships/tableStyles" Target="/ppt/tableStyles.xml" Id="R32ca6cff5d1e412b" /><Relationship Type="http://schemas.openxmlformats.org/officeDocument/2006/relationships/slide" Target="/ppt/slides/slide1.xml" Id="Rf0224438f6674c1e" /><Relationship Type="http://schemas.openxmlformats.org/officeDocument/2006/relationships/slide" Target="/ppt/slides/slide2.xml" Id="R84f2c1b248f4496f" /><Relationship Type="http://schemas.openxmlformats.org/officeDocument/2006/relationships/slide" Target="/ppt/slides/slide3.xml" Id="R18efe3f6c0014385" /><Relationship Type="http://schemas.openxmlformats.org/officeDocument/2006/relationships/slide" Target="/ppt/slides/slide4.xml" Id="R3ce018a246e245a1" /><Relationship Type="http://schemas.openxmlformats.org/officeDocument/2006/relationships/slide" Target="/ppt/slides/slide5.xml" Id="R3c02127250a9447e" /><Relationship Type="http://schemas.openxmlformats.org/officeDocument/2006/relationships/slide" Target="/ppt/slides/slide6.xml" Id="R525bc4a3652a4401" /><Relationship Type="http://schemas.openxmlformats.org/officeDocument/2006/relationships/slide" Target="/ppt/slides/slide7.xml" Id="R96a9094f59c94e77" /><Relationship Type="http://schemas.openxmlformats.org/officeDocument/2006/relationships/slide" Target="/ppt/slides/slide8.xml" Id="R5da37de3e42a489d" /><Relationship Type="http://schemas.openxmlformats.org/officeDocument/2006/relationships/slide" Target="/ppt/slides/slide9.xml" Id="R9684b4f7e0bb4556" /><Relationship Type="http://schemas.openxmlformats.org/officeDocument/2006/relationships/slide" Target="/ppt/slides/slide10.xml" Id="R0b725663972e4afe" /><Relationship Type="http://schemas.openxmlformats.org/officeDocument/2006/relationships/slide" Target="/ppt/slides/slide11.xml" Id="R0ffb5d77d03543ae" /><Relationship Type="http://schemas.openxmlformats.org/officeDocument/2006/relationships/slide" Target="/ppt/slides/slide12.xml" Id="Rc7456e865983448e" /><Relationship Type="http://schemas.openxmlformats.org/officeDocument/2006/relationships/slide" Target="/ppt/slides/slide13.xml" Id="R667d2bda993d4c50" /><Relationship Type="http://schemas.openxmlformats.org/officeDocument/2006/relationships/slide" Target="/ppt/slides/slide14.xml" Id="Rf53a18e5b8a14381" /><Relationship Type="http://schemas.openxmlformats.org/officeDocument/2006/relationships/slide" Target="/ppt/slides/slide15.xml" Id="R31d56fe074c54afa" /><Relationship Type="http://schemas.openxmlformats.org/officeDocument/2006/relationships/slide" Target="/ppt/slides/slide16.xml" Id="R87c1a4b273d84aca" /><Relationship Type="http://schemas.openxmlformats.org/officeDocument/2006/relationships/slide" Target="/ppt/slides/slide17.xml" Id="R57613379625c4bb5" /><Relationship Type="http://schemas.openxmlformats.org/officeDocument/2006/relationships/slide" Target="/ppt/slides/slide18.xml" Id="R6605234589544729" /><Relationship Type="http://schemas.openxmlformats.org/officeDocument/2006/relationships/slide" Target="/ppt/slides/slide19.xml" Id="R610d67efb6fd4114" /><Relationship Type="http://schemas.openxmlformats.org/officeDocument/2006/relationships/slide" Target="/ppt/slides/slide20.xml" Id="Rcfde79389fdc4b5a" /><Relationship Type="http://schemas.openxmlformats.org/officeDocument/2006/relationships/slide" Target="/ppt/slides/slide21.xml" Id="R75cd232a92c94590" /><Relationship Type="http://schemas.openxmlformats.org/officeDocument/2006/relationships/slide" Target="/ppt/slides/slide22.xml" Id="R3244578ed1d94baf" /><Relationship Type="http://schemas.openxmlformats.org/officeDocument/2006/relationships/slide" Target="/ppt/slides/slide23.xml" Id="Rc6dc97e1dc084585" /><Relationship Type="http://schemas.openxmlformats.org/officeDocument/2006/relationships/slide" Target="/ppt/slides/slide24.xml" Id="R37157d7d20ce4160" /><Relationship Type="http://schemas.openxmlformats.org/officeDocument/2006/relationships/slide" Target="/ppt/slides/slide25.xml" Id="Rf6fc5684dd1a4ccc" /><Relationship Type="http://schemas.openxmlformats.org/officeDocument/2006/relationships/slide" Target="/ppt/slides/slide26.xml" Id="Rf6033caa7e7a437d" /><Relationship Type="http://schemas.openxmlformats.org/officeDocument/2006/relationships/slide" Target="/ppt/slides/slide27.xml" Id="R209308bf488048c5" /><Relationship Type="http://schemas.openxmlformats.org/officeDocument/2006/relationships/slide" Target="/ppt/slides/slide28.xml" Id="R3d85e36d273f4b1b" /><Relationship Type="http://schemas.openxmlformats.org/officeDocument/2006/relationships/slide" Target="/ppt/slides/slide29.xml" Id="R9e384111be3d4719" /><Relationship Type="http://schemas.openxmlformats.org/officeDocument/2006/relationships/slide" Target="/ppt/slides/slide30.xml" Id="Rf456a8ba08104bcd" /><Relationship Type="http://schemas.openxmlformats.org/officeDocument/2006/relationships/slide" Target="/ppt/slides/slide31.xml" Id="R76fcd168432840eb" /><Relationship Type="http://schemas.openxmlformats.org/officeDocument/2006/relationships/slide" Target="/ppt/slides/slide32.xml" Id="Rb4cd14152ff74c34" /><Relationship Type="http://schemas.openxmlformats.org/officeDocument/2006/relationships/slide" Target="/ppt/slides/slide33.xml" Id="Rb62d2eca3eda4f67" /><Relationship Type="http://schemas.openxmlformats.org/officeDocument/2006/relationships/slide" Target="/ppt/slides/slide34.xml" Id="Rf61378161ac34d74" /><Relationship Type="http://schemas.openxmlformats.org/officeDocument/2006/relationships/slide" Target="/ppt/slides/slide35.xml" Id="R9c78b30bcfd942f7" /><Relationship Type="http://schemas.openxmlformats.org/officeDocument/2006/relationships/slide" Target="/ppt/slides/slide36.xml" Id="R4a32e0173e0c460c" /><Relationship Type="http://schemas.openxmlformats.org/officeDocument/2006/relationships/slide" Target="/ppt/slides/slide37.xml" Id="Rc05d50813f3240b0" /><Relationship Type="http://schemas.openxmlformats.org/officeDocument/2006/relationships/slide" Target="/ppt/slides/slide38.xml" Id="Rf57e4284a93d402d" /><Relationship Type="http://schemas.openxmlformats.org/officeDocument/2006/relationships/slide" Target="/ppt/slides/slide39.xml" Id="R9fd45451542c49b0" /><Relationship Type="http://schemas.openxmlformats.org/officeDocument/2006/relationships/slide" Target="/ppt/slides/slide40.xml" Id="R00164512088b4e48" /><Relationship Type="http://schemas.openxmlformats.org/officeDocument/2006/relationships/slide" Target="/ppt/slides/slide41.xml" Id="R4fd78b6e0bc24ac9" /><Relationship Type="http://schemas.openxmlformats.org/officeDocument/2006/relationships/slide" Target="/ppt/slides/slide42.xml" Id="Re160976cf3e54835" /><Relationship Type="http://schemas.openxmlformats.org/officeDocument/2006/relationships/slide" Target="/ppt/slides/slide43.xml" Id="Rbbfe502629d6425c" /><Relationship Type="http://schemas.openxmlformats.org/officeDocument/2006/relationships/slide" Target="/ppt/slides/slide44.xml" Id="R93def61672c34b79" /><Relationship Type="http://schemas.openxmlformats.org/officeDocument/2006/relationships/slide" Target="/ppt/slides/slide45.xml" Id="Rca94bc6246d24e2c" /><Relationship Type="http://schemas.openxmlformats.org/officeDocument/2006/relationships/slide" Target="/ppt/slides/slide46.xml" Id="Rd377aba2d5a34deb" /><Relationship Type="http://schemas.openxmlformats.org/officeDocument/2006/relationships/slide" Target="/ppt/slides/slide47.xml" Id="R02c644f2c7b44074" /><Relationship Type="http://schemas.openxmlformats.org/officeDocument/2006/relationships/slide" Target="/ppt/slides/slide48.xml" Id="Rb280bf8d42194d3a" /><Relationship Type="http://schemas.openxmlformats.org/officeDocument/2006/relationships/slide" Target="/ppt/slides/slide49.xml" Id="R0a767abba19249cf" /><Relationship Type="http://schemas.openxmlformats.org/officeDocument/2006/relationships/slide" Target="/ppt/slides/slide50.xml" Id="Rb5ec2857b9be49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1cf364445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b7e6c8b574fd5" /><Relationship Type="http://schemas.openxmlformats.org/officeDocument/2006/relationships/notesMaster" Target="/ppt/notesMasters/notesMaster1.xml" Id="Reff6149ecfc34e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20b2c90704ab8" /><Relationship Type="http://schemas.openxmlformats.org/officeDocument/2006/relationships/notesMaster" Target="/ppt/notesMasters/notesMaster1.xml" Id="Rcc4af915ff96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a766580c2a4026" /><Relationship Type="http://schemas.openxmlformats.org/officeDocument/2006/relationships/notesMaster" Target="/ppt/notesMasters/notesMaster1.xml" Id="R50222efa163644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4c0b66e00477c" /><Relationship Type="http://schemas.openxmlformats.org/officeDocument/2006/relationships/notesMaster" Target="/ppt/notesMasters/notesMaster1.xml" Id="R290ebf8da40441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c33c17f264259" /><Relationship Type="http://schemas.openxmlformats.org/officeDocument/2006/relationships/notesMaster" Target="/ppt/notesMasters/notesMaster1.xml" Id="R9c0f54680c464a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367a27adfa480d" /><Relationship Type="http://schemas.openxmlformats.org/officeDocument/2006/relationships/notesMaster" Target="/ppt/notesMasters/notesMaster1.xml" Id="Rb813375304be48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6fd37d6b8403c" /><Relationship Type="http://schemas.openxmlformats.org/officeDocument/2006/relationships/notesMaster" Target="/ppt/notesMasters/notesMaster1.xml" Id="R209a6e6383b04d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8a33a65f7040f6" /><Relationship Type="http://schemas.openxmlformats.org/officeDocument/2006/relationships/notesMaster" Target="/ppt/notesMasters/notesMaster1.xml" Id="R46ef6fe10aad40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db756c17834856" /><Relationship Type="http://schemas.openxmlformats.org/officeDocument/2006/relationships/notesMaster" Target="/ppt/notesMasters/notesMaster1.xml" Id="R066587889cc144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3721d7a5f144f3" /><Relationship Type="http://schemas.openxmlformats.org/officeDocument/2006/relationships/notesMaster" Target="/ppt/notesMasters/notesMaster1.xml" Id="Rbdf1c0c44db84b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764341bac14f3f" /><Relationship Type="http://schemas.openxmlformats.org/officeDocument/2006/relationships/notesMaster" Target="/ppt/notesMasters/notesMaster1.xml" Id="Rc46bdff8bf8c45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873089ea6b41f7" /><Relationship Type="http://schemas.openxmlformats.org/officeDocument/2006/relationships/notesMaster" Target="/ppt/notesMasters/notesMaster1.xml" Id="R196a7c897f5547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6cea311eb747da" /><Relationship Type="http://schemas.openxmlformats.org/officeDocument/2006/relationships/notesMaster" Target="/ppt/notesMasters/notesMaster1.xml" Id="R5dc22d4837df4b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8c5008f2db45d2" /><Relationship Type="http://schemas.openxmlformats.org/officeDocument/2006/relationships/notesMaster" Target="/ppt/notesMasters/notesMaster1.xml" Id="R19bd621bed1d49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ae6a91d0b34257" /><Relationship Type="http://schemas.openxmlformats.org/officeDocument/2006/relationships/notesMaster" Target="/ppt/notesMasters/notesMaster1.xml" Id="R07e657783b5a40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94b95de7a543bf" /><Relationship Type="http://schemas.openxmlformats.org/officeDocument/2006/relationships/notesMaster" Target="/ppt/notesMasters/notesMaster1.xml" Id="R7304d791b05346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388bd04f894599" /><Relationship Type="http://schemas.openxmlformats.org/officeDocument/2006/relationships/notesMaster" Target="/ppt/notesMasters/notesMaster1.xml" Id="R0c1d39a2f7c446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4589594a0049d9" /><Relationship Type="http://schemas.openxmlformats.org/officeDocument/2006/relationships/notesMaster" Target="/ppt/notesMasters/notesMaster1.xml" Id="R9be1fae303ee44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c60236a7a24791" /><Relationship Type="http://schemas.openxmlformats.org/officeDocument/2006/relationships/notesMaster" Target="/ppt/notesMasters/notesMaster1.xml" Id="R5f70c2b3dd5847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5348fa42a346cb" /><Relationship Type="http://schemas.openxmlformats.org/officeDocument/2006/relationships/notesMaster" Target="/ppt/notesMasters/notesMaster1.xml" Id="R4b8735e8196c48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5e5042688e4351" /><Relationship Type="http://schemas.openxmlformats.org/officeDocument/2006/relationships/notesMaster" Target="/ppt/notesMasters/notesMaster1.xml" Id="R18316d3404ea47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ee38583fca4895" /><Relationship Type="http://schemas.openxmlformats.org/officeDocument/2006/relationships/notesMaster" Target="/ppt/notesMasters/notesMaster1.xml" Id="Rdd032a7eaf3c41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067307d8e541af" /><Relationship Type="http://schemas.openxmlformats.org/officeDocument/2006/relationships/notesMaster" Target="/ppt/notesMasters/notesMaster1.xml" Id="R77015dac90d9462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691a2859c4c46e9" /><Relationship Type="http://schemas.openxmlformats.org/officeDocument/2006/relationships/notesMaster" Target="/ppt/notesMasters/notesMaster1.xml" Id="R56a4c13cc1b844d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32932549f134f64" /><Relationship Type="http://schemas.openxmlformats.org/officeDocument/2006/relationships/notesMaster" Target="/ppt/notesMasters/notesMaster1.xml" Id="R6457e08952de45d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fc10e49af234fa9" /><Relationship Type="http://schemas.openxmlformats.org/officeDocument/2006/relationships/notesMaster" Target="/ppt/notesMasters/notesMaster1.xml" Id="R6ef8bb4d662540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5bb7732b401442f" /><Relationship Type="http://schemas.openxmlformats.org/officeDocument/2006/relationships/notesMaster" Target="/ppt/notesMasters/notesMaster1.xml" Id="R4590116f3d594a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1beaad2eee4c17" /><Relationship Type="http://schemas.openxmlformats.org/officeDocument/2006/relationships/notesMaster" Target="/ppt/notesMasters/notesMaster1.xml" Id="Rd3aa0cc1385e46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deb0cbea2f4622" /><Relationship Type="http://schemas.openxmlformats.org/officeDocument/2006/relationships/notesMaster" Target="/ppt/notesMasters/notesMaster1.xml" Id="R5e267d15c3df42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4a24b29a645458b" /><Relationship Type="http://schemas.openxmlformats.org/officeDocument/2006/relationships/notesMaster" Target="/ppt/notesMasters/notesMaster1.xml" Id="Raf60ef584df049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559b16b8b2945c0" /><Relationship Type="http://schemas.openxmlformats.org/officeDocument/2006/relationships/notesMaster" Target="/ppt/notesMasters/notesMaster1.xml" Id="R3d0869fe01ab42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c6c650acfe45a3" /><Relationship Type="http://schemas.openxmlformats.org/officeDocument/2006/relationships/notesMaster" Target="/ppt/notesMasters/notesMaster1.xml" Id="Rfa68295f5d35403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5c73d77dfd4bdc" /><Relationship Type="http://schemas.openxmlformats.org/officeDocument/2006/relationships/notesMaster" Target="/ppt/notesMasters/notesMaster1.xml" Id="Rcc8ac441096b4d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f8f0cad7cb14342" /><Relationship Type="http://schemas.openxmlformats.org/officeDocument/2006/relationships/notesMaster" Target="/ppt/notesMasters/notesMaster1.xml" Id="R8baff4427e9e451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4fe2291d72f493b" /><Relationship Type="http://schemas.openxmlformats.org/officeDocument/2006/relationships/notesMaster" Target="/ppt/notesMasters/notesMaster1.xml" Id="R39609eb870be437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d5baf57191147b9" /><Relationship Type="http://schemas.openxmlformats.org/officeDocument/2006/relationships/notesMaster" Target="/ppt/notesMasters/notesMaster1.xml" Id="Rb8be79f0eb154f2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de24ce3f5ea43d2" /><Relationship Type="http://schemas.openxmlformats.org/officeDocument/2006/relationships/notesMaster" Target="/ppt/notesMasters/notesMaster1.xml" Id="R8d36a3f1575b4a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bd24ffd4194532" /><Relationship Type="http://schemas.openxmlformats.org/officeDocument/2006/relationships/notesMaster" Target="/ppt/notesMasters/notesMaster1.xml" Id="R09398108aa404c3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1573fc107474c89" /><Relationship Type="http://schemas.openxmlformats.org/officeDocument/2006/relationships/notesMaster" Target="/ppt/notesMasters/notesMaster1.xml" Id="R0fb2c7f420c3431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e26b8807584776" /><Relationship Type="http://schemas.openxmlformats.org/officeDocument/2006/relationships/notesMaster" Target="/ppt/notesMasters/notesMaster1.xml" Id="R313ecd0ea49a492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7f6e6e59f474c28" /><Relationship Type="http://schemas.openxmlformats.org/officeDocument/2006/relationships/notesMaster" Target="/ppt/notesMasters/notesMaster1.xml" Id="R2190266c403f413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19e6f6f2cc645d0" /><Relationship Type="http://schemas.openxmlformats.org/officeDocument/2006/relationships/notesMaster" Target="/ppt/notesMasters/notesMaster1.xml" Id="R79846cf0368d48e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d01f42fc93441b7" /><Relationship Type="http://schemas.openxmlformats.org/officeDocument/2006/relationships/notesMaster" Target="/ppt/notesMasters/notesMaster1.xml" Id="R2390e89a2419415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2c96a9035974f3e" /><Relationship Type="http://schemas.openxmlformats.org/officeDocument/2006/relationships/notesMaster" Target="/ppt/notesMasters/notesMaster1.xml" Id="R48711a44a68e4ea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786a411d568418a" /><Relationship Type="http://schemas.openxmlformats.org/officeDocument/2006/relationships/notesMaster" Target="/ppt/notesMasters/notesMaster1.xml" Id="Rc3fda3f458594a1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f4e0de1a0bf4cca" /><Relationship Type="http://schemas.openxmlformats.org/officeDocument/2006/relationships/notesMaster" Target="/ppt/notesMasters/notesMaster1.xml" Id="Rab3f26d16d7a4df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4727f48f790476f" /><Relationship Type="http://schemas.openxmlformats.org/officeDocument/2006/relationships/notesMaster" Target="/ppt/notesMasters/notesMaster1.xml" Id="R5d71bc1fcaa34f1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b9e6d0d9693450e" /><Relationship Type="http://schemas.openxmlformats.org/officeDocument/2006/relationships/notesMaster" Target="/ppt/notesMasters/notesMaster1.xml" Id="R1f90c6ca0212436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2d9b8576f414a8c" /><Relationship Type="http://schemas.openxmlformats.org/officeDocument/2006/relationships/notesMaster" Target="/ppt/notesMasters/notesMaster1.xml" Id="Rc9ba8e3faa3c49f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399691035884e8f" /><Relationship Type="http://schemas.openxmlformats.org/officeDocument/2006/relationships/notesMaster" Target="/ppt/notesMasters/notesMaster1.xml" Id="Rb0b2392590444d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bullets one by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rows quickly and end on MISSING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roadmap by row and connect each unit to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ae068a824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b93a0898f4ad8" /><Relationship Type="http://schemas.openxmlformats.org/officeDocument/2006/relationships/slideLayout" Target="/ppt/slideLayouts/slideLayout1.xml" Id="R9cedc68e314948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edc68e314948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2cc654c444642" /><Relationship Type="http://schemas.openxmlformats.org/officeDocument/2006/relationships/notesSlide" Target="/ppt/notesSlides/notesSlide1.xml" Id="R7092144468f14d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33fccfecb4d7a" /><Relationship Type="http://schemas.openxmlformats.org/officeDocument/2006/relationships/notesSlide" Target="/ppt/notesSlides/notesSlide2.xml" Id="R87328f61c49b47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2d30a76514ede" /><Relationship Type="http://schemas.openxmlformats.org/officeDocument/2006/relationships/notesSlide" Target="/ppt/notesSlides/notesSlide3.xml" Id="R4c82b45062174c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845ecd8754f4d" /><Relationship Type="http://schemas.openxmlformats.org/officeDocument/2006/relationships/notesSlide" Target="/ppt/notesSlides/notesSlide4.xml" Id="R69da8ac87d0444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7d65b94c241a0" /><Relationship Type="http://schemas.openxmlformats.org/officeDocument/2006/relationships/notesSlide" Target="/ppt/notesSlides/notesSlide5.xml" Id="Rbc768d96f87744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357513aed4831" /><Relationship Type="http://schemas.openxmlformats.org/officeDocument/2006/relationships/notesSlide" Target="/ppt/notesSlides/notesSlide6.xml" Id="Rc6b558fffa6d48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e98ced50420a" /><Relationship Type="http://schemas.openxmlformats.org/officeDocument/2006/relationships/notesSlide" Target="/ppt/notesSlides/notesSlide7.xml" Id="R166e4a2b759542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0e21e36c8456b" /><Relationship Type="http://schemas.openxmlformats.org/officeDocument/2006/relationships/notesSlide" Target="/ppt/notesSlides/notesSlide8.xml" Id="R0f52aaa756424b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bc39a04be45d2" /><Relationship Type="http://schemas.openxmlformats.org/officeDocument/2006/relationships/notesSlide" Target="/ppt/notesSlides/notesSlide9.xml" Id="R0ee1b125618e43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ef6bca9334994" /><Relationship Type="http://schemas.openxmlformats.org/officeDocument/2006/relationships/notesSlide" Target="/ppt/notesSlides/notesSlide10.xml" Id="Rd786cd0a1bf440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83c806adc4d0c" /><Relationship Type="http://schemas.openxmlformats.org/officeDocument/2006/relationships/notesSlide" Target="/ppt/notesSlides/notesSlide11.xml" Id="R7f16e654c53a41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32e3304be4b3f" /><Relationship Type="http://schemas.openxmlformats.org/officeDocument/2006/relationships/notesSlide" Target="/ppt/notesSlides/notesSlide12.xml" Id="R07f009487c3f4a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7f2bf3ce247ea" /><Relationship Type="http://schemas.openxmlformats.org/officeDocument/2006/relationships/notesSlide" Target="/ppt/notesSlides/notesSlide13.xml" Id="R6b4970f1eb414d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280ef58184541" /><Relationship Type="http://schemas.openxmlformats.org/officeDocument/2006/relationships/notesSlide" Target="/ppt/notesSlides/notesSlide14.xml" Id="R74037f72772640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6c96e0fbc4b74" /><Relationship Type="http://schemas.openxmlformats.org/officeDocument/2006/relationships/notesSlide" Target="/ppt/notesSlides/notesSlide15.xml" Id="R003f25e468e14f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4466fa47141ad" /><Relationship Type="http://schemas.openxmlformats.org/officeDocument/2006/relationships/notesSlide" Target="/ppt/notesSlides/notesSlide16.xml" Id="R193bd5f2bcba44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ecc55958345f8" /><Relationship Type="http://schemas.openxmlformats.org/officeDocument/2006/relationships/notesSlide" Target="/ppt/notesSlides/notesSlide17.xml" Id="R8970692864c044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c94d32a134ba4" /><Relationship Type="http://schemas.openxmlformats.org/officeDocument/2006/relationships/notesSlide" Target="/ppt/notesSlides/notesSlide18.xml" Id="Ra741e9a90b9d44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b3e75708a4edb" /><Relationship Type="http://schemas.openxmlformats.org/officeDocument/2006/relationships/notesSlide" Target="/ppt/notesSlides/notesSlide19.xml" Id="R25b3a299307e4e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39f81c432411f" /><Relationship Type="http://schemas.openxmlformats.org/officeDocument/2006/relationships/notesSlide" Target="/ppt/notesSlides/notesSlide20.xml" Id="Rec491727162147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962f5219f4a7a" /><Relationship Type="http://schemas.openxmlformats.org/officeDocument/2006/relationships/notesSlide" Target="/ppt/notesSlides/notesSlide21.xml" Id="R086753835b2f48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de4a458d24e61" /><Relationship Type="http://schemas.openxmlformats.org/officeDocument/2006/relationships/notesSlide" Target="/ppt/notesSlides/notesSlide22.xml" Id="R024f54b90f6f4c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ebc0f9e434386" /><Relationship Type="http://schemas.openxmlformats.org/officeDocument/2006/relationships/notesSlide" Target="/ppt/notesSlides/notesSlide23.xml" Id="R5665cfcb089841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24c520206444f" /><Relationship Type="http://schemas.openxmlformats.org/officeDocument/2006/relationships/notesSlide" Target="/ppt/notesSlides/notesSlide24.xml" Id="R325f84d608f348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9322dd9b542d9" /><Relationship Type="http://schemas.openxmlformats.org/officeDocument/2006/relationships/notesSlide" Target="/ppt/notesSlides/notesSlide25.xml" Id="R57c5dd031ded4f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6f8c97e3241fb" /><Relationship Type="http://schemas.openxmlformats.org/officeDocument/2006/relationships/notesSlide" Target="/ppt/notesSlides/notesSlide26.xml" Id="Rb670e112ce7e4de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ea1b4d05a48e9" /><Relationship Type="http://schemas.openxmlformats.org/officeDocument/2006/relationships/notesSlide" Target="/ppt/notesSlides/notesSlide27.xml" Id="R226df6d9aa2544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77f43840945c4" /><Relationship Type="http://schemas.openxmlformats.org/officeDocument/2006/relationships/notesSlide" Target="/ppt/notesSlides/notesSlide28.xml" Id="R569cb97906ed496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4d1d0f6884699" /><Relationship Type="http://schemas.openxmlformats.org/officeDocument/2006/relationships/notesSlide" Target="/ppt/notesSlides/notesSlide29.xml" Id="R1ae03cbb45a548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8ee28a81745d5" /><Relationship Type="http://schemas.openxmlformats.org/officeDocument/2006/relationships/notesSlide" Target="/ppt/notesSlides/notesSlide30.xml" Id="R104e4bf9f6a345f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f8d6ec4b14880" /><Relationship Type="http://schemas.openxmlformats.org/officeDocument/2006/relationships/notesSlide" Target="/ppt/notesSlides/notesSlide31.xml" Id="R13b23f753306409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3a63263174fb4" /><Relationship Type="http://schemas.openxmlformats.org/officeDocument/2006/relationships/notesSlide" Target="/ppt/notesSlides/notesSlide32.xml" Id="R22a4451c834548b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59c671f144db9" /><Relationship Type="http://schemas.openxmlformats.org/officeDocument/2006/relationships/notesSlide" Target="/ppt/notesSlides/notesSlide33.xml" Id="Ra73064d0a3b2495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145ffcbe34be7" /><Relationship Type="http://schemas.openxmlformats.org/officeDocument/2006/relationships/notesSlide" Target="/ppt/notesSlides/notesSlide34.xml" Id="R6cdb6094420d49e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a739d4b3d4a1c" /><Relationship Type="http://schemas.openxmlformats.org/officeDocument/2006/relationships/notesSlide" Target="/ppt/notesSlides/notesSlide35.xml" Id="Rbc0fbca8469c45a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969f1f9e40c4" /><Relationship Type="http://schemas.openxmlformats.org/officeDocument/2006/relationships/notesSlide" Target="/ppt/notesSlides/notesSlide36.xml" Id="R864cf6501c04491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b24c0637f4a63" /><Relationship Type="http://schemas.openxmlformats.org/officeDocument/2006/relationships/notesSlide" Target="/ppt/notesSlides/notesSlide37.xml" Id="R2caef8541f24437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372de489a489f" /><Relationship Type="http://schemas.openxmlformats.org/officeDocument/2006/relationships/notesSlide" Target="/ppt/notesSlides/notesSlide38.xml" Id="Re79c019ae3c3452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60e7e3c09421e" /><Relationship Type="http://schemas.openxmlformats.org/officeDocument/2006/relationships/notesSlide" Target="/ppt/notesSlides/notesSlide39.xml" Id="Rdd247fd96d2c430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ad58cc67c4de1" /><Relationship Type="http://schemas.openxmlformats.org/officeDocument/2006/relationships/notesSlide" Target="/ppt/notesSlides/notesSlide40.xml" Id="R338a313e628a472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2f9253fa54baa" /><Relationship Type="http://schemas.openxmlformats.org/officeDocument/2006/relationships/notesSlide" Target="/ppt/notesSlides/notesSlide41.xml" Id="R7969285f5023432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1d1d6e75a4d33" /><Relationship Type="http://schemas.openxmlformats.org/officeDocument/2006/relationships/notesSlide" Target="/ppt/notesSlides/notesSlide42.xml" Id="Rec03de071d414fc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f1db24b3c45d3" /><Relationship Type="http://schemas.openxmlformats.org/officeDocument/2006/relationships/notesSlide" Target="/ppt/notesSlides/notesSlide43.xml" Id="R35606fd621f747f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4bb4d012240ef" /><Relationship Type="http://schemas.openxmlformats.org/officeDocument/2006/relationships/notesSlide" Target="/ppt/notesSlides/notesSlide44.xml" Id="Rc13a9a12f80f42a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c94bd4dda4cbc" /><Relationship Type="http://schemas.openxmlformats.org/officeDocument/2006/relationships/notesSlide" Target="/ppt/notesSlides/notesSlide45.xml" Id="R938e4272040d41f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e90ebaae343c1" /><Relationship Type="http://schemas.openxmlformats.org/officeDocument/2006/relationships/notesSlide" Target="/ppt/notesSlides/notesSlide46.xml" Id="R2cf8f3b81425484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7658c62a749d6" /><Relationship Type="http://schemas.openxmlformats.org/officeDocument/2006/relationships/notesSlide" Target="/ppt/notesSlides/notesSlide47.xml" Id="Rd8cac50eaf50405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b7345b0cf482c" /><Relationship Type="http://schemas.openxmlformats.org/officeDocument/2006/relationships/notesSlide" Target="/ppt/notesSlides/notesSlide48.xml" Id="Raa22a79ef49f4a2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310297b7146bd" /><Relationship Type="http://schemas.openxmlformats.org/officeDocument/2006/relationships/notesSlide" Target="/ppt/notesSlides/notesSlide49.xml" Id="R42648661c9a2424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7f2bf1c254a1b" /><Relationship Type="http://schemas.openxmlformats.org/officeDocument/2006/relationships/notesSlide" Target="/ppt/notesSlides/notesSlide50.xml" Id="R2dcffd5e9fac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77623-64B1-48D3-8DAE-6902B7DB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F8C43-96E6-4587-A940-DDB39917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Introduction, Arrays, Pointers, Structures, Polynomials, and Sparse Matrices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854CD-1F8B-4573-84D1-68F58FC1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8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644D5-BC61-4D7E-A094-61C88B8F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structures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Primitive and non-primitive classification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Pointers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Dynamic memory allocation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Arrays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Dynamically allocated arrays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Structures and unions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Polynomials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0CA03-04FB-437A-86F4-CFC7278F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106B-EC02-4DE4-AEA6-B19EC45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6245E-3EED-4346-ABC4-EDCBD22C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F477D-B56D-4BED-8704-45E968C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8ADCB-C6F2-4513-B64D-AB559336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EFE08-92F7-4DEC-987A-9596704F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69B3A-FE81-4738-B38F-8C03C44F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EA829-3B83-479F-8D0F-6D0D9C51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1F016-C4B1-4DC0-BCDC-0608BB89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01/50</a:t>
            </a:r>
          </a:p>
        </p:txBody>
      </p:sp>
    </p:spTree>
    <p:extLst>
      <p:ext uri="{BB962C8B-B14F-4D97-AF65-F5344CB8AC3E}">
        <p14:creationId xmlns:p14="http://schemas.microsoft.com/office/powerpoint/2010/main" val="1793765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86CBA3-D611-4ECF-B4B5-99601F8E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06D9C-C49A-4D7B-9D58-618DB401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DEC4F-4AFA-469B-B1A1-73FB954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8F228-886E-4E8D-97EB-3B5E5C95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0F757-C251-4A55-9B94-5C8D767A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47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464D5-9B97-4775-9FF4-E227817E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4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1D2B5-DA94-4BF7-9325-8AB1C066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1. Data structures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55444-AB0A-4EEE-A1D2-6D9C7E5D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36766-CF66-44D6-B74E-6911136A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20ACD-D2DA-4A06-957A-7A9213A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2. Primitive and non-primitive 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1C6DC-840B-4A04-822F-82A0C8B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25A03-C6DD-4F41-AABD-3C43F950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20D74-602B-4105-9655-14031C04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3. Pointers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4E7FB-DEAE-4C11-9358-543B1584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D1A86-2069-4A9B-AF32-DAE6EF05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C1CB3-DC60-4524-BAAB-1777CA7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4. Dynamic memory allocation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7AC5A-4C04-4792-A3AC-49BF28A1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AF13D-E4E3-40E7-B20F-4E117CF2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2E451-29CA-4A18-83CF-5EA5070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5. Arrays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E627A-3A27-41DD-ABB3-348C5705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1DFA9-F9C1-498B-A5CA-2E37C686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28C89-08A8-4D14-9182-3317AF1E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6. Dynamically allocated arrays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AD975-4D89-4AFE-B042-1A2F3F27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65A37-D6ED-4800-BD37-05E4B025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43E5A-B636-4258-AB6B-9CC3B44E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7. Structures and unions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374F3E-F5DC-43EA-A078-8C97B02B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0CB21-DD96-4E99-82A7-E7231A8D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2F97A-9590-4B08-8A98-9947EBF2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8. Polynomials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649D1-C7A0-4FF8-AB3F-85D12A1C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609B7-C739-439B-B90F-871DC9E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DF78FC-D0CB-45B4-BF8F-FED5F7E2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9. Sparse matrix representation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0E108B-99C7-47AD-A681-1A7A27BD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4BF51A-7C9F-40B1-BCF5-E0B0B02D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38431-1FD2-4B4C-8610-8964DD5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10. Transpose of sparse matrix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C03C3F-4937-450D-ACD0-43D3437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67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5183A-987D-4F1B-9DAD-98465697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67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1AA3F6-120A-45A4-8389-E4E4D118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76B094-F58E-4DFD-B5A6-796E7A00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02/50</a:t>
            </a:r>
          </a:p>
        </p:txBody>
      </p:sp>
    </p:spTree>
    <p:extLst>
      <p:ext uri="{BB962C8B-B14F-4D97-AF65-F5344CB8AC3E}">
        <p14:creationId xmlns:p14="http://schemas.microsoft.com/office/powerpoint/2010/main" val="1110669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F709E-6BE6-43C4-99FC-D5F34D7D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8CE1E-F608-454B-9DF3-66127FA0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98082-7411-4A6F-B257-083379B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E7960-4ACE-42BB-92E2-0631664C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Data structures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983A0-81F2-44C5-B936-88DB65C0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8E931-7A23-4D46-A878-902CFB51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Pointers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24981-4248-4005-B00D-C8FD415B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Dynamic memory allocation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2CF95-63C9-4833-A9DE-F91B7EA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Arrays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29CD8-CFA0-4C9B-8C4A-708BD3CC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Dynamically allocated arrays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2A9F9-08D6-4C04-BF73-200F3B71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Structures and unions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5F3C6-1A5F-4DCC-9D46-AEEE8D1F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Polynomials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C6299-9C98-4AB9-BB70-6B1497A2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Sparse matrices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6DD5A-7A52-47ED-B3EE-7D2F1317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Transpose of sparse 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F0174-DE49-4005-A5D6-990DBAA3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58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operations -&gt; algorithm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BE986-484A-489E-934F-4252282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03/50</a:t>
            </a:r>
          </a:p>
        </p:txBody>
      </p:sp>
    </p:spTree>
    <p:extLst>
      <p:ext uri="{BB962C8B-B14F-4D97-AF65-F5344CB8AC3E}">
        <p14:creationId xmlns:p14="http://schemas.microsoft.com/office/powerpoint/2010/main" val="1457897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4AA68-DC10-4E67-A77B-9D8E43C8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8A81F-C9FD-432E-96A9-91BB864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C96FA-29BA-4DD6-9740-03CA6A1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08FD2-DD6C-4259-BE71-1CDD1E7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Data structures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0C3E1-42E4-439A-BCE8-47D27684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3E345-4D5C-48F1-B4CE-E3E9ADB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BD508-7539-4157-A246-7A4B7D09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5B28C-FC81-47AB-9828-9B953F82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50E80-00BF-4604-A0A5-C12ED38F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9411C-E06E-4ED1-B903-E3BDCC7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Pointers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14BBA-E20E-4477-8D90-029C1AC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90D8F-3536-4836-807D-636E7EB0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B54ED-915A-4A9C-AC60-233F8B58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memory allocation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80735-12D9-452B-9647-3A840EC9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AFB98-79C6-4387-AF1D-E0AFEED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5D7ED-BFA2-4E37-B695-3449F815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Arrays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EDDBC-D96D-417D-911E-40872031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EFA07-7538-4A4C-9925-C6D0C1A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AE7D9-33B2-4580-B2D2-861257B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Dynamically allocated arrays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CD3A5-B87E-4E5B-8335-4BDE1655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9B08E-E7E4-4BBE-BE9E-8F8626DC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194B6-F273-4688-B36E-CC754E1E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04/50</a:t>
            </a:r>
          </a:p>
        </p:txBody>
      </p:sp>
    </p:spTree>
    <p:extLst>
      <p:ext uri="{BB962C8B-B14F-4D97-AF65-F5344CB8AC3E}">
        <p14:creationId xmlns:p14="http://schemas.microsoft.com/office/powerpoint/2010/main" val="822201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E7213-F7EC-4D2A-9D06-6C78856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3EBD4-5136-40EF-89BC-4C538503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Data structures: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FEF3C-F2D5-4F06-AFF5-6A8814DC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37D94-316F-47D8-B118-D9117B8B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data structure organizes data so operations can be performed efficiently.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9E4EA-F807-43E1-9732-8ECE7435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data object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storage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E85C0-88E6-4646-87D9-8AA180BB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4EFB2-6235-4A88-BE41-1A224EB0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representation from the operations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CFA28-AC2E-4A22-9C43-25E8A092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data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A61D3-373D-424B-8138-3082C41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0632B-11CC-4365-91BE-A036EFAC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EB300-5335-4561-95F3-031B8B0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algorithm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05480-89DD-4A3F-9044-1E06CCD0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9BA14-5897-4B1E-BA69-6864FB5D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05/50</a:t>
            </a:r>
          </a:p>
        </p:txBody>
      </p:sp>
    </p:spTree>
    <p:extLst>
      <p:ext uri="{BB962C8B-B14F-4D97-AF65-F5344CB8AC3E}">
        <p14:creationId xmlns:p14="http://schemas.microsoft.com/office/powerpoint/2010/main" val="307497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8C39A-253F-4810-99A5-1C8412E5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BFA5-48FB-4191-B9D0-B42FB61A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Data structures: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7C9F6-EA4E-40D4-9A63-6C4EC29A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1162E-E333-47F8-9F6F-5DB76F42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data structures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A336B-EB9C-439D-8808-CBF07192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55456-4C8F-4DB5-B188-9DF8933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B3154-380A-4BF0-B116-722232A0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representation from the operations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658EE-B238-494B-9C5A-DEAE2747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data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F03B1-442A-4656-A0D8-627E25D8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67307-CCD5-451F-B5A1-F21EB81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B132F-EA4F-4CAA-82B4-56A00B2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algorithm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8D77F-23CD-42C3-A80A-BE8F09E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2DB0A-A24C-43D5-8192-F9526719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06/50</a:t>
            </a:r>
          </a:p>
        </p:txBody>
      </p:sp>
    </p:spTree>
    <p:extLst>
      <p:ext uri="{BB962C8B-B14F-4D97-AF65-F5344CB8AC3E}">
        <p14:creationId xmlns:p14="http://schemas.microsoft.com/office/powerpoint/2010/main" val="20291009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795F0-8105-42E3-8D2D-3BD26AAD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EDAB8-5C82-47CD-BF16-9A11BE57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Data structures: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4C723-55D5-4A5D-9A63-25C34FA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00337-1AE3-4052-88A3-2D815A2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C8F32-184C-48BB-B664-435A9BC5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Choose representation from the operations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869F6-1F35-4539-A756-8CB1676E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6C3BE-94DB-4758-98CE-0AD0238E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representation from the operations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1F41E-AA18-4523-B0B2-D6C32C0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data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6B650-DF38-4E8F-B2CF-4EFD3D1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700C4-A88F-40A8-A68F-389338C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5FB4D-7FB6-4D30-A090-646EFC3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algorithm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A545D-B349-456E-8C81-6B91C1D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D1ADA-26B7-4E48-99B8-FF13919C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07/50</a:t>
            </a:r>
          </a:p>
        </p:txBody>
      </p:sp>
    </p:spTree>
    <p:extLst>
      <p:ext uri="{BB962C8B-B14F-4D97-AF65-F5344CB8AC3E}">
        <p14:creationId xmlns:p14="http://schemas.microsoft.com/office/powerpoint/2010/main" val="213464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E98DE-4B41-47F5-8518-E72EC2A6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D8B17-B68B-4804-95FB-4B518D54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Data structures: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2F1F0-F183-4AFB-8863-0F47E88B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BFE0E-A249-4372-AED0-90CD32BE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data structures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5A094-A436-4901-8018-93D874D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data object,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D7C67-8D29-478B-B87F-A57FE750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E1FE4-9E4E-417D-A9C0-82A5C31E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representation from the operations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C2FC8-1D3C-4CD3-A3CA-44CA3A42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data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86BCB-3D3D-4CF4-8677-BAB12490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CF708-79FE-42C2-8072-928C9E18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730A6-4B2A-4475-962B-00DA1A15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algorithm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CD514-E4B6-499A-B9C0-4714683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B2334-8288-4536-8B2E-1DF8F3B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08/50</a:t>
            </a:r>
          </a:p>
        </p:txBody>
      </p:sp>
    </p:spTree>
    <p:extLst>
      <p:ext uri="{BB962C8B-B14F-4D97-AF65-F5344CB8AC3E}">
        <p14:creationId xmlns:p14="http://schemas.microsoft.com/office/powerpoint/2010/main" val="6528196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D496B-6707-41E1-BF75-C9D32C76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08E28-6D89-4540-8E21-6F3A378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Classification: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40C92-6A3E-48DB-BD59-1F6CCEBF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3F031-0CDC-42F4-A2F2-8103C267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Classification separates basic data types from structured collections.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F6B15-8231-4725-BE44-6266ADA7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primitive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non-primitive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linear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non-linear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E266A-951A-4862-96E3-0F2CC044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8AB20-C4B7-431A-A122-7CEDF023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course moves from linear to non-linear structures.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2F6E8-AC09-452F-910D-A2C34E35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primitive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45804-DF57-4A43-8093-C83E30B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non-primitive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5BDBD-23CB-4A65-A8A5-37FB4811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6ADC4-AE53-4D86-B1B3-C8336C2E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0E936-B867-4ADD-9D9E-9991DF8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505B1-E7CF-440F-A73A-C98F5237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09/50</a:t>
            </a:r>
          </a:p>
        </p:txBody>
      </p:sp>
    </p:spTree>
    <p:extLst>
      <p:ext uri="{BB962C8B-B14F-4D97-AF65-F5344CB8AC3E}">
        <p14:creationId xmlns:p14="http://schemas.microsoft.com/office/powerpoint/2010/main" val="1332015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246EA-29B2-4B47-8B03-D0DA4EAB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D946F-A103-4106-A69B-3B84015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Classification: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03A05-205B-4E22-9323-8A69D3DC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FD1C3-8EFF-4C2E-BEF9-588FAFF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classification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B93C2-73B2-4A22-9CEC-0E05FEA1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03B35-8E21-4451-AAB9-E71769D7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06481-06E9-49C3-91E9-052E3269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course moves from linear to non-linear structures.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340F4-6973-4646-BF80-0433D29A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primitive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BC6D6-D156-4771-85C7-682AB7E6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non-primitive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6BD89-9C68-4C21-AD84-3AB13C88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6312B-BF7A-4F9A-A9E9-74C51188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D0D28-AE93-46DE-8667-1947462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355AA-A1E1-493D-92C9-7F2EBED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10/50</a:t>
            </a:r>
          </a:p>
        </p:txBody>
      </p:sp>
    </p:spTree>
    <p:extLst>
      <p:ext uri="{BB962C8B-B14F-4D97-AF65-F5344CB8AC3E}">
        <p14:creationId xmlns:p14="http://schemas.microsoft.com/office/powerpoint/2010/main" val="1143539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A98B6-7B85-4D2C-9AA3-41A24F5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8B943-1D01-4F10-9C1B-AB9DB232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Classification: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A17C9-88E0-429A-ACD4-637E4163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6AAA9-E867-4A59-A6D9-B885A727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41E10-76EF-453C-85E8-A4CF665C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The course moves from linear to non-linear structures.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F0BD9-AFFA-4FA7-A0C4-60938DE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3B86E-689E-42DA-8D5E-4D75AEB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course moves from linear to non-linear structures.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5F030-5EA8-467C-A5A3-0E0CBC7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primitive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8089-D5F9-463F-B96A-7B29B2A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non-primitive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3C93A-ADBC-4FE6-A9F7-FBE48EF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34F2A-8FA1-4D47-A1D2-1359AF3E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BEE75-DDFF-4736-A670-DDC88FD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F3F38-85BB-4703-B1D8-EAA1B3DC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11/50</a:t>
            </a:r>
          </a:p>
        </p:txBody>
      </p:sp>
    </p:spTree>
    <p:extLst>
      <p:ext uri="{BB962C8B-B14F-4D97-AF65-F5344CB8AC3E}">
        <p14:creationId xmlns:p14="http://schemas.microsoft.com/office/powerpoint/2010/main" val="19964090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2F261-DA63-4F21-B3ED-8B55A085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45911-F1F0-4DF3-8147-8FABE43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Classification: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D817A-E827-4D61-859C-82D9B5F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AEFA5-13BD-4BA9-9C00-EDE741F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classification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305F0-BA8A-4E12-B937-C628200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primitive, non-primitive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E4B6B-F42C-4F52-9372-31200FD5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61873-F5D0-46F3-A2AB-61AC9AD5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course moves from linear to non-linear structures.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CF345-54BD-4E35-9F61-3FA9195F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primitive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AE1CE-A35E-46D9-88BB-27600CC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non-primitive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8B57D-C14E-449F-8117-FDB795C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71015-FC8D-4FBB-96BD-43A2BC4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non-linear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9D773-EA4D-43E0-A518-D975A539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AB02A-00FE-4B34-9660-41F79909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12/50</a:t>
            </a:r>
          </a:p>
        </p:txBody>
      </p:sp>
    </p:spTree>
    <p:extLst>
      <p:ext uri="{BB962C8B-B14F-4D97-AF65-F5344CB8AC3E}">
        <p14:creationId xmlns:p14="http://schemas.microsoft.com/office/powerpoint/2010/main" val="130019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E64C0-E6E6-409D-ACEA-21C3642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A5BEA-D01D-4050-9812-D7CD364C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Pointers: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0E924-58B2-4F64-8E74-57986911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9B483-42F3-4CEB-8435-22638506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Pointers let C programs store and manipulate memory addresses.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C7816-7A13-42D2-9784-56DE9952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address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dereference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pointer variable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53735-CF80-4758-920C-5183283F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135A9-07ED-4F6D-A0C9-EB437878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Dynamic structures depend on pointer discipline.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F6737-5104-42DE-9BEA-C509CF65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532C5-D34E-4753-872A-59488C1A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dereference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B7CDB-CC29-4E5E-B680-A1615429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pointer 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EB84F-D00D-481B-8849-7F47A9DF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A706F-6470-4E49-A0AA-09E2FCD4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EA8C3-3CF5-4E9A-95AC-ADDD7D26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13/50</a:t>
            </a:r>
          </a:p>
        </p:txBody>
      </p:sp>
    </p:spTree>
    <p:extLst>
      <p:ext uri="{BB962C8B-B14F-4D97-AF65-F5344CB8AC3E}">
        <p14:creationId xmlns:p14="http://schemas.microsoft.com/office/powerpoint/2010/main" val="11442868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4EAB1-F84D-4CFB-87A5-032FB95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AF1CE-1E8E-4397-9D61-968B6050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Pointers: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B4686-4F36-4716-B11A-DAEFBB65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F7E30-8AB6-4D21-BFF0-1A93033C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pointers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1C979-065C-4EDE-8BCA-39CE64C5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4B27A-E3F1-4B20-A975-959FA758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B584F-A545-45CF-B62D-EFEA5B1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Dynamic structures depend on pointer discipline.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B50C-8A7E-4478-A5E7-B6C98811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8A097-386D-4998-99FD-01D5479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dereference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DF334-4989-429A-B56B-920B9994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pointer 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3DF16-729D-4EAD-B94F-16549E4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11B55-CC82-46CB-9C5C-9C36DDC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43CC2-A89A-4193-8B57-DAF0F5B4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14/50</a:t>
            </a:r>
          </a:p>
        </p:txBody>
      </p:sp>
    </p:spTree>
    <p:extLst>
      <p:ext uri="{BB962C8B-B14F-4D97-AF65-F5344CB8AC3E}">
        <p14:creationId xmlns:p14="http://schemas.microsoft.com/office/powerpoint/2010/main" val="19177560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C0C88-453F-4D4D-B4A8-8629E517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B3C7F-990C-4069-95F5-E2C636A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Pointers: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C573F-03F5-4335-891A-94F02856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E06E9-A07D-42EF-BFF9-E0D212C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1EC4B-A39F-4870-9810-9724D9D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Dynamic structures depend on pointer 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54BBC-67B4-449D-AE1D-8EAB148A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B0F99-5673-4485-A2B6-AA803D3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Dynamic structures depend on pointer discipline.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7F2DA-A6B3-4C9C-AEDD-6C4B80A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A16D3-81D8-4A98-80A6-257BD38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dereference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F28BC-F249-4F69-A429-9DC4159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pointer 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F20BD-9913-4242-B015-D3883407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21EBC-47BB-4B02-88CA-68B7435F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869CE-A598-48A4-BD14-1E77EDC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15/50</a:t>
            </a:r>
          </a:p>
        </p:txBody>
      </p:sp>
    </p:spTree>
    <p:extLst>
      <p:ext uri="{BB962C8B-B14F-4D97-AF65-F5344CB8AC3E}">
        <p14:creationId xmlns:p14="http://schemas.microsoft.com/office/powerpoint/2010/main" val="13206681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C6648-9B10-40B9-B4E1-A732B6D1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D8787-A791-411A-B1ED-DC0F3AE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Pointers: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9494C-0E10-4BD8-B316-7568713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355AE-D196-4367-86CF-F5166CF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pointers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C3B13-50A2-4A81-B7A2-DE65550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address, dereference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D1A7E-49BF-463A-9E2B-4D80143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F6267-8364-4BEC-BDB5-C1CC8A6A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Dynamic structures depend on pointer discipline.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B4B40-968F-43FC-B447-48586E5C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DA422-A8F7-4B95-ADB3-BC0BD9E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dereference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C5D52-D961-4252-8DDA-67F8E6C3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pointer 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C89D1-0A55-4A60-A80E-92C2B797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87EF1-792B-4E3A-BB2C-EF64EFC6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51152-BFBA-45B2-88E9-4A9E1D9B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16/50</a:t>
            </a:r>
          </a:p>
        </p:txBody>
      </p:sp>
    </p:spTree>
    <p:extLst>
      <p:ext uri="{BB962C8B-B14F-4D97-AF65-F5344CB8AC3E}">
        <p14:creationId xmlns:p14="http://schemas.microsoft.com/office/powerpoint/2010/main" val="164611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BD75E-70FF-44A4-8C52-04C2F23C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68160-3613-4230-99D2-42467FA0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memory allocation: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A762F-73C5-4665-9441-B046E052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95DCE-C202-4913-B2BA-4D5DE2E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Dynamic allocation creates storage at run time when size is not known in advance.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4546E-B815-4405-8AE2-ADF4CC9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malloc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calloc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free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heap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8E8F1-8953-4195-8724-EB6C6B26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E93CC-B684-4048-8915-C2ABBD67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Always pair allocation design with deallocation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EE111-81C6-465F-B4EB-8433347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malloc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5AFA7-92C9-4C2D-815D-0122FEC5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calloc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6BBEB-A0AE-4CDC-B565-98E1128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12189-7C9B-4F19-AD6C-0854EA3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0AB15-A535-45CC-844A-2964F3F6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C82DB-7C55-4410-BB21-6B28640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17/50</a:t>
            </a:r>
          </a:p>
        </p:txBody>
      </p:sp>
    </p:spTree>
    <p:extLst>
      <p:ext uri="{BB962C8B-B14F-4D97-AF65-F5344CB8AC3E}">
        <p14:creationId xmlns:p14="http://schemas.microsoft.com/office/powerpoint/2010/main" val="9121740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09795-64F2-4BF8-AE0C-2235C75D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4A54C-BE56-4543-A60F-719E88F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memory allocation: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AB57A-8CAC-4FE4-BDF2-47EF1213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06115-0011-43B4-89EE-5F74013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dynamic memory allocation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9BD3E-6645-4983-9F8A-757CA3F0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3EE89-0719-4197-BC38-C61D6E9C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E6A54-29DE-4955-B3E1-931F797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Always pair allocation design with deallocation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EC007-F418-4892-B031-3B652EE4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malloc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5E2ED-A0A7-4439-9F51-9B1FE0F3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calloc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FA565-C7D1-45EB-8B5C-A486DE11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D29D7-8CBC-423D-8C9C-AEBA7D7E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0A19D-654A-4C75-86E2-25C5FE9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60641-6B94-4981-B18D-301FDBFB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18/50</a:t>
            </a:r>
          </a:p>
        </p:txBody>
      </p:sp>
    </p:spTree>
    <p:extLst>
      <p:ext uri="{BB962C8B-B14F-4D97-AF65-F5344CB8AC3E}">
        <p14:creationId xmlns:p14="http://schemas.microsoft.com/office/powerpoint/2010/main" val="14768875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D1F09-1394-47F3-B0AC-604BDEE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61D7A-F591-4A53-9ADE-67F792AF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memory allocation: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D14E3-E62F-4952-AE98-5A9DDB1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53B97-0E71-4D50-853E-274B028D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570E0-6CBF-4C7D-B2FA-878D4EC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Always pair allocation design with deallocation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1EF71-5167-4229-8AEA-1F817016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AE36B-3B5E-4215-847F-258F377E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Always pair allocation design with deallocation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3F341-054C-42A1-A49D-44B2F89F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malloc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88F4B-69A4-4938-9A9E-99E2B48D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calloc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FE39B-9559-4418-86C5-826F19E0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F0679-0949-4D53-9EE6-AA71CCE2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43880-E6EB-4FB5-91AB-CEEAAF76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B12C7-F955-4B6E-BDE5-FD6AF3F6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19/50</a:t>
            </a:r>
          </a:p>
        </p:txBody>
      </p:sp>
    </p:spTree>
    <p:extLst>
      <p:ext uri="{BB962C8B-B14F-4D97-AF65-F5344CB8AC3E}">
        <p14:creationId xmlns:p14="http://schemas.microsoft.com/office/powerpoint/2010/main" val="525268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55F05-94DA-413F-9666-016217A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565A9-7332-4C49-A8D0-7B13A983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memory allocation: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4A60A-94C1-483F-9393-54A26E96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B43D3-BF1E-41F3-866D-CE84EA3D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dynamic memory allocation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32914-3F97-4AC2-A173-E4B402A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malloc, calloc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B1B2A-33F3-4371-AA11-12990649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160DA-B169-4F08-938D-632608B3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Always pair allocation design with deallocation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D390C-4D99-4D16-B382-4922CAD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malloc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A1BBD-8B3C-4BAD-8954-2BDAACE7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calloc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0D8E6-2A3E-44FD-B110-6D2DE681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F4CAE-7300-4087-B211-0BD8FC69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9CB12-FEAA-4FB4-BB6E-2F81943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3BDE8-D97A-4341-82A9-0CA0F86B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20/50</a:t>
            </a:r>
          </a:p>
        </p:txBody>
      </p:sp>
    </p:spTree>
    <p:extLst>
      <p:ext uri="{BB962C8B-B14F-4D97-AF65-F5344CB8AC3E}">
        <p14:creationId xmlns:p14="http://schemas.microsoft.com/office/powerpoint/2010/main" val="4958734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85B2E-2A15-476E-AEB8-07CE94EA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9D37D-A6EC-43C9-93A1-422A066F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6F236-806D-4158-9CE7-0507530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F5A12-C8C9-4807-9610-7F63F27D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Arrays store homogeneous elements in contiguous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4D5C6-1113-445F-B9B3-09710B04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index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contiguous storage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row-major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4DEA8-C893-4849-A771-7BF00308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4EFEB-DC8A-48FA-BE62-360A9CD5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Index calculation gives constant-time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820A5-5D9C-4BD4-8473-D12542D2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70DB0-B113-4258-808F-0793176B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55AD1-0C1A-47B3-992D-7663AA13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32F03-9E09-4BB0-9503-714FD73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0E2AC-F2E0-4F69-BB80-B0DF995F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2E48F-2C8E-4E4A-95B1-5032D20E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E6068-50B3-4814-A362-1196342E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5A893-C4F8-4516-9673-22F39D87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130C7-62A0-4D42-AA66-976B024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21/50</a:t>
            </a:r>
          </a:p>
        </p:txBody>
      </p:sp>
    </p:spTree>
    <p:extLst>
      <p:ext uri="{BB962C8B-B14F-4D97-AF65-F5344CB8AC3E}">
        <p14:creationId xmlns:p14="http://schemas.microsoft.com/office/powerpoint/2010/main" val="13296713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76139-1408-4469-94C4-8993638E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F56F1-8BD5-4F86-8CFD-98DBCE4C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63973-D71A-4D69-855E-4FC654C9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D8D42-1E0A-4BF9-9092-E7A42C3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arrays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4773F-BF9D-4129-B086-47EE6A31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C7942-4810-4E3D-B270-A8BC6C4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F22BA-CD62-493D-8B03-D62039EE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Index calculation gives constant-time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FEC08-AFD3-474F-98ED-BEED3538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B0FF9-DF06-4FF7-8EC4-FE2AE133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2C485-6006-4AB6-AB0F-EA1CBB0B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7C738-75C1-4F26-8917-5A0850B7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7A267-F159-47EF-B71C-3AD301B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50C0E-99C9-4AC7-A4D1-3B3DF6F4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545D6-210E-47A3-A74A-98A2A604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D08-4209-43A0-9815-A7C47310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501E0-D218-423E-9C7E-55B76E3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22/50</a:t>
            </a:r>
          </a:p>
        </p:txBody>
      </p:sp>
    </p:spTree>
    <p:extLst>
      <p:ext uri="{BB962C8B-B14F-4D97-AF65-F5344CB8AC3E}">
        <p14:creationId xmlns:p14="http://schemas.microsoft.com/office/powerpoint/2010/main" val="10648102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B5A49-F949-487E-AE92-5AB3EAD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8BC37-37EB-4CCD-AE6F-EB02631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CB8AD-BC31-429D-AC85-9F0015B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D83F8-6B94-408B-A203-E171422C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3B4A2-21E1-43A5-9A1C-3891500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Index calculation gives constant-time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8FBEA-B62D-4C9A-A090-B39AD45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C74C8-A172-410E-9B6F-0C9DF916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Index calculation gives constant-time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47E88-3D29-41B6-9615-95A713D9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30EBE-DA55-4B9E-8529-37760BAC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F65B7-26B8-4E10-A34E-7CC4FDE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AE164-DD0B-4394-A8CC-384FFD07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6358A-431D-41E5-A6C4-9F82B152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59481-9E07-41BD-A22F-CB64AEE2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F2407-32BE-4994-A238-DC5963F5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E3C23-18CF-4896-9CB7-2DEB4D33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D01B1-85D8-46AD-9E21-971F956F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23/50</a:t>
            </a:r>
          </a:p>
        </p:txBody>
      </p:sp>
    </p:spTree>
    <p:extLst>
      <p:ext uri="{BB962C8B-B14F-4D97-AF65-F5344CB8AC3E}">
        <p14:creationId xmlns:p14="http://schemas.microsoft.com/office/powerpoint/2010/main" val="10269167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74B63-55B4-4DEC-AF24-12144D59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504D3-3443-4F5B-AC44-423169F6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24062-B14E-41B1-99E5-D9EF4B3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44E5C-DA30-4C83-A62B-A3D35FB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arrays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4B819-780C-4B52-A1EF-2B3AF19C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index, contiguous storage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3F9B4-546A-41F4-A84D-22DAD140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C67D1-E7AC-4813-B394-B16813F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Index calculation gives constant-time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C98E5-5DE5-4C82-B3F9-6623D56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3FA9-8B1B-46EE-83EF-1A11D55D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E1648-EB67-4DA2-994F-CD1CF158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FF068-F005-4336-941A-3BE2A0FF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86C14-23B1-45B6-ACFC-C60BAA58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008F6-1ADB-4846-8C9F-750FC4B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402F2-88F9-443D-9E59-E181383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DD77E-1EA2-4F66-A2F9-4DA7AF5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BCADB-F7D6-42DB-9729-0C2E4B15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24/50</a:t>
            </a:r>
          </a:p>
        </p:txBody>
      </p:sp>
    </p:spTree>
    <p:extLst>
      <p:ext uri="{BB962C8B-B14F-4D97-AF65-F5344CB8AC3E}">
        <p14:creationId xmlns:p14="http://schemas.microsoft.com/office/powerpoint/2010/main" val="19393988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50FA3-8CF5-40DF-85B0-B1B6648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4A9EC-81B9-4FD0-A8F4-268D101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Dynamically allocated arrays: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0A210-8F61-46FE-8944-8FB2615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F0F02-1F40-49A3-8319-E44F149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Dynamic arrays combine array indexing with run-time size selection.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6F61A-3259-46C5-9A62-8C9576D6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runtime size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pointer to block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resizing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capacity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A5F01-0C1E-475E-B95E-25590EC5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ECB55-D9A3-4E76-833C-D066156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Capacity management matters when size grows.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88862-D0B0-4B6D-B772-1844195D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A0962-F972-4DC1-9AB9-3402D63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E8EA2-C96F-48B7-821B-8C4F7953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CB7D8-AA12-43FC-B894-2D1B0B5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80F3D-E9A0-4BD7-A57A-50FB8034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F3A63-5CA6-462D-9633-956BD820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F007D-1DD4-43AE-A7CA-399E715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46427-DA75-4FC2-B5F0-798099BA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5A587-1C5D-4919-9926-D01DC0C6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25/50</a:t>
            </a:r>
          </a:p>
        </p:txBody>
      </p:sp>
    </p:spTree>
    <p:extLst>
      <p:ext uri="{BB962C8B-B14F-4D97-AF65-F5344CB8AC3E}">
        <p14:creationId xmlns:p14="http://schemas.microsoft.com/office/powerpoint/2010/main" val="4517815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927D5-5656-4C93-893B-CE7D89A6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FFD60-D89B-4669-8266-26DDB5F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Dynamically allocated arrays: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B33A9-C685-4F53-B60F-E197A38A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4E69C-43A4-4FCF-84EC-100A1CDB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dynamically allocated arrays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6BA01-121F-4491-BF13-66D8FBA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23769-E10D-47C2-BCB5-3658BF43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34301-A582-476C-800D-AB8CBEC7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Capacity management matters when size grows.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38CFF-4225-42F4-872E-E8A5FC4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1F806-E9CC-4D40-9351-43464571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67DE6-2831-465E-A5F7-D0AD69F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70507-47EF-41BA-9613-6CBBA36D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C7947-5BF8-4C45-8E5E-EABF59D2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5EC6C-913D-45E0-8A62-CE8FA61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081FE-C643-4265-8485-5D3D871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CD5BF-A794-45FB-861D-7E8654C2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6667E-4BE8-401C-855B-0A3FA3F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26/50</a:t>
            </a:r>
          </a:p>
        </p:txBody>
      </p:sp>
    </p:spTree>
    <p:extLst>
      <p:ext uri="{BB962C8B-B14F-4D97-AF65-F5344CB8AC3E}">
        <p14:creationId xmlns:p14="http://schemas.microsoft.com/office/powerpoint/2010/main" val="11581638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E8F24-927C-42A0-B0DE-03F96DAF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1CEC5-C744-4B55-9DCF-ABBBDA29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Dynamically allocated arrays: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DFF95-8AC9-4EC5-AD40-A828176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F3078-CEBA-40E1-853D-3FCC8AB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C53C7-E919-4B8C-96C7-F447E3B6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Capacity management matters when size grows.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B440B-959D-41A2-BB7D-0E233AA4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9F516-6ADB-4002-8478-6AF7E62F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Capacity management matters when size grows.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B23F7-EA97-4BF7-9EA9-3773ABA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7875B-AB2F-4FCC-9218-59B6632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9A871-6309-4834-9BEB-F3B97BD5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277B0-1457-4C9A-A139-27E96897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730E0-B276-478E-9B8D-0341400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8686A-AA96-4BFE-9277-5FB784AC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D6F3F-5CBD-40ED-84DD-327A56C2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BCB24-EAFD-46FD-B5CD-EEFA578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054F4-0B5B-42A3-8231-ED2C9EC7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27/50</a:t>
            </a:r>
          </a:p>
        </p:txBody>
      </p:sp>
    </p:spTree>
    <p:extLst>
      <p:ext uri="{BB962C8B-B14F-4D97-AF65-F5344CB8AC3E}">
        <p14:creationId xmlns:p14="http://schemas.microsoft.com/office/powerpoint/2010/main" val="16943594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63F85-1360-4D53-955B-D1928A3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1F7AB-F608-474F-8B4F-058EDC75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Dynamically allocated arrays: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1BC05-69EB-4F59-A92E-CC88714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BA38D-3DEB-4FB1-92F0-B759322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dynamically allocated arrays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007F9-EAA3-45B4-8372-9688AEA9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runtime size, pointer to block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97FF5-B86E-4242-9D90-4663E32B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50CA6-6A40-4D05-9504-3E1604E2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Capacity management matters when size grows.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CD6B7-CAA6-4EEB-9A29-F9EFC830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C3426-7F3C-431E-8089-724A30FB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66A3E-4EFF-4A5C-ACE6-F1F34B96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3003B-D47F-46CC-856D-7D1A5FA2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CC8DB-D6A4-414E-BD31-ADC00A70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1EDE9-B18F-4BCE-B8C0-602C7ABD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9DBEA-9934-4F22-B3F9-08F19144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9331D-8ED2-49E8-801F-43C943F5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ED478-413E-4386-AB7B-8CDCEAB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28/50</a:t>
            </a:r>
          </a:p>
        </p:txBody>
      </p:sp>
    </p:spTree>
    <p:extLst>
      <p:ext uri="{BB962C8B-B14F-4D97-AF65-F5344CB8AC3E}">
        <p14:creationId xmlns:p14="http://schemas.microsoft.com/office/powerpoint/2010/main" val="19726619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097CD-57BC-49AB-80D6-3071B77C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D1D1A-A915-4EAA-8120-D9CB9F1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Structures and unions: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8DC35-508B-4ECF-B75E-AEE3AC80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09A69-DB49-4DA0-BA00-51BC0526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Structures group related fields; unions share storage among alternatives.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69A17-8256-4025-A7CF-9C23CF7A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record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field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typedef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shared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CC1B8-DB8A-4875-AF6C-E9648FA7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1B4F-57E3-4349-839A-C06F2B3F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Records model real-world entities in 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24A14-6E5B-48C9-B078-692AC0E8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B44B2-1859-4427-ABCA-549711C4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51991-A67F-4EFC-848F-D6DC2E40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typedef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F7F59-FE14-4706-B0A8-960B03BF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shared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96D1F-58B3-492E-8CA4-796ACA1B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A61A6-7B78-49FD-B853-CFCB774F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29/50</a:t>
            </a:r>
          </a:p>
        </p:txBody>
      </p:sp>
    </p:spTree>
    <p:extLst>
      <p:ext uri="{BB962C8B-B14F-4D97-AF65-F5344CB8AC3E}">
        <p14:creationId xmlns:p14="http://schemas.microsoft.com/office/powerpoint/2010/main" val="688331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4E64A-F431-417E-BB73-48AC44B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2F014-F25D-4A6C-8FDB-4F57609F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Structures and unions: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57724-504C-464A-B445-C0A2A14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A6BC9-5E63-41E2-96C0-6386964B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structures and unions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8B71E-54C2-4708-B703-9C2BB14A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1F508-0CE6-4269-873E-906AF15D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D3796-1ABC-473B-8E4D-2DC3A61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Records model real-world entities in 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452EE-ABD2-4B9F-9A1F-1DE91C38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193F5-7E86-4DCD-BC59-02433CE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F314F-EBB3-4111-A730-555D74F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typedef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6458B-0E14-4E3B-9B70-ABEEE205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shared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69847-50C1-4A8C-A389-BDF9974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6677B-7E55-4FED-88B3-92F02B73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30/50</a:t>
            </a:r>
          </a:p>
        </p:txBody>
      </p:sp>
    </p:spTree>
    <p:extLst>
      <p:ext uri="{BB962C8B-B14F-4D97-AF65-F5344CB8AC3E}">
        <p14:creationId xmlns:p14="http://schemas.microsoft.com/office/powerpoint/2010/main" val="17619641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10221-9B16-4ACC-B215-7F6132E2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598F5-5DEB-4151-822E-35263D92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Structures and unions: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B624F-207B-435C-A219-CAEEC0E9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C9E3C-4D49-4367-BB28-221B775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3A65E-682A-4015-9E30-D9F93B9B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Records model real-world entities in 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3E4B2-AFEE-46F4-A18F-15FA6AC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FA857-7019-42E3-BD0C-6EDDBADB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Records model real-world entities in 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DC523-FEA8-44BC-A95A-50F1032E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4BD99-3DF6-4769-AF28-85582AF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FA371-E42B-4827-B850-54415E0C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typedef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9E8C4-BE52-4FF2-BEBC-B3C2243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shared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2FE5E-788E-4FE6-8AF7-D2E18D5D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1B57D-F397-49E4-9283-0517E449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31/50</a:t>
            </a:r>
          </a:p>
        </p:txBody>
      </p:sp>
    </p:spTree>
    <p:extLst>
      <p:ext uri="{BB962C8B-B14F-4D97-AF65-F5344CB8AC3E}">
        <p14:creationId xmlns:p14="http://schemas.microsoft.com/office/powerpoint/2010/main" val="8036712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5DB04-A403-42F8-822E-4BAAC322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23C89-7836-4E31-9E24-B1849C48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Structures and unions: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D6837-FFB4-494B-A2B8-2B395F11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EA39-015E-4325-8AD0-92995972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structures and unions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B70BF-F7E7-416D-AC5A-0636AEA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record, field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F64B6-2F6B-4926-A090-9205F85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751C4-9A18-463A-85ED-410BE331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Records model real-world entities in 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6FB98-5052-43DC-923F-7244FC6F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85593-948B-47E0-95CE-727397A6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D9D41-29E7-420D-A677-86535B08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typedef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C0996-78C2-4FD3-9D2D-94E6AB8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shared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4755E-BAC7-4D9B-9811-D1B11D35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3F150-E7DB-4EFD-8ABD-493DFB28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32/50</a:t>
            </a:r>
          </a:p>
        </p:txBody>
      </p:sp>
    </p:spTree>
    <p:extLst>
      <p:ext uri="{BB962C8B-B14F-4D97-AF65-F5344CB8AC3E}">
        <p14:creationId xmlns:p14="http://schemas.microsoft.com/office/powerpoint/2010/main" val="10376729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96879-C41A-426D-A8A5-210ADD4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5317C-9AAF-400A-A63F-A3D0AFF6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Polynomials: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8EEBD-AC32-4F48-94E3-154CF76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61D35-208F-43CF-985E-46E3A34D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Polynomial ADTs store terms and support operations such as addition.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A01DB-ABD3-42D1-922A-0720AB1C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coefficient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exponent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term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array representation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CEA39-1A81-4522-ACED-A4E7F6AF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D95DF-6503-448C-B667-3626B1F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Sparse representation avoids storing zero terms.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E6326-37ED-4C67-AD12-68D3B82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0AAC9-BEBE-4145-914C-C1AD407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83E2E-824B-4753-A338-C689CA26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E70B7-947A-493B-A797-45B7547D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2E1B4-1402-4C18-B8DB-67DDDD8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64472-9270-4A1E-ADA8-E95EF3B6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DB4C2-09E6-4277-9565-5D5B3B2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2853A-276A-4A7A-BB25-556416BE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51445-D200-4555-8453-55FFD7B5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33/50</a:t>
            </a:r>
          </a:p>
        </p:txBody>
      </p:sp>
    </p:spTree>
    <p:extLst>
      <p:ext uri="{BB962C8B-B14F-4D97-AF65-F5344CB8AC3E}">
        <p14:creationId xmlns:p14="http://schemas.microsoft.com/office/powerpoint/2010/main" val="13627247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374C4-4E8D-4C9B-B9B7-AA955BA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73A9A-2945-4F50-9E93-F46D8EC0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Polynomials: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D4B05-F43F-47D1-A514-42C8B48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AB104-2315-4657-85B9-221A3EB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polynomials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E0EB1-3D9A-4117-9302-A737D365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A486E-5005-4449-8B0A-D2B0222C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1086C-1F3B-44CF-B2A8-794AD23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Sparse representation avoids storing zero terms.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213BD-ED86-4356-82D5-D13A44D8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346EE-8591-4456-8A9E-679887E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C812C-DC0F-4554-B60C-0A3CC5CA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23AD5-C8ED-4313-AFAB-2FE07DE5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CBBE1-A04D-4A8A-B274-53AE9F44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0F883-7AD6-4971-81B3-6860E221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9494C-B07A-4A5B-940F-42466FB7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D2DA5-9748-49EB-BD3C-ABEAD823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E26D4-4488-4D97-B0EB-5BE2B189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34/50</a:t>
            </a:r>
          </a:p>
        </p:txBody>
      </p:sp>
    </p:spTree>
    <p:extLst>
      <p:ext uri="{BB962C8B-B14F-4D97-AF65-F5344CB8AC3E}">
        <p14:creationId xmlns:p14="http://schemas.microsoft.com/office/powerpoint/2010/main" val="15192044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E4229-AD2B-4A56-B6CC-0A42FB10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9729D-859B-476B-875A-EE800E2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Polynomials: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A8B13-0887-45B6-B0E1-5CF662F3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109A3-323A-418E-BD0E-0346686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CEA9D-5492-423C-9B1F-7EA75FE1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Sparse representation avoids storing zero terms.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EE359-2062-4E7A-B560-E01AE5FA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2CA38-36A0-4A6F-9B9A-F87D8840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Sparse representation avoids storing zero terms.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A0401-3C72-481F-BB95-5EC52D1A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3F9D2-B005-4FFC-88AF-1981A9FE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C4DB4-D336-41F9-A3DF-B105238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C818E-DE5D-4807-AB2D-3B448BCB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72023-30DD-4955-AD23-F543FF09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B462A-FD82-42EA-9120-58A44355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DEDB5-F3B7-482B-9EB4-8F0CCCB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18683-BD35-426E-94CE-CDD1A346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2B567-903B-45B5-897A-A38355B9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35/50</a:t>
            </a:r>
          </a:p>
        </p:txBody>
      </p:sp>
    </p:spTree>
    <p:extLst>
      <p:ext uri="{BB962C8B-B14F-4D97-AF65-F5344CB8AC3E}">
        <p14:creationId xmlns:p14="http://schemas.microsoft.com/office/powerpoint/2010/main" val="9497557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F4C1C-37A1-4387-A5F9-DA9514FD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7520B-77CE-4FB1-96C3-4191B702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Polynomials: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D468C-673F-4E8E-92EA-D80451C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B67EE-9AD1-422F-8E24-1DBE2CEF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polynomials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F3BEF-D746-4CE2-AB67-C633BF05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coefficient, exponent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62C22-FD00-4B9F-9C63-2DED2E3C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D0458-13C4-4C6F-9C40-84AF4885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Sparse representation avoids storing zero terms.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5A37A-BF8B-4263-860E-81CE146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75E4D-CE8F-478D-A2EC-75F15CB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F2C1B-1E01-4E1D-9C21-FE8286D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40E5D-F32B-45F2-BBAC-7548025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2D61F-80EA-49B9-B3F9-19DE8734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C1BFF-F128-4B86-B131-5CE16BC0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43CF3-8D66-433D-A557-A600D1DA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30E30-62BD-4C8B-93E4-782C8B2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3271E-6D82-4A8B-B971-8BA5F360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36/50</a:t>
            </a:r>
          </a:p>
        </p:txBody>
      </p:sp>
    </p:spTree>
    <p:extLst>
      <p:ext uri="{BB962C8B-B14F-4D97-AF65-F5344CB8AC3E}">
        <p14:creationId xmlns:p14="http://schemas.microsoft.com/office/powerpoint/2010/main" val="1811240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97AE1-4C1A-426B-99A8-DF019FE7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E2E6A-795C-4647-99EC-38B9961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Sparse matrices: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406E0-DD64-4BF4-A1FC-752E5DF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3E385-FFB0-40F6-AC54-30D05E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Sparse matrix representation stores only non-zero elements.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D5583-2668-49AB-A188-4573204C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row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column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value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3-tuple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426A6-EC52-440D-90C1-125FD41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AAF87-91FE-4D6F-A980-E973E3C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Triples reduce memory and make operations systematic.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350E8-032B-41B5-8C66-D02665DB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4427D-3E1A-4A6A-868C-D0845591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column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DCD97-5EDF-40E0-ADEE-0805DBA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AD5A2-69C2-4B58-9CA8-8DD634B8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3-tuple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6C8E8-54AC-4E8A-AD51-9E7E53E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CD3C8-38A9-43F8-A424-E579BF87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37/50</a:t>
            </a:r>
          </a:p>
        </p:txBody>
      </p:sp>
    </p:spTree>
    <p:extLst>
      <p:ext uri="{BB962C8B-B14F-4D97-AF65-F5344CB8AC3E}">
        <p14:creationId xmlns:p14="http://schemas.microsoft.com/office/powerpoint/2010/main" val="16102374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A8268-1B61-4E37-A68E-96C200A7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1EFF8-FA32-4757-9446-1323ECF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Sparse matrices: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B7BDB-506C-4887-A373-76910019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F77A4-E3B1-492D-935B-5BD5AAA7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sparse matrices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404E4-6386-49F6-A420-8E5027C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F496B-81EA-4988-87AD-2B154CF3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54480-31BD-4B25-9871-E645AB60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Triples reduce memory and make operations systematic.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135F2-6406-4744-9C45-C95D8E4A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F0082-A1AA-49D9-B7B8-343ACDD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column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59BDA-DBD3-4A8A-9DB8-7244E47F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E5C49-E5AA-4F24-A03A-FA0FEBA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3-tuple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25A80-9BB5-4849-9F54-1DE907B7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F3F8C-6964-42D5-8641-4CDC9C63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38/50</a:t>
            </a:r>
          </a:p>
        </p:txBody>
      </p:sp>
    </p:spTree>
    <p:extLst>
      <p:ext uri="{BB962C8B-B14F-4D97-AF65-F5344CB8AC3E}">
        <p14:creationId xmlns:p14="http://schemas.microsoft.com/office/powerpoint/2010/main" val="95777813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9A7EE-AA1F-4D37-B96E-2ECB09F1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63D7C-898D-401D-B8CB-4419C405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Sparse matrices: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CD3F9-D55C-4514-83B4-35049750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6D825-BDE5-4911-B77C-F55C9AB6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06D12-89A6-4ECC-9E93-833C260B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Triples reduce memory and make operations systematic.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594FD-CC41-47FC-95D3-103F86B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F1D54-A060-4FC8-BC18-F6891158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Triples reduce memory and make operations systematic.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09A45-6FCF-46AC-853E-3A6EFB5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9118D-D0FB-413C-AE74-E2FDA9AB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column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592EC-F74E-4178-8CE5-AA40B88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39BAD-A978-48F5-9617-1D42CE0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3-tuple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940AA-7F62-4E5D-8109-82A1578A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33B8F-4872-49F7-A97E-F9D5C62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39/50</a:t>
            </a:r>
          </a:p>
        </p:txBody>
      </p:sp>
    </p:spTree>
    <p:extLst>
      <p:ext uri="{BB962C8B-B14F-4D97-AF65-F5344CB8AC3E}">
        <p14:creationId xmlns:p14="http://schemas.microsoft.com/office/powerpoint/2010/main" val="10605418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BAED3-504F-4673-A269-E0627D9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A7892-BFD4-412B-B62A-B36D3280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Sparse matrices: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3A043-3DE9-4A13-A8E1-48A0368A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58967-C326-4472-997B-A7F1B235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sparse matrices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D3B3F-C551-4D66-A887-4C669C83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row, column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C9041-D767-44BF-807B-7D2C504D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82072-0047-4558-9281-34422A02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Triples reduce memory and make operations systematic.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82E37-416C-4F31-92F9-00A4B9E2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97BC2-4F79-4D65-AE52-EE1692EF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column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9C4FC-2CE8-4247-9B0B-7231BCD3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18EB3-7A81-42B3-BCE9-8DAF8E9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3-tuple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A50D2-BACA-4805-8459-A8752EE6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474D9-42CB-45CA-BE08-31CED396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40/50</a:t>
            </a:r>
          </a:p>
        </p:txBody>
      </p:sp>
    </p:spTree>
    <p:extLst>
      <p:ext uri="{BB962C8B-B14F-4D97-AF65-F5344CB8AC3E}">
        <p14:creationId xmlns:p14="http://schemas.microsoft.com/office/powerpoint/2010/main" val="7139999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EF00A-4CB5-4A3F-9C81-E2D007A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C7CA9-CD43-42FB-89C8-54B65E7A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Transpose of sparse matrix: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2DAB-A751-4CD6-8C1D-D3F9946A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4E815-B4BE-41E0-BF86-998B5459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Transpose swaps row and column positions in sparse triples.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A6EC8-D942-482C-9E78-EDD0E877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fast transpose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column count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starting position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 triples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50A6-5D78-43AE-B55F-68D115B9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09525-3BA3-46A1-B6A2-02BB0026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Fast transpose uses counts to avoid repeated scans.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7EA71-FB16-40A7-A9EB-9EC4252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805F7-D8C9-41BA-8D63-8F93CCFB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E5F95-B69A-49E1-AA3F-F9DC88C0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9510F-7EA1-4D89-9562-D1D61CA9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48637-C7CB-4849-8FD0-ED3D408A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F870C-901E-4D20-86AC-69EA14BF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02306-6F84-4E9C-94B5-72A5B342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98822-7DF9-4CD0-BB2D-D66B175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D6BC8-0D25-4E02-97E2-9FF22C86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41/50</a:t>
            </a:r>
          </a:p>
        </p:txBody>
      </p:sp>
    </p:spTree>
    <p:extLst>
      <p:ext uri="{BB962C8B-B14F-4D97-AF65-F5344CB8AC3E}">
        <p14:creationId xmlns:p14="http://schemas.microsoft.com/office/powerpoint/2010/main" val="27109709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0583D-C151-47DD-8373-198B90C2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0A7C3-B1EF-47B2-9D1C-8800A232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Transpose of sparse matrix: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79D90-5D3B-4F5F-B6B1-3147130B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58E4D-3FDD-4F50-9E89-4219C2BE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transpose of sparse matrix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F98D6-FC3B-434B-90CA-2D343001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83319-58AC-455A-948F-1E52BC1D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D03B7-360B-41D1-9E12-36FA8CDA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Fast transpose uses counts to avoid repeated scans.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F2F2B-9B6B-4687-B2A9-00C27589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ED789-6132-4FC1-9285-0B3366B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C2B0C-5257-4A2C-BF51-18A7D53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55667-A4DC-475C-881C-165FD47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F5D2B-185F-4AD2-BD1C-5982DB4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7C4C-7921-4A0E-99C4-A47CB035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BE6CE-5C73-47F2-83AF-D6F5A5E5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DF44E-F494-4C2B-AA7D-A29180DB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22656-9F50-4916-9A46-6EADF780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42/50</a:t>
            </a:r>
          </a:p>
        </p:txBody>
      </p:sp>
    </p:spTree>
    <p:extLst>
      <p:ext uri="{BB962C8B-B14F-4D97-AF65-F5344CB8AC3E}">
        <p14:creationId xmlns:p14="http://schemas.microsoft.com/office/powerpoint/2010/main" val="132619697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38505-6557-4786-B24F-6E249B2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16A23-86AE-4F15-895A-44ED823A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Transpose of sparse matrix: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A4F65-2C0E-4BF7-B630-89A553B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8CE07-5778-4A4E-BF54-5AEEE011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B4E54-5C46-4E16-ABD9-FB6DB230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Fast transpose uses counts to avoid repeated scans.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0E82C-9DB1-4AC8-AB30-1477E82C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950C9-DF56-45E8-BC32-2707F59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Fast transpose uses counts to avoid repeated scans.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1C3E0-A101-4DA7-8349-9787B3C5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7683F-75EB-4DCE-B94C-E3A5E3F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73D08-A922-46C9-A280-69BDCE15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EA17D-7926-41C9-868A-3855F37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B0070-8FD0-4C80-9849-C52EC18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6CA9D-112E-4F67-A922-3C9BE671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82F46-66E1-44A8-92FD-5C7D7174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F8D4C-8838-4D98-B7F8-5C1E093E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A755F-81F6-4DB0-A918-123B44CC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43/50</a:t>
            </a:r>
          </a:p>
        </p:txBody>
      </p:sp>
    </p:spTree>
    <p:extLst>
      <p:ext uri="{BB962C8B-B14F-4D97-AF65-F5344CB8AC3E}">
        <p14:creationId xmlns:p14="http://schemas.microsoft.com/office/powerpoint/2010/main" val="84951394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0FAF7-853A-4C59-8B54-D18530B0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FC85D-A9B5-4D10-B041-39790AFA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Transpose of sparse matrix: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96A8E-9E1F-4050-9F04-E0A098E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038C5-AD3A-4FB7-B2BE-2F810A2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transpose of sparse matrix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B692E-93FE-4A87-B774-B9F7CAE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fast transpose, column count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6FDF2-1889-4B30-A27C-0B3B3D52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0DCF0-35EF-4C25-A339-0AE32AF1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Fast transpose uses counts to avoid repeated scans.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B2D9-6B19-4A31-B88A-8381A5D6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18CA0-E3E1-460D-B8A7-158ED6BF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E9AB6-5D3F-4231-8736-9483212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E6741-9945-4744-9D14-18AA7C09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0384A-E2AC-4BAA-97AF-D6D5CCE6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3D877-9E94-4CB2-9E5F-3E5EBBF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D6756-E4ED-4AF5-BC9A-3396E8FF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5FCE5-3F92-47F6-80E3-08E6C475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1D0D9-43A0-43BE-A105-C0695AC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44/50</a:t>
            </a:r>
          </a:p>
        </p:txBody>
      </p:sp>
    </p:spTree>
    <p:extLst>
      <p:ext uri="{BB962C8B-B14F-4D97-AF65-F5344CB8AC3E}">
        <p14:creationId xmlns:p14="http://schemas.microsoft.com/office/powerpoint/2010/main" val="13521969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21C3D-BAE5-46E4-8C20-BD397F0C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0AEE5-F6B2-411A-9E56-86473DC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AB836-0DF9-4BD8-B7DE-63503D3C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1EA3F-B1DD-4379-B2DF-476EA4B9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Introduction, Arrays, Pointers, Structures, Polynomials, and Sparse Matrices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3ADD4-6301-4BA1-82EF-BF21CC8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1F4A9-ABA1-4A44-8E0B-B9F9CB5C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A1BAA-758B-40A1-BB54-D93206C2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Pointers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390D7-48BF-4821-9CD9-88B5879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 memory allocation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471E3-C598-4D9B-AE01-5C2A015C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Arrays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7C93A-3A5D-473F-B39B-554B9E96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Dynamically allocated arrays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37A94-2624-4DE3-96EC-CBB8C329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Structures and unions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7C2C1-7417-4EFB-B7E5-9AA1B680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Polynomials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FCEE5-9ED9-4763-A5A6-E2C6332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1FD5A-BA30-49CF-91EA-5E81A2B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45/50</a:t>
            </a:r>
          </a:p>
        </p:txBody>
      </p:sp>
    </p:spTree>
    <p:extLst>
      <p:ext uri="{BB962C8B-B14F-4D97-AF65-F5344CB8AC3E}">
        <p14:creationId xmlns:p14="http://schemas.microsoft.com/office/powerpoint/2010/main" val="159909805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26FA0-3DC5-4544-A54C-60F2AF9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C9D56-F813-4908-B9C3-38530D6E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60147-F95D-47D2-A1BC-FE979AF3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088C9-CB96-483C-A409-A636158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A3987-FFED-43DA-878D-8945186A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data structures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B3EA5-D251-47E7-B302-AEA35521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7D06A-5BBB-4511-B3B2-6FE76B2F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45DA5-EFCA-43A3-8E77-5B0734C9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classification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B1568-3ADC-420C-9F94-152054F7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46F4A-27B8-48E0-8941-CAA600D7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C9099-20F2-475E-B07F-806EB333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pointers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042B2-F96A-4F9A-9854-CF1E1E42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96546-5A64-47B9-90CC-C45EAACD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A032F-7F6F-4067-8CE4-C1F1607A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E46BB-DAAA-48C0-BAAF-087CBA84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797A7-5736-48B1-B0E0-28119A11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64249-914A-46E4-A71C-509803C1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495E4-0AED-4A42-B98B-E1EF8405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C3A73-BDFA-409B-9151-FF026622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88A5C-841E-4FF2-B209-A5B97FC3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transpose of sparse matrix.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AF500-AAEC-4C6D-9D3F-383F1312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D0E34-AA2E-44CF-B3E0-4FB07C9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46/50</a:t>
            </a:r>
          </a:p>
        </p:txBody>
      </p:sp>
    </p:spTree>
    <p:extLst>
      <p:ext uri="{BB962C8B-B14F-4D97-AF65-F5344CB8AC3E}">
        <p14:creationId xmlns:p14="http://schemas.microsoft.com/office/powerpoint/2010/main" val="52360155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5D41F-9082-4AB8-8F9A-55409430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83E3C-76FB-49B6-862E-C817539C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CBED6-1DC3-4801-A744-18252BD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5EE58-9FBD-4F4C-A911-8182FD2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Data structures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8F5DA-CA02-484C-A03F-35639996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B5027-503A-4C69-B418-A2B6B728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B4A33-C363-4AB4-9E88-62228B4E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AB08C-39E9-4F6D-9435-5DF68DF6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58D9E-DB19-4F95-B93E-8A5E1A0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97B0B-59F1-4D7F-8988-27910786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Pointers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ACC74-F753-4086-9B76-9819112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EFED4-C65D-4AE2-9D5F-A35C824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9BD05-1BEF-422F-9CA4-03743276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memory allocation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393C3-0C8C-482D-B1AB-48E36C1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0F984-E3AB-438C-A3F5-65A790F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C67E7-D1C2-4036-9DF9-5EBA3F23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Arrays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EB5C3-F328-4E1A-87D4-76815DE2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64033-D246-42A9-99E6-5D314788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4E404-132F-422D-92AE-E2F8B0D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Dynamically allocated arrays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99910-8104-48B3-A032-DACCB3A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8B657-FFF6-46F7-8A3B-B4A595F1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E653E-2043-4CC4-AD8C-A1A02667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47/50</a:t>
            </a:r>
          </a:p>
        </p:txBody>
      </p:sp>
    </p:spTree>
    <p:extLst>
      <p:ext uri="{BB962C8B-B14F-4D97-AF65-F5344CB8AC3E}">
        <p14:creationId xmlns:p14="http://schemas.microsoft.com/office/powerpoint/2010/main" val="25354153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DC64C-3A64-4807-AF15-65517DA1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CA45F-75B9-40F8-A609-C5A9D521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A9A22-30D4-45CF-8412-60A847DC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4CA1A-C5CE-460A-BA41-0E92353E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Introduction, Arrays, Pointers, Structures, Polynomials, and Sparse Matrices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C124B-ADFE-425D-9462-9C9AB412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ABDC6-F175-4DBC-A965-3358B731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01FD9-7F03-409A-92B6-9E199E2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Pointers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F44C5-EACB-49C2-BB64-9A0A4204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 memory allocation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E153E-C93C-4EE3-9465-EA27CCC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Arrays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F115E-4C35-4C4F-9930-90D8895E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Dynamically allocated arrays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D6B57-BD50-4A13-8C33-09C54681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Structures and unions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A3170-A999-41AB-8020-C2A8886F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Polynomials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127D8-DC5E-46C0-9893-10F63B8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6C004-5698-40F9-B025-90BCDF54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48/50</a:t>
            </a:r>
          </a:p>
        </p:txBody>
      </p:sp>
    </p:spTree>
    <p:extLst>
      <p:ext uri="{BB962C8B-B14F-4D97-AF65-F5344CB8AC3E}">
        <p14:creationId xmlns:p14="http://schemas.microsoft.com/office/powerpoint/2010/main" val="10303825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78167-EF62-45D9-8747-E0318BF6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946FB-35E6-4311-AF15-6A716B8C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FA890-1069-4E48-9953-8CEE427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22A73-1099-4C8B-9F31-39BD18F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6D685-9803-432B-891C-DAE5AC2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data structures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9A3C0-D5D5-48AF-B831-8B766959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7EBB2-B8F0-47F5-92CD-2A2518B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84769-710D-4C6F-A130-FF443F32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classification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4457D-DB71-4F8A-BA68-4BF6F5D2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41C75-7D0D-4529-9BBE-6931AC49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57B2A-7BCD-4857-A596-F133E5A3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pointers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4A9D0-FD0E-4D36-B452-FF56F21E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26C14-4344-4C97-B90F-EDF2E660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0A997-CF73-4DC2-A43C-DCFE645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2A85A-8328-4C96-9342-31072BA6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682A7-835E-4D8B-889B-4ED82621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2F650-2727-4CAE-8B34-0088C54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4DDF4-DFB5-4E4E-9D21-512A5A73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CCB38-96B2-4D66-B0DF-DDFE0608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38F27-7089-4B25-ABAF-B97B642C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transpose of sparse matrix.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6DB69-A260-4487-BBD2-BFD9ED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24930-B372-4A3B-A78C-0C6F8EFA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49/50</a:t>
            </a:r>
          </a:p>
        </p:txBody>
      </p:sp>
    </p:spTree>
    <p:extLst>
      <p:ext uri="{BB962C8B-B14F-4D97-AF65-F5344CB8AC3E}">
        <p14:creationId xmlns:p14="http://schemas.microsoft.com/office/powerpoint/2010/main" val="125504320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DA990-E592-46A2-A470-2D96617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Introduction, Arrays, Pointers, Structures, Polynomials, and Sparse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34722-D4B0-4985-8255-311CF983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Pointers: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75C6F-268B-455A-976A-3343FC3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043AB-323E-4D46-B5D3-D8B4DA33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pointers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9F67E-8C03-4DE4-8364-3BE631C0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address, dereference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FD0B2-505B-47B0-90D2-A81D102B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1B8DF-930C-45D3-9884-02F8E1A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Dynamic structures depend on pointer discipline.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3362D-C137-4DC3-A20C-2B440EFE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1FE7F-553B-4155-A029-753982AB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dereference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F6FDB-1651-4EC2-B97D-A3FD07B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pointer variable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13706-1DD1-45A9-818C-0A487BB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BE82E-0B71-48D6-A361-3D12EBA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D1930-CC1F-4C37-ABD6-3764B96F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1 • 50/50</a:t>
            </a:r>
          </a:p>
        </p:txBody>
      </p:sp>
    </p:spTree>
    <p:extLst>
      <p:ext uri="{BB962C8B-B14F-4D97-AF65-F5344CB8AC3E}">
        <p14:creationId xmlns:p14="http://schemas.microsoft.com/office/powerpoint/2010/main" val="1649085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2026-08-21T10:45:30.3000000Z</dcterms:created>
  <dcterms:modified xsi:type="dcterms:W3CDTF">2026-08-21T10:45:30.3000000Z</dcterms:modified>
</coreProperties>
</file>