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751e82334a41d9" /><Relationship Type="http://schemas.openxmlformats.org/officeDocument/2006/relationships/extended-properties" Target="/docProps/app.xml" Id="Re037447211fe47d5" /><Relationship Type="http://schemas.openxmlformats.org/officeDocument/2006/relationships/officeDocument" Target="/ppt/presentation.xml" Id="R0a1efebc339248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7a0fb6d770473b"/>
  </p:sldMasterIdLst>
  <p:notesMasterIdLst>
    <p:notesMasterId xmlns:r="http://schemas.openxmlformats.org/officeDocument/2006/relationships" r:id="R78526cac517f4ac8"/>
  </p:notesMasterIdLst>
  <p:sldIdLst>
    <p:sldId xmlns:r="http://schemas.openxmlformats.org/officeDocument/2006/relationships" id="256" r:id="Rf2817152fddc4b6e"/>
    <p:sldId xmlns:r="http://schemas.openxmlformats.org/officeDocument/2006/relationships" id="257" r:id="Rb91ba5d00ee04ab9"/>
    <p:sldId xmlns:r="http://schemas.openxmlformats.org/officeDocument/2006/relationships" id="258" r:id="Re24756b3c6f4429a"/>
    <p:sldId xmlns:r="http://schemas.openxmlformats.org/officeDocument/2006/relationships" id="259" r:id="R6e3bbafc44d64e10"/>
    <p:sldId xmlns:r="http://schemas.openxmlformats.org/officeDocument/2006/relationships" id="260" r:id="R0ff393620bf14410"/>
    <p:sldId xmlns:r="http://schemas.openxmlformats.org/officeDocument/2006/relationships" id="261" r:id="Rd4a3717c61a6447f"/>
    <p:sldId xmlns:r="http://schemas.openxmlformats.org/officeDocument/2006/relationships" id="262" r:id="R1d3907f355b44847"/>
    <p:sldId xmlns:r="http://schemas.openxmlformats.org/officeDocument/2006/relationships" id="263" r:id="R8619591f1b774951"/>
    <p:sldId xmlns:r="http://schemas.openxmlformats.org/officeDocument/2006/relationships" id="264" r:id="R2d83d7100d60462e"/>
    <p:sldId xmlns:r="http://schemas.openxmlformats.org/officeDocument/2006/relationships" id="265" r:id="R5a20e477a90b4b0e"/>
    <p:sldId xmlns:r="http://schemas.openxmlformats.org/officeDocument/2006/relationships" id="266" r:id="R2aa245b42b7946e0"/>
    <p:sldId xmlns:r="http://schemas.openxmlformats.org/officeDocument/2006/relationships" id="267" r:id="R543dd15eb6074855"/>
    <p:sldId xmlns:r="http://schemas.openxmlformats.org/officeDocument/2006/relationships" id="268" r:id="R7bb4d1f912c542d9"/>
    <p:sldId xmlns:r="http://schemas.openxmlformats.org/officeDocument/2006/relationships" id="269" r:id="Ra51764e9abb4499e"/>
    <p:sldId xmlns:r="http://schemas.openxmlformats.org/officeDocument/2006/relationships" id="270" r:id="R970c6b8817af4028"/>
    <p:sldId xmlns:r="http://schemas.openxmlformats.org/officeDocument/2006/relationships" id="271" r:id="Rafe0b01239ec47be"/>
    <p:sldId xmlns:r="http://schemas.openxmlformats.org/officeDocument/2006/relationships" id="272" r:id="Rd2db1512105a44e5"/>
    <p:sldId xmlns:r="http://schemas.openxmlformats.org/officeDocument/2006/relationships" id="273" r:id="R292a6dfb8e1146c1"/>
    <p:sldId xmlns:r="http://schemas.openxmlformats.org/officeDocument/2006/relationships" id="274" r:id="Ra3cf8f8a3e7443a3"/>
    <p:sldId xmlns:r="http://schemas.openxmlformats.org/officeDocument/2006/relationships" id="275" r:id="Rbd5f71d4164d4450"/>
    <p:sldId xmlns:r="http://schemas.openxmlformats.org/officeDocument/2006/relationships" id="276" r:id="R8d56bcfa5e0844dd"/>
    <p:sldId xmlns:r="http://schemas.openxmlformats.org/officeDocument/2006/relationships" id="277" r:id="Rc039055b26fd437b"/>
    <p:sldId xmlns:r="http://schemas.openxmlformats.org/officeDocument/2006/relationships" id="278" r:id="R25222d5d3a084317"/>
    <p:sldId xmlns:r="http://schemas.openxmlformats.org/officeDocument/2006/relationships" id="279" r:id="R172baf1c2dc44a42"/>
    <p:sldId xmlns:r="http://schemas.openxmlformats.org/officeDocument/2006/relationships" id="280" r:id="Rb735988a9c494e4a"/>
    <p:sldId xmlns:r="http://schemas.openxmlformats.org/officeDocument/2006/relationships" id="281" r:id="Rf335cb03b14c4546"/>
    <p:sldId xmlns:r="http://schemas.openxmlformats.org/officeDocument/2006/relationships" id="282" r:id="R3c92012d8d7b43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d9995d3dba42d3" /><Relationship Type="http://schemas.openxmlformats.org/officeDocument/2006/relationships/slideMaster" Target="/ppt/slideMasters/slideMaster1.xml" Id="Rab7a0fb6d770473b" /><Relationship Type="http://schemas.openxmlformats.org/officeDocument/2006/relationships/notesMaster" Target="/ppt/notesMasters/notesMaster1.xml" Id="R78526cac517f4ac8" /><Relationship Type="http://schemas.openxmlformats.org/officeDocument/2006/relationships/presProps" Target="/ppt/presProps.xml" Id="R5a577d585dc94782" /><Relationship Type="http://schemas.openxmlformats.org/officeDocument/2006/relationships/tableStyles" Target="/ppt/tableStyles.xml" Id="R34cc414da5f64f1c" /><Relationship Type="http://schemas.openxmlformats.org/officeDocument/2006/relationships/slide" Target="/ppt/slides/slide1.xml" Id="Rf2817152fddc4b6e" /><Relationship Type="http://schemas.openxmlformats.org/officeDocument/2006/relationships/slide" Target="/ppt/slides/slide2.xml" Id="Rb91ba5d00ee04ab9" /><Relationship Type="http://schemas.openxmlformats.org/officeDocument/2006/relationships/slide" Target="/ppt/slides/slide3.xml" Id="Re24756b3c6f4429a" /><Relationship Type="http://schemas.openxmlformats.org/officeDocument/2006/relationships/slide" Target="/ppt/slides/slide4.xml" Id="R6e3bbafc44d64e10" /><Relationship Type="http://schemas.openxmlformats.org/officeDocument/2006/relationships/slide" Target="/ppt/slides/slide5.xml" Id="R0ff393620bf14410" /><Relationship Type="http://schemas.openxmlformats.org/officeDocument/2006/relationships/slide" Target="/ppt/slides/slide6.xml" Id="Rd4a3717c61a6447f" /><Relationship Type="http://schemas.openxmlformats.org/officeDocument/2006/relationships/slide" Target="/ppt/slides/slide7.xml" Id="R1d3907f355b44847" /><Relationship Type="http://schemas.openxmlformats.org/officeDocument/2006/relationships/slide" Target="/ppt/slides/slide8.xml" Id="R8619591f1b774951" /><Relationship Type="http://schemas.openxmlformats.org/officeDocument/2006/relationships/slide" Target="/ppt/slides/slide9.xml" Id="R2d83d7100d60462e" /><Relationship Type="http://schemas.openxmlformats.org/officeDocument/2006/relationships/slide" Target="/ppt/slides/slide10.xml" Id="R5a20e477a90b4b0e" /><Relationship Type="http://schemas.openxmlformats.org/officeDocument/2006/relationships/slide" Target="/ppt/slides/slide11.xml" Id="R2aa245b42b7946e0" /><Relationship Type="http://schemas.openxmlformats.org/officeDocument/2006/relationships/slide" Target="/ppt/slides/slide12.xml" Id="R543dd15eb6074855" /><Relationship Type="http://schemas.openxmlformats.org/officeDocument/2006/relationships/slide" Target="/ppt/slides/slide13.xml" Id="R7bb4d1f912c542d9" /><Relationship Type="http://schemas.openxmlformats.org/officeDocument/2006/relationships/slide" Target="/ppt/slides/slide14.xml" Id="Ra51764e9abb4499e" /><Relationship Type="http://schemas.openxmlformats.org/officeDocument/2006/relationships/slide" Target="/ppt/slides/slide15.xml" Id="R970c6b8817af4028" /><Relationship Type="http://schemas.openxmlformats.org/officeDocument/2006/relationships/slide" Target="/ppt/slides/slide16.xml" Id="Rafe0b01239ec47be" /><Relationship Type="http://schemas.openxmlformats.org/officeDocument/2006/relationships/slide" Target="/ppt/slides/slide17.xml" Id="Rd2db1512105a44e5" /><Relationship Type="http://schemas.openxmlformats.org/officeDocument/2006/relationships/slide" Target="/ppt/slides/slide18.xml" Id="R292a6dfb8e1146c1" /><Relationship Type="http://schemas.openxmlformats.org/officeDocument/2006/relationships/slide" Target="/ppt/slides/slide19.xml" Id="Ra3cf8f8a3e7443a3" /><Relationship Type="http://schemas.openxmlformats.org/officeDocument/2006/relationships/slide" Target="/ppt/slides/slide20.xml" Id="Rbd5f71d4164d4450" /><Relationship Type="http://schemas.openxmlformats.org/officeDocument/2006/relationships/slide" Target="/ppt/slides/slide21.xml" Id="R8d56bcfa5e0844dd" /><Relationship Type="http://schemas.openxmlformats.org/officeDocument/2006/relationships/slide" Target="/ppt/slides/slide22.xml" Id="Rc039055b26fd437b" /><Relationship Type="http://schemas.openxmlformats.org/officeDocument/2006/relationships/slide" Target="/ppt/slides/slide23.xml" Id="R25222d5d3a084317" /><Relationship Type="http://schemas.openxmlformats.org/officeDocument/2006/relationships/slide" Target="/ppt/slides/slide24.xml" Id="R172baf1c2dc44a42" /><Relationship Type="http://schemas.openxmlformats.org/officeDocument/2006/relationships/slide" Target="/ppt/slides/slide25.xml" Id="Rb735988a9c494e4a" /><Relationship Type="http://schemas.openxmlformats.org/officeDocument/2006/relationships/slide" Target="/ppt/slides/slide26.xml" Id="Rf335cb03b14c4546" /><Relationship Type="http://schemas.openxmlformats.org/officeDocument/2006/relationships/slide" Target="/ppt/slides/slide27.xml" Id="R3c92012d8d7b43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f26a8ba84846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c232f80243492a" /><Relationship Type="http://schemas.openxmlformats.org/officeDocument/2006/relationships/notesMaster" Target="/ppt/notesMasters/notesMaster1.xml" Id="Rd6740e0d8a794e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1f8364f5304f86" /><Relationship Type="http://schemas.openxmlformats.org/officeDocument/2006/relationships/notesMaster" Target="/ppt/notesMasters/notesMaster1.xml" Id="R47ddb478249d47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81b85da9164c41" /><Relationship Type="http://schemas.openxmlformats.org/officeDocument/2006/relationships/notesMaster" Target="/ppt/notesMasters/notesMaster1.xml" Id="R9f2cdde667ff40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87ad8ff0cb40c2" /><Relationship Type="http://schemas.openxmlformats.org/officeDocument/2006/relationships/notesMaster" Target="/ppt/notesMasters/notesMaster1.xml" Id="Ra6413131427643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8d93c4c4cf4904" /><Relationship Type="http://schemas.openxmlformats.org/officeDocument/2006/relationships/notesMaster" Target="/ppt/notesMasters/notesMaster1.xml" Id="Ra2a01f58362d44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25a28e90914a2d" /><Relationship Type="http://schemas.openxmlformats.org/officeDocument/2006/relationships/notesMaster" Target="/ppt/notesMasters/notesMaster1.xml" Id="R4e4148d4232246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797a1ec81747e0" /><Relationship Type="http://schemas.openxmlformats.org/officeDocument/2006/relationships/notesMaster" Target="/ppt/notesMasters/notesMaster1.xml" Id="R4b883020f32949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ef418e4e2c401a" /><Relationship Type="http://schemas.openxmlformats.org/officeDocument/2006/relationships/notesMaster" Target="/ppt/notesMasters/notesMaster1.xml" Id="R49f851263b8548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31b6b86f554b4c" /><Relationship Type="http://schemas.openxmlformats.org/officeDocument/2006/relationships/notesMaster" Target="/ppt/notesMasters/notesMaster1.xml" Id="R46716709121842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7041fdc4dd4dea" /><Relationship Type="http://schemas.openxmlformats.org/officeDocument/2006/relationships/notesMaster" Target="/ppt/notesMasters/notesMaster1.xml" Id="R8bf3222b31d243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eabe22f03e4a40" /><Relationship Type="http://schemas.openxmlformats.org/officeDocument/2006/relationships/notesMaster" Target="/ppt/notesMasters/notesMaster1.xml" Id="R4822dcc68e4543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69e0a6557b48dc" /><Relationship Type="http://schemas.openxmlformats.org/officeDocument/2006/relationships/notesMaster" Target="/ppt/notesMasters/notesMaster1.xml" Id="Rc22d2557053c4f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58018868eb47d7" /><Relationship Type="http://schemas.openxmlformats.org/officeDocument/2006/relationships/notesMaster" Target="/ppt/notesMasters/notesMaster1.xml" Id="Rab09d1676bbf4c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805c51f601436a" /><Relationship Type="http://schemas.openxmlformats.org/officeDocument/2006/relationships/notesMaster" Target="/ppt/notesMasters/notesMaster1.xml" Id="R85c3fd69ba5a40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973b82a7b59471f" /><Relationship Type="http://schemas.openxmlformats.org/officeDocument/2006/relationships/notesMaster" Target="/ppt/notesMasters/notesMaster1.xml" Id="R913b3a0a14a44f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a0600a4f56432b" /><Relationship Type="http://schemas.openxmlformats.org/officeDocument/2006/relationships/notesMaster" Target="/ppt/notesMasters/notesMaster1.xml" Id="R1ed8b33340694f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d7dd06982d43f8" /><Relationship Type="http://schemas.openxmlformats.org/officeDocument/2006/relationships/notesMaster" Target="/ppt/notesMasters/notesMaster1.xml" Id="R65525c64ac7c46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27c35aa82347b4" /><Relationship Type="http://schemas.openxmlformats.org/officeDocument/2006/relationships/notesMaster" Target="/ppt/notesMasters/notesMaster1.xml" Id="R447faafc41d54a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b3a61c0be4a4b77" /><Relationship Type="http://schemas.openxmlformats.org/officeDocument/2006/relationships/notesMaster" Target="/ppt/notesMasters/notesMaster1.xml" Id="R40a18ab76901433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72fba0976d4862" /><Relationship Type="http://schemas.openxmlformats.org/officeDocument/2006/relationships/notesMaster" Target="/ppt/notesMasters/notesMaster1.xml" Id="R61986ca144194ec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9e1eccf31eb4287" /><Relationship Type="http://schemas.openxmlformats.org/officeDocument/2006/relationships/notesMaster" Target="/ppt/notesMasters/notesMaster1.xml" Id="Rd740a30e7da749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aec75ed61924606" /><Relationship Type="http://schemas.openxmlformats.org/officeDocument/2006/relationships/notesMaster" Target="/ppt/notesMasters/notesMaster1.xml" Id="Ra91c32a78e184ad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4e0df4cd254518" /><Relationship Type="http://schemas.openxmlformats.org/officeDocument/2006/relationships/notesMaster" Target="/ppt/notesMasters/notesMaster1.xml" Id="R293474b920b34c3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997dbfe62ad440c" /><Relationship Type="http://schemas.openxmlformats.org/officeDocument/2006/relationships/notesMaster" Target="/ppt/notesMasters/notesMaster1.xml" Id="Recc20616ea444e5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a24ea68439146dd" /><Relationship Type="http://schemas.openxmlformats.org/officeDocument/2006/relationships/notesMaster" Target="/ppt/notesMasters/notesMaster1.xml" Id="R74afe71f6ed64c3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14baea380fd4a84" /><Relationship Type="http://schemas.openxmlformats.org/officeDocument/2006/relationships/notesMaster" Target="/ppt/notesMasters/notesMaster1.xml" Id="R3afaf0e1cc044dc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3c1ebbf2c9045aa" /><Relationship Type="http://schemas.openxmlformats.org/officeDocument/2006/relationships/notesMaster" Target="/ppt/notesMasters/notesMaster1.xml" Id="Rabcc0fa54c934d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Open with lab workflow: understand problem, choose structure, design functions, test edge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two-part structure first, then the lab record expectations.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problem statement, then functions, then testing checklist. Use this as lab briefing before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each function as a separate implementation task. End on the testing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problem statement, then functions, then testing checklist. Use this as lab briefing before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each function as a separate implementation task. End on the testing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problem statement, then functions, then testing checklist. Use this as lab briefing before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each function as a separate implementation task. End on the testing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problem statement, then functions, then testing checklist. Use this as lab briefing before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each function as a separate implementation task. End on the testing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problem statement, then functions, then testing checklist. Use this as lab briefing before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each function as a separate implementation task. End on the testing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problem statement, then functions, then testing checklist. Use this as lab briefing before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each function as a separate implementation task. End on the testing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problem statement, then functions, then testing checklist. Use this as lab briefing before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each function as a separate implementation task. End on the testing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problem statement, then functions, then testing checklist. Use this as lab briefing before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each function as a separate implementation task. End on the testing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problem statement, then functions, then testing checklist. Use this as lab briefing before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each function as a separate implementation task. End on the testing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problem statement, then functions, then testing checklist. Use this as lab briefing before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each function as a separate implementation task. End on the testing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problem statement, then functions, then testing checklist. Use this as lab briefing before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each function as a separate implementation task. End on the testing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problem statement, then functions, then testing checklist. Use this as lab briefing before 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each function as a separate implementation task. End on the testing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viva questions one at a time and ask students to answer using their lab programs.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57ac868d048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71de9161fe4573" /><Relationship Type="http://schemas.openxmlformats.org/officeDocument/2006/relationships/slideLayout" Target="/ppt/slideLayouts/slideLayout1.xml" Id="R97b0d39e6e4f47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b0d39e6e4f47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75b6ff236479b" /><Relationship Type="http://schemas.openxmlformats.org/officeDocument/2006/relationships/notesSlide" Target="/ppt/notesSlides/notesSlide1.xml" Id="R3e7cae3492394b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0eba7041148e1" /><Relationship Type="http://schemas.openxmlformats.org/officeDocument/2006/relationships/notesSlide" Target="/ppt/notesSlides/notesSlide2.xml" Id="Rd4d9e55a498442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9e22ed5e245fa" /><Relationship Type="http://schemas.openxmlformats.org/officeDocument/2006/relationships/notesSlide" Target="/ppt/notesSlides/notesSlide3.xml" Id="Racf4c5265b7c40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e34187e584451" /><Relationship Type="http://schemas.openxmlformats.org/officeDocument/2006/relationships/notesSlide" Target="/ppt/notesSlides/notesSlide4.xml" Id="R5b3742f2738549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fb8ccb2b0491d" /><Relationship Type="http://schemas.openxmlformats.org/officeDocument/2006/relationships/notesSlide" Target="/ppt/notesSlides/notesSlide5.xml" Id="R4572dacc721c46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3f9aa959b4f29" /><Relationship Type="http://schemas.openxmlformats.org/officeDocument/2006/relationships/notesSlide" Target="/ppt/notesSlides/notesSlide6.xml" Id="Rd1ac4ab27c3240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3d3864d234574" /><Relationship Type="http://schemas.openxmlformats.org/officeDocument/2006/relationships/notesSlide" Target="/ppt/notesSlides/notesSlide7.xml" Id="R3117d8219d0a45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13c3bcc534c90" /><Relationship Type="http://schemas.openxmlformats.org/officeDocument/2006/relationships/notesSlide" Target="/ppt/notesSlides/notesSlide8.xml" Id="R2274cb666ec94c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26375e0084b0d" /><Relationship Type="http://schemas.openxmlformats.org/officeDocument/2006/relationships/notesSlide" Target="/ppt/notesSlides/notesSlide9.xml" Id="R41191df41c8d4c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167e302574036" /><Relationship Type="http://schemas.openxmlformats.org/officeDocument/2006/relationships/notesSlide" Target="/ppt/notesSlides/notesSlide10.xml" Id="R4bb490fc8d2646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5fc62a3db46fc" /><Relationship Type="http://schemas.openxmlformats.org/officeDocument/2006/relationships/notesSlide" Target="/ppt/notesSlides/notesSlide11.xml" Id="Ref3b79012d7a48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c312fa5c54448" /><Relationship Type="http://schemas.openxmlformats.org/officeDocument/2006/relationships/notesSlide" Target="/ppt/notesSlides/notesSlide12.xml" Id="R78faabc353b849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f1c74eabd4aa3" /><Relationship Type="http://schemas.openxmlformats.org/officeDocument/2006/relationships/notesSlide" Target="/ppt/notesSlides/notesSlide13.xml" Id="Rd6b97149e8c847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ab88df3644562" /><Relationship Type="http://schemas.openxmlformats.org/officeDocument/2006/relationships/notesSlide" Target="/ppt/notesSlides/notesSlide14.xml" Id="R8a62879ba45a40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c44ae6f3e49ab" /><Relationship Type="http://schemas.openxmlformats.org/officeDocument/2006/relationships/notesSlide" Target="/ppt/notesSlides/notesSlide15.xml" Id="R60108fbfb4924e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cd0c2e8644738" /><Relationship Type="http://schemas.openxmlformats.org/officeDocument/2006/relationships/notesSlide" Target="/ppt/notesSlides/notesSlide16.xml" Id="R77f98c6dc756471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4d579cfb841c3" /><Relationship Type="http://schemas.openxmlformats.org/officeDocument/2006/relationships/notesSlide" Target="/ppt/notesSlides/notesSlide17.xml" Id="Rf912e7be72eb48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0ad2d58af45b3" /><Relationship Type="http://schemas.openxmlformats.org/officeDocument/2006/relationships/notesSlide" Target="/ppt/notesSlides/notesSlide18.xml" Id="R66757dd01f274a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7d474374848a2" /><Relationship Type="http://schemas.openxmlformats.org/officeDocument/2006/relationships/notesSlide" Target="/ppt/notesSlides/notesSlide19.xml" Id="Rae6c850877804a6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da768bffd464e" /><Relationship Type="http://schemas.openxmlformats.org/officeDocument/2006/relationships/notesSlide" Target="/ppt/notesSlides/notesSlide20.xml" Id="R5e9f742839914a9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fc79942094e5f" /><Relationship Type="http://schemas.openxmlformats.org/officeDocument/2006/relationships/notesSlide" Target="/ppt/notesSlides/notesSlide21.xml" Id="Ra812de081f094a3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8b43185a94e6e" /><Relationship Type="http://schemas.openxmlformats.org/officeDocument/2006/relationships/notesSlide" Target="/ppt/notesSlides/notesSlide22.xml" Id="Rc67aa3cff02748e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a14db880d4c1c" /><Relationship Type="http://schemas.openxmlformats.org/officeDocument/2006/relationships/notesSlide" Target="/ppt/notesSlides/notesSlide23.xml" Id="Rb37db08c1138414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237aeb0d44d2c" /><Relationship Type="http://schemas.openxmlformats.org/officeDocument/2006/relationships/notesSlide" Target="/ppt/notesSlides/notesSlide24.xml" Id="R2e9746253a1a46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c5d3814414c4e" /><Relationship Type="http://schemas.openxmlformats.org/officeDocument/2006/relationships/notesSlide" Target="/ppt/notesSlides/notesSlide25.xml" Id="Ree718067d012408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581619202463e" /><Relationship Type="http://schemas.openxmlformats.org/officeDocument/2006/relationships/notesSlide" Target="/ppt/notesSlides/notesSlide26.xml" Id="R1712675d88b7438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ef1f273df40be" /><Relationship Type="http://schemas.openxmlformats.org/officeDocument/2006/relationships/notesSlide" Target="/ppt/notesSlides/notesSlide27.xml" Id="Radc81605d33246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3AF30-CC00-48DA-8242-B09B0196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033"/>
                </a:solidFill>
              </a:defRPr>
            </a:pPr>
            <a:r>
              <a:rPr sz="4050" b="1">
                <a:solidFill>
                  <a:srgbClr val="102033"/>
                </a:solidFill>
              </a:rPr>
              <a:t>Data Structures Laboratory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65FE0-0691-408A-A4C5-372F8130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071"/>
                </a:solidFill>
              </a:defRPr>
            </a:pPr>
            <a:r>
              <a:rPr sz="1950" b="0">
                <a:solidFill>
                  <a:srgbClr val="526071"/>
                </a:solidFill>
              </a:rPr>
              <a:t>VTU 1BCSL306 lab questions and implementation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454C7-E478-4F5C-9F5B-76CAE936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781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Part A: 6 fixed experiments • Part B: 6 open-ended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3AC5D-5D02-4E40-A530-3EE92E0A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11B73-490E-409F-9B04-CE4BA4C2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DEAD5-3330-49E3-AEEF-B455EA06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7FCDA-F54A-4DCB-9C6A-645EAB62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DDAB8-3CAB-4CBD-ABDD-9E1D1096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D0A72-8855-478D-A435-C588E9DC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01</a:t>
            </a:r>
          </a:p>
        </p:txBody>
      </p:sp>
    </p:spTree>
    <p:extLst>
      <p:ext uri="{BB962C8B-B14F-4D97-AF65-F5344CB8AC3E}">
        <p14:creationId xmlns:p14="http://schemas.microsoft.com/office/powerpoint/2010/main" val="21394395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967E9-88BB-4CC9-A1B9-AEAD69B9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Part A + Part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4FC33-C0DC-4718-BEBD-D729BC63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Lab assessment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DC477-0236-4132-8514-014C040A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8038D-8A61-417E-A71C-492014C4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33"/>
                </a:solidFill>
              </a:defRPr>
            </a:pPr>
            <a:r>
              <a:rPr sz="1800" b="0">
                <a:solidFill>
                  <a:srgbClr val="102033"/>
                </a:solidFill>
              </a:rPr>
              <a:t>• Part A has 6 fixed experiments</a:t>
            </a:r>
          </a:p>
          <a:p xmlns:a="http://schemas.openxmlformats.org/drawingml/2006/main">
            <a:pPr algn="l">
              <a:defRPr sz="1800" b="0">
                <a:solidFill>
                  <a:srgbClr val="102033"/>
                </a:solidFill>
              </a:defRPr>
            </a:pPr>
            <a:r>
              <a:rPr sz="1800" b="0">
                <a:solidFill>
                  <a:srgbClr val="102033"/>
                </a:solidFill>
              </a:rPr>
              <a:t>• Part B has 6 open-ended experiments</a:t>
            </a:r>
          </a:p>
          <a:p xmlns:a="http://schemas.openxmlformats.org/drawingml/2006/main">
            <a:pPr algn="l">
              <a:defRPr sz="1800" b="0">
                <a:solidFill>
                  <a:srgbClr val="102033"/>
                </a:solidFill>
              </a:defRPr>
            </a:pPr>
            <a:r>
              <a:rPr sz="1800" b="0">
                <a:solidFill>
                  <a:srgbClr val="102033"/>
                </a:solidFill>
              </a:rPr>
              <a:t>• SEE requires one question from each part</a:t>
            </a:r>
          </a:p>
          <a:p xmlns:a="http://schemas.openxmlformats.org/drawingml/2006/main">
            <a:pPr algn="l">
              <a:defRPr sz="1800" b="0">
                <a:solidFill>
                  <a:srgbClr val="102033"/>
                </a:solidFill>
              </a:defRPr>
            </a:pPr>
            <a:r>
              <a:rPr sz="1800" b="0">
                <a:solidFill>
                  <a:srgbClr val="102033"/>
                </a:solidFill>
              </a:rPr>
              <a:t>• Each record should include problem, algorithm/design, code, output, and inference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19416-E37B-4EEE-ACD1-FD6F0A77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9D371-187F-4D16-9A01-E6CAB8B0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B063F-B0A4-467F-8811-5BDDF17E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Program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2479C-E693-453F-A273-A4BB0337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F76C7-FE14-40D1-AFE3-1B8971B0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603E3-A23A-4F94-9C8C-C641AE7C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02</a:t>
            </a:r>
          </a:p>
        </p:txBody>
      </p:sp>
    </p:spTree>
    <p:extLst>
      <p:ext uri="{BB962C8B-B14F-4D97-AF65-F5344CB8AC3E}">
        <p14:creationId xmlns:p14="http://schemas.microsoft.com/office/powerpoint/2010/main" val="19573420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B91F7-8633-4AD6-9183-BF3B451A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problem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ACB60-37ED-4DC5-8C6E-7D794C27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A - Q1: Library book records using structures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6A0E5-8DFD-4C9F-BFF2-EAC2BC4A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7B251-09F4-487A-932D-92D5C7D6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dynamic memory and a menu-driven record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29CBC-FF14-467A-B124-025B3EFA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Data fields / concepts: Book_ID, Title, Author, Price, Availability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Required functions: create(), display(), search(), issueBook(), returnBook()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Test normal case, empty case, and boundary case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Record output and inference clearly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65F71-6A99-4AA7-B0BB-256A90B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Book_ID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817D7-E527-4E2B-8DB8-5E1C3D34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Title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2BBE1-8B3A-4F12-B043-9CFE060F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527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Author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A8288-3405-4767-BBF6-9E905C48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Price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B1AFA-2594-4604-9FF0-9CF84610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State -&gt; operation -&gt; updated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BB348-6E22-45F7-B739-D002B3E9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03</a:t>
            </a:r>
          </a:p>
        </p:txBody>
      </p:sp>
    </p:spTree>
    <p:extLst>
      <p:ext uri="{BB962C8B-B14F-4D97-AF65-F5344CB8AC3E}">
        <p14:creationId xmlns:p14="http://schemas.microsoft.com/office/powerpoint/2010/main" val="10228834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A85BA-431D-4786-B1D6-96F573CF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Library book records using structures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96F3D-4EFA-4AF3-98B0-BEBBEA4B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A - Q1: design and testing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DD650-9046-4F5B-A6FB-83CE5507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EB005-ECD6-433E-8252-A1F0355E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create()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BA894-6CBB-4474-982E-F12DFBC3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display()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5C69D-A748-4D4B-AE68-9CA5C5E3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search()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F659B-82BC-44D1-9AE5-05DEB5F7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issueBook()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49D88-3F59-4990-A9DF-432D906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returnBook()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C5C99-39DB-4D62-9B67-EECDE426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Define structure and constants first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Validate input before update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Print meaningful success/failure messages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Include screenshots/output table in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DAC11-ED7D-4DAC-A3F9-DECE8D94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04</a:t>
            </a:r>
          </a:p>
        </p:txBody>
      </p:sp>
    </p:spTree>
    <p:extLst>
      <p:ext uri="{BB962C8B-B14F-4D97-AF65-F5344CB8AC3E}">
        <p14:creationId xmlns:p14="http://schemas.microsoft.com/office/powerpoint/2010/main" val="994478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B6B61-CD6E-408F-9A7C-6E330EBD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problem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2793E-9887-4405-9E25-E046AE14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A - Q2: Stack of integers and palindrome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E7D23-A10E-4EAC-A102-6A8BCE8B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77AC6-99CC-4118-9A31-92C08842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array stack operations and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FB243-1EE7-490C-AA59-0367E3CA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Data fields / concepts: push, pop, overflow, underflow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Required functions: push(), pop(), palindrome(), display()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Test normal case, empty case, and boundary case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Record output and inference clearly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CD54F-88E7-4307-8363-28D9A474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B0900-FA33-48F2-88C4-F1A4393D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4B835-DD46-4A30-8AF0-14075D94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E5018-061D-4632-9981-501C4864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CE7D7-796C-4417-B9EB-DEEC4903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BC17B-ADE2-4836-B584-266C81B6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05</a:t>
            </a:r>
          </a:p>
        </p:txBody>
      </p:sp>
    </p:spTree>
    <p:extLst>
      <p:ext uri="{BB962C8B-B14F-4D97-AF65-F5344CB8AC3E}">
        <p14:creationId xmlns:p14="http://schemas.microsoft.com/office/powerpoint/2010/main" val="487117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AAB55-65FF-4727-8642-CF1C75C9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Stack of integers and palindrome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2D069-9FE5-4A5E-B24A-45C5AC02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A - Q2: design and testing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A50BC-9B77-400F-99FA-8702F198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CD0C7-9461-45FB-9DBC-ACD33513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push()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A6500-CA50-422B-8FCD-3DEF61BF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pop()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A8361-026A-491F-A734-B8259894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palindrome()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B5C25-C145-45A7-9899-8C61C56A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display()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DC2C3-569B-4F43-83FF-618C125D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Define structure and constants first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Validate input before update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Print meaningful success/failure messages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Include screenshots/output table in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B9561-1E91-4771-B7A3-1754D362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06</a:t>
            </a:r>
          </a:p>
        </p:txBody>
      </p:sp>
    </p:spTree>
    <p:extLst>
      <p:ext uri="{BB962C8B-B14F-4D97-AF65-F5344CB8AC3E}">
        <p14:creationId xmlns:p14="http://schemas.microsoft.com/office/powerpoint/2010/main" val="7196224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54D53-DD68-4230-844A-C6187EE6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problem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E9332-0306-4956-A14A-D3D9BD1C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A - Q3: Printer queue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F6157-C11C-4506-AE9D-204025B5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5F66F-8159-4DFB-BB4D-F00C08AD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FIFO queue behavior to simulate print scheduling.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63E4D-B04D-4A5C-AEDC-95FDBA32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Data fields / concepts: enqueue job, process job, pending jobs, queue count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Required functions: addJob(), processJob(), display(), count()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Test normal case, empty case, and boundary case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Record output and inference clearly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2CA70-4CE8-4F44-9DB6-7C419042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A4E0E-C368-46CB-83AA-9AB10493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B240A-1439-44C6-ADA8-083C1AF1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06E66-4E28-4A57-B95C-71A5AA2C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72B6E-FFE1-48DD-874B-F731ECC0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13BFE-D238-46D8-AACD-1F534F83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26831-DA93-4659-8C4D-85E9DEF6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07</a:t>
            </a:r>
          </a:p>
        </p:txBody>
      </p:sp>
    </p:spTree>
    <p:extLst>
      <p:ext uri="{BB962C8B-B14F-4D97-AF65-F5344CB8AC3E}">
        <p14:creationId xmlns:p14="http://schemas.microsoft.com/office/powerpoint/2010/main" val="405964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F49CE-2FBA-4DAC-84E5-2C7CFE28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Printer queue 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EDEA3-7903-42CB-915A-BD8D7B8B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A - Q3: design and testing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990F1-1433-4F43-A780-E1B2D86E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D6825-351C-46C5-9BC8-9962BB6C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addJob()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7CC07-D4E2-4130-A5B2-4E18E8F5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processJob()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B1B53-AEF3-465D-AD01-D5F1F211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display()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DA25E-C9DE-4B29-BF5E-292ED28A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count()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06FBE-1C0C-4E3D-8402-E5A84FA6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Define structure and constants first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Validate input before update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Print meaningful success/failure messages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Include screenshots/output table in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B5D40-6530-40B5-80C7-03762AD1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08</a:t>
            </a:r>
          </a:p>
        </p:txBody>
      </p:sp>
    </p:spTree>
    <p:extLst>
      <p:ext uri="{BB962C8B-B14F-4D97-AF65-F5344CB8AC3E}">
        <p14:creationId xmlns:p14="http://schemas.microsoft.com/office/powerpoint/2010/main" val="18281645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3897D-0DFC-4571-8882-A18BD284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problem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1D126-EA53-423E-B51B-BCE2D559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A - Q4: Singly linked list of student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4573E-B987-41D2-B5C6-C7F887BC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5CCBE-CB0A-47A4-B8B1-79F869AF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node allocation and link updates.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6666A-90A1-46C1-8003-5D691992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Data fields / concepts: front insertion, display, insert/delete, search USN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Required functions: create(), insertFront(), deleteEnd(), search()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Test normal case, empty case, and boundary case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Record output and inference clearly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6A75F-38E7-4D75-8F55-CC92A43B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31CAD-10C7-4D7C-9DCE-A0D0E7C7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58859-5C9B-44C6-9D46-EAA6C48F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47828-B1AB-42C6-8FA0-D5104FCD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91BC0-0AFC-46C6-80B9-2757455B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4AF69-2ABF-4216-91E5-DDD6C4B5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09</a:t>
            </a:r>
          </a:p>
        </p:txBody>
      </p:sp>
    </p:spTree>
    <p:extLst>
      <p:ext uri="{BB962C8B-B14F-4D97-AF65-F5344CB8AC3E}">
        <p14:creationId xmlns:p14="http://schemas.microsoft.com/office/powerpoint/2010/main" val="11415038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B9A5D-D7C6-4A58-A9F6-0BAEA0EE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Singly linked list of student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E005D-AB61-409F-9C35-EB21C058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A - Q4: design and testing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325ED-DC24-43EA-A2F0-27E7FAFA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14852-3C4F-41EF-95D9-BABAE93D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create()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7641D-8088-4A14-8B32-F5542C4C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insertFront()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FF247-C13C-4620-837D-FFE05135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deleteEnd()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ED08D-657D-4167-84FE-342991A5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search()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54AB2-5377-483D-8773-BA715776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Define structure and constants first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Validate input before update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Print meaningful success/failure messages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Include screenshots/output table in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EA9A3-E50B-4E8C-9417-F68432C4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10</a:t>
            </a:r>
          </a:p>
        </p:txBody>
      </p:sp>
    </p:spTree>
    <p:extLst>
      <p:ext uri="{BB962C8B-B14F-4D97-AF65-F5344CB8AC3E}">
        <p14:creationId xmlns:p14="http://schemas.microsoft.com/office/powerpoint/2010/main" val="12952964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0BB78-CE12-4ABD-A758-1F0367B8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problem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47865-A493-48C4-B131-9E349867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A - Q5: Binary tree traversals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1674B-AE90-4529-B075-7118BBA1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6FE29-CBCB-420F-8B0F-9685FD2A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recursive traversal patterns.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64ACD-A2E1-4EE2-A545-2BD8DB23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Data fields / concepts: level-order creation, preorder, inorder, postorder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Required functions: createTree(), preorder(), inorder(), postorder()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Test normal case, empty case, and boundary case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Record output and inference clearly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1B4F8-721E-4120-993F-14DBFF99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F7A0C-B8FB-49DD-A3E5-DB19FB49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DC34A-2FA1-48C2-BF6A-83A5AED2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EBBA1-F845-4D59-8032-86BECCF0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9CDDC-1E40-4763-922F-631CE069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1149F-33BD-4666-A832-3F10BB89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BC2BE-DBD6-4F0B-9E65-724A9915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DA477-286D-490A-93A0-FD98F334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FE3BE-F8F1-4B35-8C6B-457778E0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11</a:t>
            </a:r>
          </a:p>
        </p:txBody>
      </p:sp>
    </p:spTree>
    <p:extLst>
      <p:ext uri="{BB962C8B-B14F-4D97-AF65-F5344CB8AC3E}">
        <p14:creationId xmlns:p14="http://schemas.microsoft.com/office/powerpoint/2010/main" val="15231325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96B3C-76CA-43A1-97E0-6DCE3256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Binary tree traversals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1C468-9379-4C9F-B6D9-B5CD19F4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A - Q5: design and testing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1B66B-0761-47C2-B1FC-98CDE689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C42BB-2E46-4334-B0AC-3BA45EA0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createTree()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567A6-578C-44F0-9516-2E266176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preorder()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85500-8FA0-4EAE-9ECA-D691A32D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inorder()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71E28-2AC7-4056-9BA3-C57A4DBD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postorder()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DEA9A-3086-495F-8C9C-9A24C52D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Define structure and constants first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Validate input before update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Print meaningful success/failure messages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Include screenshots/output table in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DED3F-75E3-455B-8B3F-3ADB6051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12</a:t>
            </a:r>
          </a:p>
        </p:txBody>
      </p:sp>
    </p:spTree>
    <p:extLst>
      <p:ext uri="{BB962C8B-B14F-4D97-AF65-F5344CB8AC3E}">
        <p14:creationId xmlns:p14="http://schemas.microsoft.com/office/powerpoint/2010/main" val="20944347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A9FBB-9110-4A15-BEDF-521B1461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problem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51773-E1A8-487F-A471-EADD03AB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A - Q6: Graph of cities with BFS/DFS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F47A6-A917-4A83-84BD-7F86DC25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2DA7E-8010-4F35-A5E9-9D963C9B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traversal to report reachability.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E9824-09A7-4C98-9D87-7543FD10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Data fields / concepts: adjacency matrix, starting node, reachable nodes, digraph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Required functions: createGraph(), DFS(), BFS(), displayReachable()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Test normal case, empty case, and boundary case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Record output and inference clearly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6CD94-F889-4C2A-845A-957155F9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8602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350D3-1976-47C2-B866-237A2583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4790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AB033-C8D5-411C-8F08-47459B7B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7665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015EB-C655-425C-A9DB-761B10A3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95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F627E-D2E4-45D7-8C7F-8135389C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14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36A1E-DF46-4041-9CA5-1E62FAE8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625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Vertices + edges model relationships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F2DFA-3F9D-49EF-B11E-01CEF6B6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13</a:t>
            </a:r>
          </a:p>
        </p:txBody>
      </p:sp>
    </p:spTree>
    <p:extLst>
      <p:ext uri="{BB962C8B-B14F-4D97-AF65-F5344CB8AC3E}">
        <p14:creationId xmlns:p14="http://schemas.microsoft.com/office/powerpoint/2010/main" val="19820283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1C25A-8733-40EC-9280-FB16675C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Graph of cities with BFS/DFS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825E8-D861-4445-94BD-7BBBE12B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A - Q6: design and testing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912C5-05FD-4195-956A-B0C47C8E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96A4B-931A-49A4-9553-C95779E8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createGraph()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2F525-38AA-40CD-9C55-40994B4F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DFS()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52980-9BF3-41C8-9AEF-88B21790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BFS()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6E92B-52FD-4871-9BB0-669D73C7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displayReachable()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111AE-9643-4A67-AE7B-42673D85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Define structure and constants first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Validate input before update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Print meaningful success/failure messages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Include screenshots/output table in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359DB-0014-40EE-BF36-A065C124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14</a:t>
            </a:r>
          </a:p>
        </p:txBody>
      </p:sp>
    </p:spTree>
    <p:extLst>
      <p:ext uri="{BB962C8B-B14F-4D97-AF65-F5344CB8AC3E}">
        <p14:creationId xmlns:p14="http://schemas.microsoft.com/office/powerpoint/2010/main" val="17557759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41E6C-0E51-485D-BC3B-43C97B59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problem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1665E-D34C-492B-BE3D-749BB771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B - Q1: Sparse matrix addition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99073-D520-4FAF-9908-77AA0813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458FB-F522-4769-BFC0-651EC936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Convert, add, and display sparse matrices.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E460D-47CA-4828-B4A5-4C746C91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Data fields / concepts: 3-tuple, same order, addition, normal form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Required functions: readSparse(), toTuple(), addSparse(), display()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Test normal case, empty case, and boundary case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Record output and inference clearly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0032A-D720-4421-BB75-0BA5A245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F8485-8C6B-4256-96AB-536A5AD0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C8A96-1D9F-4811-9512-7E5D3B5B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CA312-24A4-4E09-99C1-5548137F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13A07-19BD-4000-B081-1E3E14AD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6DCB3-C73E-498A-A9BE-55313546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5F2E2-A934-473D-B9D4-8D3709E0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4953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5772C-C43D-4BFA-93B4-F3F81448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67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Contiguous cells -&gt; index gives direct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0402F-7D59-4910-8E0A-873DE478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15</a:t>
            </a:r>
          </a:p>
        </p:txBody>
      </p:sp>
    </p:spTree>
    <p:extLst>
      <p:ext uri="{BB962C8B-B14F-4D97-AF65-F5344CB8AC3E}">
        <p14:creationId xmlns:p14="http://schemas.microsoft.com/office/powerpoint/2010/main" val="16518312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952F2-5F6A-4C90-9565-FD2C9CA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Sparse matrix addition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1D908-B256-48BB-9136-ADA3D298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B - Q1: design and testing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13065-3CC0-47C3-925E-D928452F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E3D4F-60BB-4842-B70A-9C6B1970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readSparse()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AA517-C130-4BC6-8066-FB6330C3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toTuple()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0A1BB-D045-4C66-98E5-C4F037EA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addSparse()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EAA0E-0C44-429A-B672-E59E5F94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display()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F3C21-24E0-41FA-BDDF-D828B16B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Define structure and constants first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Validate input before update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Print meaningful success/failure messages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Include screenshots/output table in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BF323-E845-4885-971D-5F7095C7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16</a:t>
            </a:r>
          </a:p>
        </p:txBody>
      </p:sp>
    </p:spTree>
    <p:extLst>
      <p:ext uri="{BB962C8B-B14F-4D97-AF65-F5344CB8AC3E}">
        <p14:creationId xmlns:p14="http://schemas.microsoft.com/office/powerpoint/2010/main" val="9960674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93BF9-7953-4012-8C69-6E454C17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problem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CA4C7-FD68-4B94-84F7-75C314D7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B - Q2: Infix to postfix conversion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727F8-8EB5-4EBE-9867-711DBBA0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8749C-C49D-4409-997C-1DFAD682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stack rules to convert expressions.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40B45-15CE-482D-B1FD-26BEE419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Data fields / concepts: operator stack, precedence, parentheses, valid expressions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Required functions: precedence(), convert(), push(), pop()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Test normal case, empty case, and boundary case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Record output and inference clearly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DE722-A160-4F02-B88E-7442C435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5C9A1-7EA8-4506-9122-D0A9DDB8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512CA-0008-406E-B4C6-3AC4FD63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32998-03D3-4E7F-A444-486477CA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74D47-AC18-4BB0-A51C-38A378A1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Push and pop happen only at 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7D16B-A1FD-426C-BE5C-9308EBCB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17</a:t>
            </a:r>
          </a:p>
        </p:txBody>
      </p:sp>
    </p:spTree>
    <p:extLst>
      <p:ext uri="{BB962C8B-B14F-4D97-AF65-F5344CB8AC3E}">
        <p14:creationId xmlns:p14="http://schemas.microsoft.com/office/powerpoint/2010/main" val="20105022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26365-CBA6-4DCD-8C51-2D101712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Infix to postfix conversion tool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40D13-6E3E-4FCB-8F0C-396A0146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B - Q2: design and testing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4026B-FCBF-4299-A8CF-02FEF941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B720B-6F29-4AB9-A625-BA88DF77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precedence()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6A484-C849-49A8-8120-ACF9FCAC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convert()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90964-C4C0-41F9-AB99-CF229394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push()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B359B-8DDC-467F-9E92-2AEC6062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pop()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73A89-3B43-4425-BE0D-D80E225C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Define structure and constants first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Validate input before update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Print meaningful success/failure messages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Include screenshots/output table in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9C99B-F825-4858-B79B-393BDF9B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18</a:t>
            </a:r>
          </a:p>
        </p:txBody>
      </p:sp>
    </p:spTree>
    <p:extLst>
      <p:ext uri="{BB962C8B-B14F-4D97-AF65-F5344CB8AC3E}">
        <p14:creationId xmlns:p14="http://schemas.microsoft.com/office/powerpoint/2010/main" val="13813368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96EF2-2477-4CAA-8870-ADD22FAB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problem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8DD0A-B950-4EF3-844A-B83CB651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B - Q3: Circular queue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FDD78-465C-4C5A-8994-03ADE1C9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A98CE-2F3D-4D4E-A972-08E8911B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Demonstrate circular queue boundary cases.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CF5FA-6451-4242-A483-68906383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Data fields / concepts: insert, delete, display, wrap around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Required functions: enqueue(), dequeue(), isFull(), isEmpty()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Test normal case, empty case, and boundary case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Record output and inference clearly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0F044-9BC3-45E6-8381-526A3EC2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C206E-E25F-4761-BBD6-5E69FF00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78337-46D0-4036-BB05-C311AEB1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4A978-4A41-4A03-ADCF-D77832B9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62B55-6115-4B50-BF9B-E7628A4A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8F90D-8D9B-4A74-AA53-16C6EF7C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02A28-6A46-472E-8F25-5FACC19F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19</a:t>
            </a:r>
          </a:p>
        </p:txBody>
      </p:sp>
    </p:spTree>
    <p:extLst>
      <p:ext uri="{BB962C8B-B14F-4D97-AF65-F5344CB8AC3E}">
        <p14:creationId xmlns:p14="http://schemas.microsoft.com/office/powerpoint/2010/main" val="2892022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D6DA0-1402-4F93-8AB7-5496D552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Circular queue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EC687-2AE3-49EA-8000-759142BD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B - Q3: design and testing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E9C77-588B-4414-86D4-F1A26C0B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832AA-688E-43D2-98FA-D5666757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enqueue()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11B66-AD44-4706-846A-854D2318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dequeue()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7D376-CEF7-4046-A00A-C7A07F74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isFull()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FFFB6-F7C5-4D57-AAB9-052F8E51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isEmpty()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BC6B3-6F8B-4E79-899C-4CAF3378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Define structure and constants first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Validate input before update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Print meaningful success/failure messages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Include screenshots/output table in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1CD36-52D3-4E26-8768-078AD3D9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20</a:t>
            </a:r>
          </a:p>
        </p:txBody>
      </p:sp>
    </p:spTree>
    <p:extLst>
      <p:ext uri="{BB962C8B-B14F-4D97-AF65-F5344CB8AC3E}">
        <p14:creationId xmlns:p14="http://schemas.microsoft.com/office/powerpoint/2010/main" val="19081460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8BA2D-DA94-4988-A939-47CE011F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problem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02106-F832-4779-94D1-ACC81691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B - Q4: Doubly linked list employee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EE601-98B4-46AD-BE6C-DBFF2877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04005-14A1-4F34-B86E-75FBFA98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DLL as a double-ended queue.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F35EC-BC86-45DC-9B04-324048B8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Data fields / concepts: SSN, Name, Dept, Designation, Salary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Required functions: insertEnd(), deleteFront(), deleteEnd(), display()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Test normal case, empty case, and boundary case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Record output and inference clearly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BD56C-564B-465B-95C4-F258721A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9091B-AF82-47E7-B373-3539E108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FE4D9-EA89-4089-A393-D4034D1B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data|link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F0161-2E1C-434F-9D67-825C189C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0515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data|null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79201-1F4A-4106-962D-C3C8F6E1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862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Nodes move by rewiring links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9CF2D-DFCF-4E58-965F-14795E8E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21</a:t>
            </a:r>
          </a:p>
        </p:txBody>
      </p:sp>
    </p:spTree>
    <p:extLst>
      <p:ext uri="{BB962C8B-B14F-4D97-AF65-F5344CB8AC3E}">
        <p14:creationId xmlns:p14="http://schemas.microsoft.com/office/powerpoint/2010/main" val="19777853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E5BA7-44E3-45EE-A72D-7647E2E0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Doubly linked list employee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EBC94-F544-4068-BE66-34D101EF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B - Q4: design and testing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3E286-6347-4DC0-BF8A-76D3FD11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7CCD3-36F9-44D9-8B23-7EB3420C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insertEnd()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47A69-CA2C-486D-9234-F081F5CE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deleteFront()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27909-3EFE-49F0-9C92-A2CE3B98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deleteEnd()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83224-9B50-4653-8B25-5AB40CD0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display()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33E76-DE2B-4FC1-AE64-80C40B29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Define structure and constants first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Validate input before update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Print meaningful success/failure messages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Include screenshots/output table in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0BD1B-9122-49D7-8767-C6DAD324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22</a:t>
            </a:r>
          </a:p>
        </p:txBody>
      </p:sp>
    </p:spTree>
    <p:extLst>
      <p:ext uri="{BB962C8B-B14F-4D97-AF65-F5344CB8AC3E}">
        <p14:creationId xmlns:p14="http://schemas.microsoft.com/office/powerpoint/2010/main" val="13646498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97004-64C9-42C7-AD43-DA34AEB7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problem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BD02D-A397-4837-A5F3-C0377A6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B - Q5: Binary search tree menu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40DD3-4832-4A05-83DD-CC290247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D4250-65E2-4DAF-89F7-40A1432C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Maintain BST ordering while inserting and searching.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5CD96-B5C9-4D76-9794-D2348047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Data fields / concepts: create BST, traversals, search key, ordered property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Required functions: insert(), inorder(), preorder(), postorder(), search()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Test normal case, empty case, and boundary case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Record output and inference clearly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38F20-FD69-407B-9258-D258609B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1C667-72AF-45EE-B41A-71EFDC26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03CF5-1595-4C55-8699-31D927C9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9894E-CE7D-4E26-B169-D0C0F99C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17953-AABB-45D5-A6C3-8173DFEF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5FBD6-DDB4-4E4F-9CA3-B986C4A1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FA6F0-5499-4465-A2AD-32ED43F9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D1ABE-0BE7-4E60-9FE8-74FA5EF2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6C8E0-770E-49D8-80BE-5B778BA0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23</a:t>
            </a:r>
          </a:p>
        </p:txBody>
      </p:sp>
    </p:spTree>
    <p:extLst>
      <p:ext uri="{BB962C8B-B14F-4D97-AF65-F5344CB8AC3E}">
        <p14:creationId xmlns:p14="http://schemas.microsoft.com/office/powerpoint/2010/main" val="9606398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7C254-A181-4BAA-8FA5-CC29D397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Binary search tree menu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240EE-B056-42DF-B6AA-18AECDD3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B - Q5: design and testing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F4F6C-CF82-4B2A-A357-0013ED79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337F4-5264-4756-9853-06C9FF87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insert()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BCF8D-815D-417A-914C-04ABF4FE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inorder()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DAE24-BD7F-477D-AB0F-CB4FB490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preorder()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EB528-5414-462B-A95C-417ADCB9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postorder()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36684-721C-4955-B007-627B229E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search()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681DA-A238-4D2A-A381-1E3781B5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Define structure and constants first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Validate input before update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Print meaningful success/failure messages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Include screenshots/output table in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74550-38CC-4EA4-980A-A3018546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24</a:t>
            </a:r>
          </a:p>
        </p:txBody>
      </p:sp>
    </p:spTree>
    <p:extLst>
      <p:ext uri="{BB962C8B-B14F-4D97-AF65-F5344CB8AC3E}">
        <p14:creationId xmlns:p14="http://schemas.microsoft.com/office/powerpoint/2010/main" val="10042817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1EF63-BB65-4DCA-AA14-46069C77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problem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ABE27-885B-4849-ACE7-802568FB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B - Q6: Employee hashing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59CFE-E46F-4059-A4F8-1247FF30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C19A5-8BB3-4911-8910-B1E900C5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Resolve collisions with linear probing.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84DFA-5EBB-4929-9663-95356A17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Data fields / concepts: employee ID, hash function, linear probing, display table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Required functions: hash(), insert(), search(), display()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Test normal case, empty case, and boundary case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Record output and inference clearly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D4938-8B69-4FBE-B4BE-21C9B125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CFDE7-7791-42BA-B766-B5995DBB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EE0E5-F774-428F-96F6-C607EDE8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5E36C-D6DE-4517-B344-3008266B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2C323-19A8-4813-A36B-C0BCE6F1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32A1B-A991-4381-9542-8BAB5894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8C325-D2F7-4067-8501-237CB03E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9F43C-0BA8-4FB9-B82A-99F5E884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24BA0-2C61-4B57-8291-9E28F906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25</a:t>
            </a:r>
          </a:p>
        </p:txBody>
      </p:sp>
    </p:spTree>
    <p:extLst>
      <p:ext uri="{BB962C8B-B14F-4D97-AF65-F5344CB8AC3E}">
        <p14:creationId xmlns:p14="http://schemas.microsoft.com/office/powerpoint/2010/main" val="117759911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4F0E0-8547-485E-B0AE-32906BEC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Employee hashing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1C5DE-4830-4B1F-9963-0C3D12CA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Part B - Q6: design and testing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B40D5-34E9-4605-ACDD-0E15FF0F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0BF01-F476-4E9C-B494-FCB5E645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hash()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1DE1C-2A48-4A64-9610-8CD2251A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insert()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7EAC5-A880-4E36-98C8-86C90BCA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764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search()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020F5-00AF-4861-9224-A9FC85F4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display()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923BE-13E0-41AE-946D-5E9BE178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Define structure and constants first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Validate input before update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Print meaningful success/failure messages</a:t>
            </a:r>
          </a:p>
          <a:p xmlns:a="http://schemas.openxmlformats.org/drawingml/2006/main">
            <a:pPr algn="l"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• Include screenshots/output table in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84D8E-5012-4446-BC70-FC0D6731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26</a:t>
            </a:r>
          </a:p>
        </p:txBody>
      </p:sp>
    </p:spTree>
    <p:extLst>
      <p:ext uri="{BB962C8B-B14F-4D97-AF65-F5344CB8AC3E}">
        <p14:creationId xmlns:p14="http://schemas.microsoft.com/office/powerpoint/2010/main" val="11322794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C8AF0-F62C-480D-B6C2-63FAF658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D38A5-EC1E-4F56-BCC5-323EE58F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Common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630C5-0001-4618-969F-6D7E8335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9B778-32A4-42B4-B8C7-E6DCB76F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B1A86-6385-48DB-AB3E-91B4736C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668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Why is this data structure suitable?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95F5C-5785-48FB-AE27-95957D5D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89B35-6B9E-4BDB-8832-2DB6F558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What are overflow and underflow?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3683B-39B5-45D6-9A5F-C6A2E1C9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CF334-9B1A-4588-BE91-15331015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384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How do pointer updates avoid memory leaks?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DBC89-1675-420D-B534-9EA597F2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394B5-7ABA-469E-8EF6-A0582C97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242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What is the time complexity of insert/search/delete?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BF71C-5196-4168-8FB3-583031E2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9E2DB-18AF-46C0-B48A-69F073DD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Which test case proves the edge condition?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355AB-3767-4C6B-A428-0467199A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D3E71-56F6-4827-B818-BCA04BB0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How would you improve the program?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EE226-A03E-4F31-BE54-116CF29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1BCSL306 • Lab • 27</a:t>
            </a:r>
          </a:p>
        </p:txBody>
      </p:sp>
    </p:spTree>
    <p:extLst>
      <p:ext uri="{BB962C8B-B14F-4D97-AF65-F5344CB8AC3E}">
        <p14:creationId xmlns:p14="http://schemas.microsoft.com/office/powerpoint/2010/main" val="2138596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2026-08-21T10:45:32.3620000Z</dcterms:created>
  <dcterms:modified xsi:type="dcterms:W3CDTF">2026-08-21T10:45:32.3620000Z</dcterms:modified>
</coreProperties>
</file>