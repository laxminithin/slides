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cd69ad4f4b4853" /><Relationship Type="http://schemas.openxmlformats.org/officeDocument/2006/relationships/extended-properties" Target="/docProps/app.xml" Id="R194593e87ed5401f" /><Relationship Type="http://schemas.openxmlformats.org/officeDocument/2006/relationships/officeDocument" Target="/ppt/presentation.xml" Id="Raf9bb65dda024c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4b76aa5e374f42"/>
  </p:sldMasterIdLst>
  <p:notesMasterIdLst>
    <p:notesMasterId xmlns:r="http://schemas.openxmlformats.org/officeDocument/2006/relationships" r:id="R512ee148289a4a25"/>
  </p:notesMasterIdLst>
  <p:sldIdLst>
    <p:sldId xmlns:r="http://schemas.openxmlformats.org/officeDocument/2006/relationships" id="256" r:id="R8e2fb22a437e4146"/>
    <p:sldId xmlns:r="http://schemas.openxmlformats.org/officeDocument/2006/relationships" id="257" r:id="R078f4ffe45254d03"/>
    <p:sldId xmlns:r="http://schemas.openxmlformats.org/officeDocument/2006/relationships" id="258" r:id="R41436a6c8ec344f7"/>
    <p:sldId xmlns:r="http://schemas.openxmlformats.org/officeDocument/2006/relationships" id="259" r:id="R8965e12f086a4be5"/>
    <p:sldId xmlns:r="http://schemas.openxmlformats.org/officeDocument/2006/relationships" id="260" r:id="R62597719a82c4309"/>
    <p:sldId xmlns:r="http://schemas.openxmlformats.org/officeDocument/2006/relationships" id="261" r:id="R6472317882474470"/>
    <p:sldId xmlns:r="http://schemas.openxmlformats.org/officeDocument/2006/relationships" id="262" r:id="Rc5379bded2b24c0a"/>
    <p:sldId xmlns:r="http://schemas.openxmlformats.org/officeDocument/2006/relationships" id="263" r:id="Ra280011198de4c5c"/>
    <p:sldId xmlns:r="http://schemas.openxmlformats.org/officeDocument/2006/relationships" id="264" r:id="R5923f9c487764b91"/>
    <p:sldId xmlns:r="http://schemas.openxmlformats.org/officeDocument/2006/relationships" id="265" r:id="Rb0b463391fec44b8"/>
    <p:sldId xmlns:r="http://schemas.openxmlformats.org/officeDocument/2006/relationships" id="266" r:id="R834df72e71004ec1"/>
    <p:sldId xmlns:r="http://schemas.openxmlformats.org/officeDocument/2006/relationships" id="267" r:id="R0ccfbe81f1ef4fba"/>
    <p:sldId xmlns:r="http://schemas.openxmlformats.org/officeDocument/2006/relationships" id="268" r:id="R560bed6275f148de"/>
    <p:sldId xmlns:r="http://schemas.openxmlformats.org/officeDocument/2006/relationships" id="269" r:id="R2f63a03292cf4d8b"/>
    <p:sldId xmlns:r="http://schemas.openxmlformats.org/officeDocument/2006/relationships" id="270" r:id="R4bb9dbeb3f194d2a"/>
    <p:sldId xmlns:r="http://schemas.openxmlformats.org/officeDocument/2006/relationships" id="271" r:id="R730ad4c9b178447f"/>
    <p:sldId xmlns:r="http://schemas.openxmlformats.org/officeDocument/2006/relationships" id="272" r:id="Rb0a1fd7007464cef"/>
    <p:sldId xmlns:r="http://schemas.openxmlformats.org/officeDocument/2006/relationships" id="273" r:id="R040719a1165c47b6"/>
    <p:sldId xmlns:r="http://schemas.openxmlformats.org/officeDocument/2006/relationships" id="274" r:id="R7f1410d349ac405c"/>
    <p:sldId xmlns:r="http://schemas.openxmlformats.org/officeDocument/2006/relationships" id="275" r:id="Rdf7df0c035104b0c"/>
    <p:sldId xmlns:r="http://schemas.openxmlformats.org/officeDocument/2006/relationships" id="276" r:id="Rff5a54251b5546ed"/>
    <p:sldId xmlns:r="http://schemas.openxmlformats.org/officeDocument/2006/relationships" id="277" r:id="R09ab482b4e624d29"/>
    <p:sldId xmlns:r="http://schemas.openxmlformats.org/officeDocument/2006/relationships" id="278" r:id="R24abaa1f9c044348"/>
    <p:sldId xmlns:r="http://schemas.openxmlformats.org/officeDocument/2006/relationships" id="279" r:id="R3c08a1f8431f4a08"/>
    <p:sldId xmlns:r="http://schemas.openxmlformats.org/officeDocument/2006/relationships" id="280" r:id="Rd08401af334d46f7"/>
    <p:sldId xmlns:r="http://schemas.openxmlformats.org/officeDocument/2006/relationships" id="281" r:id="Re597fb22dcbb46e1"/>
    <p:sldId xmlns:r="http://schemas.openxmlformats.org/officeDocument/2006/relationships" id="282" r:id="R40a3938f5f434f0d"/>
    <p:sldId xmlns:r="http://schemas.openxmlformats.org/officeDocument/2006/relationships" id="283" r:id="R516aed51aa754036"/>
    <p:sldId xmlns:r="http://schemas.openxmlformats.org/officeDocument/2006/relationships" id="284" r:id="R9c1e5ef2b1bd4dc1"/>
    <p:sldId xmlns:r="http://schemas.openxmlformats.org/officeDocument/2006/relationships" id="285" r:id="Rb5c681c026d44ee2"/>
    <p:sldId xmlns:r="http://schemas.openxmlformats.org/officeDocument/2006/relationships" id="286" r:id="R6ca2b1ffb5e843fa"/>
    <p:sldId xmlns:r="http://schemas.openxmlformats.org/officeDocument/2006/relationships" id="287" r:id="Ra8e557e4589741da"/>
    <p:sldId xmlns:r="http://schemas.openxmlformats.org/officeDocument/2006/relationships" id="288" r:id="R29519822dea74b64"/>
    <p:sldId xmlns:r="http://schemas.openxmlformats.org/officeDocument/2006/relationships" id="289" r:id="Rd23e78ab77e14dc3"/>
    <p:sldId xmlns:r="http://schemas.openxmlformats.org/officeDocument/2006/relationships" id="290" r:id="Rfdcd36cc48c642f8"/>
    <p:sldId xmlns:r="http://schemas.openxmlformats.org/officeDocument/2006/relationships" id="291" r:id="R9daffb271dbd4bdb"/>
    <p:sldId xmlns:r="http://schemas.openxmlformats.org/officeDocument/2006/relationships" id="292" r:id="R7455dba3b79344da"/>
    <p:sldId xmlns:r="http://schemas.openxmlformats.org/officeDocument/2006/relationships" id="293" r:id="R57a9e33c850c4222"/>
    <p:sldId xmlns:r="http://schemas.openxmlformats.org/officeDocument/2006/relationships" id="294" r:id="Ra2f56ec8b1834b6c"/>
    <p:sldId xmlns:r="http://schemas.openxmlformats.org/officeDocument/2006/relationships" id="295" r:id="Rc67e55463e454696"/>
    <p:sldId xmlns:r="http://schemas.openxmlformats.org/officeDocument/2006/relationships" id="296" r:id="Re01ab28391a7471a"/>
    <p:sldId xmlns:r="http://schemas.openxmlformats.org/officeDocument/2006/relationships" id="297" r:id="R80130d15aee44dbd"/>
    <p:sldId xmlns:r="http://schemas.openxmlformats.org/officeDocument/2006/relationships" id="298" r:id="R1ab6907a81ec4f36"/>
    <p:sldId xmlns:r="http://schemas.openxmlformats.org/officeDocument/2006/relationships" id="299" r:id="R94fc3b0938b24a26"/>
    <p:sldId xmlns:r="http://schemas.openxmlformats.org/officeDocument/2006/relationships" id="300" r:id="R4a1461d35245418b"/>
    <p:sldId xmlns:r="http://schemas.openxmlformats.org/officeDocument/2006/relationships" id="301" r:id="Rd35febe1aad64bba"/>
    <p:sldId xmlns:r="http://schemas.openxmlformats.org/officeDocument/2006/relationships" id="302" r:id="Rf7ce4c2a59164a0b"/>
    <p:sldId xmlns:r="http://schemas.openxmlformats.org/officeDocument/2006/relationships" id="303" r:id="R487d3af5dcc04230"/>
    <p:sldId xmlns:r="http://schemas.openxmlformats.org/officeDocument/2006/relationships" id="304" r:id="Rd40e33ba29fe48bf"/>
    <p:sldId xmlns:r="http://schemas.openxmlformats.org/officeDocument/2006/relationships" id="305" r:id="R961cbeb7eb874756"/>
    <p:sldId xmlns:r="http://schemas.openxmlformats.org/officeDocument/2006/relationships" id="306" r:id="Raf8af76f7e6445da"/>
    <p:sldId xmlns:r="http://schemas.openxmlformats.org/officeDocument/2006/relationships" id="307" r:id="R3c214c9368904840"/>
    <p:sldId xmlns:r="http://schemas.openxmlformats.org/officeDocument/2006/relationships" id="308" r:id="R114941958a3a4e68"/>
    <p:sldId xmlns:r="http://schemas.openxmlformats.org/officeDocument/2006/relationships" id="309" r:id="Rabf70aa816b04509"/>
    <p:sldId xmlns:r="http://schemas.openxmlformats.org/officeDocument/2006/relationships" id="310" r:id="R95417c2e417547fa"/>
    <p:sldId xmlns:r="http://schemas.openxmlformats.org/officeDocument/2006/relationships" id="311" r:id="Rb4afd940606a498c"/>
    <p:sldId xmlns:r="http://schemas.openxmlformats.org/officeDocument/2006/relationships" id="312" r:id="R09831005b40940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7eabc112cd4a56" /><Relationship Type="http://schemas.openxmlformats.org/officeDocument/2006/relationships/slideMaster" Target="/ppt/slideMasters/slideMaster1.xml" Id="Ra94b76aa5e374f42" /><Relationship Type="http://schemas.openxmlformats.org/officeDocument/2006/relationships/notesMaster" Target="/ppt/notesMasters/notesMaster1.xml" Id="R512ee148289a4a25" /><Relationship Type="http://schemas.openxmlformats.org/officeDocument/2006/relationships/presProps" Target="/ppt/presProps.xml" Id="R386c4a20aa624075" /><Relationship Type="http://schemas.openxmlformats.org/officeDocument/2006/relationships/tableStyles" Target="/ppt/tableStyles.xml" Id="R7137a88c9817442f" /><Relationship Type="http://schemas.openxmlformats.org/officeDocument/2006/relationships/slide" Target="/ppt/slides/slide1.xml" Id="R8e2fb22a437e4146" /><Relationship Type="http://schemas.openxmlformats.org/officeDocument/2006/relationships/slide" Target="/ppt/slides/slide2.xml" Id="R078f4ffe45254d03" /><Relationship Type="http://schemas.openxmlformats.org/officeDocument/2006/relationships/slide" Target="/ppt/slides/slide3.xml" Id="R41436a6c8ec344f7" /><Relationship Type="http://schemas.openxmlformats.org/officeDocument/2006/relationships/slide" Target="/ppt/slides/slide4.xml" Id="R8965e12f086a4be5" /><Relationship Type="http://schemas.openxmlformats.org/officeDocument/2006/relationships/slide" Target="/ppt/slides/slide5.xml" Id="R62597719a82c4309" /><Relationship Type="http://schemas.openxmlformats.org/officeDocument/2006/relationships/slide" Target="/ppt/slides/slide6.xml" Id="R6472317882474470" /><Relationship Type="http://schemas.openxmlformats.org/officeDocument/2006/relationships/slide" Target="/ppt/slides/slide7.xml" Id="Rc5379bded2b24c0a" /><Relationship Type="http://schemas.openxmlformats.org/officeDocument/2006/relationships/slide" Target="/ppt/slides/slide8.xml" Id="Ra280011198de4c5c" /><Relationship Type="http://schemas.openxmlformats.org/officeDocument/2006/relationships/slide" Target="/ppt/slides/slide9.xml" Id="R5923f9c487764b91" /><Relationship Type="http://schemas.openxmlformats.org/officeDocument/2006/relationships/slide" Target="/ppt/slides/slide10.xml" Id="Rb0b463391fec44b8" /><Relationship Type="http://schemas.openxmlformats.org/officeDocument/2006/relationships/slide" Target="/ppt/slides/slide11.xml" Id="R834df72e71004ec1" /><Relationship Type="http://schemas.openxmlformats.org/officeDocument/2006/relationships/slide" Target="/ppt/slides/slide12.xml" Id="R0ccfbe81f1ef4fba" /><Relationship Type="http://schemas.openxmlformats.org/officeDocument/2006/relationships/slide" Target="/ppt/slides/slide13.xml" Id="R560bed6275f148de" /><Relationship Type="http://schemas.openxmlformats.org/officeDocument/2006/relationships/slide" Target="/ppt/slides/slide14.xml" Id="R2f63a03292cf4d8b" /><Relationship Type="http://schemas.openxmlformats.org/officeDocument/2006/relationships/slide" Target="/ppt/slides/slide15.xml" Id="R4bb9dbeb3f194d2a" /><Relationship Type="http://schemas.openxmlformats.org/officeDocument/2006/relationships/slide" Target="/ppt/slides/slide16.xml" Id="R730ad4c9b178447f" /><Relationship Type="http://schemas.openxmlformats.org/officeDocument/2006/relationships/slide" Target="/ppt/slides/slide17.xml" Id="Rb0a1fd7007464cef" /><Relationship Type="http://schemas.openxmlformats.org/officeDocument/2006/relationships/slide" Target="/ppt/slides/slide18.xml" Id="R040719a1165c47b6" /><Relationship Type="http://schemas.openxmlformats.org/officeDocument/2006/relationships/slide" Target="/ppt/slides/slide19.xml" Id="R7f1410d349ac405c" /><Relationship Type="http://schemas.openxmlformats.org/officeDocument/2006/relationships/slide" Target="/ppt/slides/slide20.xml" Id="Rdf7df0c035104b0c" /><Relationship Type="http://schemas.openxmlformats.org/officeDocument/2006/relationships/slide" Target="/ppt/slides/slide21.xml" Id="Rff5a54251b5546ed" /><Relationship Type="http://schemas.openxmlformats.org/officeDocument/2006/relationships/slide" Target="/ppt/slides/slide22.xml" Id="R09ab482b4e624d29" /><Relationship Type="http://schemas.openxmlformats.org/officeDocument/2006/relationships/slide" Target="/ppt/slides/slide23.xml" Id="R24abaa1f9c044348" /><Relationship Type="http://schemas.openxmlformats.org/officeDocument/2006/relationships/slide" Target="/ppt/slides/slide24.xml" Id="R3c08a1f8431f4a08" /><Relationship Type="http://schemas.openxmlformats.org/officeDocument/2006/relationships/slide" Target="/ppt/slides/slide25.xml" Id="Rd08401af334d46f7" /><Relationship Type="http://schemas.openxmlformats.org/officeDocument/2006/relationships/slide" Target="/ppt/slides/slide26.xml" Id="Re597fb22dcbb46e1" /><Relationship Type="http://schemas.openxmlformats.org/officeDocument/2006/relationships/slide" Target="/ppt/slides/slide27.xml" Id="R40a3938f5f434f0d" /><Relationship Type="http://schemas.openxmlformats.org/officeDocument/2006/relationships/slide" Target="/ppt/slides/slide28.xml" Id="R516aed51aa754036" /><Relationship Type="http://schemas.openxmlformats.org/officeDocument/2006/relationships/slide" Target="/ppt/slides/slide29.xml" Id="R9c1e5ef2b1bd4dc1" /><Relationship Type="http://schemas.openxmlformats.org/officeDocument/2006/relationships/slide" Target="/ppt/slides/slide30.xml" Id="Rb5c681c026d44ee2" /><Relationship Type="http://schemas.openxmlformats.org/officeDocument/2006/relationships/slide" Target="/ppt/slides/slide31.xml" Id="R6ca2b1ffb5e843fa" /><Relationship Type="http://schemas.openxmlformats.org/officeDocument/2006/relationships/slide" Target="/ppt/slides/slide32.xml" Id="Ra8e557e4589741da" /><Relationship Type="http://schemas.openxmlformats.org/officeDocument/2006/relationships/slide" Target="/ppt/slides/slide33.xml" Id="R29519822dea74b64" /><Relationship Type="http://schemas.openxmlformats.org/officeDocument/2006/relationships/slide" Target="/ppt/slides/slide34.xml" Id="Rd23e78ab77e14dc3" /><Relationship Type="http://schemas.openxmlformats.org/officeDocument/2006/relationships/slide" Target="/ppt/slides/slide35.xml" Id="Rfdcd36cc48c642f8" /><Relationship Type="http://schemas.openxmlformats.org/officeDocument/2006/relationships/slide" Target="/ppt/slides/slide36.xml" Id="R9daffb271dbd4bdb" /><Relationship Type="http://schemas.openxmlformats.org/officeDocument/2006/relationships/slide" Target="/ppt/slides/slide37.xml" Id="R7455dba3b79344da" /><Relationship Type="http://schemas.openxmlformats.org/officeDocument/2006/relationships/slide" Target="/ppt/slides/slide38.xml" Id="R57a9e33c850c4222" /><Relationship Type="http://schemas.openxmlformats.org/officeDocument/2006/relationships/slide" Target="/ppt/slides/slide39.xml" Id="Ra2f56ec8b1834b6c" /><Relationship Type="http://schemas.openxmlformats.org/officeDocument/2006/relationships/slide" Target="/ppt/slides/slide40.xml" Id="Rc67e55463e454696" /><Relationship Type="http://schemas.openxmlformats.org/officeDocument/2006/relationships/slide" Target="/ppt/slides/slide41.xml" Id="Re01ab28391a7471a" /><Relationship Type="http://schemas.openxmlformats.org/officeDocument/2006/relationships/slide" Target="/ppt/slides/slide42.xml" Id="R80130d15aee44dbd" /><Relationship Type="http://schemas.openxmlformats.org/officeDocument/2006/relationships/slide" Target="/ppt/slides/slide43.xml" Id="R1ab6907a81ec4f36" /><Relationship Type="http://schemas.openxmlformats.org/officeDocument/2006/relationships/slide" Target="/ppt/slides/slide44.xml" Id="R94fc3b0938b24a26" /><Relationship Type="http://schemas.openxmlformats.org/officeDocument/2006/relationships/slide" Target="/ppt/slides/slide45.xml" Id="R4a1461d35245418b" /><Relationship Type="http://schemas.openxmlformats.org/officeDocument/2006/relationships/slide" Target="/ppt/slides/slide46.xml" Id="Rd35febe1aad64bba" /><Relationship Type="http://schemas.openxmlformats.org/officeDocument/2006/relationships/slide" Target="/ppt/slides/slide47.xml" Id="Rf7ce4c2a59164a0b" /><Relationship Type="http://schemas.openxmlformats.org/officeDocument/2006/relationships/slide" Target="/ppt/slides/slide48.xml" Id="R487d3af5dcc04230" /><Relationship Type="http://schemas.openxmlformats.org/officeDocument/2006/relationships/slide" Target="/ppt/slides/slide49.xml" Id="Rd40e33ba29fe48bf" /><Relationship Type="http://schemas.openxmlformats.org/officeDocument/2006/relationships/slide" Target="/ppt/slides/slide50.xml" Id="R961cbeb7eb874756" /><Relationship Type="http://schemas.openxmlformats.org/officeDocument/2006/relationships/slide" Target="/ppt/slides/slide51.xml" Id="Raf8af76f7e6445da" /><Relationship Type="http://schemas.openxmlformats.org/officeDocument/2006/relationships/slide" Target="/ppt/slides/slide52.xml" Id="R3c214c9368904840" /><Relationship Type="http://schemas.openxmlformats.org/officeDocument/2006/relationships/slide" Target="/ppt/slides/slide53.xml" Id="R114941958a3a4e68" /><Relationship Type="http://schemas.openxmlformats.org/officeDocument/2006/relationships/slide" Target="/ppt/slides/slide54.xml" Id="Rabf70aa816b04509" /><Relationship Type="http://schemas.openxmlformats.org/officeDocument/2006/relationships/slide" Target="/ppt/slides/slide55.xml" Id="R95417c2e417547fa" /><Relationship Type="http://schemas.openxmlformats.org/officeDocument/2006/relationships/slide" Target="/ppt/slides/slide56.xml" Id="Rb4afd940606a498c" /><Relationship Type="http://schemas.openxmlformats.org/officeDocument/2006/relationships/slide" Target="/ppt/slides/slide57.xml" Id="R09831005b409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74ca7afb3f43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ca114bf6ea4b1f" /><Relationship Type="http://schemas.openxmlformats.org/officeDocument/2006/relationships/notesMaster" Target="/ppt/notesMasters/notesMaster1.xml" Id="R25410c226f5e4f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03269516504fe8" /><Relationship Type="http://schemas.openxmlformats.org/officeDocument/2006/relationships/notesMaster" Target="/ppt/notesMasters/notesMaster1.xml" Id="Rf6523e53f9a844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025cc7780b411d" /><Relationship Type="http://schemas.openxmlformats.org/officeDocument/2006/relationships/notesMaster" Target="/ppt/notesMasters/notesMaster1.xml" Id="Re433f5a5efb941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01a57737754a10" /><Relationship Type="http://schemas.openxmlformats.org/officeDocument/2006/relationships/notesMaster" Target="/ppt/notesMasters/notesMaster1.xml" Id="R44c189c179c644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cafce5823d4879" /><Relationship Type="http://schemas.openxmlformats.org/officeDocument/2006/relationships/notesMaster" Target="/ppt/notesMasters/notesMaster1.xml" Id="Rdec0f9e6e5bc4b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f7d9f79c2c46fc" /><Relationship Type="http://schemas.openxmlformats.org/officeDocument/2006/relationships/notesMaster" Target="/ppt/notesMasters/notesMaster1.xml" Id="Rc640365795b14f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1ba5950b6141cd" /><Relationship Type="http://schemas.openxmlformats.org/officeDocument/2006/relationships/notesMaster" Target="/ppt/notesMasters/notesMaster1.xml" Id="Rcbed9413743a4f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712b1d40f64eb2" /><Relationship Type="http://schemas.openxmlformats.org/officeDocument/2006/relationships/notesMaster" Target="/ppt/notesMasters/notesMaster1.xml" Id="R8df48f8627c94b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354038662d4afc" /><Relationship Type="http://schemas.openxmlformats.org/officeDocument/2006/relationships/notesMaster" Target="/ppt/notesMasters/notesMaster1.xml" Id="R6ca70147dcef48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8917b8f0ce46ae" /><Relationship Type="http://schemas.openxmlformats.org/officeDocument/2006/relationships/notesMaster" Target="/ppt/notesMasters/notesMaster1.xml" Id="Re48e40adc48840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489dd289c94eba" /><Relationship Type="http://schemas.openxmlformats.org/officeDocument/2006/relationships/notesMaster" Target="/ppt/notesMasters/notesMaster1.xml" Id="R69e9756e9a3a4e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630d3c51b9429b" /><Relationship Type="http://schemas.openxmlformats.org/officeDocument/2006/relationships/notesMaster" Target="/ppt/notesMasters/notesMaster1.xml" Id="R8da21550383041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b617fce02140bf" /><Relationship Type="http://schemas.openxmlformats.org/officeDocument/2006/relationships/notesMaster" Target="/ppt/notesMasters/notesMaster1.xml" Id="R5dff89a40c4342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7c4b21771e4937" /><Relationship Type="http://schemas.openxmlformats.org/officeDocument/2006/relationships/notesMaster" Target="/ppt/notesMasters/notesMaster1.xml" Id="Reb40a3c491cc44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c4f745433249a6" /><Relationship Type="http://schemas.openxmlformats.org/officeDocument/2006/relationships/notesMaster" Target="/ppt/notesMasters/notesMaster1.xml" Id="R6650ccb5204049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d3561eccf145a8" /><Relationship Type="http://schemas.openxmlformats.org/officeDocument/2006/relationships/notesMaster" Target="/ppt/notesMasters/notesMaster1.xml" Id="R77ce31793e7949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06f05caad54b8f" /><Relationship Type="http://schemas.openxmlformats.org/officeDocument/2006/relationships/notesMaster" Target="/ppt/notesMasters/notesMaster1.xml" Id="R4c77d41e40a34a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b4a85609374414" /><Relationship Type="http://schemas.openxmlformats.org/officeDocument/2006/relationships/notesMaster" Target="/ppt/notesMasters/notesMaster1.xml" Id="Rf1869813e49241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6d37bd8d9049c2" /><Relationship Type="http://schemas.openxmlformats.org/officeDocument/2006/relationships/notesMaster" Target="/ppt/notesMasters/notesMaster1.xml" Id="Ra62ac3ef040e4c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bc6d12dfce4d7e" /><Relationship Type="http://schemas.openxmlformats.org/officeDocument/2006/relationships/notesMaster" Target="/ppt/notesMasters/notesMaster1.xml" Id="Rf6e3f0c8fc624d5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71ccfbd1034924" /><Relationship Type="http://schemas.openxmlformats.org/officeDocument/2006/relationships/notesMaster" Target="/ppt/notesMasters/notesMaster1.xml" Id="Rc6a0f13b4dc142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7a6963f50649df" /><Relationship Type="http://schemas.openxmlformats.org/officeDocument/2006/relationships/notesMaster" Target="/ppt/notesMasters/notesMaster1.xml" Id="R5f8afd0ba3b24b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0ec16c967f4556" /><Relationship Type="http://schemas.openxmlformats.org/officeDocument/2006/relationships/notesMaster" Target="/ppt/notesMasters/notesMaster1.xml" Id="Re92d3a25e82042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322467b3d814e6f" /><Relationship Type="http://schemas.openxmlformats.org/officeDocument/2006/relationships/notesMaster" Target="/ppt/notesMasters/notesMaster1.xml" Id="R83792b2eb8ae4a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bb55fb931fd40ff" /><Relationship Type="http://schemas.openxmlformats.org/officeDocument/2006/relationships/notesMaster" Target="/ppt/notesMasters/notesMaster1.xml" Id="R0ce4d635bc6048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0025fb81df44878" /><Relationship Type="http://schemas.openxmlformats.org/officeDocument/2006/relationships/notesMaster" Target="/ppt/notesMasters/notesMaster1.xml" Id="Rebb580d233664c7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ce423ebd3cf4c53" /><Relationship Type="http://schemas.openxmlformats.org/officeDocument/2006/relationships/notesMaster" Target="/ppt/notesMasters/notesMaster1.xml" Id="Re8e7cbf75b7540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9db6b351984fca" /><Relationship Type="http://schemas.openxmlformats.org/officeDocument/2006/relationships/notesMaster" Target="/ppt/notesMasters/notesMaster1.xml" Id="R51ad4e99ce734f7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0667cd7f4c64cb2" /><Relationship Type="http://schemas.openxmlformats.org/officeDocument/2006/relationships/notesMaster" Target="/ppt/notesMasters/notesMaster1.xml" Id="R1b55cb75908049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e952989565b4a60" /><Relationship Type="http://schemas.openxmlformats.org/officeDocument/2006/relationships/notesMaster" Target="/ppt/notesMasters/notesMaster1.xml" Id="Re1d9a7c1837b4c2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7428993f5ab4eed" /><Relationship Type="http://schemas.openxmlformats.org/officeDocument/2006/relationships/notesMaster" Target="/ppt/notesMasters/notesMaster1.xml" Id="R99fe9bdc5966402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290d025e2de45d8" /><Relationship Type="http://schemas.openxmlformats.org/officeDocument/2006/relationships/notesMaster" Target="/ppt/notesMasters/notesMaster1.xml" Id="Rb951ed059acc49d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20cd24bacbb49f1" /><Relationship Type="http://schemas.openxmlformats.org/officeDocument/2006/relationships/notesMaster" Target="/ppt/notesMasters/notesMaster1.xml" Id="Recb02b304693439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0b5f1a19afb4c41" /><Relationship Type="http://schemas.openxmlformats.org/officeDocument/2006/relationships/notesMaster" Target="/ppt/notesMasters/notesMaster1.xml" Id="Rc8ed750ed996473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a150b0167634e3b" /><Relationship Type="http://schemas.openxmlformats.org/officeDocument/2006/relationships/notesMaster" Target="/ppt/notesMasters/notesMaster1.xml" Id="R8a647755b5134f2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07fe1f76e0846bc" /><Relationship Type="http://schemas.openxmlformats.org/officeDocument/2006/relationships/notesMaster" Target="/ppt/notesMasters/notesMaster1.xml" Id="Rd755f0f4b251430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018b4bfe2374e71" /><Relationship Type="http://schemas.openxmlformats.org/officeDocument/2006/relationships/notesMaster" Target="/ppt/notesMasters/notesMaster1.xml" Id="R0b6ba5fddd4d4fd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c851eecb80f4277" /><Relationship Type="http://schemas.openxmlformats.org/officeDocument/2006/relationships/notesMaster" Target="/ppt/notesMasters/notesMaster1.xml" Id="Rf9b8964f0bdf424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07fac44ba654403" /><Relationship Type="http://schemas.openxmlformats.org/officeDocument/2006/relationships/notesMaster" Target="/ppt/notesMasters/notesMaster1.xml" Id="R8d2d27556e894b2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48af1f60ca2495a" /><Relationship Type="http://schemas.openxmlformats.org/officeDocument/2006/relationships/notesMaster" Target="/ppt/notesMasters/notesMaster1.xml" Id="R3e52cf3160dd4b5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67770bb2a974d9e" /><Relationship Type="http://schemas.openxmlformats.org/officeDocument/2006/relationships/notesMaster" Target="/ppt/notesMasters/notesMaster1.xml" Id="R4a8ec93c6cba4e4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10672eef94c426a" /><Relationship Type="http://schemas.openxmlformats.org/officeDocument/2006/relationships/notesMaster" Target="/ppt/notesMasters/notesMaster1.xml" Id="R4a9d23015c3d425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9b2b1a53e874b6d" /><Relationship Type="http://schemas.openxmlformats.org/officeDocument/2006/relationships/notesMaster" Target="/ppt/notesMasters/notesMaster1.xml" Id="R05e98607cb2146e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1e90a11a85140b3" /><Relationship Type="http://schemas.openxmlformats.org/officeDocument/2006/relationships/notesMaster" Target="/ppt/notesMasters/notesMaster1.xml" Id="R7268761576d54b7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1efd21cd387403e" /><Relationship Type="http://schemas.openxmlformats.org/officeDocument/2006/relationships/notesMaster" Target="/ppt/notesMasters/notesMaster1.xml" Id="R2e861eeef76c43f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4df9bf123964a1c" /><Relationship Type="http://schemas.openxmlformats.org/officeDocument/2006/relationships/notesMaster" Target="/ppt/notesMasters/notesMaster1.xml" Id="Re2bd44c1a27f4f6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ebb9bd060394cb1" /><Relationship Type="http://schemas.openxmlformats.org/officeDocument/2006/relationships/notesMaster" Target="/ppt/notesMasters/notesMaster1.xml" Id="Rbe855076f33b40d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b1496fa30f74222" /><Relationship Type="http://schemas.openxmlformats.org/officeDocument/2006/relationships/notesMaster" Target="/ppt/notesMasters/notesMaster1.xml" Id="R776c443997f9450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3ef4335e1014c11" /><Relationship Type="http://schemas.openxmlformats.org/officeDocument/2006/relationships/notesMaster" Target="/ppt/notesMasters/notesMaster1.xml" Id="Read73571269a43a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ca51907b4c2433f" /><Relationship Type="http://schemas.openxmlformats.org/officeDocument/2006/relationships/notesMaster" Target="/ppt/notesMasters/notesMaster1.xml" Id="R36083568ecd24df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964461f16324efe" /><Relationship Type="http://schemas.openxmlformats.org/officeDocument/2006/relationships/notesMaster" Target="/ppt/notesMasters/notesMaster1.xml" Id="R78dbafed362f481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a0d15599b1547df" /><Relationship Type="http://schemas.openxmlformats.org/officeDocument/2006/relationships/notesMaster" Target="/ppt/notesMasters/notesMaster1.xml" Id="R0ef8983dff0e4d4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23195918bc3400b" /><Relationship Type="http://schemas.openxmlformats.org/officeDocument/2006/relationships/notesMaster" Target="/ppt/notesMasters/notesMaster1.xml" Id="R77cad1e58f484d0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61a33bebe8d4b46" /><Relationship Type="http://schemas.openxmlformats.org/officeDocument/2006/relationships/notesMaster" Target="/ppt/notesMasters/notesMaster1.xml" Id="Rb93aa281ce30400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442df807fe04a54" /><Relationship Type="http://schemas.openxmlformats.org/officeDocument/2006/relationships/notesMaster" Target="/ppt/notesMasters/notesMaster1.xml" Id="R82b3ec8be4f7474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28c21e6124e42d9" /><Relationship Type="http://schemas.openxmlformats.org/officeDocument/2006/relationships/notesMaster" Target="/ppt/notesMasters/notesMaster1.xml" Id="Rf12154195924489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3b257fc03364cd9" /><Relationship Type="http://schemas.openxmlformats.org/officeDocument/2006/relationships/notesMaster" Target="/ppt/notesMasters/notesMaster1.xml" Id="R5c85ce4255a2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bullets one by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rows quickly and end on MISSING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roadmap by row and connect each unit to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660c6bd56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07f4e14adc4369" /><Relationship Type="http://schemas.openxmlformats.org/officeDocument/2006/relationships/slideLayout" Target="/ppt/slideLayouts/slideLayout1.xml" Id="Rcaa22835e9cd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22835e9cd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b2f0ba4d240e3" /><Relationship Type="http://schemas.openxmlformats.org/officeDocument/2006/relationships/notesSlide" Target="/ppt/notesSlides/notesSlide1.xml" Id="R50843b4c5c1848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a90e2dab94809" /><Relationship Type="http://schemas.openxmlformats.org/officeDocument/2006/relationships/notesSlide" Target="/ppt/notesSlides/notesSlide2.xml" Id="R74b93c1ef733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e262859964663" /><Relationship Type="http://schemas.openxmlformats.org/officeDocument/2006/relationships/notesSlide" Target="/ppt/notesSlides/notesSlide3.xml" Id="R00551bb5cdc84b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01c395dcb4f34" /><Relationship Type="http://schemas.openxmlformats.org/officeDocument/2006/relationships/notesSlide" Target="/ppt/notesSlides/notesSlide4.xml" Id="R7497def0d46648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aff59a1704fbd" /><Relationship Type="http://schemas.openxmlformats.org/officeDocument/2006/relationships/notesSlide" Target="/ppt/notesSlides/notesSlide5.xml" Id="R2fe4e40a72714d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5a1f439e744af" /><Relationship Type="http://schemas.openxmlformats.org/officeDocument/2006/relationships/notesSlide" Target="/ppt/notesSlides/notesSlide6.xml" Id="Rd717cf9826114f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403a4a3d84428" /><Relationship Type="http://schemas.openxmlformats.org/officeDocument/2006/relationships/notesSlide" Target="/ppt/notesSlides/notesSlide7.xml" Id="Rdc656bda4837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cb692ed84653" /><Relationship Type="http://schemas.openxmlformats.org/officeDocument/2006/relationships/notesSlide" Target="/ppt/notesSlides/notesSlide8.xml" Id="Rb21918479e484f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b13ab4c994529" /><Relationship Type="http://schemas.openxmlformats.org/officeDocument/2006/relationships/notesSlide" Target="/ppt/notesSlides/notesSlide9.xml" Id="R4f7d2f05ea2b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cdab6457d4bfb" /><Relationship Type="http://schemas.openxmlformats.org/officeDocument/2006/relationships/notesSlide" Target="/ppt/notesSlides/notesSlide10.xml" Id="R43f1da73491644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2d6965da54831" /><Relationship Type="http://schemas.openxmlformats.org/officeDocument/2006/relationships/notesSlide" Target="/ppt/notesSlides/notesSlide11.xml" Id="R4b0cef96319a43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0cd3340914e57" /><Relationship Type="http://schemas.openxmlformats.org/officeDocument/2006/relationships/notesSlide" Target="/ppt/notesSlides/notesSlide12.xml" Id="Ra6653b7c428e4c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a72e7d04d4a7e" /><Relationship Type="http://schemas.openxmlformats.org/officeDocument/2006/relationships/notesSlide" Target="/ppt/notesSlides/notesSlide13.xml" Id="Re3926520aef241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368f8fa4642eb" /><Relationship Type="http://schemas.openxmlformats.org/officeDocument/2006/relationships/notesSlide" Target="/ppt/notesSlides/notesSlide14.xml" Id="R824be4653c6f4b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fe90da54b498a" /><Relationship Type="http://schemas.openxmlformats.org/officeDocument/2006/relationships/notesSlide" Target="/ppt/notesSlides/notesSlide15.xml" Id="Rf59a665e856a48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875cd47284698" /><Relationship Type="http://schemas.openxmlformats.org/officeDocument/2006/relationships/notesSlide" Target="/ppt/notesSlides/notesSlide16.xml" Id="Rbcbb62f7be8347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196d5b1d54538" /><Relationship Type="http://schemas.openxmlformats.org/officeDocument/2006/relationships/notesSlide" Target="/ppt/notesSlides/notesSlide17.xml" Id="R70b41bf7747a4c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e213cde074c0f" /><Relationship Type="http://schemas.openxmlformats.org/officeDocument/2006/relationships/notesSlide" Target="/ppt/notesSlides/notesSlide18.xml" Id="R8b945ef6e35441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d5b74b77346e6" /><Relationship Type="http://schemas.openxmlformats.org/officeDocument/2006/relationships/notesSlide" Target="/ppt/notesSlides/notesSlide19.xml" Id="R734062717ad444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eb8afc69c421d" /><Relationship Type="http://schemas.openxmlformats.org/officeDocument/2006/relationships/notesSlide" Target="/ppt/notesSlides/notesSlide20.xml" Id="Rcaedfb0f64f648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906362ccc400c" /><Relationship Type="http://schemas.openxmlformats.org/officeDocument/2006/relationships/notesSlide" Target="/ppt/notesSlides/notesSlide21.xml" Id="R8a079a69081942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7e1969f534914" /><Relationship Type="http://schemas.openxmlformats.org/officeDocument/2006/relationships/notesSlide" Target="/ppt/notesSlides/notesSlide22.xml" Id="Rd963065b370940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20bab40294fb0" /><Relationship Type="http://schemas.openxmlformats.org/officeDocument/2006/relationships/notesSlide" Target="/ppt/notesSlides/notesSlide23.xml" Id="Rab9e5b1f654a4c6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bb24425b447ec" /><Relationship Type="http://schemas.openxmlformats.org/officeDocument/2006/relationships/notesSlide" Target="/ppt/notesSlides/notesSlide24.xml" Id="Rd44114a2392046d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77da61f064733" /><Relationship Type="http://schemas.openxmlformats.org/officeDocument/2006/relationships/notesSlide" Target="/ppt/notesSlides/notesSlide25.xml" Id="R6db3bba4ac9b4e7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4cc14daa2454f" /><Relationship Type="http://schemas.openxmlformats.org/officeDocument/2006/relationships/notesSlide" Target="/ppt/notesSlides/notesSlide26.xml" Id="Rf8500ee95fff4b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262bbd4cc43d6" /><Relationship Type="http://schemas.openxmlformats.org/officeDocument/2006/relationships/notesSlide" Target="/ppt/notesSlides/notesSlide27.xml" Id="Ra2783e9b42794a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a5f3230124a66" /><Relationship Type="http://schemas.openxmlformats.org/officeDocument/2006/relationships/notesSlide" Target="/ppt/notesSlides/notesSlide28.xml" Id="Rf561e09969c64ba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c5feed73c4208" /><Relationship Type="http://schemas.openxmlformats.org/officeDocument/2006/relationships/notesSlide" Target="/ppt/notesSlides/notesSlide29.xml" Id="R35e33f68d4b1468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b7e668ace4511" /><Relationship Type="http://schemas.openxmlformats.org/officeDocument/2006/relationships/notesSlide" Target="/ppt/notesSlides/notesSlide30.xml" Id="R7524f154ebd8418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5e2eadb3644ac" /><Relationship Type="http://schemas.openxmlformats.org/officeDocument/2006/relationships/notesSlide" Target="/ppt/notesSlides/notesSlide31.xml" Id="Rff82e735782c4b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6ed1b186047ea" /><Relationship Type="http://schemas.openxmlformats.org/officeDocument/2006/relationships/notesSlide" Target="/ppt/notesSlides/notesSlide32.xml" Id="R0e9477d1982a4b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01404fd024585" /><Relationship Type="http://schemas.openxmlformats.org/officeDocument/2006/relationships/notesSlide" Target="/ppt/notesSlides/notesSlide33.xml" Id="R6361badb10b54ba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682c47d5b4c25" /><Relationship Type="http://schemas.openxmlformats.org/officeDocument/2006/relationships/notesSlide" Target="/ppt/notesSlides/notesSlide34.xml" Id="R209b2510272b4cb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8a84c8cdb4322" /><Relationship Type="http://schemas.openxmlformats.org/officeDocument/2006/relationships/notesSlide" Target="/ppt/notesSlides/notesSlide35.xml" Id="Rd654634068df407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d4a5057b54be8" /><Relationship Type="http://schemas.openxmlformats.org/officeDocument/2006/relationships/notesSlide" Target="/ppt/notesSlides/notesSlide36.xml" Id="R0f2a5fa46b9947b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afc4cab3b468e" /><Relationship Type="http://schemas.openxmlformats.org/officeDocument/2006/relationships/notesSlide" Target="/ppt/notesSlides/notesSlide37.xml" Id="R09b3f8dab04f43f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3a7190bac46a8" /><Relationship Type="http://schemas.openxmlformats.org/officeDocument/2006/relationships/notesSlide" Target="/ppt/notesSlides/notesSlide38.xml" Id="Raf554f6223034be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eae1bda2b4ffc" /><Relationship Type="http://schemas.openxmlformats.org/officeDocument/2006/relationships/notesSlide" Target="/ppt/notesSlides/notesSlide39.xml" Id="Rd72087699f12436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2a90831d545be" /><Relationship Type="http://schemas.openxmlformats.org/officeDocument/2006/relationships/notesSlide" Target="/ppt/notesSlides/notesSlide40.xml" Id="R691f06342b7a423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8b084037f4b46" /><Relationship Type="http://schemas.openxmlformats.org/officeDocument/2006/relationships/notesSlide" Target="/ppt/notesSlides/notesSlide41.xml" Id="Rfbcfd772743f49f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84ec4b1414add" /><Relationship Type="http://schemas.openxmlformats.org/officeDocument/2006/relationships/notesSlide" Target="/ppt/notesSlides/notesSlide42.xml" Id="R2d079659d4224e0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5242aa6324801" /><Relationship Type="http://schemas.openxmlformats.org/officeDocument/2006/relationships/notesSlide" Target="/ppt/notesSlides/notesSlide43.xml" Id="Rab5ee246b9a9418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fd647832e4aa8" /><Relationship Type="http://schemas.openxmlformats.org/officeDocument/2006/relationships/notesSlide" Target="/ppt/notesSlides/notesSlide44.xml" Id="R1b377460a43d415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bc4a1319f4ff5" /><Relationship Type="http://schemas.openxmlformats.org/officeDocument/2006/relationships/notesSlide" Target="/ppt/notesSlides/notesSlide45.xml" Id="R9d26e1c551234f8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28d10fcbc42f0" /><Relationship Type="http://schemas.openxmlformats.org/officeDocument/2006/relationships/notesSlide" Target="/ppt/notesSlides/notesSlide46.xml" Id="Rc9619945d2474ee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c1730e45e4916" /><Relationship Type="http://schemas.openxmlformats.org/officeDocument/2006/relationships/notesSlide" Target="/ppt/notesSlides/notesSlide47.xml" Id="R9321226ba1074d4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23f6442e5400f" /><Relationship Type="http://schemas.openxmlformats.org/officeDocument/2006/relationships/notesSlide" Target="/ppt/notesSlides/notesSlide48.xml" Id="R2bec40ab52da403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b2ad94c5e45b1" /><Relationship Type="http://schemas.openxmlformats.org/officeDocument/2006/relationships/notesSlide" Target="/ppt/notesSlides/notesSlide49.xml" Id="R354995c974ac425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bc09a065146ab" /><Relationship Type="http://schemas.openxmlformats.org/officeDocument/2006/relationships/notesSlide" Target="/ppt/notesSlides/notesSlide50.xml" Id="R642dc97d80aa4bb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21387fea64e52" /><Relationship Type="http://schemas.openxmlformats.org/officeDocument/2006/relationships/notesSlide" Target="/ppt/notesSlides/notesSlide51.xml" Id="Reb9533e4127b445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4f552903b4ce1" /><Relationship Type="http://schemas.openxmlformats.org/officeDocument/2006/relationships/notesSlide" Target="/ppt/notesSlides/notesSlide52.xml" Id="R97b300deb29440d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46f4ec7c2457f" /><Relationship Type="http://schemas.openxmlformats.org/officeDocument/2006/relationships/notesSlide" Target="/ppt/notesSlides/notesSlide53.xml" Id="R8422d9a94869420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c5cca316843f0" /><Relationship Type="http://schemas.openxmlformats.org/officeDocument/2006/relationships/notesSlide" Target="/ppt/notesSlides/notesSlide54.xml" Id="R3c9416e54a5045e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66e7ffb4a4a86" /><Relationship Type="http://schemas.openxmlformats.org/officeDocument/2006/relationships/notesSlide" Target="/ppt/notesSlides/notesSlide55.xml" Id="Rfe9cdfae48f4402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35696f5034e92" /><Relationship Type="http://schemas.openxmlformats.org/officeDocument/2006/relationships/notesSlide" Target="/ppt/notesSlides/notesSlide56.xml" Id="Rb4149ab7850d401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e3cc7075548ac" /><Relationship Type="http://schemas.openxmlformats.org/officeDocument/2006/relationships/notesSlide" Target="/ppt/notesSlides/notesSlide57.xml" Id="R8f7a35d0ed1141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CD3B7-8FB8-414E-B269-A0A05195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2D0E3-F34A-4F65-9DA9-512716E6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Trees, Binary Trees, Traversals, Threaded Trees, and BST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E7CDB-1C45-480B-BBE4-F18A5476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9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84F3C-70F1-4647-BD57-FB555D83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Tree terminology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Binary trees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Properties of binary trees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Array representation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Linked representation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Preorder traversal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Inorder traversal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Postorder traversal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A9486-1D8A-4AEB-BBAD-CD13964C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A77CA-A649-447F-BFDB-6C316797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BD984-C8A8-45A2-B2F8-5166BD82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A2ECE-63FE-44BE-BAA1-C9660394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23498-68E4-40DE-87CA-352EE999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8DC72-F71B-470C-9E01-A7DFD2ED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3B705-99BE-43E1-931A-ED6C7B6A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6D3D9-3AC9-4546-A4CE-23631A01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CE4CF-5381-4F1F-ACB1-A940B95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01/50</a:t>
            </a:r>
          </a:p>
        </p:txBody>
      </p:sp>
    </p:spTree>
    <p:extLst>
      <p:ext uri="{BB962C8B-B14F-4D97-AF65-F5344CB8AC3E}">
        <p14:creationId xmlns:p14="http://schemas.microsoft.com/office/powerpoint/2010/main" val="29674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682DCC-6A23-445C-B491-AAEB4AA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2381A-2C37-4D23-9986-CF8F94FF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A9A60-4379-4E65-BD8A-6F6BCF6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90F37-C38D-46CB-9D15-72ADD007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8B61B-8EF5-4E3D-B7E5-54234A39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47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A3C0A-8E8D-4B0F-87A0-A51D6387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4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A6CA1-A807-4669-89A3-478604D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1. Tree terminology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D8D1D-91B6-4883-9FD8-7F754025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2A96B-541C-4445-A8FB-0B1434DD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7D8A4-1E47-4D11-9A82-3CFCC278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669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2. Binary trees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000BB-E895-4BE0-8A14-A090A9DE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66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5F0C4-1F09-46D7-9C9F-61268821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BF8CF-5BF0-46F7-86A3-125FF76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3. Properties of binary trees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BDB99-06D0-486E-B642-08F3DD1C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97793-D114-4660-A860-6A25E07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93AF6-5E71-44DD-B0BB-3E78F9EF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4. Array representation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F8291-DDBF-4865-BE54-47C13FC8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81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EB1AB-9C6E-467E-8A50-13656768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812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4F482-8CC7-497B-BD19-0CACEA27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5. Linked representation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CE705-AF40-4F15-A757-0C0749B3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A6FA1-DDDC-4721-9238-0281808B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38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C81C6-1000-4FCE-B31C-45CABF20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6. Preorder traversal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BBF41-A02F-4E96-A134-4D6BF7FD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95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3E0F7-5808-44EC-AD81-B5FB89CD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95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272C7-9EDC-49B1-9496-08239913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7. Inorder traversal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D3359E-481C-4556-9709-52D37803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52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AD24B-C361-430E-97CD-75C20109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4FDDE-1DFF-4D4B-8BD3-C85807CE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8. Postorder traversal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D2072-A7E8-4843-ABB1-D4946931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9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2357E-AAD6-495B-AC55-9E916957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099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DFB2C-CB11-487A-B020-527DB9E2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9. Threaded binary trees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85FD81-9B22-4163-9E97-7D4F751F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67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5C11E-D587-4891-9B91-3B191DFF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67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013C7E-82EA-4E65-A7E8-198FF86D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10. Binary search trees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D633DC-992D-487B-8432-9E2A2785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243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21AB10-9165-4832-9308-46C49713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243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44CE6D-B3C2-420A-81E8-7FF028B0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11. Searching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F089AD-4F19-4ADC-8ECF-4B036DC4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81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FF5A47-845C-4A9A-A45E-81350BA9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81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B8013-A8C7-4282-A0A0-2FE81116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12. Insertion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C5AC27-C4EC-4AAE-A110-2F7320FD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386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B5EB9F-A108-4E99-A51C-6637D285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38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010B48-6029-4D7F-85A9-1F1A8C22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13. Deletion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E48B29-5AEB-46A2-AC47-E9E98BCF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95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E425F8-CA2B-44A8-8569-CB18D4EB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95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BE815B-584A-4DF9-B857-F63A648E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33"/>
                </a:solidFill>
              </a:defRPr>
            </a:pPr>
            <a:r>
              <a:rPr sz="900" b="0">
                <a:solidFill>
                  <a:srgbClr val="102033"/>
                </a:solidFill>
              </a:rPr>
              <a:t>14. Counting binary trees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5633DF-CE50-471B-8D99-154041C1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53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46D8DD-1C5A-437C-862E-7E4C0781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53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62D2CC-D2C4-4E39-87AB-91F6735A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D88197-7227-4FF4-8006-899407F8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02/50</a:t>
            </a:r>
          </a:p>
        </p:txBody>
      </p:sp>
    </p:spTree>
    <p:extLst>
      <p:ext uri="{BB962C8B-B14F-4D97-AF65-F5344CB8AC3E}">
        <p14:creationId xmlns:p14="http://schemas.microsoft.com/office/powerpoint/2010/main" val="1438523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C98D9-8E35-48F4-8AC4-3D965649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4A49E-F5C7-414B-A21A-9D948B7D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46D38-C54F-4E47-8034-BF1E500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C4762-9225-4129-94B7-492A3AB9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Tree terminology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CC0A3-3596-4F11-8BF5-036A003E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Binary trees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70D0C-6AA0-4C0E-9AA7-C30FB2E9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Binary tree 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838B9-3DBC-4726-9832-7D7D30AE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Array representation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64981-96F6-4DE6-B8AF-048C6FEE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Linked representation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CA284-71E1-490B-B4B5-19755F3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Preorder traversal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0E2D1-52AA-4190-9745-975153AB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Inorder traversal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FEA9F-89CA-4EC6-884A-146D7BA9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Postorder traversal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51C9F-7516-4BCE-80EE-BC279E3A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Threaded binary 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20E1D-45E9-463E-8C02-78E84F9A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Binary search 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FAA64-E64F-4A62-B4A4-E1665FA9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58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operations -&gt; algorithm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31F73-929C-4F88-91FE-01D5940F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03/50</a:t>
            </a:r>
          </a:p>
        </p:txBody>
      </p:sp>
    </p:spTree>
    <p:extLst>
      <p:ext uri="{BB962C8B-B14F-4D97-AF65-F5344CB8AC3E}">
        <p14:creationId xmlns:p14="http://schemas.microsoft.com/office/powerpoint/2010/main" val="1776465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9F3E3-70CF-4B74-9644-58719D97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5A1C2-55BF-4AB9-AAE9-F223850B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96C2D-D6C2-41D4-B65F-FAAFB9C8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B03A7-039E-463F-A79A-9EC6FA39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Tree terminology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152A6-A16F-41D1-A06F-82E61459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093FB-DEE7-4828-AF3D-1D788324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B2CDB-2DB8-4F35-964E-6489346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Binary trees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5A20E-8EA8-4C1B-91EF-50FEAAE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8C8F7-62AC-473A-BEA7-36472D6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68EAD-DFCE-43EB-8602-51A3D868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Binary tree properties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B8FEA-3E60-4282-841F-C95A1762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8C1BA-5A69-447E-8676-30DE1F1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BC067-2254-4E43-9991-E158EADB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Array representation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813A0-C107-4B73-BDB3-F278AA3C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8036A-46C4-4E70-B9FE-6886DFCF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AA3AE-8C86-4EAE-9BF8-112AE593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Linked representation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5CE72-7325-4823-BEC3-FDB57311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ADF16-B485-44CE-987B-13B21168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81126-D9F3-4A7E-923A-FEBE25BB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Preorder traversal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1E2B1-8970-492A-9351-0CF0D672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A7AA7-4D86-4500-BDFB-D54DEFCF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6C65D-F40D-407B-B019-F139D214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04/50</a:t>
            </a:r>
          </a:p>
        </p:txBody>
      </p:sp>
    </p:spTree>
    <p:extLst>
      <p:ext uri="{BB962C8B-B14F-4D97-AF65-F5344CB8AC3E}">
        <p14:creationId xmlns:p14="http://schemas.microsoft.com/office/powerpoint/2010/main" val="444389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F7BBA-5815-48A4-81CF-9BBE2A77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382C6-BF32-4F30-8016-6BA4EC71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Tree terminology: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AC41D-FAB6-4C7B-8D31-0E7091E3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1FAEC-FE9E-48F9-B71E-D963F132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tree is a hierarchical structure with one root and disjoint subtrees.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B7903-1A86-4751-9C03-8D6A4956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root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parent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child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leaf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F3F37-023E-4642-9AE4-57AC5E31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EAF1D-B2BD-4532-8EBE-9A815D69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Terminology makes tree algorithms precise.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16F87-8D50-4FB0-BEF8-986EF3B0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528A8-CEDE-4244-8CB6-BD0E7519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E458A-0793-479B-AB2F-9F9C75C3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6E669-606B-4E98-8C2F-2CB8217B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B9E96-460C-4EBC-8C08-B1E54D5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7772B-F497-4BE9-B162-9A2AC8C7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93C60-17E5-449D-8852-31B2C6E3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C7311-4B46-402E-9C40-4B1B7D04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FA4EF-7C32-4506-8E7A-17194E96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05/50</a:t>
            </a:r>
          </a:p>
        </p:txBody>
      </p:sp>
    </p:spTree>
    <p:extLst>
      <p:ext uri="{BB962C8B-B14F-4D97-AF65-F5344CB8AC3E}">
        <p14:creationId xmlns:p14="http://schemas.microsoft.com/office/powerpoint/2010/main" val="1723470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BC35E-EA9D-4249-94F4-66BBF4EF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352E7-616E-43B5-8B17-7B2E1523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Tree terminology: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F1294-8C4B-45C2-965B-135C53FC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6A3AF-548A-422B-B6DA-88C59E5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tree terminology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7555B-D5EA-4900-99F5-AD430F7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E4131-9AC3-4AD5-81D1-20ADCF18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84A62-D42F-4F43-865A-16EC66B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Terminology makes tree algorithms precise.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63DC0-7E39-4C43-A708-F52B7FE0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55803-34C8-473E-A899-FDA9DF7F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EA3CF-603F-4F19-9E3D-539ECE93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96D70-AC3F-408B-8A21-859634C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3DDCF-62B4-4B6E-B99D-AB57D007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FFFA7-7DAA-4626-9819-65C35C99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605AC-3227-4EDA-A76E-D4809BB2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69BF4-9448-4418-BE8B-9DB299CF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AD617-686A-40DF-BC8A-A9DDC713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06/50</a:t>
            </a:r>
          </a:p>
        </p:txBody>
      </p:sp>
    </p:spTree>
    <p:extLst>
      <p:ext uri="{BB962C8B-B14F-4D97-AF65-F5344CB8AC3E}">
        <p14:creationId xmlns:p14="http://schemas.microsoft.com/office/powerpoint/2010/main" val="1801545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EB93E-DA41-4736-AF80-DE4CBA36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7B208-A97A-4A7F-AA2A-61A8B860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Tree terminology: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828FB-80F7-4FD9-9FFD-9D35C485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184F1-1DC4-4610-BECE-7C9967A4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8A69C-FD16-4CCF-8C76-CAE61234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Terminology makes tree algorithms precise.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BB233-36C1-4E24-9033-09455309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90880-330D-4BF1-A190-341B6EE7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Terminology makes tree algorithms precise.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332DB-5C04-4519-8F52-7889EF5A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75520-1C59-423D-9E5D-F22D092D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79238-9BF5-4942-9D0B-E390D605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6AD2B-C418-4BD2-97B9-DBA8285C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624FD-6AD2-47D4-9B03-0C01C916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314C4-9718-423A-8619-808EE17C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75497-ADCA-4A41-BBA1-F996E24F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DF6F4-EFD9-4069-B3CD-8CEFD60B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D2566-1BDA-400F-ACD4-C3444E67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07/50</a:t>
            </a:r>
          </a:p>
        </p:txBody>
      </p:sp>
    </p:spTree>
    <p:extLst>
      <p:ext uri="{BB962C8B-B14F-4D97-AF65-F5344CB8AC3E}">
        <p14:creationId xmlns:p14="http://schemas.microsoft.com/office/powerpoint/2010/main" val="423818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4A95A-F1C4-469A-9FF2-BD2C573F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3723B-04C0-4A77-AF09-88878140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Tree terminology: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0E620-6C25-4C0F-8117-95B6BFB8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812B5-3D49-4C4A-A5FD-6984274A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tree terminology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A4FD1-8F64-400B-AF61-C3F68C41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root, parent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56802-7CAC-477E-BA5C-3FB84D59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E1D95-3F52-407A-80D4-976FF1CA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Terminology makes tree algorithms precise.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47BE9-43D8-45DA-9AC8-5C614B3A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A985F-7075-405B-864A-800B9FDD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BFE68-56FB-441F-B729-594B5422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6D2E2-7FD0-4AEC-AFF7-0E8345D8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0421D-4E3F-4A93-BE05-AC90A610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63A3D-005F-4102-B7DD-D3377274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0CFA0-5FDE-4279-A5E0-78BDFFAA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9B903-1EA2-47F4-9B2E-0678011E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08375-FCBD-4F27-BEC5-2290366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08/50</a:t>
            </a:r>
          </a:p>
        </p:txBody>
      </p:sp>
    </p:spTree>
    <p:extLst>
      <p:ext uri="{BB962C8B-B14F-4D97-AF65-F5344CB8AC3E}">
        <p14:creationId xmlns:p14="http://schemas.microsoft.com/office/powerpoint/2010/main" val="1663862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28262-694D-4EFA-8AD8-B0A4DA92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4F4AB-0514-4512-B758-883BF27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trees: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3376A-6826-4180-BB8E-8CF2F50F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F0CB8-A5E7-4530-8F6F-22D7355F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binary tree has at most two children per node.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99356-710E-4486-BD41-48316AAF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left child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right child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subtree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empty tree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10725-C522-4904-9E00-13ECE71C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99D43-A2D2-4C8D-9418-BED00C3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Many tree algorithms are naturally recursive.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EE28A-08CD-4CE3-BB57-8F7C1987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0694C-94BA-4DA8-8F74-1BE7B421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F6A6A-95FF-4A71-9B1A-8C63433F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EB364-D4CD-4DA9-8294-BE1EFCA2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763DD-17F4-4374-9150-3CC8D21A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CA7E7-BE61-48B0-990D-DC82EE16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B8AE0-95B2-4484-B9CF-52757F3E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C11D8-2A29-411C-9575-261BFA99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4C9D0-5642-4965-8045-44B13567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09/50</a:t>
            </a:r>
          </a:p>
        </p:txBody>
      </p:sp>
    </p:spTree>
    <p:extLst>
      <p:ext uri="{BB962C8B-B14F-4D97-AF65-F5344CB8AC3E}">
        <p14:creationId xmlns:p14="http://schemas.microsoft.com/office/powerpoint/2010/main" val="1717223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4562E-6A99-49FE-943A-3EAB5128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1BD3A-E61F-46DA-9F13-AF80A710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trees: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A17D3-BE61-4236-AC83-87F8E71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E20FD-1D25-481F-8785-717291D0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binary trees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25AC0-1874-4A9C-B4ED-5CB56E1C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3CD47-9320-476A-953F-5C71FEED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00BA5-836B-4A03-B63F-D7751FEE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Many tree algorithms are naturally recursive.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D5E4D-6779-4775-B974-7B89CBCE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8EC52-8B5D-434F-83DC-6C2036B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48956-8859-477E-8BD2-07AE287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6148B-81C2-40F7-BC11-97A29962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A0491-467C-4518-8299-922DC7E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6CFE1-02E6-4A9D-83F8-B5E3AE51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75847-2587-4008-873E-6F5C0DDC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3D85A-C9F3-4278-A156-C39432AD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4798B-5222-40BA-BB2E-B0557D9E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10/50</a:t>
            </a:r>
          </a:p>
        </p:txBody>
      </p:sp>
    </p:spTree>
    <p:extLst>
      <p:ext uri="{BB962C8B-B14F-4D97-AF65-F5344CB8AC3E}">
        <p14:creationId xmlns:p14="http://schemas.microsoft.com/office/powerpoint/2010/main" val="581983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50D0F-7BB1-49BA-BBA6-7BF40C36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8B027-6DE6-42F5-AED3-EB0A172E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trees: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D3025-2195-4514-93A3-20539D5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9C462-EC42-4789-87E9-546E3C6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A0F25-6B39-4BAC-8D9E-B6565C2C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Many tree algorithms are naturally recursive.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D6683-2F40-4E98-8DBE-E50D5BF4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DCC1-F352-419F-A486-2308F60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Many tree algorithms are naturally recursive.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91C34-6640-4E54-8B9D-086B04D6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C4FA9-0E7F-43D6-8D8F-954BA73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3E535-0634-4AC8-B478-B24ED816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86FEC-F568-4D0A-BF21-110E7E08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BC52D-69EE-4A51-BF2E-33466B6E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920DA-7500-4433-BDF2-989D11F2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C1E57-687A-44A2-9AE2-2EF2676D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D58A7-310B-4801-8C54-26FB7F4E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1326E-94C7-45CA-9A68-81CE50EB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11/50</a:t>
            </a:r>
          </a:p>
        </p:txBody>
      </p:sp>
    </p:spTree>
    <p:extLst>
      <p:ext uri="{BB962C8B-B14F-4D97-AF65-F5344CB8AC3E}">
        <p14:creationId xmlns:p14="http://schemas.microsoft.com/office/powerpoint/2010/main" val="9037083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BA0B0-9B1C-4016-B015-23E82B57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FEE6B-041F-4FB6-BCA3-90C27238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trees: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96FF4-C983-4180-AAF7-72E2A6A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0A3EC-C02F-4993-927A-AF836F3F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binary trees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A9058-FE1E-4487-BCB9-D3431784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left child, right child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79A72-3B10-46C9-91F1-64937A02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F6F9E-E78F-45E5-B0FC-742826D4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Many tree algorithms are naturally recursive.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F6A67-77C7-4F57-8D5A-F6FB242D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741F5-0AF5-437C-9E5D-C8A35DEF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F42C8-9ECD-4B2C-A912-F4318311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2E2EB-8C58-469C-BF83-5C417DF0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9A149-AC10-4C9B-8465-14EAEACE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27F9C-2078-4165-B397-87FB3B53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9A0CB-0962-401A-8496-F74E2C7C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BEDF3-FAD6-4039-8CD0-30BFD1CB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0BE58-6976-4513-BA9F-3FA34C7E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12/50</a:t>
            </a:r>
          </a:p>
        </p:txBody>
      </p:sp>
    </p:spTree>
    <p:extLst>
      <p:ext uri="{BB962C8B-B14F-4D97-AF65-F5344CB8AC3E}">
        <p14:creationId xmlns:p14="http://schemas.microsoft.com/office/powerpoint/2010/main" val="10378350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FB1C3-A2C6-41F2-938E-308ACD5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BEFCB-62EF-4783-91D5-3EB3AF3A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tree properties: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A3C35-A56A-480F-88CF-648A8F4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1979F-3F49-492B-8E33-755B713F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Binary tree properties relate height and number of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27F1A-7619-4C86-921B-A4DB4EB9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level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height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maximum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complete tree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F0538-03E7-4B4D-9028-3A2CAB7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706D4-D260-4481-BDE9-5DBC4818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Properties help estimate storage and traversal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D4C0D-4AB3-4132-A0CC-D828DEB2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80958-B5F8-4AE0-A990-59CB8652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A5AE7-F889-401A-B69C-0F331BD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53674-EFA4-42CB-94CB-F5B60589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8F36C-6400-44FE-A9D2-5EEB84A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09E4B-B27E-47BF-BC92-A8207D55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12A2D-278E-4232-B560-20EDCFD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3A028-8CEF-4CF4-B07A-3A88E737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C4BF3-9BDD-4A64-A0C9-8F7DAD36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13/50</a:t>
            </a:r>
          </a:p>
        </p:txBody>
      </p:sp>
    </p:spTree>
    <p:extLst>
      <p:ext uri="{BB962C8B-B14F-4D97-AF65-F5344CB8AC3E}">
        <p14:creationId xmlns:p14="http://schemas.microsoft.com/office/powerpoint/2010/main" val="771252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9940C-2862-4F31-8907-83D0ED52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50523-362A-479C-9ECE-09CACBD0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tree properties: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17E84-EA06-488A-B6DB-D39EE485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778B3-8A87-425C-B7A0-73E509F6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binary tree properties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AF614-D8A2-4458-8175-EF730BB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26C59-76EF-4C1A-9D9E-E8FDAEEA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7AA93-1269-4F59-92D5-367B9A7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Properties help estimate storage and traversal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8D8BB-1EEE-431D-97DD-E4A01894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EC983-671F-4C9E-85F5-81762B27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90976-708E-4EDE-9A4A-9BF74748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DFC53-C6E9-43EC-A312-F63819A3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48B25-FE53-4B4D-85F0-A712FAE0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35F81-D079-4502-9E04-BAAEBAE7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E01FE-9878-4724-89FD-B2E38D7B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B3DEA-4C6E-4BAC-9A6F-63EE6AA2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48A2C-CF35-43B4-8C8A-F03E73B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14/50</a:t>
            </a:r>
          </a:p>
        </p:txBody>
      </p:sp>
    </p:spTree>
    <p:extLst>
      <p:ext uri="{BB962C8B-B14F-4D97-AF65-F5344CB8AC3E}">
        <p14:creationId xmlns:p14="http://schemas.microsoft.com/office/powerpoint/2010/main" val="6324422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8DD85-7573-43C4-ACF6-5D044D98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6D536-4DCD-45C9-928D-33AADE7C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tree properties: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9BD52-98DB-4BF7-AF2F-044E253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9AB3F-FB48-4CAE-B505-41B1A6F8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D7846-2C78-42E7-BB30-CBA5791F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Properties help estimate storage and traversal cost.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DDC13-7B7A-44F9-BB23-071798C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E586F-5B18-4E5E-852B-1235FD70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Properties help estimate storage and traversal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850AD-3EAB-4AA1-A215-180713A9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07E62-6861-4F8A-B260-B5B136A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7F0DF-D137-47B0-B88C-55AD831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75027-47BB-49FB-8C1F-2B053FC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8893A-6230-4DD3-BF34-F192A0FC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7DFCE-C5E1-452E-80E6-EDBFB162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F00C8-A0A8-411C-9D6F-721352F8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C5109-D0DA-4505-B78F-652BB68A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3D0FA-6319-4A6F-8E74-E1C4810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15/50</a:t>
            </a:r>
          </a:p>
        </p:txBody>
      </p:sp>
    </p:spTree>
    <p:extLst>
      <p:ext uri="{BB962C8B-B14F-4D97-AF65-F5344CB8AC3E}">
        <p14:creationId xmlns:p14="http://schemas.microsoft.com/office/powerpoint/2010/main" val="602432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3D1BD-3B8F-4404-B9F9-21EEC8F9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2EF8B-E771-458B-B8B8-72A03CF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tree properties: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0C1BC-9F93-49BC-9C20-229CCCE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7769F-A672-4E34-A488-3E793E41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binary tree properties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179CB-CE3B-4353-8793-A356973A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level, height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6439D-C5A0-4902-814E-E51EBBA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886F5-AC3A-4D7D-BCB2-E05B6A28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Properties help estimate storage and traversal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CEA42-7671-4CDB-A6C1-1FC9E918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438BF-881C-48FC-9D48-ECF280BC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E3AEA-FAAA-46CC-B34D-DEC6D8FD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2EEF1-CDFD-483E-94AB-994469FC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13298-AEA4-4030-9BFA-DFB442C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9361A-9029-4DC4-9FC3-7BC13B40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7940C-D2F3-4702-A570-97EE4EEF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7088A-177C-4FFE-A848-6A3DAB2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303EE-25C3-464C-9314-F336C796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16/50</a:t>
            </a:r>
          </a:p>
        </p:txBody>
      </p:sp>
    </p:spTree>
    <p:extLst>
      <p:ext uri="{BB962C8B-B14F-4D97-AF65-F5344CB8AC3E}">
        <p14:creationId xmlns:p14="http://schemas.microsoft.com/office/powerpoint/2010/main" val="5962273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1563D-B9BF-47CE-9B1B-E39ED53B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91095-0E3E-4504-A5C2-BC5F116C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representation: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AA7ED-C5DB-420A-B0EF-95185E50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C7888-B81C-47F0-B55C-DB49F3C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Array representation stores complete binary trees compactly.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1A85F-B962-4DF9-B1B7-A5C94302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level order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index relation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parent index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child index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D68FF-5F99-4759-B60F-8CBEAA65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80B19-D286-4242-9640-E90EB9D4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works best when the tree is dense.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E4186-88BB-4201-AE4A-D152B726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B097C-F238-4174-A116-219ABD1D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DA732-1CED-4CDC-9403-08C9EAAC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5C2F9-4912-412F-9817-353D4BE5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F25CB-261D-4EB9-970B-BC2CFD72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9E0EB-098D-42F6-9DA2-B5DA57F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F0760-5222-4B97-9D62-85A51BA4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BA34F-3A05-4AA0-B36C-7AA41CC9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969C7-2545-4219-8A18-1314C38E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17/50</a:t>
            </a:r>
          </a:p>
        </p:txBody>
      </p:sp>
    </p:spTree>
    <p:extLst>
      <p:ext uri="{BB962C8B-B14F-4D97-AF65-F5344CB8AC3E}">
        <p14:creationId xmlns:p14="http://schemas.microsoft.com/office/powerpoint/2010/main" val="7373156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0367B-D669-4D27-9E51-95EAA2AC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2304D-9F19-4F93-AC77-BB386DF8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representation: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4AFF8-1861-4EE8-99DA-C4F68EE7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C9965-F9DB-4EDC-B06F-0EAA6A2C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array representation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B3DB9-1A32-4310-B7AB-E17CF79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E4384-B5C5-4E4F-8B13-D57C021B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7BE47-5758-4DEF-B6A6-677A72B7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works best when the tree is dense.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9BD6D-033C-4349-917A-507E775C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14441-C64C-49D8-A17C-D7EDD7BC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2812D-5FC1-48A6-919E-8477252E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C2254-386E-4709-8D62-FDA8C5B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AD08E-E4AB-4D3D-8A2C-633CDED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92FBA-CECB-4018-951C-F8A5EAF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013E9-5FB1-4134-BCD4-0BBBF4CD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17A04-259F-4694-97B9-B16E1811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6A009-D305-4DA2-9E54-BDCD34FE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18/50</a:t>
            </a:r>
          </a:p>
        </p:txBody>
      </p:sp>
    </p:spTree>
    <p:extLst>
      <p:ext uri="{BB962C8B-B14F-4D97-AF65-F5344CB8AC3E}">
        <p14:creationId xmlns:p14="http://schemas.microsoft.com/office/powerpoint/2010/main" val="16854642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A0F75-8E78-4996-BE76-084CD8F5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E01EF-82CB-435D-99A4-440A970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representation: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B471C-1E49-464F-81F7-E906761B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1C51B-1BA7-43D4-B951-C021224A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80687-FE71-48E8-B084-6D5C828C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It works best when the tree is dense.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8A69F-7011-477F-9EC8-1BB114CB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23E20-6D01-40FB-BCE0-4D3FE8C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works best when the tree is dense.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9E1C8-85FC-49E9-838E-CE7D9EBE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A8F15-1423-4DA6-848B-C606119F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77C74-6EFF-4D65-B938-BA7A5EC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71EEB-FE9A-4D32-ABEF-C63BABC5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ED9A5-17E6-4317-B20D-4B4B32A1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50A89-AC45-4AA4-A9AE-3BC9629D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7D9F1-4DBC-4556-9543-D619FC22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01C10-3DCC-4EDB-B812-6A66CEE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07F32-0356-4BCC-9969-46B848E0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19/50</a:t>
            </a:r>
          </a:p>
        </p:txBody>
      </p:sp>
    </p:spTree>
    <p:extLst>
      <p:ext uri="{BB962C8B-B14F-4D97-AF65-F5344CB8AC3E}">
        <p14:creationId xmlns:p14="http://schemas.microsoft.com/office/powerpoint/2010/main" val="16868977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F2031-E45E-42A1-84A8-A0C40626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60AA3-906D-49B6-8CD0-7CAD407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Array representation: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D377E-AEBE-4D25-9CEF-25DBACE0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2AE46-DED8-448F-A1A1-F5D4C972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array representation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F76CE-2BC8-4583-9349-C971E14D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level order, index relation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CF1E4-C481-4E82-BBBF-59417417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09DFC-2C5E-4EAD-9810-75EBF4B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works best when the tree is dense.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C8575-1E5A-4907-98D6-C10976BD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85B0A-988D-46D4-A444-34EB69AD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63A77-85F9-4E9F-A994-AD0C5865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4631B-A629-4F2C-B496-06AEF1FA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38E33-2E5D-4345-A7F6-33F41C0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879EF-2C71-4D0E-8633-97BE427D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252DE-4F76-4D42-8597-31752775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749F8-7B8F-4B0A-ABEF-1022B5D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93CFB-AD95-43A4-81A6-A49576C6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20/50</a:t>
            </a:r>
          </a:p>
        </p:txBody>
      </p:sp>
    </p:spTree>
    <p:extLst>
      <p:ext uri="{BB962C8B-B14F-4D97-AF65-F5344CB8AC3E}">
        <p14:creationId xmlns:p14="http://schemas.microsoft.com/office/powerpoint/2010/main" val="7920292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733AC-3CE5-4C3B-93A3-39B68065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68038-26DF-47FB-B844-1133D7B8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representation: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738D9-F07E-4AFC-A9F5-EFF22C1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C249F-F860-4F8B-B5E5-05A7E680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Linked representation stores only existing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74F98-C18D-43DC-B3B3-11484E64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node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left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right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dynamic 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0B887-6124-4DB8-BA80-B9162FE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752BB-C8E3-431E-B7E3-3634D7D2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flexible for sparse and changing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8D652-80B9-4DAF-ACAF-9E0E2461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74FE0-AE17-4851-91E3-339E99E6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left 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08F30-1BE6-4716-8E7F-F4857BE2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right pointer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4B8BC-BD89-4DDA-97BC-5B3B51CC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43F73-09E0-4248-BA76-D4C37D8B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0CEC9-2668-4EB6-AAC2-2971C4F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21/50</a:t>
            </a:r>
          </a:p>
        </p:txBody>
      </p:sp>
    </p:spTree>
    <p:extLst>
      <p:ext uri="{BB962C8B-B14F-4D97-AF65-F5344CB8AC3E}">
        <p14:creationId xmlns:p14="http://schemas.microsoft.com/office/powerpoint/2010/main" val="1070918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10A81-2612-4F78-92BB-A2CD57AF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4D88B-6036-40E7-A06C-8000CA6B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representation: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950A5-660B-401F-A68A-2782FEE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B9E4-640C-4194-83DD-464E37BB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linked representation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DDAFE-03DF-4EEB-9E3E-4A4AE080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0D472-5AF4-468D-A664-ADD68761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E8B65-8AF8-46D5-B111-59882835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flexible for sparse and changing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8996A-6110-4AD3-A354-59E26B8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94E4B-E44A-4AED-9E59-C442926D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left 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E1868-4FFF-446D-B002-342F34C6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right pointer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14AC3-47F6-4763-952F-DA9420AA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656FC-F984-41D8-9E61-FB2A6342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2B262-BBB8-49E5-A785-D7A4AC26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22/50</a:t>
            </a:r>
          </a:p>
        </p:txBody>
      </p:sp>
    </p:spTree>
    <p:extLst>
      <p:ext uri="{BB962C8B-B14F-4D97-AF65-F5344CB8AC3E}">
        <p14:creationId xmlns:p14="http://schemas.microsoft.com/office/powerpoint/2010/main" val="15973921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59E33-8810-4429-ADA5-EDB33FFF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9E893-80CE-4F87-837D-3D9CCAB1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representation: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C3EA2-21E8-47BA-95E5-866FB0FF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34EB6-2C89-4D2C-B6CF-2516296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4464E-72BB-4C56-AA53-1A92046F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It is flexible for sparse and changing trees.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3A8D6-11F7-448A-83E8-ECAB1C99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6CC52-B2C7-4114-A0DF-B4CDFC2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flexible for sparse and changing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64947-0A2E-4397-95AA-3A6C43FB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48E36-C36F-4951-A48E-89E902E2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left 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2ECA3-ED8A-4981-A807-CB092EB4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right pointer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AD1B3-7A5E-41BB-8F54-3E5ED7F7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2AA9A-A25D-45E3-8065-CA0DF651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9A990-08C5-4EA2-934E-D9C43FF8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23/50</a:t>
            </a:r>
          </a:p>
        </p:txBody>
      </p:sp>
    </p:spTree>
    <p:extLst>
      <p:ext uri="{BB962C8B-B14F-4D97-AF65-F5344CB8AC3E}">
        <p14:creationId xmlns:p14="http://schemas.microsoft.com/office/powerpoint/2010/main" val="11032381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6BE3C-5F3C-48D2-A8B3-0D98427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98C23-20C5-4CFB-A5E8-85275C6C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Linked representation: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32116-1E85-488C-BD0B-B71F794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D4BC3-D990-43FE-8DEA-65FA5E86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linked representation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606E1-6F6C-4C91-BF3F-0BB2601B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node, left pointer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5AA88-A58C-441E-83BE-B9B8603C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9F47A-CD97-4D24-B361-116E7F3B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flexible for sparse and changing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2D8F9-2932-43E6-BDFC-4412C97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7849C-8A4C-4E77-B798-D7FC4381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left 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5C697-49E0-40D6-8898-D0D96370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right pointer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80505-9AE7-4091-8BDA-5C6C153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dynamic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D5D3D-0EB1-4598-A779-9BB4AFDE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B74E1-39B9-4732-814D-00058BD0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24/50</a:t>
            </a:r>
          </a:p>
        </p:txBody>
      </p:sp>
    </p:spTree>
    <p:extLst>
      <p:ext uri="{BB962C8B-B14F-4D97-AF65-F5344CB8AC3E}">
        <p14:creationId xmlns:p14="http://schemas.microsoft.com/office/powerpoint/2010/main" val="12867472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75540-C765-499F-A26B-834ABAA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C78A7-263D-4D48-A353-29823B1A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Preorder traversal: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C599D-9F79-4CB1-AA46-7DF79AA2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B6A1F-E078-4446-9C6E-3BDDE9D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Preorder visits the root before its subtrees.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1373F-A60D-4A9E-8534-F073CE77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root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left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right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recursive visit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43691-635F-4504-8E4D-051E7081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7ED92-FB25-4762-AF83-C26AF9D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Useful when copying or prefix expression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D6E4B-34B2-4EFB-B269-F3D72D8B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92BC7-2E7A-4A0D-B6BA-F6889C11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75987-56A2-45B2-A7BF-08B5B0A9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7B32B-2329-4729-A0F4-B543486C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9F3E9-17D6-4DDF-B1FB-6D97C1E4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548AD-01AF-4CA7-8108-943954A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A2EF7-F168-4077-8331-DCCB1C3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B6560-1E43-4FAF-9D0D-9B5634EB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9C982-00D1-4864-B1C6-C5579885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25/50</a:t>
            </a:r>
          </a:p>
        </p:txBody>
      </p:sp>
    </p:spTree>
    <p:extLst>
      <p:ext uri="{BB962C8B-B14F-4D97-AF65-F5344CB8AC3E}">
        <p14:creationId xmlns:p14="http://schemas.microsoft.com/office/powerpoint/2010/main" val="21442682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0C94B-9364-4E3D-AE2F-0D68052F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98744-9A4D-4846-A6E0-B11E3B3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Preorder traversal: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C09F1-B875-4C59-9945-B5E243BC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C2119-A47D-4323-8B5D-A9141F0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preorder traversal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E96B-CD32-4773-A2E6-6D521E89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C31C2-6EB0-4CF3-BE3F-92A38F1F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01854-6E5B-449F-86C8-780F9A49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Useful when copying or prefix expression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42C7F-B4FF-4B85-B237-D770F12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3A958-C0B8-4365-8209-715C6B7D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4B7CE-85A3-45E4-AEBE-C5713C08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3FB7A-7BF3-4AF6-A7E0-F1FEBC85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A1ADD-4AB0-4A8B-8211-2A8A7799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251B2-23C5-43F5-94FE-B5530363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BC2AC-D72A-41C1-ADD9-93B60756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82C23-D334-4E9D-861A-C607B6AA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E67EB-A9AE-43D4-8AE0-FFFCF0CA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26/50</a:t>
            </a:r>
          </a:p>
        </p:txBody>
      </p:sp>
    </p:spTree>
    <p:extLst>
      <p:ext uri="{BB962C8B-B14F-4D97-AF65-F5344CB8AC3E}">
        <p14:creationId xmlns:p14="http://schemas.microsoft.com/office/powerpoint/2010/main" val="142635975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792DF-E9AB-4E53-9420-1ED12DD6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FB6DB-ECD0-4B19-B906-17757494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Preorder traversal: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9B18F-3F8B-48B2-AE33-0661380F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16EE3-F671-47B7-9CFA-196A51DD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AA81A-F0EF-44CB-A351-B063BDB9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Useful when copying or prefix expression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C1B08-0B6B-465C-8563-90792BD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0C6B7-8A4E-4FFD-988E-1D75DD76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Useful when copying or prefix expression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CBD35-0AD3-4947-B9A2-88059D0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01C50-4E5C-473C-AEC7-095BD635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C10A8-C587-4661-A28A-A478D4BE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67436-E5BE-48AC-92D9-6746C35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8615F-AE9F-4AAA-97A5-70308321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417DB-810C-45F1-9498-4CDDADEF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B5F59-2D2E-452B-975D-CE5E4AE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79C64-521E-45BC-83BB-68951B67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1523A-9320-43F2-848C-428D433D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27/50</a:t>
            </a:r>
          </a:p>
        </p:txBody>
      </p:sp>
    </p:spTree>
    <p:extLst>
      <p:ext uri="{BB962C8B-B14F-4D97-AF65-F5344CB8AC3E}">
        <p14:creationId xmlns:p14="http://schemas.microsoft.com/office/powerpoint/2010/main" val="5236468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A9161-8899-43EC-934B-1A6EF9CA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C88F6-C5AC-4734-9194-3B2180B5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Preorder traversal: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0FF9F-ED04-4CE7-821D-4EC0E6BF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0572B-D678-48CB-82E1-084ADE04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preorder traversal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6FC99-8947-48ED-80E9-55B934CB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root, left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9B406-EB06-40D8-B9F5-B98D876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B6A16-0E09-43E0-BA1B-6B67E146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Useful when copying or prefix expression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6284F-A2C7-446C-93F6-4CC1188D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20B7D-6300-4056-A50A-2DB62FD5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7189D-6578-43D2-B01F-194DB711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598B4-28DC-443E-AA1A-927DF5FB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61889-6F9C-4175-8711-EA1A1443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6907D-407B-40C7-86DB-5C1AB03F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C8983-D5C2-4082-93F7-A540CE6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8AFC2-697D-4BEF-9911-2428293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CC8D4-A11C-4B42-93D6-4159B516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28/50</a:t>
            </a:r>
          </a:p>
        </p:txBody>
      </p:sp>
    </p:spTree>
    <p:extLst>
      <p:ext uri="{BB962C8B-B14F-4D97-AF65-F5344CB8AC3E}">
        <p14:creationId xmlns:p14="http://schemas.microsoft.com/office/powerpoint/2010/main" val="15906775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56039-D732-4659-B1AC-F30675D6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26D42-4801-4A36-820A-62AE1BC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Inorder traversal: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B29CC-9DAF-427F-9FEB-0490DDE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FB046-197D-44DF-A63B-B5C30E24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Inorder visits left subtree, root, then right subtree.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CFD63-76A7-46B0-B3FF-C8E40D3E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left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root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right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sorted BST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24DC9-3D6C-4935-A071-DE4FFCA7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2A5B6-AA40-43EE-88DC-91C4F601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Inorder traversal of BST gives sorted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A13A8-9BC3-4EE6-9EE2-5AF67CD4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32185-EBDE-4F4B-BB31-6CA6BAC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D2149-12A9-4697-BA6F-9FC78E5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BEEF8-508F-44B5-B635-9DC19CC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B607A-D53B-473E-96A5-384812CC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B3699-E6F9-4E2B-A6EE-F9667DBB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9E25D-65F9-4E5D-8CBD-C031D579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9C5BD-1530-4EB4-A9E9-C66AAB08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AADD1-B90F-4114-99B2-5CF379EF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29/50</a:t>
            </a:r>
          </a:p>
        </p:txBody>
      </p:sp>
    </p:spTree>
    <p:extLst>
      <p:ext uri="{BB962C8B-B14F-4D97-AF65-F5344CB8AC3E}">
        <p14:creationId xmlns:p14="http://schemas.microsoft.com/office/powerpoint/2010/main" val="18239632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F3934-3898-46FD-9ED2-58548B15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E33CD-6F95-4DAF-8FFB-1784C59D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Inorder traversal: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6570B-334C-4D80-A1C5-A7CF6DCD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4A58F-4B52-47E1-8CA9-9919CAEE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inorder traversal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09DCD-1BEB-40C1-B844-55EF8CAC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B7BD1-F4F4-4FCC-9AA6-5E4D936B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E7749-DB84-402F-8BAD-901F0CAD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Inorder traversal of BST gives sorted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7FE5E-B246-49D2-A0D3-F81A3E5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8031B-0C63-470C-BFCF-5505D6CF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CCA10-9D50-4B99-BED2-A6CF928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BA70F-D029-49B5-A293-13FE0EE0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B937B-7F29-4A1C-9B59-5808EED7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9DBC7-859A-447E-8434-1040DC2B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151AF-7A45-409B-8FBB-69D06137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D2A87-B964-4C8A-A47F-6BA642EE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1C982-8AA2-4F54-87A4-0BD0C7D6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30/50</a:t>
            </a:r>
          </a:p>
        </p:txBody>
      </p:sp>
    </p:spTree>
    <p:extLst>
      <p:ext uri="{BB962C8B-B14F-4D97-AF65-F5344CB8AC3E}">
        <p14:creationId xmlns:p14="http://schemas.microsoft.com/office/powerpoint/2010/main" val="7773519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FCEAE-EA80-4E91-8311-05A98D55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6CF6B-C482-4AB7-BE58-21D076A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Inorder traversal: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4F47B-92BF-477E-BCE2-EFFE5D0A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45A43-B071-4B85-A772-7E96725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7071B-C495-42EC-990E-FB637788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Inorder traversal of BST gives sorted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C43A3-C193-4468-9328-9FF0621C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77D49-E9ED-4C1D-B1A5-70A17AC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Inorder traversal of BST gives sorted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2A997-991F-4D71-9CBD-4BF0C3A3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50086-470A-47EB-A56C-25B91892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828BE-E817-4573-88C5-DCC11534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2E642-6787-49FF-9E29-F4A64BE9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BBE0A-6102-4A4F-81EC-A0A24361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2FABF-3DA4-4DE5-BDA9-EA18C0B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75550-718B-4FB7-A07F-978F06F1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C194D-A49A-4CAF-A7D7-3C866A75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1F659-6D43-4D5F-ADC2-DEB8DC54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31/50</a:t>
            </a:r>
          </a:p>
        </p:txBody>
      </p:sp>
    </p:spTree>
    <p:extLst>
      <p:ext uri="{BB962C8B-B14F-4D97-AF65-F5344CB8AC3E}">
        <p14:creationId xmlns:p14="http://schemas.microsoft.com/office/powerpoint/2010/main" val="97849342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AE5BA-B3E1-4FCD-99CC-AAD75BD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1A792-8402-4D8B-A7BA-B2733D0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Inorder traversal: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A5FB1-B926-4130-932B-30478DFB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8B41D-103E-4CC8-9928-5D8EF83C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inorder traversal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42DB8-DEB8-45B4-92C4-C13C227E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left, root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90AAA-A964-4946-B25D-194593E8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21D3C-4913-441A-8920-FF7E84F0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Inorder traversal of BST gives sorted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D792C-6A0D-4BAF-8D28-E89B1048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E0671-3F43-4776-B017-7377D97D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A42DC-9E7B-4834-AD49-D801BB6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C051E-8DA0-48F1-8D38-1C82793B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F1320-7F49-4003-982D-1120C21B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EA30F-B862-402D-B71F-2320EAC9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0FB7A-DC20-431F-8558-B2AD523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8BCAE-F65A-4CA5-B712-8AD03F10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13C75-0942-47C8-BF3B-C52FD6F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32/50</a:t>
            </a:r>
          </a:p>
        </p:txBody>
      </p:sp>
    </p:spTree>
    <p:extLst>
      <p:ext uri="{BB962C8B-B14F-4D97-AF65-F5344CB8AC3E}">
        <p14:creationId xmlns:p14="http://schemas.microsoft.com/office/powerpoint/2010/main" val="10767123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0C680-E386-4E00-9B85-FB21557F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C2238-557E-4266-B5F9-24839A97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Postorder traversal: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955B3-4E4B-4EA1-A8FD-B188BD48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F7F73-44F6-4D90-851F-CD658212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Postorder visits children before the root.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1F028-031D-42CE-AFAE-8FAABC2C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left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right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root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delete tree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35093-43AD-488D-88B1-76B8BA1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8A0FB-77FB-4435-9C99-1D56BEC1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Useful when freeing or evaluating expression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C63F8-1D7F-4341-AA5B-506277AE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BAAC7-EB38-42B2-8185-240E9415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DD756-D1E5-4496-9FA1-33A6198C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97219-14EC-4DC4-83E5-2F68C3E9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09B5A-B0CB-464E-9BD4-828116E1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4F29D-65DD-4601-B6C4-A1BE50B1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3F02F-F39E-4AC4-B873-7177116F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4D033-CE88-4C1A-9017-57FE9665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8C4C0-0492-4BD1-BDA2-94DF283B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33/50</a:t>
            </a:r>
          </a:p>
        </p:txBody>
      </p:sp>
    </p:spTree>
    <p:extLst>
      <p:ext uri="{BB962C8B-B14F-4D97-AF65-F5344CB8AC3E}">
        <p14:creationId xmlns:p14="http://schemas.microsoft.com/office/powerpoint/2010/main" val="16433331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30BCC-29BC-4128-AFD7-E13B6D90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A5ADB-D3E1-45E4-A38F-9D12DFDF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Postorder traversal: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AD0C1-6898-43BF-8BD2-7353BD58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FFA1C-C5C4-4599-9DD7-5DCBEAF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postorder traversal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8ABC9-2C33-4F3F-9F87-DEBAD72C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CE6DD-66D8-4721-A55B-3B06218B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B02C5-8103-4D2B-BBB6-3890AD04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Useful when freeing or evaluating expression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19455-BD53-449E-AEFA-857AE910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DEA59-EA5F-4116-83DC-025D43D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F2FD8-B8EE-4483-A894-AD74F1AB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C5607-B51D-459E-ABDA-A61E755B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7DA1A-BC29-497B-9F11-EC49F64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B6386-B410-4E03-9058-2E342034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4550E-FD61-49D5-B137-3595DA2F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C94A6-F4A9-49EE-94B9-D832191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DD10F-727A-433B-AFA3-45ADB6CB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34/50</a:t>
            </a:r>
          </a:p>
        </p:txBody>
      </p:sp>
    </p:spTree>
    <p:extLst>
      <p:ext uri="{BB962C8B-B14F-4D97-AF65-F5344CB8AC3E}">
        <p14:creationId xmlns:p14="http://schemas.microsoft.com/office/powerpoint/2010/main" val="40234768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DAE47-5E6A-47A3-8BF1-6887852C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B7C94-3214-460E-872E-F97FE3E5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Postorder traversal: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872DA-F17E-409F-86D5-AD311532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C3FBA-40F5-4D38-B4FC-D14FC331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25045-2DAB-47E9-85AE-57F8B477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Useful when freeing or evaluating expression trees.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B91D6-C72E-4A1A-9647-A6B46A0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B1015-CB7C-4F5E-8C25-2641D75A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Useful when freeing or evaluating expression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A29BE-A9B8-45FA-9CC0-6539C86F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8A6FE-21FA-4619-81EA-D4D5B3A7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FCF5E-5741-4227-9C26-840C2E2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8785C-EBCD-4AF0-86AD-AC03A6C4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A7F7F-4815-43F7-A9E4-0098EC0F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94841-A63C-4518-90A7-475E65E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5CD23-EBD9-4F2A-9A69-B5F76F3C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5A199-7A11-4DFB-B496-1A274073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AB46A-8B86-4701-B346-8D73689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35/50</a:t>
            </a:r>
          </a:p>
        </p:txBody>
      </p:sp>
    </p:spTree>
    <p:extLst>
      <p:ext uri="{BB962C8B-B14F-4D97-AF65-F5344CB8AC3E}">
        <p14:creationId xmlns:p14="http://schemas.microsoft.com/office/powerpoint/2010/main" val="6524813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995F0-DB42-4BB6-92C7-F5F64F14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04D41-9744-46FA-911C-C7206040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Postorder traversal: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B4F5C-C97A-4C2E-9B0D-918BC5EE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C1256-B44A-479E-99A3-30150276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postorder traversal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E5E96-781D-4E1D-93E4-EAC2B593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left, right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82A65-195A-4B6F-AD5F-E3213EA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FE8CA-6C5E-415F-86F3-46DEA2D6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Useful when freeing or evaluating expression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9540F-8DA2-4A5A-8E0E-2829F9AC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E9EF8-9DA6-4052-ACAE-2982A440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BD0A7-EEB3-4C60-A78D-4FF88D79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C92D9-5F8D-45E5-893A-6A9EDA1D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B4101-F05F-464C-BAD6-7ECC747A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2D6F6-96BF-41CA-AF96-CBF29157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CF9E9-32E2-4AB5-9EFD-09020EC7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82EE9-9C09-4450-9D02-D72BECEC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91BA1-2FCC-4604-840C-46F55CF3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36/50</a:t>
            </a:r>
          </a:p>
        </p:txBody>
      </p:sp>
    </p:spTree>
    <p:extLst>
      <p:ext uri="{BB962C8B-B14F-4D97-AF65-F5344CB8AC3E}">
        <p14:creationId xmlns:p14="http://schemas.microsoft.com/office/powerpoint/2010/main" val="11971773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EC12E-DCDD-4B16-8BA3-EEDA02B1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88299-F4C8-4879-B09E-8677607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Threaded binary trees: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CAFFE-F72B-43D5-A916-AC01FFB8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07A35-6F06-4089-9CDA-5E4720EC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Threaded trees replace selected NULL pointers with traversal links.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EB712-3FEB-469C-BE29-40D22E8D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NULL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threads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inorder successor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traversal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0CDDA-3F4B-43EC-81C4-5FE382A6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35894-7B6D-4BAC-89CE-B05589A5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Threads reduce stack/recursion needs for traversal.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8F134-B6ED-4468-AA20-80A8B092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65478-8610-4803-9D79-FBFC190A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96D90-4342-45F6-BD6B-E4C6B64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09A3B-6D4F-4195-ACC1-FEF67D5C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2D326-3599-4707-8451-8609319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BEA8A-BCE0-40F2-9BFF-669AFBD0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D7ACA-7A5A-412A-936A-BCF2095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89FA1-0018-49C8-ABC3-5AC2142D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51A83-1138-48F4-8543-B0438CF5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37/50</a:t>
            </a:r>
          </a:p>
        </p:txBody>
      </p:sp>
    </p:spTree>
    <p:extLst>
      <p:ext uri="{BB962C8B-B14F-4D97-AF65-F5344CB8AC3E}">
        <p14:creationId xmlns:p14="http://schemas.microsoft.com/office/powerpoint/2010/main" val="14711691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66E9B-A91D-43E0-BF62-283DAFB6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2F98B-CE83-4D8C-A341-89BB7BAF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Threaded binary trees: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E1E00-53D7-4873-97EC-8AF86A49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697CA-B00A-49E3-AE39-CEF7D260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threaded binary trees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2B454-4A8B-4A9D-9C65-01046DC0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5D8EF-4158-454B-9E78-22AEF69F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06F6A-3862-4B5D-9094-AC27EDF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Threads reduce stack/recursion needs for traversal.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08AEA-49B5-4D3B-800E-D98B34F8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D6BF4-6BAB-449D-B363-725E8D84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FB841-BAE5-4857-81DE-75B834BB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1489D-E217-4B59-84C3-76850392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A833A-FCE3-4487-8AF6-38874809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5428C-EF42-4033-94BD-D8B846EA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DF74A-2C0A-404A-9CC9-A7F157F6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C5578-69BE-4658-A2C8-8F75FAFB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BD2FD-E676-45AA-ADC8-6EEF576E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38/50</a:t>
            </a:r>
          </a:p>
        </p:txBody>
      </p:sp>
    </p:spTree>
    <p:extLst>
      <p:ext uri="{BB962C8B-B14F-4D97-AF65-F5344CB8AC3E}">
        <p14:creationId xmlns:p14="http://schemas.microsoft.com/office/powerpoint/2010/main" val="46738613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7DBCB-6291-4B24-B12F-6BF8967C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9E18-4674-4E9B-8490-AE964F56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Threaded binary trees: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A3F03-E3A3-4013-B49C-9A6C80F6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2DB48-662E-4801-8349-4003E766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34A2B-66F8-4FE1-A929-21E34AD5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Threads reduce stack/recursion needs for traversal.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3A424-779D-4660-B813-4BF50F70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BDF8C-C0DC-4E60-A1B6-1AA0B38F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Threads reduce stack/recursion needs for traversal.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34385-6F69-4310-A5E3-3FB782ED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EC5B9-CB1D-41B4-BE48-1AFAFE5C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4B91C-BFE2-4A52-8B8E-7AEC642E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F2E98-E5BC-4062-A7CB-49D4C6DB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CBF3E-FF43-44A5-AFEF-8EB4A0E5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E3A74-7AA7-478A-AD2E-535CD864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CBA07-09AB-44C6-9644-F1CF271A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D45AA-FB35-4D59-B1A1-7F5D9A9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F9A1B-2EDA-4B7F-BB73-7138C920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39/50</a:t>
            </a:r>
          </a:p>
        </p:txBody>
      </p:sp>
    </p:spTree>
    <p:extLst>
      <p:ext uri="{BB962C8B-B14F-4D97-AF65-F5344CB8AC3E}">
        <p14:creationId xmlns:p14="http://schemas.microsoft.com/office/powerpoint/2010/main" val="13476521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04AA6-9A95-4CF4-80CA-5C1912F5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653B6-EA7D-4C5E-B0ED-29FE30C5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Threaded binary trees: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35B83-A7D4-44F0-8B02-C0819837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E2022-5BB9-4CCC-AC4C-7086E97D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threaded binary trees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602DB-15FC-49CD-B0D8-BF3720D0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NULL links, threads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A01CC-0805-4DF2-988F-ABF58CBB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E918D-9795-4F44-9D2A-3FD5CA26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Threads reduce stack/recursion needs for traversal.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78D42-A3FC-4AF8-B5DA-73DC141E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F2F41-F835-4210-81AE-CD04404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0986D-83A6-4A28-9713-9B9EE68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5B619-D617-4000-9F8F-9CA535AD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794D5-5BED-417D-B66E-F66C4BC5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3EFAC-D625-42DB-9C5E-87FD713E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92033-BE6E-4FE9-A0C7-4CA9CF2E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43AF4-DD34-4F8B-B0E9-EDAEC1A5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15208-96D4-4D21-9A97-7DD54EEF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40/50</a:t>
            </a:r>
          </a:p>
        </p:txBody>
      </p:sp>
    </p:spTree>
    <p:extLst>
      <p:ext uri="{BB962C8B-B14F-4D97-AF65-F5344CB8AC3E}">
        <p14:creationId xmlns:p14="http://schemas.microsoft.com/office/powerpoint/2010/main" val="35903174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86AF5-9B1E-4CFE-BCCA-0C2E6615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6469D-CA3D-4089-91C2-1CCCBC9A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search tree: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5BA42-B9CC-4100-BD45-55DB6CCE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E47B8-D98C-4A80-A3F8-21AE25BD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BST stores keys so search follows ordering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DB3A4-50E2-4ADC-AA00-035459F5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key order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left less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right greater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search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39A51-EBCD-4CF8-B6AA-FB9CFDF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23EF7-EBD6-4746-9C9D-E54B5FB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Shape controls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9B37D-6829-4711-9261-4BA1F6F4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D2681-B757-4F3A-94B5-2FE21E6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71B3D-6FC5-4D1D-B6EE-F9845B1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4CDC2-FF6C-45D6-91FB-85F53438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A792C-0AC5-414B-876F-FFB3BF2C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0C8D2-DADA-4779-A7FB-793B4C5C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467D1-0D98-45E7-BB00-E444ADCA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C0A13-996D-47D1-9C08-01D2CE2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E9B38-77ED-4331-B902-9D9A2B17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41/50</a:t>
            </a:r>
          </a:p>
        </p:txBody>
      </p:sp>
    </p:spTree>
    <p:extLst>
      <p:ext uri="{BB962C8B-B14F-4D97-AF65-F5344CB8AC3E}">
        <p14:creationId xmlns:p14="http://schemas.microsoft.com/office/powerpoint/2010/main" val="6800352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358F7-8C7B-45A4-9682-F4643144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85A4B-FE2D-4067-A91F-8FE3B8F1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search tree: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B54EA-082F-49FA-A8A6-05FFDFD3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BDA93-8088-424F-8F3A-629857C1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binary search tree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D73C2-34FA-441C-A210-8D71DCAB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65BDE-120F-43EF-99FF-437955A8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015A1-6EE2-4B88-9B25-7EEA203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Shape controls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5CE1A-70A4-4748-9371-1956E6D0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A9587-AC72-4D73-8EF0-69C9E392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C4ED8-DF39-4B03-BE98-385B3748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80596-A4CF-494B-98D2-44582F55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4481D-AE89-4102-BC66-1417D17C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5320A-45DC-4682-90BB-D324E1ED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BD2D4-131A-4AAD-ACD6-C3DE90F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4C768-E48A-41B3-89C5-D034163F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A0488-AEEF-42E6-96EC-FE75D5DB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42/50</a:t>
            </a:r>
          </a:p>
        </p:txBody>
      </p:sp>
    </p:spTree>
    <p:extLst>
      <p:ext uri="{BB962C8B-B14F-4D97-AF65-F5344CB8AC3E}">
        <p14:creationId xmlns:p14="http://schemas.microsoft.com/office/powerpoint/2010/main" val="193947740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12A09-0E16-4ACA-A7F0-6E5208A2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AD4D7-7E3A-4091-9546-B808F99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search tree: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D0678-06A6-42FB-A2C0-EF53472E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9ECAE-DB13-42B0-934A-1F8EB979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71381-4955-4152-91C0-50873DB0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Shape controls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C17D4-6E53-46E7-947E-26BD0FFA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FF60E-0CE2-4435-A6EA-FF90649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Shape controls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F1A11-75BD-46CC-A915-C356DF7C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45DF3-BE8F-48FF-9653-3AAE032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D1349-F58B-4713-A74A-3742400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81927-174D-4CEE-9ED5-ABA2552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33A71-0DDA-4382-ACCD-019D357D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F4C45-F637-406C-878F-3E3A36A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CAE71-8095-4237-A2CE-DA5F1793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736DD-33F5-4C41-B323-A0673A2D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D3373-7347-45EB-9C89-39938286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43/50</a:t>
            </a:r>
          </a:p>
        </p:txBody>
      </p:sp>
    </p:spTree>
    <p:extLst>
      <p:ext uri="{BB962C8B-B14F-4D97-AF65-F5344CB8AC3E}">
        <p14:creationId xmlns:p14="http://schemas.microsoft.com/office/powerpoint/2010/main" val="76450583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404D4-DA9E-4CDB-B411-246B5E88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D6859-1331-43CE-8CCC-B4B49DB6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Binary search tree: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D4235-D63E-43B0-A2B3-839B5F15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764DC-A05A-4D50-896A-A32D7246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binary search tree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43500-7411-4047-82F7-525F6AFF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key order, left less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32DD3-AA24-409B-80B6-5FE08F22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1E28F-7810-484D-8AD7-DBE6C854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Shape controls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74D6D-D7DC-4C14-8DC4-79AE3508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AE18E-9A82-4C48-B67C-BF9B998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EDF3C-2827-4E0E-9E5C-3F1D3DF0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48625-C143-4362-99D6-A5DDFE86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765D8-0833-489F-909D-585044E5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B16CE-04BE-46CD-8007-7876BC8A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246BD-3C68-41B3-B31D-0A7D4AC4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50702-5379-4B91-A34E-BF7D7F95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7A44E-63D2-4F35-B783-78D32146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44/50</a:t>
            </a:r>
          </a:p>
        </p:txBody>
      </p:sp>
    </p:spTree>
    <p:extLst>
      <p:ext uri="{BB962C8B-B14F-4D97-AF65-F5344CB8AC3E}">
        <p14:creationId xmlns:p14="http://schemas.microsoft.com/office/powerpoint/2010/main" val="20000681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44E54-869A-4628-9CCF-6CE7E5F4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4B926-3C0D-42E3-B8B3-BC4C4C46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BST insertion and deletion: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5D682-084B-4D6C-BF95-A8D8E05B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067EB-BF8A-4D50-8530-ABD19E5C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BST updates preserve the ordering property.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BA94A-334B-439F-A206-08F77DE6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leaf insert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one child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two children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successor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F91FB-A115-4233-9043-38C39717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1C287-8A03-41BF-A1B8-8B7B8FD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Deletion with two children is the tricky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5D58A-6042-44EB-9386-FFDCF712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E900B-0111-4678-B767-3CAF4A08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89E7E-C82A-4108-BF75-419CA5DF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8B260-CC47-4CEF-B63E-01613374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A4D36-B7F7-4021-BDEC-C0D932EE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48578-F55A-4143-9EFD-D9848258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12ABA-4440-48C7-87D2-826E682C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63952-0914-439E-BEC2-86D94850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A2592-E810-4785-A2CF-F5B95574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45/50</a:t>
            </a:r>
          </a:p>
        </p:txBody>
      </p:sp>
    </p:spTree>
    <p:extLst>
      <p:ext uri="{BB962C8B-B14F-4D97-AF65-F5344CB8AC3E}">
        <p14:creationId xmlns:p14="http://schemas.microsoft.com/office/powerpoint/2010/main" val="171087807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4B7B7-BCB8-401F-8DB4-FEBB563D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A1320-A562-4E1D-8877-8593FFEA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BST insertion and deletion: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CAF82-582A-4DBE-81DD-D150F1BA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73842-12A5-4D93-9D10-0DDE3AE8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bst insertion and deletion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B734A-E743-4F23-89E6-504832C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D13E6-242F-4A11-A99A-0D943E4F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77805-D22D-4CDD-872E-AEE8C67D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Deletion with two children is the tricky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DF42C-5982-4BF5-8EE5-D592662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651F1-80B1-4D48-88F5-BD681888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9966A-59D7-430B-BCE7-C78B86E8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7D14E-38DF-457A-B6B7-421BCDFE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72C73-18CF-4386-AC61-0031A82A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461A4-293B-4732-9E0A-C3FA15F7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B7020-BC4B-4178-B1C5-27876064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A1000-1332-4C5A-B057-51612A07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529D7-4102-4E91-B1E5-3DF8C0BE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46/50</a:t>
            </a:r>
          </a:p>
        </p:txBody>
      </p:sp>
    </p:spTree>
    <p:extLst>
      <p:ext uri="{BB962C8B-B14F-4D97-AF65-F5344CB8AC3E}">
        <p14:creationId xmlns:p14="http://schemas.microsoft.com/office/powerpoint/2010/main" val="211277001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3DCF4-68EC-44FA-BD7A-1A0212AD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FAEA8-5657-419E-9719-AF668C55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BST insertion and deletion: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61980-BA1F-4EDE-AADD-BAE971F9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8C591-4215-4053-B52E-21FFD910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58EE8-CA90-4B8E-AA2B-FB2D6465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Deletion with two children is the tricky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46386-F715-4358-A044-6C77D48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CE298-160E-4590-BF38-54E348A4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Deletion with two children is the tricky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601D5-355B-45F1-BA51-21CFB51B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73495-7D01-45B6-B897-CB97F504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1C2C7-548C-40B3-A8ED-C7B27742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233AD-BE08-4EC2-8BD1-16853BFD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14DD-918C-4D18-873D-CFB96343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D6D0D-92B7-4C15-BED6-53B7A81E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CFD1D-A8D3-4C4B-BB12-C03B7A1B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F5CB8-3131-4FD2-BF80-1F2FB3A2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42823-E614-400D-A76C-C11EFDF4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47/50</a:t>
            </a:r>
          </a:p>
        </p:txBody>
      </p:sp>
    </p:spTree>
    <p:extLst>
      <p:ext uri="{BB962C8B-B14F-4D97-AF65-F5344CB8AC3E}">
        <p14:creationId xmlns:p14="http://schemas.microsoft.com/office/powerpoint/2010/main" val="87768661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57EC8-064F-49B2-BE92-397A725E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F968A-51D2-4608-9840-A79BFF8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BST insertion and deletion: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FF2E9-6A12-4F5C-B137-D944024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06393-1FF0-4919-A8D6-49559FB4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bst insertion and deletion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97F6D-F1D1-4519-86A3-D56B4C1D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leaf insert, one child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9C44A-63BB-4D2B-82D0-B1D05CC8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1AC8E-2A40-4DBD-BDDB-E396262A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Deletion with two children is the tricky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2B145-FB26-4AA6-BCA6-919719EB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81509-68A2-4A29-9E2E-BF3AF701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FF854-E7A3-4F49-AD9F-0E8C0C6A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BAEBD-4264-4615-9A8C-F0EC2BA1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662D1-772E-4904-9887-643C0BB7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C56FA-DD46-4141-9340-E27DAF2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A9E71-FAEA-408E-A24E-C491E8FE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B0D8D-0DEE-4F3A-B240-1D237D4D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5BFE7-C711-4102-855A-9774CF0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48/50</a:t>
            </a:r>
          </a:p>
        </p:txBody>
      </p:sp>
    </p:spTree>
    <p:extLst>
      <p:ext uri="{BB962C8B-B14F-4D97-AF65-F5344CB8AC3E}">
        <p14:creationId xmlns:p14="http://schemas.microsoft.com/office/powerpoint/2010/main" val="103061322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43796-9CA6-4030-8BAE-F56FAFED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D8562-2127-4C6E-BCA2-49A17CDE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Counting binary trees: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575F1-6D06-4107-AD6C-AACAB9E4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14317-EF41-446E-93B4-8E5C362F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Counting binary trees studies how many shapes are possible.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FF2CB-A3DF-4309-8604-597F4A2F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Catalan idea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recursive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possible shapes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502DD-869A-4C51-AC62-78ACDBD5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2868C-AD6D-4910-95B0-0F32C855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Structure grows combinatorially.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DF5A3-C637-4510-9E23-5B3533A9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FDC64-D7C5-4D4E-B5A5-EE26CD21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BE070-C968-4D32-872D-FCAC0BA2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3E495-A059-43EE-BDC9-CE47EB3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1149E-E92C-4316-B3E7-312DE518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C554C-EF97-4922-AFBE-D33D184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6E4E4-A32C-4BA8-8548-6EFC9B39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D4E13-0579-46AB-AEA3-3479D0F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020E8-2BB9-4E66-9FE9-9E3643AE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49/50</a:t>
            </a:r>
          </a:p>
        </p:txBody>
      </p:sp>
    </p:spTree>
    <p:extLst>
      <p:ext uri="{BB962C8B-B14F-4D97-AF65-F5344CB8AC3E}">
        <p14:creationId xmlns:p14="http://schemas.microsoft.com/office/powerpoint/2010/main" val="69573715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2AC99-BD64-42E3-AFE9-71F92D10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3EB38-5A85-4462-BBEB-0CD67AB1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Counting binary trees: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1483-8435-48E2-A2BB-55B6715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E7B77-AEC9-4CBF-9B1B-554500E1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counting binary trees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77A8C-93EB-4B4A-ACF7-8F8AF456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C6A34-7E12-4120-BC47-1A3F3FEC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2F69A-0BB3-4FBF-AB2F-A598A283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Structure grows combinatorially.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DC3D1-18AA-40E6-8AD9-3B5208E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17E8B-007E-470E-8328-2640844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CB559-DD05-4F8E-A8FB-C3FF957B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1A699-6C58-4689-88CF-E40B09E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82131-8C99-476B-8B69-F17BF3C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84574-CF61-47A5-9161-2D769E9D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E3348-133C-4342-95F0-068D14AF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4B863-FCEF-42FF-9842-E48B03D4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8E1F2-06D6-4A4C-B712-366961B2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50/50</a:t>
            </a:r>
          </a:p>
        </p:txBody>
      </p:sp>
    </p:spTree>
    <p:extLst>
      <p:ext uri="{BB962C8B-B14F-4D97-AF65-F5344CB8AC3E}">
        <p14:creationId xmlns:p14="http://schemas.microsoft.com/office/powerpoint/2010/main" val="73399615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DFE57-4FBE-49C7-89E6-F10B992A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4868F-5C21-4C0F-97E7-4A64CBE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Counting binary trees: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278AC-D600-48D1-BC37-CB1F91E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00C16-36BC-4CDE-A529-63A9C877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59687-F533-4277-B581-5130366E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Structure grows combinatorially.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2118B-7151-4FD9-83D6-662C9B39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8955B-54C4-40C2-83C2-9D816A5F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Structure grows combinatorially.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C0FC7-A44E-4574-AADE-82511168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12BDC-71D4-4562-BBF4-6F86C641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33134-6449-4313-9591-075FE12F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EF6D9-CF34-46D3-A636-5706E4A2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2ABAC-8037-4EC2-915C-0FC0C59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314D5-0C50-44B6-927F-8981BDC0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DA3D0-78C3-4C26-BB37-D5DCBD66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76495-B5D4-4FFD-89AE-A962E9EE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0466B-5218-48F5-B332-6C96DC01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51/50</a:t>
            </a:r>
          </a:p>
        </p:txBody>
      </p:sp>
    </p:spTree>
    <p:extLst>
      <p:ext uri="{BB962C8B-B14F-4D97-AF65-F5344CB8AC3E}">
        <p14:creationId xmlns:p14="http://schemas.microsoft.com/office/powerpoint/2010/main" val="182659964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75BE5-13A6-4005-9107-20764A2F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Trees, Binary Trees, Traversals, Threaded Trees, and BST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C9826-2240-4FBE-8887-B5BFBD31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Counting binary trees: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B8FD2-4046-4E9A-89F8-04ACDE2C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01361-F5C5-4C52-92DE-56A50D68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counting binary trees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BE125-140C-4124-ADAC-7ED3C435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Catalan idea, recursive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1719B-FDD0-490F-B50A-AD692E3E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498FB-E7D3-4E5E-B8EA-0F1C14C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Structure grows combinatorially.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FB106-C249-4733-A49C-84518601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94E46-7C48-4975-AE43-8424D353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1EF8D-8FB1-46F7-8C2D-23610605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ED993-5F20-404F-8CC7-05A4F00F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8A27C-D23F-44FB-ABFF-BC8967D7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3A739-0B86-4F9C-88BD-6A470870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61EE4-EE7D-45C2-96C7-687B2B3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55966-5ECD-4A1B-85ED-3C1B8FAD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1921F-818B-4801-91B1-1B65221C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52/50</a:t>
            </a:r>
          </a:p>
        </p:txBody>
      </p:sp>
    </p:spTree>
    <p:extLst>
      <p:ext uri="{BB962C8B-B14F-4D97-AF65-F5344CB8AC3E}">
        <p14:creationId xmlns:p14="http://schemas.microsoft.com/office/powerpoint/2010/main" val="130419509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D8B69-E1AA-4CFB-B07D-8F5CB9C0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6CBB4-28A9-4E86-BF88-4A908982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BFAC0-1425-49C3-8AFF-1B9320F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15692-63AF-4ED3-ACB0-2065E9B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Trees, Binary Trees, Traversals, Threaded Trees, and BST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9C3B3-BEDD-47C9-AC15-647E572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Tree terminology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15028-8EAA-4BB9-B2FB-D62F1E91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Binary trees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F2F95-BBF2-4E51-B598-71DDFFBF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Binary tree properties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CC6BC-47BF-4613-901C-767F4A14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Array representation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1F454-8B7C-4386-973E-03AF0E3E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Linked representation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94155-2FB7-4ACD-A23B-CAEC39DF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Preorder traversal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B46E4-6BB9-4654-B530-B4E5C31C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Inorder traversal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B8028-1C91-4FA7-BACD-B5DA8F3F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Postorder traversal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D66E8-D146-4864-B359-5FB891E3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8D6A4-54D3-43EF-8FC3-82209A34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53/50</a:t>
            </a:r>
          </a:p>
        </p:txBody>
      </p:sp>
    </p:spTree>
    <p:extLst>
      <p:ext uri="{BB962C8B-B14F-4D97-AF65-F5344CB8AC3E}">
        <p14:creationId xmlns:p14="http://schemas.microsoft.com/office/powerpoint/2010/main" val="107368018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A045E-5C57-4DED-B944-CB96954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59866-92FA-4BF6-ABBB-C4734E15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0F8AB-2711-4130-AFEF-9AB71A9B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53E3D-C728-4519-A9CF-F020B30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6AEE5-9A30-43CF-96D2-64D3D2D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tree terminology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D3DD6-D80C-46CA-BB54-CE9C3E54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3BE61-7107-4A66-905C-87B93EFD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DA486-46E9-43BE-BDAC-20A243FF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binary trees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E87A-6F08-4BDF-B67D-17F532BB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11F32-9628-4F08-960A-20DAEEB6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04A8C-81E6-47A2-A5D6-A783198A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binary tree properties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27688-14D7-4431-BCD0-8A233F91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B4837-15BE-44A9-92F6-33510EB1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982CD-C5C0-41DE-8931-955B303E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E50E8-8967-4137-8D54-1D4281E3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6F839-EDC2-4C37-9435-B643BE0C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402BB-5CAF-4CE1-BECF-A2ACAAEE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31C16-1589-4356-B7D5-8E04B8E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5C485-3FE1-4305-8D30-92CEFD22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75E0A-8006-4A7B-A660-E7B2D555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counting binary trees.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40187-E5EF-46E3-B3D0-CF06B1B1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AD38E-86C5-480F-AA4C-FF778BFC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54/50</a:t>
            </a:r>
          </a:p>
        </p:txBody>
      </p:sp>
    </p:spTree>
    <p:extLst>
      <p:ext uri="{BB962C8B-B14F-4D97-AF65-F5344CB8AC3E}">
        <p14:creationId xmlns:p14="http://schemas.microsoft.com/office/powerpoint/2010/main" val="209106486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93E42-6722-4A71-AF47-BFCE585B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3D340-6997-4A30-B16E-8888D1E9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0B987-B10B-47C4-BE8E-EA06D582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F78D7-47AF-472D-86F2-B27203A7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Tree terminology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6D724-49F7-4ECD-8F45-9EC16269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3DB20-64E2-40E7-8B25-6EE63C0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54AE3-5982-4651-A95B-A2383F17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Binary trees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46F1D-ADCF-476A-8C31-DEFB092B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D3345-7E28-44FA-8C09-752E2712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25A1B-3E0C-4108-86A1-76064AAA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Binary tree properties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BDE90-D69B-4187-9A84-290DD1C4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C4323-5742-4C61-AB04-56180ED3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342EF-4ACA-456B-A42A-932C519C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Array representation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2C17A-4D6A-4FC0-A568-FA7FB747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5C039-BA68-4EDD-9861-DE9C5E9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858AA-244A-466C-B205-7F2BB66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Linked representation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AEF94-17B7-488A-B15A-80703478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CAB56-1DF1-4DB8-A702-96143ECE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91D9A-4B10-45EC-8FEF-3EFBAD93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Preorder traversal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EDAEE-57EC-4832-96BD-1F46FF99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3B15E-E083-40F9-8F51-BD5A12C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29C9C-335C-41C8-ADDC-6D80C57F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55/50</a:t>
            </a:r>
          </a:p>
        </p:txBody>
      </p:sp>
    </p:spTree>
    <p:extLst>
      <p:ext uri="{BB962C8B-B14F-4D97-AF65-F5344CB8AC3E}">
        <p14:creationId xmlns:p14="http://schemas.microsoft.com/office/powerpoint/2010/main" val="197559562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A82AE-F982-4869-A6DB-05DD7986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55696-4638-4BF3-9767-FE002E81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A2542-9126-4C5D-A44C-0859D6AC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BB40A-6A3D-446A-8116-95F807CF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Trees, Binary Trees, Traversals, Threaded Trees, and BST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D5303-3672-4296-B15B-7E47FAF4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Tree terminology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4F303-20A6-499B-92C3-D12FFBE1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Binary trees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D68C1-0454-4927-AF06-A10C2481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Binary tree properties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AF14A-BA69-4537-B8B6-255E6062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Array representation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24C02-505B-4254-8628-4AC7E39B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Linked representation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D5FC9-978A-4153-B1B8-0C7ECE6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Preorder traversal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B6DDC-0815-46B4-90D8-7BA312B6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Inorder traversal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0E241-A7FF-48DD-A326-0BF10DB6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Postorder traversal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64255-CC4E-4F74-9543-8E1BDDB8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FF954-6B13-417E-8A76-33DDC75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56/50</a:t>
            </a:r>
          </a:p>
        </p:txBody>
      </p:sp>
    </p:spTree>
    <p:extLst>
      <p:ext uri="{BB962C8B-B14F-4D97-AF65-F5344CB8AC3E}">
        <p14:creationId xmlns:p14="http://schemas.microsoft.com/office/powerpoint/2010/main" val="56800136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5A37B-B8B0-468D-9BB3-39F05440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7B3BF-D724-4B43-BA86-CA6BEA62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63AC4-2F2F-44EB-A60B-F233EB11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B9A95-BE90-4C16-BC6D-94CBCA6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2611D-5E83-44C5-838F-E2A8E68E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tree terminology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4933B-69EB-4BF0-9424-7167E30C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47187-249A-4D1C-815E-FD2ED45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BE3E2-0FDC-4718-8A0E-5B30F19C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binary trees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B35E0-A654-423C-AEF1-65F74970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DCA52-8AE6-4594-A9F4-78648E33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CABDB-CE76-4834-AADB-C3322F32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binary tree properties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245CB-F804-4E96-8A3B-BE0E9A7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BA4B4-FDD7-4AA8-AD84-1ADD5B05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588A1-3577-4CE3-B1E0-8CA6E5E3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8C029-DDAF-4965-AA38-6661AB03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0D4A8-F81F-45CD-A939-D9BC6F95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66303-FF6E-4599-9277-D25F5DCC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A4C5D-1E55-4FE7-B704-8103A596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EDC72-3385-4952-9381-1B3678CE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3D681-DBFB-4AC6-87B9-D7D99381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counting binary trees.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23C59-E7B4-48D5-A6B1-366CC364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37905-FEA4-4FE1-9E35-EE105BF1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4 • 57/50</a:t>
            </a:r>
          </a:p>
        </p:txBody>
      </p:sp>
    </p:spTree>
    <p:extLst>
      <p:ext uri="{BB962C8B-B14F-4D97-AF65-F5344CB8AC3E}">
        <p14:creationId xmlns:p14="http://schemas.microsoft.com/office/powerpoint/2010/main" val="1668996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2026-08-21T10:45:31.6330000Z</dcterms:created>
  <dcterms:modified xsi:type="dcterms:W3CDTF">2026-08-21T10:45:31.6330000Z</dcterms:modified>
</coreProperties>
</file>