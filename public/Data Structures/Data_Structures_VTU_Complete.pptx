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545d881ce740d0" /><Relationship Type="http://schemas.openxmlformats.org/officeDocument/2006/relationships/extended-properties" Target="/docProps/app.xml" Id="R88e84331b84e4cad" /><Relationship Type="http://schemas.openxmlformats.org/officeDocument/2006/relationships/officeDocument" Target="/ppt/presentation.xml" Id="R485a5fd9777c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a290bf46e04fc4"/>
  </p:sldMasterIdLst>
  <p:notesMasterIdLst>
    <p:notesMasterId xmlns:r="http://schemas.openxmlformats.org/officeDocument/2006/relationships" r:id="Rb96a9f6c630647a4"/>
  </p:notesMasterIdLst>
  <p:sldIdLst>
    <p:sldId xmlns:r="http://schemas.openxmlformats.org/officeDocument/2006/relationships" id="256" r:id="Rb4a1cda081f343d1"/>
    <p:sldId xmlns:r="http://schemas.openxmlformats.org/officeDocument/2006/relationships" id="257" r:id="Rdb944d5da00e4634"/>
    <p:sldId xmlns:r="http://schemas.openxmlformats.org/officeDocument/2006/relationships" id="258" r:id="Rd9345e99b0744e17"/>
    <p:sldId xmlns:r="http://schemas.openxmlformats.org/officeDocument/2006/relationships" id="259" r:id="R0747527e35f244a4"/>
    <p:sldId xmlns:r="http://schemas.openxmlformats.org/officeDocument/2006/relationships" id="260" r:id="R48eb368d2ee645b6"/>
    <p:sldId xmlns:r="http://schemas.openxmlformats.org/officeDocument/2006/relationships" id="261" r:id="R83eb7e83e1a44857"/>
    <p:sldId xmlns:r="http://schemas.openxmlformats.org/officeDocument/2006/relationships" id="262" r:id="Rb24c1c9c4d4c4d53"/>
    <p:sldId xmlns:r="http://schemas.openxmlformats.org/officeDocument/2006/relationships" id="263" r:id="Rd19adb1515024d98"/>
    <p:sldId xmlns:r="http://schemas.openxmlformats.org/officeDocument/2006/relationships" id="264" r:id="R6cd4a82897f342f3"/>
    <p:sldId xmlns:r="http://schemas.openxmlformats.org/officeDocument/2006/relationships" id="265" r:id="R274eb24586564dfd"/>
    <p:sldId xmlns:r="http://schemas.openxmlformats.org/officeDocument/2006/relationships" id="266" r:id="R12e5ab89fa2d42d7"/>
    <p:sldId xmlns:r="http://schemas.openxmlformats.org/officeDocument/2006/relationships" id="267" r:id="R8c026d95656c4c53"/>
    <p:sldId xmlns:r="http://schemas.openxmlformats.org/officeDocument/2006/relationships" id="268" r:id="R90a81e077912487a"/>
    <p:sldId xmlns:r="http://schemas.openxmlformats.org/officeDocument/2006/relationships" id="269" r:id="R60d0f63e584f424d"/>
    <p:sldId xmlns:r="http://schemas.openxmlformats.org/officeDocument/2006/relationships" id="270" r:id="Re547e554e5f84201"/>
    <p:sldId xmlns:r="http://schemas.openxmlformats.org/officeDocument/2006/relationships" id="271" r:id="Ra5c5a52aaca94015"/>
    <p:sldId xmlns:r="http://schemas.openxmlformats.org/officeDocument/2006/relationships" id="272" r:id="R2ae22257fd964e9e"/>
    <p:sldId xmlns:r="http://schemas.openxmlformats.org/officeDocument/2006/relationships" id="273" r:id="R9dc13a23efbb410b"/>
    <p:sldId xmlns:r="http://schemas.openxmlformats.org/officeDocument/2006/relationships" id="274" r:id="R42b12a09b9304697"/>
    <p:sldId xmlns:r="http://schemas.openxmlformats.org/officeDocument/2006/relationships" id="275" r:id="Rf2241c58feea4662"/>
    <p:sldId xmlns:r="http://schemas.openxmlformats.org/officeDocument/2006/relationships" id="276" r:id="Rc10f17c6680244bd"/>
    <p:sldId xmlns:r="http://schemas.openxmlformats.org/officeDocument/2006/relationships" id="277" r:id="R267eff4817314779"/>
    <p:sldId xmlns:r="http://schemas.openxmlformats.org/officeDocument/2006/relationships" id="278" r:id="R37b6875f19ed4e72"/>
    <p:sldId xmlns:r="http://schemas.openxmlformats.org/officeDocument/2006/relationships" id="279" r:id="Rc23016d48a7c4873"/>
    <p:sldId xmlns:r="http://schemas.openxmlformats.org/officeDocument/2006/relationships" id="280" r:id="R140b0ab749424e88"/>
    <p:sldId xmlns:r="http://schemas.openxmlformats.org/officeDocument/2006/relationships" id="281" r:id="Rd07683bcd81c4c0b"/>
    <p:sldId xmlns:r="http://schemas.openxmlformats.org/officeDocument/2006/relationships" id="282" r:id="Rbe604e6779694e35"/>
    <p:sldId xmlns:r="http://schemas.openxmlformats.org/officeDocument/2006/relationships" id="283" r:id="R3b0e62c5cb3445cf"/>
    <p:sldId xmlns:r="http://schemas.openxmlformats.org/officeDocument/2006/relationships" id="284" r:id="R45d84b98b7254279"/>
    <p:sldId xmlns:r="http://schemas.openxmlformats.org/officeDocument/2006/relationships" id="285" r:id="Rc7639d72762d4f25"/>
    <p:sldId xmlns:r="http://schemas.openxmlformats.org/officeDocument/2006/relationships" id="286" r:id="R8d33d63e0daa415f"/>
    <p:sldId xmlns:r="http://schemas.openxmlformats.org/officeDocument/2006/relationships" id="287" r:id="R696fa48854744d2f"/>
    <p:sldId xmlns:r="http://schemas.openxmlformats.org/officeDocument/2006/relationships" id="288" r:id="Rf3da312ddb514e4a"/>
    <p:sldId xmlns:r="http://schemas.openxmlformats.org/officeDocument/2006/relationships" id="289" r:id="R94a5e554d5604ef3"/>
    <p:sldId xmlns:r="http://schemas.openxmlformats.org/officeDocument/2006/relationships" id="290" r:id="R8960e20ad2474c25"/>
    <p:sldId xmlns:r="http://schemas.openxmlformats.org/officeDocument/2006/relationships" id="291" r:id="Rd6115503004f4f2c"/>
    <p:sldId xmlns:r="http://schemas.openxmlformats.org/officeDocument/2006/relationships" id="292" r:id="R0fd2869bbdb74356"/>
    <p:sldId xmlns:r="http://schemas.openxmlformats.org/officeDocument/2006/relationships" id="293" r:id="R67353a42917b4c4e"/>
    <p:sldId xmlns:r="http://schemas.openxmlformats.org/officeDocument/2006/relationships" id="294" r:id="Rdb1e075dcf2441b7"/>
    <p:sldId xmlns:r="http://schemas.openxmlformats.org/officeDocument/2006/relationships" id="295" r:id="R2fb82198221a4852"/>
    <p:sldId xmlns:r="http://schemas.openxmlformats.org/officeDocument/2006/relationships" id="296" r:id="Reb854e4c449747a3"/>
    <p:sldId xmlns:r="http://schemas.openxmlformats.org/officeDocument/2006/relationships" id="297" r:id="R504a2451fd904fd3"/>
    <p:sldId xmlns:r="http://schemas.openxmlformats.org/officeDocument/2006/relationships" id="298" r:id="R2d491db49c334543"/>
    <p:sldId xmlns:r="http://schemas.openxmlformats.org/officeDocument/2006/relationships" id="299" r:id="R2aed4ac9100d4807"/>
    <p:sldId xmlns:r="http://schemas.openxmlformats.org/officeDocument/2006/relationships" id="300" r:id="Ra1163d8d46094cd3"/>
    <p:sldId xmlns:r="http://schemas.openxmlformats.org/officeDocument/2006/relationships" id="301" r:id="R14754c34d249488e"/>
    <p:sldId xmlns:r="http://schemas.openxmlformats.org/officeDocument/2006/relationships" id="302" r:id="R73ff349d67d845a0"/>
    <p:sldId xmlns:r="http://schemas.openxmlformats.org/officeDocument/2006/relationships" id="303" r:id="R805cce288a4d4c5e"/>
    <p:sldId xmlns:r="http://schemas.openxmlformats.org/officeDocument/2006/relationships" id="304" r:id="Rc70b29ad7b114b4a"/>
    <p:sldId xmlns:r="http://schemas.openxmlformats.org/officeDocument/2006/relationships" id="305" r:id="R66b43106cbd448e4"/>
    <p:sldId xmlns:r="http://schemas.openxmlformats.org/officeDocument/2006/relationships" id="306" r:id="R7d7245a1e0bf40c2"/>
    <p:sldId xmlns:r="http://schemas.openxmlformats.org/officeDocument/2006/relationships" id="307" r:id="Rf0d077c68be940ce"/>
    <p:sldId xmlns:r="http://schemas.openxmlformats.org/officeDocument/2006/relationships" id="308" r:id="R54fbcf5209464ab1"/>
    <p:sldId xmlns:r="http://schemas.openxmlformats.org/officeDocument/2006/relationships" id="309" r:id="Rc159dd561a994b5c"/>
    <p:sldId xmlns:r="http://schemas.openxmlformats.org/officeDocument/2006/relationships" id="310" r:id="Rf685cefc14904bef"/>
    <p:sldId xmlns:r="http://schemas.openxmlformats.org/officeDocument/2006/relationships" id="311" r:id="Rd7e078e6a4864392"/>
    <p:sldId xmlns:r="http://schemas.openxmlformats.org/officeDocument/2006/relationships" id="312" r:id="Rb12a59f855cc47af"/>
    <p:sldId xmlns:r="http://schemas.openxmlformats.org/officeDocument/2006/relationships" id="313" r:id="R9f3156eea1424343"/>
    <p:sldId xmlns:r="http://schemas.openxmlformats.org/officeDocument/2006/relationships" id="314" r:id="R902f8b6b0b6c4eda"/>
    <p:sldId xmlns:r="http://schemas.openxmlformats.org/officeDocument/2006/relationships" id="315" r:id="Rffeb88a1496e473d"/>
    <p:sldId xmlns:r="http://schemas.openxmlformats.org/officeDocument/2006/relationships" id="316" r:id="R13ec2ec68a504b43"/>
    <p:sldId xmlns:r="http://schemas.openxmlformats.org/officeDocument/2006/relationships" id="317" r:id="R1c5a592fd99e4e21"/>
    <p:sldId xmlns:r="http://schemas.openxmlformats.org/officeDocument/2006/relationships" id="318" r:id="Rb62449ff186a4691"/>
    <p:sldId xmlns:r="http://schemas.openxmlformats.org/officeDocument/2006/relationships" id="319" r:id="Ra22649d554704044"/>
    <p:sldId xmlns:r="http://schemas.openxmlformats.org/officeDocument/2006/relationships" id="320" r:id="R9dbdae9c51504d18"/>
    <p:sldId xmlns:r="http://schemas.openxmlformats.org/officeDocument/2006/relationships" id="321" r:id="R2e36c66f4f8140b0"/>
    <p:sldId xmlns:r="http://schemas.openxmlformats.org/officeDocument/2006/relationships" id="322" r:id="R2a84d5ae99e34635"/>
    <p:sldId xmlns:r="http://schemas.openxmlformats.org/officeDocument/2006/relationships" id="323" r:id="R1dc22f05b53a4d8a"/>
    <p:sldId xmlns:r="http://schemas.openxmlformats.org/officeDocument/2006/relationships" id="324" r:id="Rc967141bdc22441e"/>
    <p:sldId xmlns:r="http://schemas.openxmlformats.org/officeDocument/2006/relationships" id="325" r:id="R842e6fd26acf44bd"/>
    <p:sldId xmlns:r="http://schemas.openxmlformats.org/officeDocument/2006/relationships" id="326" r:id="Rc48c4e66ec8245f6"/>
    <p:sldId xmlns:r="http://schemas.openxmlformats.org/officeDocument/2006/relationships" id="327" r:id="Rdfa3ac8ee8b54f9f"/>
    <p:sldId xmlns:r="http://schemas.openxmlformats.org/officeDocument/2006/relationships" id="328" r:id="Rac702e2c61c24156"/>
    <p:sldId xmlns:r="http://schemas.openxmlformats.org/officeDocument/2006/relationships" id="329" r:id="Rfaeeb261fe184e9b"/>
    <p:sldId xmlns:r="http://schemas.openxmlformats.org/officeDocument/2006/relationships" id="330" r:id="R25cb0600b3ea4f10"/>
    <p:sldId xmlns:r="http://schemas.openxmlformats.org/officeDocument/2006/relationships" id="331" r:id="Rb6272915cc8b48fc"/>
    <p:sldId xmlns:r="http://schemas.openxmlformats.org/officeDocument/2006/relationships" id="332" r:id="Rdff65fa9800c4a74"/>
    <p:sldId xmlns:r="http://schemas.openxmlformats.org/officeDocument/2006/relationships" id="333" r:id="R3609f09633a44373"/>
    <p:sldId xmlns:r="http://schemas.openxmlformats.org/officeDocument/2006/relationships" id="334" r:id="R22ffc39f355c41c7"/>
    <p:sldId xmlns:r="http://schemas.openxmlformats.org/officeDocument/2006/relationships" id="335" r:id="Rc069553afb334825"/>
    <p:sldId xmlns:r="http://schemas.openxmlformats.org/officeDocument/2006/relationships" id="336" r:id="Rfff6fde16b2040a7"/>
    <p:sldId xmlns:r="http://schemas.openxmlformats.org/officeDocument/2006/relationships" id="337" r:id="Rd54a77c1531648d0"/>
    <p:sldId xmlns:r="http://schemas.openxmlformats.org/officeDocument/2006/relationships" id="338" r:id="R692bea5fb001498d"/>
    <p:sldId xmlns:r="http://schemas.openxmlformats.org/officeDocument/2006/relationships" id="339" r:id="R3b3bf647c2974669"/>
    <p:sldId xmlns:r="http://schemas.openxmlformats.org/officeDocument/2006/relationships" id="340" r:id="R0cd9ed47e0e141a2"/>
    <p:sldId xmlns:r="http://schemas.openxmlformats.org/officeDocument/2006/relationships" id="341" r:id="R129033ce90674b0f"/>
    <p:sldId xmlns:r="http://schemas.openxmlformats.org/officeDocument/2006/relationships" id="342" r:id="R83510d1544814b37"/>
    <p:sldId xmlns:r="http://schemas.openxmlformats.org/officeDocument/2006/relationships" id="343" r:id="R5b908f0d27e348aa"/>
    <p:sldId xmlns:r="http://schemas.openxmlformats.org/officeDocument/2006/relationships" id="344" r:id="R2e872f51aa424448"/>
    <p:sldId xmlns:r="http://schemas.openxmlformats.org/officeDocument/2006/relationships" id="345" r:id="R83ffe26f7bf44eac"/>
    <p:sldId xmlns:r="http://schemas.openxmlformats.org/officeDocument/2006/relationships" id="346" r:id="Rf4b1426868914af5"/>
    <p:sldId xmlns:r="http://schemas.openxmlformats.org/officeDocument/2006/relationships" id="347" r:id="R6b45547e54c14b80"/>
    <p:sldId xmlns:r="http://schemas.openxmlformats.org/officeDocument/2006/relationships" id="348" r:id="R9a6ce029161d40e1"/>
    <p:sldId xmlns:r="http://schemas.openxmlformats.org/officeDocument/2006/relationships" id="349" r:id="Rc0fcb9fb96c44edb"/>
    <p:sldId xmlns:r="http://schemas.openxmlformats.org/officeDocument/2006/relationships" id="350" r:id="R6fd23bf6662c4633"/>
    <p:sldId xmlns:r="http://schemas.openxmlformats.org/officeDocument/2006/relationships" id="351" r:id="Rd7be2407a7954a43"/>
    <p:sldId xmlns:r="http://schemas.openxmlformats.org/officeDocument/2006/relationships" id="352" r:id="Raf375b3337114065"/>
    <p:sldId xmlns:r="http://schemas.openxmlformats.org/officeDocument/2006/relationships" id="353" r:id="R402d8fe441334070"/>
    <p:sldId xmlns:r="http://schemas.openxmlformats.org/officeDocument/2006/relationships" id="354" r:id="R2b4998d328284585"/>
    <p:sldId xmlns:r="http://schemas.openxmlformats.org/officeDocument/2006/relationships" id="355" r:id="R09645f8e36934f21"/>
    <p:sldId xmlns:r="http://schemas.openxmlformats.org/officeDocument/2006/relationships" id="356" r:id="Re692f60eb5bf4a45"/>
    <p:sldId xmlns:r="http://schemas.openxmlformats.org/officeDocument/2006/relationships" id="357" r:id="Re03dd4a7d19c4447"/>
    <p:sldId xmlns:r="http://schemas.openxmlformats.org/officeDocument/2006/relationships" id="358" r:id="R81282a99dc09455c"/>
    <p:sldId xmlns:r="http://schemas.openxmlformats.org/officeDocument/2006/relationships" id="359" r:id="Rb920c03a89ae404d"/>
    <p:sldId xmlns:r="http://schemas.openxmlformats.org/officeDocument/2006/relationships" id="360" r:id="R36ed4578816f4152"/>
    <p:sldId xmlns:r="http://schemas.openxmlformats.org/officeDocument/2006/relationships" id="361" r:id="R1a48fef0f2da49e0"/>
    <p:sldId xmlns:r="http://schemas.openxmlformats.org/officeDocument/2006/relationships" id="362" r:id="R20bb2bc0b63c44a8"/>
    <p:sldId xmlns:r="http://schemas.openxmlformats.org/officeDocument/2006/relationships" id="363" r:id="R4fbe395a85a14a33"/>
    <p:sldId xmlns:r="http://schemas.openxmlformats.org/officeDocument/2006/relationships" id="364" r:id="Re203b5967b974e6d"/>
    <p:sldId xmlns:r="http://schemas.openxmlformats.org/officeDocument/2006/relationships" id="365" r:id="R7b02650842904574"/>
    <p:sldId xmlns:r="http://schemas.openxmlformats.org/officeDocument/2006/relationships" id="366" r:id="R0e7eeeabc59d4ded"/>
    <p:sldId xmlns:r="http://schemas.openxmlformats.org/officeDocument/2006/relationships" id="367" r:id="R2ed4201622b34ea2"/>
    <p:sldId xmlns:r="http://schemas.openxmlformats.org/officeDocument/2006/relationships" id="368" r:id="R6f8a67b6bd3b4a22"/>
    <p:sldId xmlns:r="http://schemas.openxmlformats.org/officeDocument/2006/relationships" id="369" r:id="R3a0219598614417a"/>
    <p:sldId xmlns:r="http://schemas.openxmlformats.org/officeDocument/2006/relationships" id="370" r:id="Rfc4a14bc181b4e95"/>
    <p:sldId xmlns:r="http://schemas.openxmlformats.org/officeDocument/2006/relationships" id="371" r:id="R3eb4941c6a1a496c"/>
    <p:sldId xmlns:r="http://schemas.openxmlformats.org/officeDocument/2006/relationships" id="372" r:id="R9e027ec83b504c0a"/>
    <p:sldId xmlns:r="http://schemas.openxmlformats.org/officeDocument/2006/relationships" id="373" r:id="R75e1683163a2434a"/>
    <p:sldId xmlns:r="http://schemas.openxmlformats.org/officeDocument/2006/relationships" id="374" r:id="R367397765dda484c"/>
    <p:sldId xmlns:r="http://schemas.openxmlformats.org/officeDocument/2006/relationships" id="375" r:id="R95befe2ba4c54d67"/>
    <p:sldId xmlns:r="http://schemas.openxmlformats.org/officeDocument/2006/relationships" id="376" r:id="Rf4dcdfbaaf2841fb"/>
    <p:sldId xmlns:r="http://schemas.openxmlformats.org/officeDocument/2006/relationships" id="377" r:id="R64c76cec7f9e496e"/>
    <p:sldId xmlns:r="http://schemas.openxmlformats.org/officeDocument/2006/relationships" id="378" r:id="R93c38d2554fb487c"/>
    <p:sldId xmlns:r="http://schemas.openxmlformats.org/officeDocument/2006/relationships" id="379" r:id="Rd209fdd5e7cc4ec0"/>
    <p:sldId xmlns:r="http://schemas.openxmlformats.org/officeDocument/2006/relationships" id="380" r:id="Ra9fbe4ecf57f49ad"/>
    <p:sldId xmlns:r="http://schemas.openxmlformats.org/officeDocument/2006/relationships" id="381" r:id="R57a5e76b103f4b3e"/>
    <p:sldId xmlns:r="http://schemas.openxmlformats.org/officeDocument/2006/relationships" id="382" r:id="Rf4d0cfffc67e40c8"/>
    <p:sldId xmlns:r="http://schemas.openxmlformats.org/officeDocument/2006/relationships" id="383" r:id="R0d3f25ee75f84360"/>
    <p:sldId xmlns:r="http://schemas.openxmlformats.org/officeDocument/2006/relationships" id="384" r:id="Re616fd023d6c413f"/>
    <p:sldId xmlns:r="http://schemas.openxmlformats.org/officeDocument/2006/relationships" id="385" r:id="Rae82d5c2ce9344c1"/>
    <p:sldId xmlns:r="http://schemas.openxmlformats.org/officeDocument/2006/relationships" id="386" r:id="R42fd23ac80384c19"/>
    <p:sldId xmlns:r="http://schemas.openxmlformats.org/officeDocument/2006/relationships" id="387" r:id="R827e68d6d74b4d10"/>
    <p:sldId xmlns:r="http://schemas.openxmlformats.org/officeDocument/2006/relationships" id="388" r:id="R138543ed8e8d43b8"/>
    <p:sldId xmlns:r="http://schemas.openxmlformats.org/officeDocument/2006/relationships" id="389" r:id="Rbecb8887dae849ad"/>
    <p:sldId xmlns:r="http://schemas.openxmlformats.org/officeDocument/2006/relationships" id="390" r:id="Re9721051af1c4cf9"/>
    <p:sldId xmlns:r="http://schemas.openxmlformats.org/officeDocument/2006/relationships" id="391" r:id="R13f8ec657f0e4233"/>
    <p:sldId xmlns:r="http://schemas.openxmlformats.org/officeDocument/2006/relationships" id="392" r:id="R22e6769f88eb4d95"/>
    <p:sldId xmlns:r="http://schemas.openxmlformats.org/officeDocument/2006/relationships" id="393" r:id="Re3108d4bf3fd4336"/>
    <p:sldId xmlns:r="http://schemas.openxmlformats.org/officeDocument/2006/relationships" id="394" r:id="Rfdf28e699bbb4b29"/>
    <p:sldId xmlns:r="http://schemas.openxmlformats.org/officeDocument/2006/relationships" id="395" r:id="Rc1c25eef476d4ed3"/>
    <p:sldId xmlns:r="http://schemas.openxmlformats.org/officeDocument/2006/relationships" id="396" r:id="R76c52fde11ec45b4"/>
    <p:sldId xmlns:r="http://schemas.openxmlformats.org/officeDocument/2006/relationships" id="397" r:id="R341b9aa38a9c4483"/>
    <p:sldId xmlns:r="http://schemas.openxmlformats.org/officeDocument/2006/relationships" id="398" r:id="Ref0015c445394c7c"/>
    <p:sldId xmlns:r="http://schemas.openxmlformats.org/officeDocument/2006/relationships" id="399" r:id="R423b0406873c4898"/>
    <p:sldId xmlns:r="http://schemas.openxmlformats.org/officeDocument/2006/relationships" id="400" r:id="R389c73883ffc43c9"/>
    <p:sldId xmlns:r="http://schemas.openxmlformats.org/officeDocument/2006/relationships" id="401" r:id="R52174d36becd4f8b"/>
    <p:sldId xmlns:r="http://schemas.openxmlformats.org/officeDocument/2006/relationships" id="402" r:id="Rfa9ce3326e7a4a50"/>
    <p:sldId xmlns:r="http://schemas.openxmlformats.org/officeDocument/2006/relationships" id="403" r:id="R94af8645dafd4e88"/>
    <p:sldId xmlns:r="http://schemas.openxmlformats.org/officeDocument/2006/relationships" id="404" r:id="Rdbc799bb08174447"/>
    <p:sldId xmlns:r="http://schemas.openxmlformats.org/officeDocument/2006/relationships" id="405" r:id="Rfb2b8cbba0204506"/>
    <p:sldId xmlns:r="http://schemas.openxmlformats.org/officeDocument/2006/relationships" id="406" r:id="Rca54f7a5060a47aa"/>
    <p:sldId xmlns:r="http://schemas.openxmlformats.org/officeDocument/2006/relationships" id="407" r:id="R9785f3c560304186"/>
    <p:sldId xmlns:r="http://schemas.openxmlformats.org/officeDocument/2006/relationships" id="408" r:id="R18305834b8ad46b7"/>
    <p:sldId xmlns:r="http://schemas.openxmlformats.org/officeDocument/2006/relationships" id="409" r:id="R6b781f83a4a14e4d"/>
    <p:sldId xmlns:r="http://schemas.openxmlformats.org/officeDocument/2006/relationships" id="410" r:id="R684bd2c42793443a"/>
    <p:sldId xmlns:r="http://schemas.openxmlformats.org/officeDocument/2006/relationships" id="411" r:id="Ra8e6562265344a74"/>
    <p:sldId xmlns:r="http://schemas.openxmlformats.org/officeDocument/2006/relationships" id="412" r:id="Rdaacb05b6b2b4653"/>
    <p:sldId xmlns:r="http://schemas.openxmlformats.org/officeDocument/2006/relationships" id="413" r:id="R00e3c181e59e4dac"/>
    <p:sldId xmlns:r="http://schemas.openxmlformats.org/officeDocument/2006/relationships" id="414" r:id="Re732f343ba174e53"/>
    <p:sldId xmlns:r="http://schemas.openxmlformats.org/officeDocument/2006/relationships" id="415" r:id="Re86fb6c935fe4632"/>
    <p:sldId xmlns:r="http://schemas.openxmlformats.org/officeDocument/2006/relationships" id="416" r:id="R81560476374849de"/>
    <p:sldId xmlns:r="http://schemas.openxmlformats.org/officeDocument/2006/relationships" id="417" r:id="R0b1e119bcd834ae1"/>
    <p:sldId xmlns:r="http://schemas.openxmlformats.org/officeDocument/2006/relationships" id="418" r:id="R9e1017706a7641be"/>
    <p:sldId xmlns:r="http://schemas.openxmlformats.org/officeDocument/2006/relationships" id="419" r:id="R0a38f8e9b1b14c5f"/>
    <p:sldId xmlns:r="http://schemas.openxmlformats.org/officeDocument/2006/relationships" id="420" r:id="R339beb5ac8a24e45"/>
    <p:sldId xmlns:r="http://schemas.openxmlformats.org/officeDocument/2006/relationships" id="421" r:id="R1d6d7593179a43f0"/>
    <p:sldId xmlns:r="http://schemas.openxmlformats.org/officeDocument/2006/relationships" id="422" r:id="R7c3602201e8c436f"/>
    <p:sldId xmlns:r="http://schemas.openxmlformats.org/officeDocument/2006/relationships" id="423" r:id="R88db2c95c6464ccf"/>
    <p:sldId xmlns:r="http://schemas.openxmlformats.org/officeDocument/2006/relationships" id="424" r:id="R2938fc1d66ba4130"/>
    <p:sldId xmlns:r="http://schemas.openxmlformats.org/officeDocument/2006/relationships" id="425" r:id="R5180f4dc95ba4f25"/>
    <p:sldId xmlns:r="http://schemas.openxmlformats.org/officeDocument/2006/relationships" id="426" r:id="R09d2ab761e22423f"/>
    <p:sldId xmlns:r="http://schemas.openxmlformats.org/officeDocument/2006/relationships" id="427" r:id="R7f5c222e44e74e6e"/>
    <p:sldId xmlns:r="http://schemas.openxmlformats.org/officeDocument/2006/relationships" id="428" r:id="R3ee5d4a986f447e1"/>
    <p:sldId xmlns:r="http://schemas.openxmlformats.org/officeDocument/2006/relationships" id="429" r:id="Rdb50bcf9242d4402"/>
    <p:sldId xmlns:r="http://schemas.openxmlformats.org/officeDocument/2006/relationships" id="430" r:id="R9f340604c3e1471e"/>
    <p:sldId xmlns:r="http://schemas.openxmlformats.org/officeDocument/2006/relationships" id="431" r:id="R5d4036c94f734842"/>
    <p:sldId xmlns:r="http://schemas.openxmlformats.org/officeDocument/2006/relationships" id="432" r:id="Rbcae8aa79a88458d"/>
    <p:sldId xmlns:r="http://schemas.openxmlformats.org/officeDocument/2006/relationships" id="433" r:id="R534c1a5e635245a6"/>
    <p:sldId xmlns:r="http://schemas.openxmlformats.org/officeDocument/2006/relationships" id="434" r:id="Rd261b57d65344fee"/>
    <p:sldId xmlns:r="http://schemas.openxmlformats.org/officeDocument/2006/relationships" id="435" r:id="Rbc6678466c354769"/>
    <p:sldId xmlns:r="http://schemas.openxmlformats.org/officeDocument/2006/relationships" id="436" r:id="Raf83f07a861c45f8"/>
    <p:sldId xmlns:r="http://schemas.openxmlformats.org/officeDocument/2006/relationships" id="437" r:id="Rd8ef410f1b3a4cf8"/>
    <p:sldId xmlns:r="http://schemas.openxmlformats.org/officeDocument/2006/relationships" id="438" r:id="R351d12b72fc14dff"/>
    <p:sldId xmlns:r="http://schemas.openxmlformats.org/officeDocument/2006/relationships" id="439" r:id="R228b358325dc4aa5"/>
    <p:sldId xmlns:r="http://schemas.openxmlformats.org/officeDocument/2006/relationships" id="440" r:id="Rf735ece56c1c4548"/>
    <p:sldId xmlns:r="http://schemas.openxmlformats.org/officeDocument/2006/relationships" id="441" r:id="R4a0d3eecea0147a8"/>
    <p:sldId xmlns:r="http://schemas.openxmlformats.org/officeDocument/2006/relationships" id="442" r:id="R49319a73512f4425"/>
    <p:sldId xmlns:r="http://schemas.openxmlformats.org/officeDocument/2006/relationships" id="443" r:id="R8460446aba6c45a4"/>
    <p:sldId xmlns:r="http://schemas.openxmlformats.org/officeDocument/2006/relationships" id="444" r:id="R61be328bfa30442d"/>
    <p:sldId xmlns:r="http://schemas.openxmlformats.org/officeDocument/2006/relationships" id="445" r:id="R177523bf7e13495e"/>
    <p:sldId xmlns:r="http://schemas.openxmlformats.org/officeDocument/2006/relationships" id="446" r:id="Rbb854aefb6744343"/>
    <p:sldId xmlns:r="http://schemas.openxmlformats.org/officeDocument/2006/relationships" id="447" r:id="Re0bc01db3cab49f7"/>
    <p:sldId xmlns:r="http://schemas.openxmlformats.org/officeDocument/2006/relationships" id="448" r:id="Rbb358dce4baa4bba"/>
    <p:sldId xmlns:r="http://schemas.openxmlformats.org/officeDocument/2006/relationships" id="449" r:id="R2b27e27331e743b0"/>
    <p:sldId xmlns:r="http://schemas.openxmlformats.org/officeDocument/2006/relationships" id="450" r:id="Re6289e29326e490e"/>
    <p:sldId xmlns:r="http://schemas.openxmlformats.org/officeDocument/2006/relationships" id="451" r:id="Rf29eedeb27a64a2b"/>
    <p:sldId xmlns:r="http://schemas.openxmlformats.org/officeDocument/2006/relationships" id="452" r:id="R1eb4f0744ced4606"/>
    <p:sldId xmlns:r="http://schemas.openxmlformats.org/officeDocument/2006/relationships" id="453" r:id="Rc570c06969094134"/>
    <p:sldId xmlns:r="http://schemas.openxmlformats.org/officeDocument/2006/relationships" id="454" r:id="R186db57d87fe4ca9"/>
    <p:sldId xmlns:r="http://schemas.openxmlformats.org/officeDocument/2006/relationships" id="455" r:id="Rd907cb2831de4d17"/>
    <p:sldId xmlns:r="http://schemas.openxmlformats.org/officeDocument/2006/relationships" id="456" r:id="R9dcbf226cd2b43dd"/>
    <p:sldId xmlns:r="http://schemas.openxmlformats.org/officeDocument/2006/relationships" id="457" r:id="R1ce41420a93d411a"/>
    <p:sldId xmlns:r="http://schemas.openxmlformats.org/officeDocument/2006/relationships" id="458" r:id="R0d8b50c34c334c11"/>
    <p:sldId xmlns:r="http://schemas.openxmlformats.org/officeDocument/2006/relationships" id="459" r:id="Rb6c24b923bc444ef"/>
    <p:sldId xmlns:r="http://schemas.openxmlformats.org/officeDocument/2006/relationships" id="460" r:id="R418ca8210a374ab3"/>
    <p:sldId xmlns:r="http://schemas.openxmlformats.org/officeDocument/2006/relationships" id="461" r:id="Rd5690248281a4184"/>
    <p:sldId xmlns:r="http://schemas.openxmlformats.org/officeDocument/2006/relationships" id="462" r:id="Rd4d3f12877d748ce"/>
    <p:sldId xmlns:r="http://schemas.openxmlformats.org/officeDocument/2006/relationships" id="463" r:id="R7cf678671735460d"/>
    <p:sldId xmlns:r="http://schemas.openxmlformats.org/officeDocument/2006/relationships" id="464" r:id="R7573eb43130c403e"/>
    <p:sldId xmlns:r="http://schemas.openxmlformats.org/officeDocument/2006/relationships" id="465" r:id="R10e00137121e458c"/>
    <p:sldId xmlns:r="http://schemas.openxmlformats.org/officeDocument/2006/relationships" id="466" r:id="Ref7632353a354f13"/>
    <p:sldId xmlns:r="http://schemas.openxmlformats.org/officeDocument/2006/relationships" id="467" r:id="Rf83468c516214bad"/>
    <p:sldId xmlns:r="http://schemas.openxmlformats.org/officeDocument/2006/relationships" id="468" r:id="Ra7590c5196a84684"/>
    <p:sldId xmlns:r="http://schemas.openxmlformats.org/officeDocument/2006/relationships" id="469" r:id="R2435ec18895d40f7"/>
    <p:sldId xmlns:r="http://schemas.openxmlformats.org/officeDocument/2006/relationships" id="470" r:id="Ra8353022a0b04c19"/>
    <p:sldId xmlns:r="http://schemas.openxmlformats.org/officeDocument/2006/relationships" id="471" r:id="Rfe4ae0979c83497c"/>
    <p:sldId xmlns:r="http://schemas.openxmlformats.org/officeDocument/2006/relationships" id="472" r:id="R755dfa6de6dd4887"/>
    <p:sldId xmlns:r="http://schemas.openxmlformats.org/officeDocument/2006/relationships" id="473" r:id="R55cd8472ba994b39"/>
    <p:sldId xmlns:r="http://schemas.openxmlformats.org/officeDocument/2006/relationships" id="474" r:id="R9f06393c4cf64421"/>
    <p:sldId xmlns:r="http://schemas.openxmlformats.org/officeDocument/2006/relationships" id="475" r:id="Rdc6a12df02bd4525"/>
    <p:sldId xmlns:r="http://schemas.openxmlformats.org/officeDocument/2006/relationships" id="476" r:id="Rf888210f0df54e03"/>
    <p:sldId xmlns:r="http://schemas.openxmlformats.org/officeDocument/2006/relationships" id="477" r:id="R7894bffa6fed40db"/>
    <p:sldId xmlns:r="http://schemas.openxmlformats.org/officeDocument/2006/relationships" id="478" r:id="Rbbf627caa0d94903"/>
    <p:sldId xmlns:r="http://schemas.openxmlformats.org/officeDocument/2006/relationships" id="479" r:id="R9e6e85aa49b8492e"/>
    <p:sldId xmlns:r="http://schemas.openxmlformats.org/officeDocument/2006/relationships" id="480" r:id="Rde1ed916b9a94303"/>
    <p:sldId xmlns:r="http://schemas.openxmlformats.org/officeDocument/2006/relationships" id="481" r:id="Rcd3887fd21d1440d"/>
    <p:sldId xmlns:r="http://schemas.openxmlformats.org/officeDocument/2006/relationships" id="482" r:id="R6b581cb206614a13"/>
    <p:sldId xmlns:r="http://schemas.openxmlformats.org/officeDocument/2006/relationships" id="483" r:id="Rd4d70732ff504756"/>
    <p:sldId xmlns:r="http://schemas.openxmlformats.org/officeDocument/2006/relationships" id="484" r:id="Rb354f230cece4a86"/>
    <p:sldId xmlns:r="http://schemas.openxmlformats.org/officeDocument/2006/relationships" id="485" r:id="R062e9317c1684ea8"/>
    <p:sldId xmlns:r="http://schemas.openxmlformats.org/officeDocument/2006/relationships" id="486" r:id="Rccb98b5058134b76"/>
    <p:sldId xmlns:r="http://schemas.openxmlformats.org/officeDocument/2006/relationships" id="487" r:id="R423d684aa2ac4f89"/>
    <p:sldId xmlns:r="http://schemas.openxmlformats.org/officeDocument/2006/relationships" id="488" r:id="R7a92b9383b6e45b9"/>
    <p:sldId xmlns:r="http://schemas.openxmlformats.org/officeDocument/2006/relationships" id="489" r:id="Rf7ed40767ea542fb"/>
    <p:sldId xmlns:r="http://schemas.openxmlformats.org/officeDocument/2006/relationships" id="490" r:id="R4f5ef42a940b4bb4"/>
    <p:sldId xmlns:r="http://schemas.openxmlformats.org/officeDocument/2006/relationships" id="491" r:id="R8a8ddc48dcf64ba1"/>
    <p:sldId xmlns:r="http://schemas.openxmlformats.org/officeDocument/2006/relationships" id="492" r:id="Radc1ee9b01c34d5f"/>
    <p:sldId xmlns:r="http://schemas.openxmlformats.org/officeDocument/2006/relationships" id="493" r:id="R95cd8b43a81f4142"/>
    <p:sldId xmlns:r="http://schemas.openxmlformats.org/officeDocument/2006/relationships" id="494" r:id="Rea17a30ab3a746fc"/>
    <p:sldId xmlns:r="http://schemas.openxmlformats.org/officeDocument/2006/relationships" id="495" r:id="Rbdf402d50fb84bec"/>
    <p:sldId xmlns:r="http://schemas.openxmlformats.org/officeDocument/2006/relationships" id="496" r:id="R76bf813d66b64f53"/>
    <p:sldId xmlns:r="http://schemas.openxmlformats.org/officeDocument/2006/relationships" id="497" r:id="Raf8c923860b045fa"/>
    <p:sldId xmlns:r="http://schemas.openxmlformats.org/officeDocument/2006/relationships" id="498" r:id="R6830f1a5b74845e2"/>
    <p:sldId xmlns:r="http://schemas.openxmlformats.org/officeDocument/2006/relationships" id="499" r:id="R3f722ed366ec47cc"/>
    <p:sldId xmlns:r="http://schemas.openxmlformats.org/officeDocument/2006/relationships" id="500" r:id="Ra094de521dc34d80"/>
    <p:sldId xmlns:r="http://schemas.openxmlformats.org/officeDocument/2006/relationships" id="501" r:id="R2520854163924730"/>
    <p:sldId xmlns:r="http://schemas.openxmlformats.org/officeDocument/2006/relationships" id="502" r:id="R9a4e38867cf34135"/>
    <p:sldId xmlns:r="http://schemas.openxmlformats.org/officeDocument/2006/relationships" id="503" r:id="Rc0f6b00db66e4c32"/>
    <p:sldId xmlns:r="http://schemas.openxmlformats.org/officeDocument/2006/relationships" id="504" r:id="Rb4aa8e0a626c4135"/>
    <p:sldId xmlns:r="http://schemas.openxmlformats.org/officeDocument/2006/relationships" id="505" r:id="R7c0b1fea3c114b24"/>
    <p:sldId xmlns:r="http://schemas.openxmlformats.org/officeDocument/2006/relationships" id="506" r:id="R7850cec6bf8b4f57"/>
    <p:sldId xmlns:r="http://schemas.openxmlformats.org/officeDocument/2006/relationships" id="507" r:id="Rd5efcec5bcdd4526"/>
    <p:sldId xmlns:r="http://schemas.openxmlformats.org/officeDocument/2006/relationships" id="508" r:id="R44589c1949464644"/>
    <p:sldId xmlns:r="http://schemas.openxmlformats.org/officeDocument/2006/relationships" id="509" r:id="R6d9ebd3261c04156"/>
    <p:sldId xmlns:r="http://schemas.openxmlformats.org/officeDocument/2006/relationships" id="510" r:id="Rd1c9b0d1bbb64ea0"/>
    <p:sldId xmlns:r="http://schemas.openxmlformats.org/officeDocument/2006/relationships" id="511" r:id="Reb5d60edd74740c4"/>
    <p:sldId xmlns:r="http://schemas.openxmlformats.org/officeDocument/2006/relationships" id="512" r:id="R695c05c6c0e14fdc"/>
    <p:sldId xmlns:r="http://schemas.openxmlformats.org/officeDocument/2006/relationships" id="513" r:id="R57c06b0cd5474751"/>
    <p:sldId xmlns:r="http://schemas.openxmlformats.org/officeDocument/2006/relationships" id="514" r:id="R5e692d8ac04945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0e925bdbdf4c33" /><Relationship Type="http://schemas.openxmlformats.org/officeDocument/2006/relationships/slideMaster" Target="/ppt/slideMasters/slideMaster1.xml" Id="R6da290bf46e04fc4" /><Relationship Type="http://schemas.openxmlformats.org/officeDocument/2006/relationships/notesMaster" Target="/ppt/notesMasters/notesMaster1.xml" Id="Rb96a9f6c630647a4" /><Relationship Type="http://schemas.openxmlformats.org/officeDocument/2006/relationships/presProps" Target="/ppt/presProps.xml" Id="R76ee3a7060b24014" /><Relationship Type="http://schemas.openxmlformats.org/officeDocument/2006/relationships/tableStyles" Target="/ppt/tableStyles.xml" Id="Re21532ccc1024b14" /><Relationship Type="http://schemas.openxmlformats.org/officeDocument/2006/relationships/slide" Target="/ppt/slides/slide1.xml" Id="Rb4a1cda081f343d1" /><Relationship Type="http://schemas.openxmlformats.org/officeDocument/2006/relationships/slide" Target="/ppt/slides/slide2.xml" Id="Rdb944d5da00e4634" /><Relationship Type="http://schemas.openxmlformats.org/officeDocument/2006/relationships/slide" Target="/ppt/slides/slide3.xml" Id="Rd9345e99b0744e17" /><Relationship Type="http://schemas.openxmlformats.org/officeDocument/2006/relationships/slide" Target="/ppt/slides/slide4.xml" Id="R0747527e35f244a4" /><Relationship Type="http://schemas.openxmlformats.org/officeDocument/2006/relationships/slide" Target="/ppt/slides/slide5.xml" Id="R48eb368d2ee645b6" /><Relationship Type="http://schemas.openxmlformats.org/officeDocument/2006/relationships/slide" Target="/ppt/slides/slide6.xml" Id="R83eb7e83e1a44857" /><Relationship Type="http://schemas.openxmlformats.org/officeDocument/2006/relationships/slide" Target="/ppt/slides/slide7.xml" Id="Rb24c1c9c4d4c4d53" /><Relationship Type="http://schemas.openxmlformats.org/officeDocument/2006/relationships/slide" Target="/ppt/slides/slide8.xml" Id="Rd19adb1515024d98" /><Relationship Type="http://schemas.openxmlformats.org/officeDocument/2006/relationships/slide" Target="/ppt/slides/slide9.xml" Id="R6cd4a82897f342f3" /><Relationship Type="http://schemas.openxmlformats.org/officeDocument/2006/relationships/slide" Target="/ppt/slides/slide10.xml" Id="R274eb24586564dfd" /><Relationship Type="http://schemas.openxmlformats.org/officeDocument/2006/relationships/slide" Target="/ppt/slides/slide11.xml" Id="R12e5ab89fa2d42d7" /><Relationship Type="http://schemas.openxmlformats.org/officeDocument/2006/relationships/slide" Target="/ppt/slides/slide12.xml" Id="R8c026d95656c4c53" /><Relationship Type="http://schemas.openxmlformats.org/officeDocument/2006/relationships/slide" Target="/ppt/slides/slide13.xml" Id="R90a81e077912487a" /><Relationship Type="http://schemas.openxmlformats.org/officeDocument/2006/relationships/slide" Target="/ppt/slides/slide14.xml" Id="R60d0f63e584f424d" /><Relationship Type="http://schemas.openxmlformats.org/officeDocument/2006/relationships/slide" Target="/ppt/slides/slide15.xml" Id="Re547e554e5f84201" /><Relationship Type="http://schemas.openxmlformats.org/officeDocument/2006/relationships/slide" Target="/ppt/slides/slide16.xml" Id="Ra5c5a52aaca94015" /><Relationship Type="http://schemas.openxmlformats.org/officeDocument/2006/relationships/slide" Target="/ppt/slides/slide17.xml" Id="R2ae22257fd964e9e" /><Relationship Type="http://schemas.openxmlformats.org/officeDocument/2006/relationships/slide" Target="/ppt/slides/slide18.xml" Id="R9dc13a23efbb410b" /><Relationship Type="http://schemas.openxmlformats.org/officeDocument/2006/relationships/slide" Target="/ppt/slides/slide19.xml" Id="R42b12a09b9304697" /><Relationship Type="http://schemas.openxmlformats.org/officeDocument/2006/relationships/slide" Target="/ppt/slides/slide20.xml" Id="Rf2241c58feea4662" /><Relationship Type="http://schemas.openxmlformats.org/officeDocument/2006/relationships/slide" Target="/ppt/slides/slide21.xml" Id="Rc10f17c6680244bd" /><Relationship Type="http://schemas.openxmlformats.org/officeDocument/2006/relationships/slide" Target="/ppt/slides/slide22.xml" Id="R267eff4817314779" /><Relationship Type="http://schemas.openxmlformats.org/officeDocument/2006/relationships/slide" Target="/ppt/slides/slide23.xml" Id="R37b6875f19ed4e72" /><Relationship Type="http://schemas.openxmlformats.org/officeDocument/2006/relationships/slide" Target="/ppt/slides/slide24.xml" Id="Rc23016d48a7c4873" /><Relationship Type="http://schemas.openxmlformats.org/officeDocument/2006/relationships/slide" Target="/ppt/slides/slide25.xml" Id="R140b0ab749424e88" /><Relationship Type="http://schemas.openxmlformats.org/officeDocument/2006/relationships/slide" Target="/ppt/slides/slide26.xml" Id="Rd07683bcd81c4c0b" /><Relationship Type="http://schemas.openxmlformats.org/officeDocument/2006/relationships/slide" Target="/ppt/slides/slide27.xml" Id="Rbe604e6779694e35" /><Relationship Type="http://schemas.openxmlformats.org/officeDocument/2006/relationships/slide" Target="/ppt/slides/slide28.xml" Id="R3b0e62c5cb3445cf" /><Relationship Type="http://schemas.openxmlformats.org/officeDocument/2006/relationships/slide" Target="/ppt/slides/slide29.xml" Id="R45d84b98b7254279" /><Relationship Type="http://schemas.openxmlformats.org/officeDocument/2006/relationships/slide" Target="/ppt/slides/slide30.xml" Id="Rc7639d72762d4f25" /><Relationship Type="http://schemas.openxmlformats.org/officeDocument/2006/relationships/slide" Target="/ppt/slides/slide31.xml" Id="R8d33d63e0daa415f" /><Relationship Type="http://schemas.openxmlformats.org/officeDocument/2006/relationships/slide" Target="/ppt/slides/slide32.xml" Id="R696fa48854744d2f" /><Relationship Type="http://schemas.openxmlformats.org/officeDocument/2006/relationships/slide" Target="/ppt/slides/slide33.xml" Id="Rf3da312ddb514e4a" /><Relationship Type="http://schemas.openxmlformats.org/officeDocument/2006/relationships/slide" Target="/ppt/slides/slide34.xml" Id="R94a5e554d5604ef3" /><Relationship Type="http://schemas.openxmlformats.org/officeDocument/2006/relationships/slide" Target="/ppt/slides/slide35.xml" Id="R8960e20ad2474c25" /><Relationship Type="http://schemas.openxmlformats.org/officeDocument/2006/relationships/slide" Target="/ppt/slides/slide36.xml" Id="Rd6115503004f4f2c" /><Relationship Type="http://schemas.openxmlformats.org/officeDocument/2006/relationships/slide" Target="/ppt/slides/slide37.xml" Id="R0fd2869bbdb74356" /><Relationship Type="http://schemas.openxmlformats.org/officeDocument/2006/relationships/slide" Target="/ppt/slides/slide38.xml" Id="R67353a42917b4c4e" /><Relationship Type="http://schemas.openxmlformats.org/officeDocument/2006/relationships/slide" Target="/ppt/slides/slide39.xml" Id="Rdb1e075dcf2441b7" /><Relationship Type="http://schemas.openxmlformats.org/officeDocument/2006/relationships/slide" Target="/ppt/slides/slide40.xml" Id="R2fb82198221a4852" /><Relationship Type="http://schemas.openxmlformats.org/officeDocument/2006/relationships/slide" Target="/ppt/slides/slide41.xml" Id="Reb854e4c449747a3" /><Relationship Type="http://schemas.openxmlformats.org/officeDocument/2006/relationships/slide" Target="/ppt/slides/slide42.xml" Id="R504a2451fd904fd3" /><Relationship Type="http://schemas.openxmlformats.org/officeDocument/2006/relationships/slide" Target="/ppt/slides/slide43.xml" Id="R2d491db49c334543" /><Relationship Type="http://schemas.openxmlformats.org/officeDocument/2006/relationships/slide" Target="/ppt/slides/slide44.xml" Id="R2aed4ac9100d4807" /><Relationship Type="http://schemas.openxmlformats.org/officeDocument/2006/relationships/slide" Target="/ppt/slides/slide45.xml" Id="Ra1163d8d46094cd3" /><Relationship Type="http://schemas.openxmlformats.org/officeDocument/2006/relationships/slide" Target="/ppt/slides/slide46.xml" Id="R14754c34d249488e" /><Relationship Type="http://schemas.openxmlformats.org/officeDocument/2006/relationships/slide" Target="/ppt/slides/slide47.xml" Id="R73ff349d67d845a0" /><Relationship Type="http://schemas.openxmlformats.org/officeDocument/2006/relationships/slide" Target="/ppt/slides/slide48.xml" Id="R805cce288a4d4c5e" /><Relationship Type="http://schemas.openxmlformats.org/officeDocument/2006/relationships/slide" Target="/ppt/slides/slide49.xml" Id="Rc70b29ad7b114b4a" /><Relationship Type="http://schemas.openxmlformats.org/officeDocument/2006/relationships/slide" Target="/ppt/slides/slide50.xml" Id="R66b43106cbd448e4" /><Relationship Type="http://schemas.openxmlformats.org/officeDocument/2006/relationships/slide" Target="/ppt/slides/slide51.xml" Id="R7d7245a1e0bf40c2" /><Relationship Type="http://schemas.openxmlformats.org/officeDocument/2006/relationships/slide" Target="/ppt/slides/slide52.xml" Id="Rf0d077c68be940ce" /><Relationship Type="http://schemas.openxmlformats.org/officeDocument/2006/relationships/slide" Target="/ppt/slides/slide53.xml" Id="R54fbcf5209464ab1" /><Relationship Type="http://schemas.openxmlformats.org/officeDocument/2006/relationships/slide" Target="/ppt/slides/slide54.xml" Id="Rc159dd561a994b5c" /><Relationship Type="http://schemas.openxmlformats.org/officeDocument/2006/relationships/slide" Target="/ppt/slides/slide55.xml" Id="Rf685cefc14904bef" /><Relationship Type="http://schemas.openxmlformats.org/officeDocument/2006/relationships/slide" Target="/ppt/slides/slide56.xml" Id="Rd7e078e6a4864392" /><Relationship Type="http://schemas.openxmlformats.org/officeDocument/2006/relationships/slide" Target="/ppt/slides/slide57.xml" Id="Rb12a59f855cc47af" /><Relationship Type="http://schemas.openxmlformats.org/officeDocument/2006/relationships/slide" Target="/ppt/slides/slide58.xml" Id="R9f3156eea1424343" /><Relationship Type="http://schemas.openxmlformats.org/officeDocument/2006/relationships/slide" Target="/ppt/slides/slide59.xml" Id="R902f8b6b0b6c4eda" /><Relationship Type="http://schemas.openxmlformats.org/officeDocument/2006/relationships/slide" Target="/ppt/slides/slide60.xml" Id="Rffeb88a1496e473d" /><Relationship Type="http://schemas.openxmlformats.org/officeDocument/2006/relationships/slide" Target="/ppt/slides/slide61.xml" Id="R13ec2ec68a504b43" /><Relationship Type="http://schemas.openxmlformats.org/officeDocument/2006/relationships/slide" Target="/ppt/slides/slide62.xml" Id="R1c5a592fd99e4e21" /><Relationship Type="http://schemas.openxmlformats.org/officeDocument/2006/relationships/slide" Target="/ppt/slides/slide63.xml" Id="Rb62449ff186a4691" /><Relationship Type="http://schemas.openxmlformats.org/officeDocument/2006/relationships/slide" Target="/ppt/slides/slide64.xml" Id="Ra22649d554704044" /><Relationship Type="http://schemas.openxmlformats.org/officeDocument/2006/relationships/slide" Target="/ppt/slides/slide65.xml" Id="R9dbdae9c51504d18" /><Relationship Type="http://schemas.openxmlformats.org/officeDocument/2006/relationships/slide" Target="/ppt/slides/slide66.xml" Id="R2e36c66f4f8140b0" /><Relationship Type="http://schemas.openxmlformats.org/officeDocument/2006/relationships/slide" Target="/ppt/slides/slide67.xml" Id="R2a84d5ae99e34635" /><Relationship Type="http://schemas.openxmlformats.org/officeDocument/2006/relationships/slide" Target="/ppt/slides/slide68.xml" Id="R1dc22f05b53a4d8a" /><Relationship Type="http://schemas.openxmlformats.org/officeDocument/2006/relationships/slide" Target="/ppt/slides/slide69.xml" Id="Rc967141bdc22441e" /><Relationship Type="http://schemas.openxmlformats.org/officeDocument/2006/relationships/slide" Target="/ppt/slides/slide70.xml" Id="R842e6fd26acf44bd" /><Relationship Type="http://schemas.openxmlformats.org/officeDocument/2006/relationships/slide" Target="/ppt/slides/slide71.xml" Id="Rc48c4e66ec8245f6" /><Relationship Type="http://schemas.openxmlformats.org/officeDocument/2006/relationships/slide" Target="/ppt/slides/slide72.xml" Id="Rdfa3ac8ee8b54f9f" /><Relationship Type="http://schemas.openxmlformats.org/officeDocument/2006/relationships/slide" Target="/ppt/slides/slide73.xml" Id="Rac702e2c61c24156" /><Relationship Type="http://schemas.openxmlformats.org/officeDocument/2006/relationships/slide" Target="/ppt/slides/slide74.xml" Id="Rfaeeb261fe184e9b" /><Relationship Type="http://schemas.openxmlformats.org/officeDocument/2006/relationships/slide" Target="/ppt/slides/slide75.xml" Id="R25cb0600b3ea4f10" /><Relationship Type="http://schemas.openxmlformats.org/officeDocument/2006/relationships/slide" Target="/ppt/slides/slide76.xml" Id="Rb6272915cc8b48fc" /><Relationship Type="http://schemas.openxmlformats.org/officeDocument/2006/relationships/slide" Target="/ppt/slides/slide77.xml" Id="Rdff65fa9800c4a74" /><Relationship Type="http://schemas.openxmlformats.org/officeDocument/2006/relationships/slide" Target="/ppt/slides/slide78.xml" Id="R3609f09633a44373" /><Relationship Type="http://schemas.openxmlformats.org/officeDocument/2006/relationships/slide" Target="/ppt/slides/slide79.xml" Id="R22ffc39f355c41c7" /><Relationship Type="http://schemas.openxmlformats.org/officeDocument/2006/relationships/slide" Target="/ppt/slides/slide80.xml" Id="Rc069553afb334825" /><Relationship Type="http://schemas.openxmlformats.org/officeDocument/2006/relationships/slide" Target="/ppt/slides/slide81.xml" Id="Rfff6fde16b2040a7" /><Relationship Type="http://schemas.openxmlformats.org/officeDocument/2006/relationships/slide" Target="/ppt/slides/slide82.xml" Id="Rd54a77c1531648d0" /><Relationship Type="http://schemas.openxmlformats.org/officeDocument/2006/relationships/slide" Target="/ppt/slides/slide83.xml" Id="R692bea5fb001498d" /><Relationship Type="http://schemas.openxmlformats.org/officeDocument/2006/relationships/slide" Target="/ppt/slides/slide84.xml" Id="R3b3bf647c2974669" /><Relationship Type="http://schemas.openxmlformats.org/officeDocument/2006/relationships/slide" Target="/ppt/slides/slide85.xml" Id="R0cd9ed47e0e141a2" /><Relationship Type="http://schemas.openxmlformats.org/officeDocument/2006/relationships/slide" Target="/ppt/slides/slide86.xml" Id="R129033ce90674b0f" /><Relationship Type="http://schemas.openxmlformats.org/officeDocument/2006/relationships/slide" Target="/ppt/slides/slide87.xml" Id="R83510d1544814b37" /><Relationship Type="http://schemas.openxmlformats.org/officeDocument/2006/relationships/slide" Target="/ppt/slides/slide88.xml" Id="R5b908f0d27e348aa" /><Relationship Type="http://schemas.openxmlformats.org/officeDocument/2006/relationships/slide" Target="/ppt/slides/slide89.xml" Id="R2e872f51aa424448" /><Relationship Type="http://schemas.openxmlformats.org/officeDocument/2006/relationships/slide" Target="/ppt/slides/slide90.xml" Id="R83ffe26f7bf44eac" /><Relationship Type="http://schemas.openxmlformats.org/officeDocument/2006/relationships/slide" Target="/ppt/slides/slide91.xml" Id="Rf4b1426868914af5" /><Relationship Type="http://schemas.openxmlformats.org/officeDocument/2006/relationships/slide" Target="/ppt/slides/slide92.xml" Id="R6b45547e54c14b80" /><Relationship Type="http://schemas.openxmlformats.org/officeDocument/2006/relationships/slide" Target="/ppt/slides/slide93.xml" Id="R9a6ce029161d40e1" /><Relationship Type="http://schemas.openxmlformats.org/officeDocument/2006/relationships/slide" Target="/ppt/slides/slide94.xml" Id="Rc0fcb9fb96c44edb" /><Relationship Type="http://schemas.openxmlformats.org/officeDocument/2006/relationships/slide" Target="/ppt/slides/slide95.xml" Id="R6fd23bf6662c4633" /><Relationship Type="http://schemas.openxmlformats.org/officeDocument/2006/relationships/slide" Target="/ppt/slides/slide96.xml" Id="Rd7be2407a7954a43" /><Relationship Type="http://schemas.openxmlformats.org/officeDocument/2006/relationships/slide" Target="/ppt/slides/slide97.xml" Id="Raf375b3337114065" /><Relationship Type="http://schemas.openxmlformats.org/officeDocument/2006/relationships/slide" Target="/ppt/slides/slide98.xml" Id="R402d8fe441334070" /><Relationship Type="http://schemas.openxmlformats.org/officeDocument/2006/relationships/slide" Target="/ppt/slides/slide99.xml" Id="R2b4998d328284585" /><Relationship Type="http://schemas.openxmlformats.org/officeDocument/2006/relationships/slide" Target="/ppt/slides/slide100.xml" Id="R09645f8e36934f21" /><Relationship Type="http://schemas.openxmlformats.org/officeDocument/2006/relationships/slide" Target="/ppt/slides/slide101.xml" Id="Re692f60eb5bf4a45" /><Relationship Type="http://schemas.openxmlformats.org/officeDocument/2006/relationships/slide" Target="/ppt/slides/slide102.xml" Id="Re03dd4a7d19c4447" /><Relationship Type="http://schemas.openxmlformats.org/officeDocument/2006/relationships/slide" Target="/ppt/slides/slide103.xml" Id="R81282a99dc09455c" /><Relationship Type="http://schemas.openxmlformats.org/officeDocument/2006/relationships/slide" Target="/ppt/slides/slide104.xml" Id="Rb920c03a89ae404d" /><Relationship Type="http://schemas.openxmlformats.org/officeDocument/2006/relationships/slide" Target="/ppt/slides/slide105.xml" Id="R36ed4578816f4152" /><Relationship Type="http://schemas.openxmlformats.org/officeDocument/2006/relationships/slide" Target="/ppt/slides/slide106.xml" Id="R1a48fef0f2da49e0" /><Relationship Type="http://schemas.openxmlformats.org/officeDocument/2006/relationships/slide" Target="/ppt/slides/slide107.xml" Id="R20bb2bc0b63c44a8" /><Relationship Type="http://schemas.openxmlformats.org/officeDocument/2006/relationships/slide" Target="/ppt/slides/slide108.xml" Id="R4fbe395a85a14a33" /><Relationship Type="http://schemas.openxmlformats.org/officeDocument/2006/relationships/slide" Target="/ppt/slides/slide109.xml" Id="Re203b5967b974e6d" /><Relationship Type="http://schemas.openxmlformats.org/officeDocument/2006/relationships/slide" Target="/ppt/slides/slide110.xml" Id="R7b02650842904574" /><Relationship Type="http://schemas.openxmlformats.org/officeDocument/2006/relationships/slide" Target="/ppt/slides/slide111.xml" Id="R0e7eeeabc59d4ded" /><Relationship Type="http://schemas.openxmlformats.org/officeDocument/2006/relationships/slide" Target="/ppt/slides/slide112.xml" Id="R2ed4201622b34ea2" /><Relationship Type="http://schemas.openxmlformats.org/officeDocument/2006/relationships/slide" Target="/ppt/slides/slide113.xml" Id="R6f8a67b6bd3b4a22" /><Relationship Type="http://schemas.openxmlformats.org/officeDocument/2006/relationships/slide" Target="/ppt/slides/slide114.xml" Id="R3a0219598614417a" /><Relationship Type="http://schemas.openxmlformats.org/officeDocument/2006/relationships/slide" Target="/ppt/slides/slide115.xml" Id="Rfc4a14bc181b4e95" /><Relationship Type="http://schemas.openxmlformats.org/officeDocument/2006/relationships/slide" Target="/ppt/slides/slide116.xml" Id="R3eb4941c6a1a496c" /><Relationship Type="http://schemas.openxmlformats.org/officeDocument/2006/relationships/slide" Target="/ppt/slides/slide117.xml" Id="R9e027ec83b504c0a" /><Relationship Type="http://schemas.openxmlformats.org/officeDocument/2006/relationships/slide" Target="/ppt/slides/slide118.xml" Id="R75e1683163a2434a" /><Relationship Type="http://schemas.openxmlformats.org/officeDocument/2006/relationships/slide" Target="/ppt/slides/slide119.xml" Id="R367397765dda484c" /><Relationship Type="http://schemas.openxmlformats.org/officeDocument/2006/relationships/slide" Target="/ppt/slides/slide120.xml" Id="R95befe2ba4c54d67" /><Relationship Type="http://schemas.openxmlformats.org/officeDocument/2006/relationships/slide" Target="/ppt/slides/slide121.xml" Id="Rf4dcdfbaaf2841fb" /><Relationship Type="http://schemas.openxmlformats.org/officeDocument/2006/relationships/slide" Target="/ppt/slides/slide122.xml" Id="R64c76cec7f9e496e" /><Relationship Type="http://schemas.openxmlformats.org/officeDocument/2006/relationships/slide" Target="/ppt/slides/slide123.xml" Id="R93c38d2554fb487c" /><Relationship Type="http://schemas.openxmlformats.org/officeDocument/2006/relationships/slide" Target="/ppt/slides/slide124.xml" Id="Rd209fdd5e7cc4ec0" /><Relationship Type="http://schemas.openxmlformats.org/officeDocument/2006/relationships/slide" Target="/ppt/slides/slide125.xml" Id="Ra9fbe4ecf57f49ad" /><Relationship Type="http://schemas.openxmlformats.org/officeDocument/2006/relationships/slide" Target="/ppt/slides/slide126.xml" Id="R57a5e76b103f4b3e" /><Relationship Type="http://schemas.openxmlformats.org/officeDocument/2006/relationships/slide" Target="/ppt/slides/slide127.xml" Id="Rf4d0cfffc67e40c8" /><Relationship Type="http://schemas.openxmlformats.org/officeDocument/2006/relationships/slide" Target="/ppt/slides/slide128.xml" Id="R0d3f25ee75f84360" /><Relationship Type="http://schemas.openxmlformats.org/officeDocument/2006/relationships/slide" Target="/ppt/slides/slide129.xml" Id="Re616fd023d6c413f" /><Relationship Type="http://schemas.openxmlformats.org/officeDocument/2006/relationships/slide" Target="/ppt/slides/slide130.xml" Id="Rae82d5c2ce9344c1" /><Relationship Type="http://schemas.openxmlformats.org/officeDocument/2006/relationships/slide" Target="/ppt/slides/slide131.xml" Id="R42fd23ac80384c19" /><Relationship Type="http://schemas.openxmlformats.org/officeDocument/2006/relationships/slide" Target="/ppt/slides/slide132.xml" Id="R827e68d6d74b4d10" /><Relationship Type="http://schemas.openxmlformats.org/officeDocument/2006/relationships/slide" Target="/ppt/slides/slide133.xml" Id="R138543ed8e8d43b8" /><Relationship Type="http://schemas.openxmlformats.org/officeDocument/2006/relationships/slide" Target="/ppt/slides/slide134.xml" Id="Rbecb8887dae849ad" /><Relationship Type="http://schemas.openxmlformats.org/officeDocument/2006/relationships/slide" Target="/ppt/slides/slide135.xml" Id="Re9721051af1c4cf9" /><Relationship Type="http://schemas.openxmlformats.org/officeDocument/2006/relationships/slide" Target="/ppt/slides/slide136.xml" Id="R13f8ec657f0e4233" /><Relationship Type="http://schemas.openxmlformats.org/officeDocument/2006/relationships/slide" Target="/ppt/slides/slide137.xml" Id="R22e6769f88eb4d95" /><Relationship Type="http://schemas.openxmlformats.org/officeDocument/2006/relationships/slide" Target="/ppt/slides/slide138.xml" Id="Re3108d4bf3fd4336" /><Relationship Type="http://schemas.openxmlformats.org/officeDocument/2006/relationships/slide" Target="/ppt/slides/slide139.xml" Id="Rfdf28e699bbb4b29" /><Relationship Type="http://schemas.openxmlformats.org/officeDocument/2006/relationships/slide" Target="/ppt/slides/slide140.xml" Id="Rc1c25eef476d4ed3" /><Relationship Type="http://schemas.openxmlformats.org/officeDocument/2006/relationships/slide" Target="/ppt/slides/slide141.xml" Id="R76c52fde11ec45b4" /><Relationship Type="http://schemas.openxmlformats.org/officeDocument/2006/relationships/slide" Target="/ppt/slides/slide142.xml" Id="R341b9aa38a9c4483" /><Relationship Type="http://schemas.openxmlformats.org/officeDocument/2006/relationships/slide" Target="/ppt/slides/slide143.xml" Id="Ref0015c445394c7c" /><Relationship Type="http://schemas.openxmlformats.org/officeDocument/2006/relationships/slide" Target="/ppt/slides/slide144.xml" Id="R423b0406873c4898" /><Relationship Type="http://schemas.openxmlformats.org/officeDocument/2006/relationships/slide" Target="/ppt/slides/slide145.xml" Id="R389c73883ffc43c9" /><Relationship Type="http://schemas.openxmlformats.org/officeDocument/2006/relationships/slide" Target="/ppt/slides/slide146.xml" Id="R52174d36becd4f8b" /><Relationship Type="http://schemas.openxmlformats.org/officeDocument/2006/relationships/slide" Target="/ppt/slides/slide147.xml" Id="Rfa9ce3326e7a4a50" /><Relationship Type="http://schemas.openxmlformats.org/officeDocument/2006/relationships/slide" Target="/ppt/slides/slide148.xml" Id="R94af8645dafd4e88" /><Relationship Type="http://schemas.openxmlformats.org/officeDocument/2006/relationships/slide" Target="/ppt/slides/slide149.xml" Id="Rdbc799bb08174447" /><Relationship Type="http://schemas.openxmlformats.org/officeDocument/2006/relationships/slide" Target="/ppt/slides/slide150.xml" Id="Rfb2b8cbba0204506" /><Relationship Type="http://schemas.openxmlformats.org/officeDocument/2006/relationships/slide" Target="/ppt/slides/slide151.xml" Id="Rca54f7a5060a47aa" /><Relationship Type="http://schemas.openxmlformats.org/officeDocument/2006/relationships/slide" Target="/ppt/slides/slide152.xml" Id="R9785f3c560304186" /><Relationship Type="http://schemas.openxmlformats.org/officeDocument/2006/relationships/slide" Target="/ppt/slides/slide153.xml" Id="R18305834b8ad46b7" /><Relationship Type="http://schemas.openxmlformats.org/officeDocument/2006/relationships/slide" Target="/ppt/slides/slide154.xml" Id="R6b781f83a4a14e4d" /><Relationship Type="http://schemas.openxmlformats.org/officeDocument/2006/relationships/slide" Target="/ppt/slides/slide155.xml" Id="R684bd2c42793443a" /><Relationship Type="http://schemas.openxmlformats.org/officeDocument/2006/relationships/slide" Target="/ppt/slides/slide156.xml" Id="Ra8e6562265344a74" /><Relationship Type="http://schemas.openxmlformats.org/officeDocument/2006/relationships/slide" Target="/ppt/slides/slide157.xml" Id="Rdaacb05b6b2b4653" /><Relationship Type="http://schemas.openxmlformats.org/officeDocument/2006/relationships/slide" Target="/ppt/slides/slide158.xml" Id="R00e3c181e59e4dac" /><Relationship Type="http://schemas.openxmlformats.org/officeDocument/2006/relationships/slide" Target="/ppt/slides/slide159.xml" Id="Re732f343ba174e53" /><Relationship Type="http://schemas.openxmlformats.org/officeDocument/2006/relationships/slide" Target="/ppt/slides/slide160.xml" Id="Re86fb6c935fe4632" /><Relationship Type="http://schemas.openxmlformats.org/officeDocument/2006/relationships/slide" Target="/ppt/slides/slide161.xml" Id="R81560476374849de" /><Relationship Type="http://schemas.openxmlformats.org/officeDocument/2006/relationships/slide" Target="/ppt/slides/slide162.xml" Id="R0b1e119bcd834ae1" /><Relationship Type="http://schemas.openxmlformats.org/officeDocument/2006/relationships/slide" Target="/ppt/slides/slide163.xml" Id="R9e1017706a7641be" /><Relationship Type="http://schemas.openxmlformats.org/officeDocument/2006/relationships/slide" Target="/ppt/slides/slide164.xml" Id="R0a38f8e9b1b14c5f" /><Relationship Type="http://schemas.openxmlformats.org/officeDocument/2006/relationships/slide" Target="/ppt/slides/slide165.xml" Id="R339beb5ac8a24e45" /><Relationship Type="http://schemas.openxmlformats.org/officeDocument/2006/relationships/slide" Target="/ppt/slides/slide166.xml" Id="R1d6d7593179a43f0" /><Relationship Type="http://schemas.openxmlformats.org/officeDocument/2006/relationships/slide" Target="/ppt/slides/slide167.xml" Id="R7c3602201e8c436f" /><Relationship Type="http://schemas.openxmlformats.org/officeDocument/2006/relationships/slide" Target="/ppt/slides/slide168.xml" Id="R88db2c95c6464ccf" /><Relationship Type="http://schemas.openxmlformats.org/officeDocument/2006/relationships/slide" Target="/ppt/slides/slide169.xml" Id="R2938fc1d66ba4130" /><Relationship Type="http://schemas.openxmlformats.org/officeDocument/2006/relationships/slide" Target="/ppt/slides/slide170.xml" Id="R5180f4dc95ba4f25" /><Relationship Type="http://schemas.openxmlformats.org/officeDocument/2006/relationships/slide" Target="/ppt/slides/slide171.xml" Id="R09d2ab761e22423f" /><Relationship Type="http://schemas.openxmlformats.org/officeDocument/2006/relationships/slide" Target="/ppt/slides/slide172.xml" Id="R7f5c222e44e74e6e" /><Relationship Type="http://schemas.openxmlformats.org/officeDocument/2006/relationships/slide" Target="/ppt/slides/slide173.xml" Id="R3ee5d4a986f447e1" /><Relationship Type="http://schemas.openxmlformats.org/officeDocument/2006/relationships/slide" Target="/ppt/slides/slide174.xml" Id="Rdb50bcf9242d4402" /><Relationship Type="http://schemas.openxmlformats.org/officeDocument/2006/relationships/slide" Target="/ppt/slides/slide175.xml" Id="R9f340604c3e1471e" /><Relationship Type="http://schemas.openxmlformats.org/officeDocument/2006/relationships/slide" Target="/ppt/slides/slide176.xml" Id="R5d4036c94f734842" /><Relationship Type="http://schemas.openxmlformats.org/officeDocument/2006/relationships/slide" Target="/ppt/slides/slide177.xml" Id="Rbcae8aa79a88458d" /><Relationship Type="http://schemas.openxmlformats.org/officeDocument/2006/relationships/slide" Target="/ppt/slides/slide178.xml" Id="R534c1a5e635245a6" /><Relationship Type="http://schemas.openxmlformats.org/officeDocument/2006/relationships/slide" Target="/ppt/slides/slide179.xml" Id="Rd261b57d65344fee" /><Relationship Type="http://schemas.openxmlformats.org/officeDocument/2006/relationships/slide" Target="/ppt/slides/slide180.xml" Id="Rbc6678466c354769" /><Relationship Type="http://schemas.openxmlformats.org/officeDocument/2006/relationships/slide" Target="/ppt/slides/slide181.xml" Id="Raf83f07a861c45f8" /><Relationship Type="http://schemas.openxmlformats.org/officeDocument/2006/relationships/slide" Target="/ppt/slides/slide182.xml" Id="Rd8ef410f1b3a4cf8" /><Relationship Type="http://schemas.openxmlformats.org/officeDocument/2006/relationships/slide" Target="/ppt/slides/slide183.xml" Id="R351d12b72fc14dff" /><Relationship Type="http://schemas.openxmlformats.org/officeDocument/2006/relationships/slide" Target="/ppt/slides/slide184.xml" Id="R228b358325dc4aa5" /><Relationship Type="http://schemas.openxmlformats.org/officeDocument/2006/relationships/slide" Target="/ppt/slides/slide185.xml" Id="Rf735ece56c1c4548" /><Relationship Type="http://schemas.openxmlformats.org/officeDocument/2006/relationships/slide" Target="/ppt/slides/slide186.xml" Id="R4a0d3eecea0147a8" /><Relationship Type="http://schemas.openxmlformats.org/officeDocument/2006/relationships/slide" Target="/ppt/slides/slide187.xml" Id="R49319a73512f4425" /><Relationship Type="http://schemas.openxmlformats.org/officeDocument/2006/relationships/slide" Target="/ppt/slides/slide188.xml" Id="R8460446aba6c45a4" /><Relationship Type="http://schemas.openxmlformats.org/officeDocument/2006/relationships/slide" Target="/ppt/slides/slide189.xml" Id="R61be328bfa30442d" /><Relationship Type="http://schemas.openxmlformats.org/officeDocument/2006/relationships/slide" Target="/ppt/slides/slide190.xml" Id="R177523bf7e13495e" /><Relationship Type="http://schemas.openxmlformats.org/officeDocument/2006/relationships/slide" Target="/ppt/slides/slide191.xml" Id="Rbb854aefb6744343" /><Relationship Type="http://schemas.openxmlformats.org/officeDocument/2006/relationships/slide" Target="/ppt/slides/slide192.xml" Id="Re0bc01db3cab49f7" /><Relationship Type="http://schemas.openxmlformats.org/officeDocument/2006/relationships/slide" Target="/ppt/slides/slide193.xml" Id="Rbb358dce4baa4bba" /><Relationship Type="http://schemas.openxmlformats.org/officeDocument/2006/relationships/slide" Target="/ppt/slides/slide194.xml" Id="R2b27e27331e743b0" /><Relationship Type="http://schemas.openxmlformats.org/officeDocument/2006/relationships/slide" Target="/ppt/slides/slide195.xml" Id="Re6289e29326e490e" /><Relationship Type="http://schemas.openxmlformats.org/officeDocument/2006/relationships/slide" Target="/ppt/slides/slide196.xml" Id="Rf29eedeb27a64a2b" /><Relationship Type="http://schemas.openxmlformats.org/officeDocument/2006/relationships/slide" Target="/ppt/slides/slide197.xml" Id="R1eb4f0744ced4606" /><Relationship Type="http://schemas.openxmlformats.org/officeDocument/2006/relationships/slide" Target="/ppt/slides/slide198.xml" Id="Rc570c06969094134" /><Relationship Type="http://schemas.openxmlformats.org/officeDocument/2006/relationships/slide" Target="/ppt/slides/slide199.xml" Id="R186db57d87fe4ca9" /><Relationship Type="http://schemas.openxmlformats.org/officeDocument/2006/relationships/slide" Target="/ppt/slides/slide200.xml" Id="Rd907cb2831de4d17" /><Relationship Type="http://schemas.openxmlformats.org/officeDocument/2006/relationships/slide" Target="/ppt/slides/slide201.xml" Id="R9dcbf226cd2b43dd" /><Relationship Type="http://schemas.openxmlformats.org/officeDocument/2006/relationships/slide" Target="/ppt/slides/slide202.xml" Id="R1ce41420a93d411a" /><Relationship Type="http://schemas.openxmlformats.org/officeDocument/2006/relationships/slide" Target="/ppt/slides/slide203.xml" Id="R0d8b50c34c334c11" /><Relationship Type="http://schemas.openxmlformats.org/officeDocument/2006/relationships/slide" Target="/ppt/slides/slide204.xml" Id="Rb6c24b923bc444ef" /><Relationship Type="http://schemas.openxmlformats.org/officeDocument/2006/relationships/slide" Target="/ppt/slides/slide205.xml" Id="R418ca8210a374ab3" /><Relationship Type="http://schemas.openxmlformats.org/officeDocument/2006/relationships/slide" Target="/ppt/slides/slide206.xml" Id="Rd5690248281a4184" /><Relationship Type="http://schemas.openxmlformats.org/officeDocument/2006/relationships/slide" Target="/ppt/slides/slide207.xml" Id="Rd4d3f12877d748ce" /><Relationship Type="http://schemas.openxmlformats.org/officeDocument/2006/relationships/slide" Target="/ppt/slides/slide208.xml" Id="R7cf678671735460d" /><Relationship Type="http://schemas.openxmlformats.org/officeDocument/2006/relationships/slide" Target="/ppt/slides/slide209.xml" Id="R7573eb43130c403e" /><Relationship Type="http://schemas.openxmlformats.org/officeDocument/2006/relationships/slide" Target="/ppt/slides/slide210.xml" Id="R10e00137121e458c" /><Relationship Type="http://schemas.openxmlformats.org/officeDocument/2006/relationships/slide" Target="/ppt/slides/slide211.xml" Id="Ref7632353a354f13" /><Relationship Type="http://schemas.openxmlformats.org/officeDocument/2006/relationships/slide" Target="/ppt/slides/slide212.xml" Id="Rf83468c516214bad" /><Relationship Type="http://schemas.openxmlformats.org/officeDocument/2006/relationships/slide" Target="/ppt/slides/slide213.xml" Id="Ra7590c5196a84684" /><Relationship Type="http://schemas.openxmlformats.org/officeDocument/2006/relationships/slide" Target="/ppt/slides/slide214.xml" Id="R2435ec18895d40f7" /><Relationship Type="http://schemas.openxmlformats.org/officeDocument/2006/relationships/slide" Target="/ppt/slides/slide215.xml" Id="Ra8353022a0b04c19" /><Relationship Type="http://schemas.openxmlformats.org/officeDocument/2006/relationships/slide" Target="/ppt/slides/slide216.xml" Id="Rfe4ae0979c83497c" /><Relationship Type="http://schemas.openxmlformats.org/officeDocument/2006/relationships/slide" Target="/ppt/slides/slide217.xml" Id="R755dfa6de6dd4887" /><Relationship Type="http://schemas.openxmlformats.org/officeDocument/2006/relationships/slide" Target="/ppt/slides/slide218.xml" Id="R55cd8472ba994b39" /><Relationship Type="http://schemas.openxmlformats.org/officeDocument/2006/relationships/slide" Target="/ppt/slides/slide219.xml" Id="R9f06393c4cf64421" /><Relationship Type="http://schemas.openxmlformats.org/officeDocument/2006/relationships/slide" Target="/ppt/slides/slide220.xml" Id="Rdc6a12df02bd4525" /><Relationship Type="http://schemas.openxmlformats.org/officeDocument/2006/relationships/slide" Target="/ppt/slides/slide221.xml" Id="Rf888210f0df54e03" /><Relationship Type="http://schemas.openxmlformats.org/officeDocument/2006/relationships/slide" Target="/ppt/slides/slide222.xml" Id="R7894bffa6fed40db" /><Relationship Type="http://schemas.openxmlformats.org/officeDocument/2006/relationships/slide" Target="/ppt/slides/slide223.xml" Id="Rbbf627caa0d94903" /><Relationship Type="http://schemas.openxmlformats.org/officeDocument/2006/relationships/slide" Target="/ppt/slides/slide224.xml" Id="R9e6e85aa49b8492e" /><Relationship Type="http://schemas.openxmlformats.org/officeDocument/2006/relationships/slide" Target="/ppt/slides/slide225.xml" Id="Rde1ed916b9a94303" /><Relationship Type="http://schemas.openxmlformats.org/officeDocument/2006/relationships/slide" Target="/ppt/slides/slide226.xml" Id="Rcd3887fd21d1440d" /><Relationship Type="http://schemas.openxmlformats.org/officeDocument/2006/relationships/slide" Target="/ppt/slides/slide227.xml" Id="R6b581cb206614a13" /><Relationship Type="http://schemas.openxmlformats.org/officeDocument/2006/relationships/slide" Target="/ppt/slides/slide228.xml" Id="Rd4d70732ff504756" /><Relationship Type="http://schemas.openxmlformats.org/officeDocument/2006/relationships/slide" Target="/ppt/slides/slide229.xml" Id="Rb354f230cece4a86" /><Relationship Type="http://schemas.openxmlformats.org/officeDocument/2006/relationships/slide" Target="/ppt/slides/slide230.xml" Id="R062e9317c1684ea8" /><Relationship Type="http://schemas.openxmlformats.org/officeDocument/2006/relationships/slide" Target="/ppt/slides/slide231.xml" Id="Rccb98b5058134b76" /><Relationship Type="http://schemas.openxmlformats.org/officeDocument/2006/relationships/slide" Target="/ppt/slides/slide232.xml" Id="R423d684aa2ac4f89" /><Relationship Type="http://schemas.openxmlformats.org/officeDocument/2006/relationships/slide" Target="/ppt/slides/slide233.xml" Id="R7a92b9383b6e45b9" /><Relationship Type="http://schemas.openxmlformats.org/officeDocument/2006/relationships/slide" Target="/ppt/slides/slide234.xml" Id="Rf7ed40767ea542fb" /><Relationship Type="http://schemas.openxmlformats.org/officeDocument/2006/relationships/slide" Target="/ppt/slides/slide235.xml" Id="R4f5ef42a940b4bb4" /><Relationship Type="http://schemas.openxmlformats.org/officeDocument/2006/relationships/slide" Target="/ppt/slides/slide236.xml" Id="R8a8ddc48dcf64ba1" /><Relationship Type="http://schemas.openxmlformats.org/officeDocument/2006/relationships/slide" Target="/ppt/slides/slide237.xml" Id="Radc1ee9b01c34d5f" /><Relationship Type="http://schemas.openxmlformats.org/officeDocument/2006/relationships/slide" Target="/ppt/slides/slide238.xml" Id="R95cd8b43a81f4142" /><Relationship Type="http://schemas.openxmlformats.org/officeDocument/2006/relationships/slide" Target="/ppt/slides/slide239.xml" Id="Rea17a30ab3a746fc" /><Relationship Type="http://schemas.openxmlformats.org/officeDocument/2006/relationships/slide" Target="/ppt/slides/slide240.xml" Id="Rbdf402d50fb84bec" /><Relationship Type="http://schemas.openxmlformats.org/officeDocument/2006/relationships/slide" Target="/ppt/slides/slide241.xml" Id="R76bf813d66b64f53" /><Relationship Type="http://schemas.openxmlformats.org/officeDocument/2006/relationships/slide" Target="/ppt/slides/slide242.xml" Id="Raf8c923860b045fa" /><Relationship Type="http://schemas.openxmlformats.org/officeDocument/2006/relationships/slide" Target="/ppt/slides/slide243.xml" Id="R6830f1a5b74845e2" /><Relationship Type="http://schemas.openxmlformats.org/officeDocument/2006/relationships/slide" Target="/ppt/slides/slide244.xml" Id="R3f722ed366ec47cc" /><Relationship Type="http://schemas.openxmlformats.org/officeDocument/2006/relationships/slide" Target="/ppt/slides/slide245.xml" Id="Ra094de521dc34d80" /><Relationship Type="http://schemas.openxmlformats.org/officeDocument/2006/relationships/slide" Target="/ppt/slides/slide246.xml" Id="R2520854163924730" /><Relationship Type="http://schemas.openxmlformats.org/officeDocument/2006/relationships/slide" Target="/ppt/slides/slide247.xml" Id="R9a4e38867cf34135" /><Relationship Type="http://schemas.openxmlformats.org/officeDocument/2006/relationships/slide" Target="/ppt/slides/slide248.xml" Id="Rc0f6b00db66e4c32" /><Relationship Type="http://schemas.openxmlformats.org/officeDocument/2006/relationships/slide" Target="/ppt/slides/slide249.xml" Id="Rb4aa8e0a626c4135" /><Relationship Type="http://schemas.openxmlformats.org/officeDocument/2006/relationships/slide" Target="/ppt/slides/slide250.xml" Id="R7c0b1fea3c114b24" /><Relationship Type="http://schemas.openxmlformats.org/officeDocument/2006/relationships/slide" Target="/ppt/slides/slide251.xml" Id="R7850cec6bf8b4f57" /><Relationship Type="http://schemas.openxmlformats.org/officeDocument/2006/relationships/slide" Target="/ppt/slides/slide252.xml" Id="Rd5efcec5bcdd4526" /><Relationship Type="http://schemas.openxmlformats.org/officeDocument/2006/relationships/slide" Target="/ppt/slides/slide253.xml" Id="R44589c1949464644" /><Relationship Type="http://schemas.openxmlformats.org/officeDocument/2006/relationships/slide" Target="/ppt/slides/slide254.xml" Id="R6d9ebd3261c04156" /><Relationship Type="http://schemas.openxmlformats.org/officeDocument/2006/relationships/slide" Target="/ppt/slides/slide255.xml" Id="Rd1c9b0d1bbb64ea0" /><Relationship Type="http://schemas.openxmlformats.org/officeDocument/2006/relationships/slide" Target="/ppt/slides/slide256.xml" Id="Reb5d60edd74740c4" /><Relationship Type="http://schemas.openxmlformats.org/officeDocument/2006/relationships/slide" Target="/ppt/slides/slide257.xml" Id="R695c05c6c0e14fdc" /><Relationship Type="http://schemas.openxmlformats.org/officeDocument/2006/relationships/slide" Target="/ppt/slides/slide258.xml" Id="R57c06b0cd5474751" /><Relationship Type="http://schemas.openxmlformats.org/officeDocument/2006/relationships/slide" Target="/ppt/slides/slide259.xml" Id="R5e692d8ac04945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7cb8deae434d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93f696098a4e94" /><Relationship Type="http://schemas.openxmlformats.org/officeDocument/2006/relationships/notesMaster" Target="/ppt/notesMasters/notesMaster1.xml" Id="Rf231af35a67d44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4d565be77240cc" /><Relationship Type="http://schemas.openxmlformats.org/officeDocument/2006/relationships/notesMaster" Target="/ppt/notesMasters/notesMaster1.xml" Id="R2a7546ca61ab43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c832690e114fd1" /><Relationship Type="http://schemas.openxmlformats.org/officeDocument/2006/relationships/notesMaster" Target="/ppt/notesMasters/notesMaster1.xml" Id="R3a07da7d4cf441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80c0678bb64017" /><Relationship Type="http://schemas.openxmlformats.org/officeDocument/2006/relationships/notesMaster" Target="/ppt/notesMasters/notesMaster1.xml" Id="Rd50b105976f9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d60694ebf44f5f" /><Relationship Type="http://schemas.openxmlformats.org/officeDocument/2006/relationships/notesMaster" Target="/ppt/notesMasters/notesMaster1.xml" Id="Rcfb93a01cc284e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8cf7669bda4460" /><Relationship Type="http://schemas.openxmlformats.org/officeDocument/2006/relationships/notesMaster" Target="/ppt/notesMasters/notesMaster1.xml" Id="Rfbc78cb932244d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39b1f464454c56" /><Relationship Type="http://schemas.openxmlformats.org/officeDocument/2006/relationships/notesMaster" Target="/ppt/notesMasters/notesMaster1.xml" Id="R545b95d562c449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e75bb331cd4f5d" /><Relationship Type="http://schemas.openxmlformats.org/officeDocument/2006/relationships/notesMaster" Target="/ppt/notesMasters/notesMaster1.xml" Id="R16642cd4c04a47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736889db7441d9" /><Relationship Type="http://schemas.openxmlformats.org/officeDocument/2006/relationships/notesMaster" Target="/ppt/notesMasters/notesMaster1.xml" Id="R41e9af6ecdba4a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da2d9fc48045fb" /><Relationship Type="http://schemas.openxmlformats.org/officeDocument/2006/relationships/notesMaster" Target="/ppt/notesMasters/notesMaster1.xml" Id="R871e2d71eb4a4e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879de1034e4f91" /><Relationship Type="http://schemas.openxmlformats.org/officeDocument/2006/relationships/notesMaster" Target="/ppt/notesMasters/notesMaster1.xml" Id="R0061decff97246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fe2b4294d14252" /><Relationship Type="http://schemas.openxmlformats.org/officeDocument/2006/relationships/notesMaster" Target="/ppt/notesMasters/notesMaster1.xml" Id="Re7e699ec9e5844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5f28b8f0514089" /><Relationship Type="http://schemas.openxmlformats.org/officeDocument/2006/relationships/notesMaster" Target="/ppt/notesMasters/notesMaster1.xml" Id="R02c827f2b5ce49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c5f56b79094f21" /><Relationship Type="http://schemas.openxmlformats.org/officeDocument/2006/relationships/notesMaster" Target="/ppt/notesMasters/notesMaster1.xml" Id="R0f6bbeb1323a4a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a7acfff6fd4b9f" /><Relationship Type="http://schemas.openxmlformats.org/officeDocument/2006/relationships/notesMaster" Target="/ppt/notesMasters/notesMaster1.xml" Id="Rf85a9f92641c42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b00cc00b744b71" /><Relationship Type="http://schemas.openxmlformats.org/officeDocument/2006/relationships/notesMaster" Target="/ppt/notesMasters/notesMaster1.xml" Id="Rc046a79ae9dd41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5b031a2ab04e51" /><Relationship Type="http://schemas.openxmlformats.org/officeDocument/2006/relationships/notesMaster" Target="/ppt/notesMasters/notesMaster1.xml" Id="Rc72f1ebe5f2346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4e5f5809774292" /><Relationship Type="http://schemas.openxmlformats.org/officeDocument/2006/relationships/notesMaster" Target="/ppt/notesMasters/notesMaster1.xml" Id="R46cb794ecbdc47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f27505f2d74e60" /><Relationship Type="http://schemas.openxmlformats.org/officeDocument/2006/relationships/notesMaster" Target="/ppt/notesMasters/notesMaster1.xml" Id="Rc46f4823434343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85e5a7539d4f43" /><Relationship Type="http://schemas.openxmlformats.org/officeDocument/2006/relationships/notesMaster" Target="/ppt/notesMasters/notesMaster1.xml" Id="R4bf275160c35442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b0686ffc4a4b90" /><Relationship Type="http://schemas.openxmlformats.org/officeDocument/2006/relationships/notesMaster" Target="/ppt/notesMasters/notesMaster1.xml" Id="Rba35e99af8014a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5a52a3b4644ef0" /><Relationship Type="http://schemas.openxmlformats.org/officeDocument/2006/relationships/notesMaster" Target="/ppt/notesMasters/notesMaster1.xml" Id="Rcc59d07d48b24b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72f051e8efb4004" /><Relationship Type="http://schemas.openxmlformats.org/officeDocument/2006/relationships/notesMaster" Target="/ppt/notesMasters/notesMaster1.xml" Id="R370c6708f4bb4c7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7bd4d17ab046b4" /><Relationship Type="http://schemas.openxmlformats.org/officeDocument/2006/relationships/notesMaster" Target="/ppt/notesMasters/notesMaster1.xml" Id="Rf20ac02ccfa940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d069734658c4b9e" /><Relationship Type="http://schemas.openxmlformats.org/officeDocument/2006/relationships/notesMaster" Target="/ppt/notesMasters/notesMaster1.xml" Id="R591d2a2fcb8f403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9ec8a038e3d4571" /><Relationship Type="http://schemas.openxmlformats.org/officeDocument/2006/relationships/notesMaster" Target="/ppt/notesMasters/notesMaster1.xml" Id="R3cdbd19321434dc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68b22496e2a47d6" /><Relationship Type="http://schemas.openxmlformats.org/officeDocument/2006/relationships/notesMaster" Target="/ppt/notesMasters/notesMaster1.xml" Id="Rc6c3c553763549d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55b2c7a40c14155" /><Relationship Type="http://schemas.openxmlformats.org/officeDocument/2006/relationships/notesMaster" Target="/ppt/notesMasters/notesMaster1.xml" Id="R712b7ca5c71f4e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d40282ad550451a" /><Relationship Type="http://schemas.openxmlformats.org/officeDocument/2006/relationships/notesMaster" Target="/ppt/notesMasters/notesMaster1.xml" Id="R118988099f614a3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f54f1467bb64f5d" /><Relationship Type="http://schemas.openxmlformats.org/officeDocument/2006/relationships/notesMaster" Target="/ppt/notesMasters/notesMaster1.xml" Id="R4e605219b90d417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3e311b14f284f86" /><Relationship Type="http://schemas.openxmlformats.org/officeDocument/2006/relationships/notesMaster" Target="/ppt/notesMasters/notesMaster1.xml" Id="R5fa44ef7ad6b49f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6d4e48882d141a0" /><Relationship Type="http://schemas.openxmlformats.org/officeDocument/2006/relationships/notesMaster" Target="/ppt/notesMasters/notesMaster1.xml" Id="R989981a7bb4a44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230244f2ca34c74" /><Relationship Type="http://schemas.openxmlformats.org/officeDocument/2006/relationships/notesMaster" Target="/ppt/notesMasters/notesMaster1.xml" Id="R25a85a7fad224e5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d2aa9de3aa14b1c" /><Relationship Type="http://schemas.openxmlformats.org/officeDocument/2006/relationships/notesMaster" Target="/ppt/notesMasters/notesMaster1.xml" Id="R189514c77d3f45a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53d392754da4dff" /><Relationship Type="http://schemas.openxmlformats.org/officeDocument/2006/relationships/notesMaster" Target="/ppt/notesMasters/notesMaster1.xml" Id="R0eb4b66c85f14b8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88caac2654c4714" /><Relationship Type="http://schemas.openxmlformats.org/officeDocument/2006/relationships/notesMaster" Target="/ppt/notesMasters/notesMaster1.xml" Id="R06cf2f44165649d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446da009eb5445c" /><Relationship Type="http://schemas.openxmlformats.org/officeDocument/2006/relationships/notesMaster" Target="/ppt/notesMasters/notesMaster1.xml" Id="R23ba3d5874774d8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9ba95292d854d93" /><Relationship Type="http://schemas.openxmlformats.org/officeDocument/2006/relationships/notesMaster" Target="/ppt/notesMasters/notesMaster1.xml" Id="R7761f2f26d7b4be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0e71e2fa7e94e52" /><Relationship Type="http://schemas.openxmlformats.org/officeDocument/2006/relationships/notesMaster" Target="/ppt/notesMasters/notesMaster1.xml" Id="R49766c65644840b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1b14934651f4c64" /><Relationship Type="http://schemas.openxmlformats.org/officeDocument/2006/relationships/notesMaster" Target="/ppt/notesMasters/notesMaster1.xml" Id="R176b77f987bf40d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049e8dc2e6f4407" /><Relationship Type="http://schemas.openxmlformats.org/officeDocument/2006/relationships/notesMaster" Target="/ppt/notesMasters/notesMaster1.xml" Id="Rac13946ffb96451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07923790125435c" /><Relationship Type="http://schemas.openxmlformats.org/officeDocument/2006/relationships/notesMaster" Target="/ppt/notesMasters/notesMaster1.xml" Id="R23a365da143b4fd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63a5c9f286b415e" /><Relationship Type="http://schemas.openxmlformats.org/officeDocument/2006/relationships/notesMaster" Target="/ppt/notesMasters/notesMaster1.xml" Id="R4462e6024c8e43d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d11a41bc8234ad2" /><Relationship Type="http://schemas.openxmlformats.org/officeDocument/2006/relationships/notesMaster" Target="/ppt/notesMasters/notesMaster1.xml" Id="Rf5db70b4ac334d7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8b4de39156243a4" /><Relationship Type="http://schemas.openxmlformats.org/officeDocument/2006/relationships/notesMaster" Target="/ppt/notesMasters/notesMaster1.xml" Id="R354daa17194a442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bb7ad98c3084f50" /><Relationship Type="http://schemas.openxmlformats.org/officeDocument/2006/relationships/notesMaster" Target="/ppt/notesMasters/notesMaster1.xml" Id="Rb3d44ff7521c476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2995bcf11a04bae" /><Relationship Type="http://schemas.openxmlformats.org/officeDocument/2006/relationships/notesMaster" Target="/ppt/notesMasters/notesMaster1.xml" Id="R3ef10aa50bf641d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f14aeb4deea4737" /><Relationship Type="http://schemas.openxmlformats.org/officeDocument/2006/relationships/notesMaster" Target="/ppt/notesMasters/notesMaster1.xml" Id="Rc4a85dbe662c48a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b9c861c369444b8" /><Relationship Type="http://schemas.openxmlformats.org/officeDocument/2006/relationships/notesMaster" Target="/ppt/notesMasters/notesMaster1.xml" Id="Rd1550063e4a5437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1c1b45a94204bc4" /><Relationship Type="http://schemas.openxmlformats.org/officeDocument/2006/relationships/notesMaster" Target="/ppt/notesMasters/notesMaster1.xml" Id="R1e587ede1f46482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49a768cd6c0423d" /><Relationship Type="http://schemas.openxmlformats.org/officeDocument/2006/relationships/notesMaster" Target="/ppt/notesMasters/notesMaster1.xml" Id="R4c3a8c1d84fb402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5912a4813f24d03" /><Relationship Type="http://schemas.openxmlformats.org/officeDocument/2006/relationships/notesMaster" Target="/ppt/notesMasters/notesMaster1.xml" Id="R30d35372b80d446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abd26ce7b754729" /><Relationship Type="http://schemas.openxmlformats.org/officeDocument/2006/relationships/notesMaster" Target="/ppt/notesMasters/notesMaster1.xml" Id="R3a331c48be164ea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8a48b113c6b469b" /><Relationship Type="http://schemas.openxmlformats.org/officeDocument/2006/relationships/notesMaster" Target="/ppt/notesMasters/notesMaster1.xml" Id="R23539075839441e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eabcd60760540ee" /><Relationship Type="http://schemas.openxmlformats.org/officeDocument/2006/relationships/notesMaster" Target="/ppt/notesMasters/notesMaster1.xml" Id="Rc2cc186552344d3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fc9d144b8554f46" /><Relationship Type="http://schemas.openxmlformats.org/officeDocument/2006/relationships/notesMaster" Target="/ppt/notesMasters/notesMaster1.xml" Id="Rb81710e5d6a548d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d3e8eec972a4805" /><Relationship Type="http://schemas.openxmlformats.org/officeDocument/2006/relationships/notesMaster" Target="/ppt/notesMasters/notesMaster1.xml" Id="Rc5235fb10ce2432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47586e67b6f4ae7" /><Relationship Type="http://schemas.openxmlformats.org/officeDocument/2006/relationships/notesMaster" Target="/ppt/notesMasters/notesMaster1.xml" Id="Rd96b18e4f1d94c9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32d1c1224edd4698" /><Relationship Type="http://schemas.openxmlformats.org/officeDocument/2006/relationships/notesMaster" Target="/ppt/notesMasters/notesMaster1.xml" Id="Rdfa75dbe13bc4d1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de0f07f910f42ab" /><Relationship Type="http://schemas.openxmlformats.org/officeDocument/2006/relationships/notesMaster" Target="/ppt/notesMasters/notesMaster1.xml" Id="Rbc4be360c0c34c65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7a8b7300af94356" /><Relationship Type="http://schemas.openxmlformats.org/officeDocument/2006/relationships/notesMaster" Target="/ppt/notesMasters/notesMaster1.xml" Id="Rb9ff2c83006a48f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04ff9abfeb846cc" /><Relationship Type="http://schemas.openxmlformats.org/officeDocument/2006/relationships/notesMaster" Target="/ppt/notesMasters/notesMaster1.xml" Id="R23a8fa09443841b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47551e2e6ff4a0f" /><Relationship Type="http://schemas.openxmlformats.org/officeDocument/2006/relationships/notesMaster" Target="/ppt/notesMasters/notesMaster1.xml" Id="Rc4c9e452e5024c8c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e74181c44ab4da4" /><Relationship Type="http://schemas.openxmlformats.org/officeDocument/2006/relationships/notesMaster" Target="/ppt/notesMasters/notesMaster1.xml" Id="Rfc067496f53b454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d3acdaee83b4772" /><Relationship Type="http://schemas.openxmlformats.org/officeDocument/2006/relationships/notesMaster" Target="/ppt/notesMasters/notesMaster1.xml" Id="R9de38b1d623344d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6f27ed47ea441fb" /><Relationship Type="http://schemas.openxmlformats.org/officeDocument/2006/relationships/notesMaster" Target="/ppt/notesMasters/notesMaster1.xml" Id="R5b6f184ed69f4339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2d68c5a3a9394ade" /><Relationship Type="http://schemas.openxmlformats.org/officeDocument/2006/relationships/notesMaster" Target="/ppt/notesMasters/notesMaster1.xml" Id="R1f3763d76b7f4019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8239c5441b04862" /><Relationship Type="http://schemas.openxmlformats.org/officeDocument/2006/relationships/notesMaster" Target="/ppt/notesMasters/notesMaster1.xml" Id="R4316ccee008e45aa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d2a7b191ab14f94" /><Relationship Type="http://schemas.openxmlformats.org/officeDocument/2006/relationships/notesMaster" Target="/ppt/notesMasters/notesMaster1.xml" Id="Rc97250bfd8194f63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1be6cf5a6864afc" /><Relationship Type="http://schemas.openxmlformats.org/officeDocument/2006/relationships/notesMaster" Target="/ppt/notesMasters/notesMaster1.xml" Id="Rb484958ea4a64f7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2f7b6d9d4dc487f" /><Relationship Type="http://schemas.openxmlformats.org/officeDocument/2006/relationships/notesMaster" Target="/ppt/notesMasters/notesMaster1.xml" Id="R6eee5e4bb4fd451c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97575028209436d" /><Relationship Type="http://schemas.openxmlformats.org/officeDocument/2006/relationships/notesMaster" Target="/ppt/notesMasters/notesMaster1.xml" Id="Rb2e0ff86b844443c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663872fc1cf4e7f" /><Relationship Type="http://schemas.openxmlformats.org/officeDocument/2006/relationships/notesMaster" Target="/ppt/notesMasters/notesMaster1.xml" Id="Re7956e453986440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1f461be4cddf4ea3" /><Relationship Type="http://schemas.openxmlformats.org/officeDocument/2006/relationships/notesMaster" Target="/ppt/notesMasters/notesMaster1.xml" Id="R2ef9895ff76b464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aa1e3fff3eb4400b" /><Relationship Type="http://schemas.openxmlformats.org/officeDocument/2006/relationships/notesMaster" Target="/ppt/notesMasters/notesMaster1.xml" Id="R3395d60cf54e443e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51c02d917f2d40af" /><Relationship Type="http://schemas.openxmlformats.org/officeDocument/2006/relationships/notesMaster" Target="/ppt/notesMasters/notesMaster1.xml" Id="R08bfffb570654756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7cc45eb23c5b4b55" /><Relationship Type="http://schemas.openxmlformats.org/officeDocument/2006/relationships/notesMaster" Target="/ppt/notesMasters/notesMaster1.xml" Id="R5fd52ee123804e4d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febd525ce98e4746" /><Relationship Type="http://schemas.openxmlformats.org/officeDocument/2006/relationships/notesMaster" Target="/ppt/notesMasters/notesMaster1.xml" Id="R5df86d9c8d234cb6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ba7a0ffafab64b2b" /><Relationship Type="http://schemas.openxmlformats.org/officeDocument/2006/relationships/notesMaster" Target="/ppt/notesMasters/notesMaster1.xml" Id="R9d140345e0b3495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855a1b433de4de9" /><Relationship Type="http://schemas.openxmlformats.org/officeDocument/2006/relationships/notesMaster" Target="/ppt/notesMasters/notesMaster1.xml" Id="Ra07caf4ee8cb45f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eae79af685f941fd" /><Relationship Type="http://schemas.openxmlformats.org/officeDocument/2006/relationships/notesMaster" Target="/ppt/notesMasters/notesMaster1.xml" Id="R72ac8ce24ea6424c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19e9de1c0f4a4503" /><Relationship Type="http://schemas.openxmlformats.org/officeDocument/2006/relationships/notesMaster" Target="/ppt/notesMasters/notesMaster1.xml" Id="Ra94f3c82ca4043df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39ad41f617543a8" /><Relationship Type="http://schemas.openxmlformats.org/officeDocument/2006/relationships/notesMaster" Target="/ppt/notesMasters/notesMaster1.xml" Id="R806ad7e3d601418d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3e517d703b674db1" /><Relationship Type="http://schemas.openxmlformats.org/officeDocument/2006/relationships/notesMaster" Target="/ppt/notesMasters/notesMaster1.xml" Id="Re666c7f2f8454af8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e8b581b0a244a7b" /><Relationship Type="http://schemas.openxmlformats.org/officeDocument/2006/relationships/notesMaster" Target="/ppt/notesMasters/notesMaster1.xml" Id="R7959ef7fe350415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fac06c829ff4494" /><Relationship Type="http://schemas.openxmlformats.org/officeDocument/2006/relationships/notesMaster" Target="/ppt/notesMasters/notesMaster1.xml" Id="Ra51a5c61919d430b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eb52634aa14c4ae3" /><Relationship Type="http://schemas.openxmlformats.org/officeDocument/2006/relationships/notesMaster" Target="/ppt/notesMasters/notesMaster1.xml" Id="Re40232703769468d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8198230f9f7f4927" /><Relationship Type="http://schemas.openxmlformats.org/officeDocument/2006/relationships/notesMaster" Target="/ppt/notesMasters/notesMaster1.xml" Id="R61e9f3ec56aa4916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14cc1a0c01cf46fd" /><Relationship Type="http://schemas.openxmlformats.org/officeDocument/2006/relationships/notesMaster" Target="/ppt/notesMasters/notesMaster1.xml" Id="R2149ab28ffd249c8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385badbd58ee48c6" /><Relationship Type="http://schemas.openxmlformats.org/officeDocument/2006/relationships/notesMaster" Target="/ppt/notesMasters/notesMaster1.xml" Id="R275cdeb271ed4a45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bcdff21cbb2427a" /><Relationship Type="http://schemas.openxmlformats.org/officeDocument/2006/relationships/notesMaster" Target="/ppt/notesMasters/notesMaster1.xml" Id="Rb7a9e73a4dfc4149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cf3278d6113d4e95" /><Relationship Type="http://schemas.openxmlformats.org/officeDocument/2006/relationships/notesMaster" Target="/ppt/notesMasters/notesMaster1.xml" Id="R097557308cd04e25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76a8a0a98b8f4eaa" /><Relationship Type="http://schemas.openxmlformats.org/officeDocument/2006/relationships/notesMaster" Target="/ppt/notesMasters/notesMaster1.xml" Id="R6b033da88daa4a4e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69ce901573714935" /><Relationship Type="http://schemas.openxmlformats.org/officeDocument/2006/relationships/notesMaster" Target="/ppt/notesMasters/notesMaster1.xml" Id="Rdb9d07ba931f4882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34a93d3175164c53" /><Relationship Type="http://schemas.openxmlformats.org/officeDocument/2006/relationships/notesMaster" Target="/ppt/notesMasters/notesMaster1.xml" Id="R3bede643dfad43b7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bbed97ef90734743" /><Relationship Type="http://schemas.openxmlformats.org/officeDocument/2006/relationships/notesMaster" Target="/ppt/notesMasters/notesMaster1.xml" Id="Rf6653c7b52bd493b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e301a1c13a94ba2" /><Relationship Type="http://schemas.openxmlformats.org/officeDocument/2006/relationships/notesMaster" Target="/ppt/notesMasters/notesMaster1.xml" Id="R66d43e898f744838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021184c3e049425c" /><Relationship Type="http://schemas.openxmlformats.org/officeDocument/2006/relationships/notesMaster" Target="/ppt/notesMasters/notesMaster1.xml" Id="Rd05ee04dbfa84a6e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af94cc587d944168" /><Relationship Type="http://schemas.openxmlformats.org/officeDocument/2006/relationships/notesMaster" Target="/ppt/notesMasters/notesMaster1.xml" Id="R4da26a6e4ff24dc6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4f9836c7536a449b" /><Relationship Type="http://schemas.openxmlformats.org/officeDocument/2006/relationships/notesMaster" Target="/ppt/notesMasters/notesMaster1.xml" Id="R4a106be17d3b451f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069d58f94b9a40db" /><Relationship Type="http://schemas.openxmlformats.org/officeDocument/2006/relationships/notesMaster" Target="/ppt/notesMasters/notesMaster1.xml" Id="R4a00efd966af49b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9e19525a1838449c" /><Relationship Type="http://schemas.openxmlformats.org/officeDocument/2006/relationships/notesMaster" Target="/ppt/notesMasters/notesMaster1.xml" Id="R0a2f31b2b90643a4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8b83323f55fd46d1" /><Relationship Type="http://schemas.openxmlformats.org/officeDocument/2006/relationships/notesMaster" Target="/ppt/notesMasters/notesMaster1.xml" Id="R46292c2451e04921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12ef31c186fa48f0" /><Relationship Type="http://schemas.openxmlformats.org/officeDocument/2006/relationships/notesMaster" Target="/ppt/notesMasters/notesMaster1.xml" Id="Rd3c17dd91c484959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78de4411117e42fe" /><Relationship Type="http://schemas.openxmlformats.org/officeDocument/2006/relationships/notesMaster" Target="/ppt/notesMasters/notesMaster1.xml" Id="R2b53bf35ed594055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5b375229ee4e45ab" /><Relationship Type="http://schemas.openxmlformats.org/officeDocument/2006/relationships/notesMaster" Target="/ppt/notesMasters/notesMaster1.xml" Id="Rb25ff1a3e1274b6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e4304abbcec54022" /><Relationship Type="http://schemas.openxmlformats.org/officeDocument/2006/relationships/notesMaster" Target="/ppt/notesMasters/notesMaster1.xml" Id="Rebf611b8ff1345cf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f20860d6636d423c" /><Relationship Type="http://schemas.openxmlformats.org/officeDocument/2006/relationships/notesMaster" Target="/ppt/notesMasters/notesMaster1.xml" Id="R85f3221eb9bc4b73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3b716abb7bfe4266" /><Relationship Type="http://schemas.openxmlformats.org/officeDocument/2006/relationships/notesMaster" Target="/ppt/notesMasters/notesMaster1.xml" Id="Re9c7a509f53248f5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c3f131b086fb4d64" /><Relationship Type="http://schemas.openxmlformats.org/officeDocument/2006/relationships/notesMaster" Target="/ppt/notesMasters/notesMaster1.xml" Id="R3a1e64f18c3c4dc4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772769b6612a4ce1" /><Relationship Type="http://schemas.openxmlformats.org/officeDocument/2006/relationships/notesMaster" Target="/ppt/notesMasters/notesMaster1.xml" Id="Rc50486a821eb424f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048a53a44abe44fc" /><Relationship Type="http://schemas.openxmlformats.org/officeDocument/2006/relationships/notesMaster" Target="/ppt/notesMasters/notesMaster1.xml" Id="R6047a927003e4b9f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721768cbbf8f4201" /><Relationship Type="http://schemas.openxmlformats.org/officeDocument/2006/relationships/notesMaster" Target="/ppt/notesMasters/notesMaster1.xml" Id="Rebd2ae67486649f8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b95d57078ac040a7" /><Relationship Type="http://schemas.openxmlformats.org/officeDocument/2006/relationships/notesMaster" Target="/ppt/notesMasters/notesMaster1.xml" Id="R1ae185be635347f9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91caf178297c4ffd" /><Relationship Type="http://schemas.openxmlformats.org/officeDocument/2006/relationships/notesMaster" Target="/ppt/notesMasters/notesMaster1.xml" Id="R011fe6f9656b48f2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8cbe34217d4e4975" /><Relationship Type="http://schemas.openxmlformats.org/officeDocument/2006/relationships/notesMaster" Target="/ppt/notesMasters/notesMaster1.xml" Id="Raa35a6892f504c66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e3818b4a09a84236" /><Relationship Type="http://schemas.openxmlformats.org/officeDocument/2006/relationships/notesMaster" Target="/ppt/notesMasters/notesMaster1.xml" Id="R7f637936adad4e78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ab03d9a1005e4d43" /><Relationship Type="http://schemas.openxmlformats.org/officeDocument/2006/relationships/notesMaster" Target="/ppt/notesMasters/notesMaster1.xml" Id="Rd4d5647d05af4314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76e52bba0b734e2d" /><Relationship Type="http://schemas.openxmlformats.org/officeDocument/2006/relationships/notesMaster" Target="/ppt/notesMasters/notesMaster1.xml" Id="R0934a5a4915549c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51d3873f7c484180" /><Relationship Type="http://schemas.openxmlformats.org/officeDocument/2006/relationships/notesMaster" Target="/ppt/notesMasters/notesMaster1.xml" Id="Rb85de1931fd0426a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336e2d0347b54336" /><Relationship Type="http://schemas.openxmlformats.org/officeDocument/2006/relationships/notesMaster" Target="/ppt/notesMasters/notesMaster1.xml" Id="R789646f09fe54105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d48fc16677b44e59" /><Relationship Type="http://schemas.openxmlformats.org/officeDocument/2006/relationships/notesMaster" Target="/ppt/notesMasters/notesMaster1.xml" Id="Rf833edf259d94d4f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57a7a15ce79d4c1c" /><Relationship Type="http://schemas.openxmlformats.org/officeDocument/2006/relationships/notesMaster" Target="/ppt/notesMasters/notesMaster1.xml" Id="R08655dcb03034609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f1eab58d63d0438a" /><Relationship Type="http://schemas.openxmlformats.org/officeDocument/2006/relationships/notesMaster" Target="/ppt/notesMasters/notesMaster1.xml" Id="R7a2e0354cd684b89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4ff53fc006224ca3" /><Relationship Type="http://schemas.openxmlformats.org/officeDocument/2006/relationships/notesMaster" Target="/ppt/notesMasters/notesMaster1.xml" Id="Rf032918bc06d4fbe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67c0221229a44b6c" /><Relationship Type="http://schemas.openxmlformats.org/officeDocument/2006/relationships/notesMaster" Target="/ppt/notesMasters/notesMaster1.xml" Id="R709ad498e91843f4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e56999c216484f88" /><Relationship Type="http://schemas.openxmlformats.org/officeDocument/2006/relationships/notesMaster" Target="/ppt/notesMasters/notesMaster1.xml" Id="R9088e46bbfce47dc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228b390dc74e4e65" /><Relationship Type="http://schemas.openxmlformats.org/officeDocument/2006/relationships/notesMaster" Target="/ppt/notesMasters/notesMaster1.xml" Id="R5007e039236a4e5b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4c8fc4a846ed4569" /><Relationship Type="http://schemas.openxmlformats.org/officeDocument/2006/relationships/notesMaster" Target="/ppt/notesMasters/notesMaster1.xml" Id="Rd86a256c74a44491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f21394eefebe48cb" /><Relationship Type="http://schemas.openxmlformats.org/officeDocument/2006/relationships/notesMaster" Target="/ppt/notesMasters/notesMaster1.xml" Id="Rb743834ee64e4b20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a7a9319ed64346f9" /><Relationship Type="http://schemas.openxmlformats.org/officeDocument/2006/relationships/notesMaster" Target="/ppt/notesMasters/notesMaster1.xml" Id="R6463bfc243f84603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7aac79268f554538" /><Relationship Type="http://schemas.openxmlformats.org/officeDocument/2006/relationships/notesMaster" Target="/ppt/notesMasters/notesMaster1.xml" Id="R4869029ae6ca41a7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b0c5217e7577465b" /><Relationship Type="http://schemas.openxmlformats.org/officeDocument/2006/relationships/notesMaster" Target="/ppt/notesMasters/notesMaster1.xml" Id="Rf71c619adfa84627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7238b711214141d2" /><Relationship Type="http://schemas.openxmlformats.org/officeDocument/2006/relationships/notesMaster" Target="/ppt/notesMasters/notesMaster1.xml" Id="Rf291ec25985a4740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6fff739c162a4ec9" /><Relationship Type="http://schemas.openxmlformats.org/officeDocument/2006/relationships/notesMaster" Target="/ppt/notesMasters/notesMaster1.xml" Id="R2bd50982c3854148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b2058ad6951d4706" /><Relationship Type="http://schemas.openxmlformats.org/officeDocument/2006/relationships/notesMaster" Target="/ppt/notesMasters/notesMaster1.xml" Id="R6009628f2a9b43e6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0a1823c51ca24d27" /><Relationship Type="http://schemas.openxmlformats.org/officeDocument/2006/relationships/notesMaster" Target="/ppt/notesMasters/notesMaster1.xml" Id="Rc8c94b02ea1a4fff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0f05b906ab314d48" /><Relationship Type="http://schemas.openxmlformats.org/officeDocument/2006/relationships/notesMaster" Target="/ppt/notesMasters/notesMaster1.xml" Id="R8cc33c73ffdb4281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a70a420e310f4294" /><Relationship Type="http://schemas.openxmlformats.org/officeDocument/2006/relationships/notesMaster" Target="/ppt/notesMasters/notesMaster1.xml" Id="R8272ba14baae47a4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ee6c98b04eab419e" /><Relationship Type="http://schemas.openxmlformats.org/officeDocument/2006/relationships/notesMaster" Target="/ppt/notesMasters/notesMaster1.xml" Id="R2f91b55c448f40fe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8aa2b5b6e7484846" /><Relationship Type="http://schemas.openxmlformats.org/officeDocument/2006/relationships/notesMaster" Target="/ppt/notesMasters/notesMaster1.xml" Id="Rfe0c60146f7645f2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a943fada4b854721" /><Relationship Type="http://schemas.openxmlformats.org/officeDocument/2006/relationships/notesMaster" Target="/ppt/notesMasters/notesMaster1.xml" Id="R4ac70c86c2bc4b37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9503dbadd884421c" /><Relationship Type="http://schemas.openxmlformats.org/officeDocument/2006/relationships/notesMaster" Target="/ppt/notesMasters/notesMaster1.xml" Id="R3aa885a48f4d454d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b1b3db9c8a1d4ae3" /><Relationship Type="http://schemas.openxmlformats.org/officeDocument/2006/relationships/notesMaster" Target="/ppt/notesMasters/notesMaster1.xml" Id="Rbc5d5b33860b4a73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0fb127c6fce7486f" /><Relationship Type="http://schemas.openxmlformats.org/officeDocument/2006/relationships/notesMaster" Target="/ppt/notesMasters/notesMaster1.xml" Id="R892e027f80b44088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757694ec2840473b" /><Relationship Type="http://schemas.openxmlformats.org/officeDocument/2006/relationships/notesMaster" Target="/ppt/notesMasters/notesMaster1.xml" Id="R5028ee6b67554e65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9991e5bfcd3046a3" /><Relationship Type="http://schemas.openxmlformats.org/officeDocument/2006/relationships/notesMaster" Target="/ppt/notesMasters/notesMaster1.xml" Id="Raf6239d828a04d8b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48e2a7ec8a464aa7" /><Relationship Type="http://schemas.openxmlformats.org/officeDocument/2006/relationships/notesMaster" Target="/ppt/notesMasters/notesMaster1.xml" Id="R3c3b431f1b5348e8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7b5a9ca163514724" /><Relationship Type="http://schemas.openxmlformats.org/officeDocument/2006/relationships/notesMaster" Target="/ppt/notesMasters/notesMaster1.xml" Id="Rb3c1afa6a51047b1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f376febe5d8e4bc9" /><Relationship Type="http://schemas.openxmlformats.org/officeDocument/2006/relationships/notesMaster" Target="/ppt/notesMasters/notesMaster1.xml" Id="Rb8f9b30109b040eb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c551fbfdb74340a1" /><Relationship Type="http://schemas.openxmlformats.org/officeDocument/2006/relationships/notesMaster" Target="/ppt/notesMasters/notesMaster1.xml" Id="Rbcf2bfceb6b441c0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2dcae009bdb54b6e" /><Relationship Type="http://schemas.openxmlformats.org/officeDocument/2006/relationships/notesMaster" Target="/ppt/notesMasters/notesMaster1.xml" Id="R043b068404b84875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19d76c54ead14de6" /><Relationship Type="http://schemas.openxmlformats.org/officeDocument/2006/relationships/notesMaster" Target="/ppt/notesMasters/notesMaster1.xml" Id="R2a846938080d4141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330b4dbe8710405b" /><Relationship Type="http://schemas.openxmlformats.org/officeDocument/2006/relationships/notesMaster" Target="/ppt/notesMasters/notesMaster1.xml" Id="Rdeda5e6b2a9a4c83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486f941a098a4f71" /><Relationship Type="http://schemas.openxmlformats.org/officeDocument/2006/relationships/notesMaster" Target="/ppt/notesMasters/notesMaster1.xml" Id="Rd27b759587c946e5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611ff87a67514a6c" /><Relationship Type="http://schemas.openxmlformats.org/officeDocument/2006/relationships/notesMaster" Target="/ppt/notesMasters/notesMaster1.xml" Id="R693144aa26944d81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139cb08cf27b48e4" /><Relationship Type="http://schemas.openxmlformats.org/officeDocument/2006/relationships/notesMaster" Target="/ppt/notesMasters/notesMaster1.xml" Id="Rec140ce05c794e7d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013aeb91c66f4eb5" /><Relationship Type="http://schemas.openxmlformats.org/officeDocument/2006/relationships/notesMaster" Target="/ppt/notesMasters/notesMaster1.xml" Id="R0bac36b8aef844f4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861ce0751e154eeb" /><Relationship Type="http://schemas.openxmlformats.org/officeDocument/2006/relationships/notesMaster" Target="/ppt/notesMasters/notesMaster1.xml" Id="Rf8f0a420a0614b03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e350288d2b784d60" /><Relationship Type="http://schemas.openxmlformats.org/officeDocument/2006/relationships/notesMaster" Target="/ppt/notesMasters/notesMaster1.xml" Id="R345fd037f3c04d72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92d0883c903b421d" /><Relationship Type="http://schemas.openxmlformats.org/officeDocument/2006/relationships/notesMaster" Target="/ppt/notesMasters/notesMaster1.xml" Id="Rd7551538aea74863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df323410847648de" /><Relationship Type="http://schemas.openxmlformats.org/officeDocument/2006/relationships/notesMaster" Target="/ppt/notesMasters/notesMaster1.xml" Id="Rf9432bf234cb4729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fb178cb0e51d451a" /><Relationship Type="http://schemas.openxmlformats.org/officeDocument/2006/relationships/notesMaster" Target="/ppt/notesMasters/notesMaster1.xml" Id="R554fdc9729f845d6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d5c26069f8654f90" /><Relationship Type="http://schemas.openxmlformats.org/officeDocument/2006/relationships/notesMaster" Target="/ppt/notesMasters/notesMaster1.xml" Id="Rad9fd14c8076426c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bdcc9694f182430c" /><Relationship Type="http://schemas.openxmlformats.org/officeDocument/2006/relationships/notesMaster" Target="/ppt/notesMasters/notesMaster1.xml" Id="R52c600fc528b4d0d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c785af416ea643ef" /><Relationship Type="http://schemas.openxmlformats.org/officeDocument/2006/relationships/notesMaster" Target="/ppt/notesMasters/notesMaster1.xml" Id="R38e5a7f4ba4b4dbe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7dcf2a02632e43bc" /><Relationship Type="http://schemas.openxmlformats.org/officeDocument/2006/relationships/notesMaster" Target="/ppt/notesMasters/notesMaster1.xml" Id="Raa73b746f6bd4a88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ad7f44cc54c64b09" /><Relationship Type="http://schemas.openxmlformats.org/officeDocument/2006/relationships/notesMaster" Target="/ppt/notesMasters/notesMaster1.xml" Id="R92cb7b481f234a09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0bb308a052d44266" /><Relationship Type="http://schemas.openxmlformats.org/officeDocument/2006/relationships/notesMaster" Target="/ppt/notesMasters/notesMaster1.xml" Id="Rd1d19ca2c0f94eca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7582677d38fe4fb6" /><Relationship Type="http://schemas.openxmlformats.org/officeDocument/2006/relationships/notesMaster" Target="/ppt/notesMasters/notesMaster1.xml" Id="R8034ebbd7b324eaa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f21cf6c2a27e478b" /><Relationship Type="http://schemas.openxmlformats.org/officeDocument/2006/relationships/notesMaster" Target="/ppt/notesMasters/notesMaster1.xml" Id="R12a3982b2cad4b78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2d22e2ca4aab4422" /><Relationship Type="http://schemas.openxmlformats.org/officeDocument/2006/relationships/notesMaster" Target="/ppt/notesMasters/notesMaster1.xml" Id="R6b6c5bb511dd42ff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92bcd7188f454b77" /><Relationship Type="http://schemas.openxmlformats.org/officeDocument/2006/relationships/notesMaster" Target="/ppt/notesMasters/notesMaster1.xml" Id="R1c4a5289071a4232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6b81afca150a4c85" /><Relationship Type="http://schemas.openxmlformats.org/officeDocument/2006/relationships/notesMaster" Target="/ppt/notesMasters/notesMaster1.xml" Id="Rf309e56f516e4ece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7f02ac1b7646470f" /><Relationship Type="http://schemas.openxmlformats.org/officeDocument/2006/relationships/notesMaster" Target="/ppt/notesMasters/notesMaster1.xml" Id="R095627aa1e0d4f25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830cc6edb1d647d0" /><Relationship Type="http://schemas.openxmlformats.org/officeDocument/2006/relationships/notesMaster" Target="/ppt/notesMasters/notesMaster1.xml" Id="R6e122d2841994a9e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5dea311808664f08" /><Relationship Type="http://schemas.openxmlformats.org/officeDocument/2006/relationships/notesMaster" Target="/ppt/notesMasters/notesMaster1.xml" Id="R43b6b3404d4f4737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a8a38c223a794757" /><Relationship Type="http://schemas.openxmlformats.org/officeDocument/2006/relationships/notesMaster" Target="/ppt/notesMasters/notesMaster1.xml" Id="Re9cdeda4236d4e83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dd452de2446a4afd" /><Relationship Type="http://schemas.openxmlformats.org/officeDocument/2006/relationships/notesMaster" Target="/ppt/notesMasters/notesMaster1.xml" Id="R68cff88bba2341cd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d27cc28d263d4afa" /><Relationship Type="http://schemas.openxmlformats.org/officeDocument/2006/relationships/notesMaster" Target="/ppt/notesMasters/notesMaster1.xml" Id="R6d0c2a92324044ce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affb2f8db98a4cd5" /><Relationship Type="http://schemas.openxmlformats.org/officeDocument/2006/relationships/notesMaster" Target="/ppt/notesMasters/notesMaster1.xml" Id="Rb75022e4c8b04a94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2c199e5128c34bb3" /><Relationship Type="http://schemas.openxmlformats.org/officeDocument/2006/relationships/notesMaster" Target="/ppt/notesMasters/notesMaster1.xml" Id="R55354fe365f84ab4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a4308b7cc6454759" /><Relationship Type="http://schemas.openxmlformats.org/officeDocument/2006/relationships/notesMaster" Target="/ppt/notesMasters/notesMaster1.xml" Id="R6284853405f04f4d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d69eb2f19bb74fd0" /><Relationship Type="http://schemas.openxmlformats.org/officeDocument/2006/relationships/notesMaster" Target="/ppt/notesMasters/notesMaster1.xml" Id="R6e524f0c0f114860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0738d880abc7431d" /><Relationship Type="http://schemas.openxmlformats.org/officeDocument/2006/relationships/notesMaster" Target="/ppt/notesMasters/notesMaster1.xml" Id="R3f399efe84ac46f1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983b7ce8f29b4e20" /><Relationship Type="http://schemas.openxmlformats.org/officeDocument/2006/relationships/notesMaster" Target="/ppt/notesMasters/notesMaster1.xml" Id="R0610b0f6568544d7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d550471de9084171" /><Relationship Type="http://schemas.openxmlformats.org/officeDocument/2006/relationships/notesMaster" Target="/ppt/notesMasters/notesMaster1.xml" Id="R599eac05fcca439f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5936a8ee788b41ba" /><Relationship Type="http://schemas.openxmlformats.org/officeDocument/2006/relationships/notesMaster" Target="/ppt/notesMasters/notesMaster1.xml" Id="R2f9c81efa97b4979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9975c06c4de3492b" /><Relationship Type="http://schemas.openxmlformats.org/officeDocument/2006/relationships/notesMaster" Target="/ppt/notesMasters/notesMaster1.xml" Id="Re1d129128cba4495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e7d96ceabb8943e0" /><Relationship Type="http://schemas.openxmlformats.org/officeDocument/2006/relationships/notesMaster" Target="/ppt/notesMasters/notesMaster1.xml" Id="R3a173d31f4b34f7c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85c5d7c03cda4ece" /><Relationship Type="http://schemas.openxmlformats.org/officeDocument/2006/relationships/notesMaster" Target="/ppt/notesMasters/notesMaster1.xml" Id="R754ba5165ae9443e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91cddd697ca2439b" /><Relationship Type="http://schemas.openxmlformats.org/officeDocument/2006/relationships/notesMaster" Target="/ppt/notesMasters/notesMaster1.xml" Id="Rb01a6e7da47d430e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7cc8407c35444bc8" /><Relationship Type="http://schemas.openxmlformats.org/officeDocument/2006/relationships/notesMaster" Target="/ppt/notesMasters/notesMaster1.xml" Id="R04b816d84f0e4b9b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b0882e9901244e91" /><Relationship Type="http://schemas.openxmlformats.org/officeDocument/2006/relationships/notesMaster" Target="/ppt/notesMasters/notesMaster1.xml" Id="R46c669d2398047c0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18d3962259064aa3" /><Relationship Type="http://schemas.openxmlformats.org/officeDocument/2006/relationships/notesMaster" Target="/ppt/notesMasters/notesMaster1.xml" Id="Rd1613b88af9a408d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4f90960208234201" /><Relationship Type="http://schemas.openxmlformats.org/officeDocument/2006/relationships/notesMaster" Target="/ppt/notesMasters/notesMaster1.xml" Id="Rc6307dfe013b4c74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9c62ed15af7a463d" /><Relationship Type="http://schemas.openxmlformats.org/officeDocument/2006/relationships/notesMaster" Target="/ppt/notesMasters/notesMaster1.xml" Id="Rdff4cae278bc455b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9ffd1bc7963845b7" /><Relationship Type="http://schemas.openxmlformats.org/officeDocument/2006/relationships/notesMaster" Target="/ppt/notesMasters/notesMaster1.xml" Id="R6c6d4e92b94640fb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590bcfc1c635411a" /><Relationship Type="http://schemas.openxmlformats.org/officeDocument/2006/relationships/notesMaster" Target="/ppt/notesMasters/notesMaster1.xml" Id="Rdca9002167d34f26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3fbf5443df374151" /><Relationship Type="http://schemas.openxmlformats.org/officeDocument/2006/relationships/notesMaster" Target="/ppt/notesMasters/notesMaster1.xml" Id="R64cb44f58c1b4308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50e92c0ea1d74abf" /><Relationship Type="http://schemas.openxmlformats.org/officeDocument/2006/relationships/notesMaster" Target="/ppt/notesMasters/notesMaster1.xml" Id="R5eda475031994bc9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6c78b883af104585" /><Relationship Type="http://schemas.openxmlformats.org/officeDocument/2006/relationships/notesMaster" Target="/ppt/notesMasters/notesMaster1.xml" Id="R0c7c5b6abb8241ba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f199298171b944c5" /><Relationship Type="http://schemas.openxmlformats.org/officeDocument/2006/relationships/notesMaster" Target="/ppt/notesMasters/notesMaster1.xml" Id="Rf16316a82279443f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da5a7b97af55457d" /><Relationship Type="http://schemas.openxmlformats.org/officeDocument/2006/relationships/notesMaster" Target="/ppt/notesMasters/notesMaster1.xml" Id="R1d6e207500224094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eb4464f342664cc8" /><Relationship Type="http://schemas.openxmlformats.org/officeDocument/2006/relationships/notesMaster" Target="/ppt/notesMasters/notesMaster1.xml" Id="R7669584868d74f56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eaffc3a8e90c43bd" /><Relationship Type="http://schemas.openxmlformats.org/officeDocument/2006/relationships/notesMaster" Target="/ppt/notesMasters/notesMaster1.xml" Id="R0965d7ddca114113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97e86f2708de48ea" /><Relationship Type="http://schemas.openxmlformats.org/officeDocument/2006/relationships/notesMaster" Target="/ppt/notesMasters/notesMaster1.xml" Id="Rde46810842434790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cff15ed015e2465a" /><Relationship Type="http://schemas.openxmlformats.org/officeDocument/2006/relationships/notesMaster" Target="/ppt/notesMasters/notesMaster1.xml" Id="Rd8dcb18a86e0426e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e00e1c98d7614981" /><Relationship Type="http://schemas.openxmlformats.org/officeDocument/2006/relationships/notesMaster" Target="/ppt/notesMasters/notesMaster1.xml" Id="Rb5ab4af55e0048c5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e8255c5748f84a35" /><Relationship Type="http://schemas.openxmlformats.org/officeDocument/2006/relationships/notesMaster" Target="/ppt/notesMasters/notesMaster1.xml" Id="Rf00d19f35ecb4de3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55d3c799f8854e21" /><Relationship Type="http://schemas.openxmlformats.org/officeDocument/2006/relationships/notesMaster" Target="/ppt/notesMasters/notesMaster1.xml" Id="R2ea57c289fbe4746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c6c2361fe08a4b0c" /><Relationship Type="http://schemas.openxmlformats.org/officeDocument/2006/relationships/notesMaster" Target="/ppt/notesMasters/notesMaster1.xml" Id="R09fdf7f65ea84354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0d5f01af86cb42fa" /><Relationship Type="http://schemas.openxmlformats.org/officeDocument/2006/relationships/notesMaster" Target="/ppt/notesMasters/notesMaster1.xml" Id="R3546237a7c6643a4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2b49bce58d22462f" /><Relationship Type="http://schemas.openxmlformats.org/officeDocument/2006/relationships/notesMaster" Target="/ppt/notesMasters/notesMaster1.xml" Id="Rfffeb75f46bf412f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6daf99d857f24964" /><Relationship Type="http://schemas.openxmlformats.org/officeDocument/2006/relationships/notesMaster" Target="/ppt/notesMasters/notesMaster1.xml" Id="R71bf36adf1a442bb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9f74292db0444b0a" /><Relationship Type="http://schemas.openxmlformats.org/officeDocument/2006/relationships/notesMaster" Target="/ppt/notesMasters/notesMaster1.xml" Id="R9b38f26c51fa46a2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6bcb9a3fb989454a" /><Relationship Type="http://schemas.openxmlformats.org/officeDocument/2006/relationships/notesMaster" Target="/ppt/notesMasters/notesMaster1.xml" Id="R3bd4f6c718e140e0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3b8a6d312c164add" /><Relationship Type="http://schemas.openxmlformats.org/officeDocument/2006/relationships/notesMaster" Target="/ppt/notesMasters/notesMaster1.xml" Id="Rb4fdea504d2548b6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1396abaa1a344fcb" /><Relationship Type="http://schemas.openxmlformats.org/officeDocument/2006/relationships/notesMaster" Target="/ppt/notesMasters/notesMaster1.xml" Id="R425aaf7886c9451b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90095a04aa1c46d9" /><Relationship Type="http://schemas.openxmlformats.org/officeDocument/2006/relationships/notesMaster" Target="/ppt/notesMasters/notesMaster1.xml" Id="R160f839c1bec45e3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21b7cf6233864551" /><Relationship Type="http://schemas.openxmlformats.org/officeDocument/2006/relationships/notesMaster" Target="/ppt/notesMasters/notesMaster1.xml" Id="R215c0b7f07444b58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70b1d81087b94ff2" /><Relationship Type="http://schemas.openxmlformats.org/officeDocument/2006/relationships/notesMaster" Target="/ppt/notesMasters/notesMaster1.xml" Id="Rab78037cccb94758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8c70299d02fd46ee" /><Relationship Type="http://schemas.openxmlformats.org/officeDocument/2006/relationships/notesMaster" Target="/ppt/notesMasters/notesMaster1.xml" Id="R601311b7324643d8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d961b0df1fe74e9f" /><Relationship Type="http://schemas.openxmlformats.org/officeDocument/2006/relationships/notesMaster" Target="/ppt/notesMasters/notesMaster1.xml" Id="R0088fd28ebbe4b0e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95d17d740d2f4ac5" /><Relationship Type="http://schemas.openxmlformats.org/officeDocument/2006/relationships/notesMaster" Target="/ppt/notesMasters/notesMaster1.xml" Id="Rf4aeb9a4f6894ab7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4d1769af76c6403c" /><Relationship Type="http://schemas.openxmlformats.org/officeDocument/2006/relationships/notesMaster" Target="/ppt/notesMasters/notesMaster1.xml" Id="Re1805953746d4c23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cbf52d3e1dae4d63" /><Relationship Type="http://schemas.openxmlformats.org/officeDocument/2006/relationships/notesMaster" Target="/ppt/notesMasters/notesMaster1.xml" Id="R736ce223db164083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e4aacb4e40fb40ac" /><Relationship Type="http://schemas.openxmlformats.org/officeDocument/2006/relationships/notesMaster" Target="/ppt/notesMasters/notesMaster1.xml" Id="R94fba1d3a8b34568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95221b6aadb9437e" /><Relationship Type="http://schemas.openxmlformats.org/officeDocument/2006/relationships/notesMaster" Target="/ppt/notesMasters/notesMaster1.xml" Id="R618df409cd5645d5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03e15c6c106d46ed" /><Relationship Type="http://schemas.openxmlformats.org/officeDocument/2006/relationships/notesMaster" Target="/ppt/notesMasters/notesMaster1.xml" Id="R8a639a4f1ba344d8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e692b29529564e39" /><Relationship Type="http://schemas.openxmlformats.org/officeDocument/2006/relationships/notesMaster" Target="/ppt/notesMasters/notesMaster1.xml" Id="Rd5790b5f80674967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e31e5e019c7e4951" /><Relationship Type="http://schemas.openxmlformats.org/officeDocument/2006/relationships/notesMaster" Target="/ppt/notesMasters/notesMaster1.xml" Id="R32f584eb32a04b65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6e17e3aefb3b4a09" /><Relationship Type="http://schemas.openxmlformats.org/officeDocument/2006/relationships/notesMaster" Target="/ppt/notesMasters/notesMaster1.xml" Id="R3a8329655671413d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8e02d841e8ba45a8" /><Relationship Type="http://schemas.openxmlformats.org/officeDocument/2006/relationships/notesMaster" Target="/ppt/notesMasters/notesMaster1.xml" Id="Rb743f31e431d46e7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d056d0f07ebd4ec0" /><Relationship Type="http://schemas.openxmlformats.org/officeDocument/2006/relationships/notesMaster" Target="/ppt/notesMasters/notesMaster1.xml" Id="R36a31ee794f548db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5d5d62a5d7b8482f" /><Relationship Type="http://schemas.openxmlformats.org/officeDocument/2006/relationships/notesMaster" Target="/ppt/notesMasters/notesMaster1.xml" Id="Ree4ad429116a4689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014dbc15524a4b58" /><Relationship Type="http://schemas.openxmlformats.org/officeDocument/2006/relationships/notesMaster" Target="/ppt/notesMasters/notesMaster1.xml" Id="R0e00168795e84551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4e68048df8e144cb" /><Relationship Type="http://schemas.openxmlformats.org/officeDocument/2006/relationships/notesMaster" Target="/ppt/notesMasters/notesMaster1.xml" Id="R50ea302bced9481c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faa58805c0ff4097" /><Relationship Type="http://schemas.openxmlformats.org/officeDocument/2006/relationships/notesMaster" Target="/ppt/notesMasters/notesMaster1.xml" Id="R4a5c288f2fb04226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a127015b44e2436e" /><Relationship Type="http://schemas.openxmlformats.org/officeDocument/2006/relationships/notesMaster" Target="/ppt/notesMasters/notesMaster1.xml" Id="R97e3db44af964bc8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7c63d0cb76434d7c" /><Relationship Type="http://schemas.openxmlformats.org/officeDocument/2006/relationships/notesMaster" Target="/ppt/notesMasters/notesMaster1.xml" Id="R81d63753a7884964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73a299d586e7422d" /><Relationship Type="http://schemas.openxmlformats.org/officeDocument/2006/relationships/notesMaster" Target="/ppt/notesMasters/notesMaster1.xml" Id="R000c1c51e4b64de5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f6937d1dbec545ec" /><Relationship Type="http://schemas.openxmlformats.org/officeDocument/2006/relationships/notesMaster" Target="/ppt/notesMasters/notesMaster1.xml" Id="R05f309295def4822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8edae6f86a914af5" /><Relationship Type="http://schemas.openxmlformats.org/officeDocument/2006/relationships/notesMaster" Target="/ppt/notesMasters/notesMaster1.xml" Id="R1c31e08d71424b75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dd02c45a58c4471e" /><Relationship Type="http://schemas.openxmlformats.org/officeDocument/2006/relationships/notesMaster" Target="/ppt/notesMasters/notesMaster1.xml" Id="R6cfac3357d014b97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4962f87a4ae940c6" /><Relationship Type="http://schemas.openxmlformats.org/officeDocument/2006/relationships/notesMaster" Target="/ppt/notesMasters/notesMaster1.xml" Id="Rdc7391efc8a6406f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369c5a25d1334427" /><Relationship Type="http://schemas.openxmlformats.org/officeDocument/2006/relationships/notesMaster" Target="/ppt/notesMasters/notesMaster1.xml" Id="R2ec0b28f7ea645d0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fb3e66dd71e8460a" /><Relationship Type="http://schemas.openxmlformats.org/officeDocument/2006/relationships/notesMaster" Target="/ppt/notesMasters/notesMaster1.xml" Id="R3590f9d9dbe948b2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2c299d55e5e4460f" /><Relationship Type="http://schemas.openxmlformats.org/officeDocument/2006/relationships/notesMaster" Target="/ppt/notesMasters/notesMaster1.xml" Id="R1a09aabec0994562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0451627114fc40ce" /><Relationship Type="http://schemas.openxmlformats.org/officeDocument/2006/relationships/notesMaster" Target="/ppt/notesMasters/notesMaster1.xml" Id="R7ae8e1aed40f4f07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f26ba33bf1344cef" /><Relationship Type="http://schemas.openxmlformats.org/officeDocument/2006/relationships/notesMaster" Target="/ppt/notesMasters/notesMaster1.xml" Id="Rebdc9c3408774726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a596a393bb42441d" /><Relationship Type="http://schemas.openxmlformats.org/officeDocument/2006/relationships/notesMaster" Target="/ppt/notesMasters/notesMaster1.xml" Id="R48fc435c86864afb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b1d2475318a643fe" /><Relationship Type="http://schemas.openxmlformats.org/officeDocument/2006/relationships/notesMaster" Target="/ppt/notesMasters/notesMaster1.xml" Id="R9885f66ebc82470f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4820fb62b5ec46d3" /><Relationship Type="http://schemas.openxmlformats.org/officeDocument/2006/relationships/notesMaster" Target="/ppt/notesMasters/notesMaster1.xml" Id="Ra3b36a8f75964b33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b73f3793905e40b3" /><Relationship Type="http://schemas.openxmlformats.org/officeDocument/2006/relationships/notesMaster" Target="/ppt/notesMasters/notesMaster1.xml" Id="R9c452afa70854cb6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b319436636f44eed" /><Relationship Type="http://schemas.openxmlformats.org/officeDocument/2006/relationships/notesMaster" Target="/ppt/notesMasters/notesMaster1.xml" Id="Rda8c55a9dc5c49d4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cd2ef9ce85c843e6" /><Relationship Type="http://schemas.openxmlformats.org/officeDocument/2006/relationships/notesMaster" Target="/ppt/notesMasters/notesMaster1.xml" Id="R642567c33cd9420f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f0c6edf769524a7a" /><Relationship Type="http://schemas.openxmlformats.org/officeDocument/2006/relationships/notesMaster" Target="/ppt/notesMasters/notesMaster1.xml" Id="R94f2fe1d30e34e6e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640797b097254802" /><Relationship Type="http://schemas.openxmlformats.org/officeDocument/2006/relationships/notesMaster" Target="/ppt/notesMasters/notesMaster1.xml" Id="Rdcaadd7dd6ba4e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data structures as ADT -&gt; representation -&gt; operations -&gt;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each module row and end on MISSING =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f39d3413349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de8a66f68d4f26" /><Relationship Type="http://schemas.openxmlformats.org/officeDocument/2006/relationships/slideLayout" Target="/ppt/slideLayouts/slideLayout1.xml" Id="Rc0ef7c7d11124d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f7c7d11124d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94a1fa7c2498e" /><Relationship Type="http://schemas.openxmlformats.org/officeDocument/2006/relationships/notesSlide" Target="/ppt/notesSlides/notesSlide1.xml" Id="R72fe45fb4b9540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62d48057b4342" /><Relationship Type="http://schemas.openxmlformats.org/officeDocument/2006/relationships/notesSlide" Target="/ppt/notesSlides/notesSlide2.xml" Id="R8d0de6639c6a48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b2d7f5d4a41b8" /><Relationship Type="http://schemas.openxmlformats.org/officeDocument/2006/relationships/notesSlide" Target="/ppt/notesSlides/notesSlide3.xml" Id="R748c1598ea4548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c4ad336b5430b" /><Relationship Type="http://schemas.openxmlformats.org/officeDocument/2006/relationships/notesSlide" Target="/ppt/notesSlides/notesSlide4.xml" Id="R27411e0844e24c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a0b8038d742e5" /><Relationship Type="http://schemas.openxmlformats.org/officeDocument/2006/relationships/notesSlide" Target="/ppt/notesSlides/notesSlide5.xml" Id="R7b33facd49bd4d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e5791695649b3" /><Relationship Type="http://schemas.openxmlformats.org/officeDocument/2006/relationships/notesSlide" Target="/ppt/notesSlides/notesSlide6.xml" Id="Rdaf50e497e3c4b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c97c2c2f34527" /><Relationship Type="http://schemas.openxmlformats.org/officeDocument/2006/relationships/notesSlide" Target="/ppt/notesSlides/notesSlide7.xml" Id="R2ec7f3b397f241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d167537ae4e2a" /><Relationship Type="http://schemas.openxmlformats.org/officeDocument/2006/relationships/notesSlide" Target="/ppt/notesSlides/notesSlide8.xml" Id="Re1613d181c3a4e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9eee43e384a77" /><Relationship Type="http://schemas.openxmlformats.org/officeDocument/2006/relationships/notesSlide" Target="/ppt/notesSlides/notesSlide9.xml" Id="Rf319050b9d5a4f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282c224a84654" /><Relationship Type="http://schemas.openxmlformats.org/officeDocument/2006/relationships/notesSlide" Target="/ppt/notesSlides/notesSlide10.xml" Id="R38898b88b0574c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b3640af4a45a4" /><Relationship Type="http://schemas.openxmlformats.org/officeDocument/2006/relationships/notesSlide" Target="/ppt/notesSlides/notesSlide11.xml" Id="R65a2d2e52bc840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464a007f142db" /><Relationship Type="http://schemas.openxmlformats.org/officeDocument/2006/relationships/notesSlide" Target="/ppt/notesSlides/notesSlide12.xml" Id="R78d607022b444c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bca4650ad4ae0" /><Relationship Type="http://schemas.openxmlformats.org/officeDocument/2006/relationships/notesSlide" Target="/ppt/notesSlides/notesSlide13.xml" Id="Rb108041759854f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36a6f53cb4bba" /><Relationship Type="http://schemas.openxmlformats.org/officeDocument/2006/relationships/notesSlide" Target="/ppt/notesSlides/notesSlide14.xml" Id="Rc434cbe5933d4b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f56eace6b40e4" /><Relationship Type="http://schemas.openxmlformats.org/officeDocument/2006/relationships/notesSlide" Target="/ppt/notesSlides/notesSlide15.xml" Id="R1bb1e54dfddd40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f73757cf8437c" /><Relationship Type="http://schemas.openxmlformats.org/officeDocument/2006/relationships/notesSlide" Target="/ppt/notesSlides/notesSlide16.xml" Id="R12984847afd740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6467cdc8846af" /><Relationship Type="http://schemas.openxmlformats.org/officeDocument/2006/relationships/notesSlide" Target="/ppt/notesSlides/notesSlide17.xml" Id="R2de04a46456c48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6c0c0f34b4024" /><Relationship Type="http://schemas.openxmlformats.org/officeDocument/2006/relationships/notesSlide" Target="/ppt/notesSlides/notesSlide18.xml" Id="R50c88ee8c08c4a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ec9c3678c41ea" /><Relationship Type="http://schemas.openxmlformats.org/officeDocument/2006/relationships/notesSlide" Target="/ppt/notesSlides/notesSlide19.xml" Id="R66a5ebc5f9074d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9bbd83c334b91" /><Relationship Type="http://schemas.openxmlformats.org/officeDocument/2006/relationships/notesSlide" Target="/ppt/notesSlides/notesSlide20.xml" Id="Re50513f4a1724e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c93fc4fae46ac" /><Relationship Type="http://schemas.openxmlformats.org/officeDocument/2006/relationships/notesSlide" Target="/ppt/notesSlides/notesSlide21.xml" Id="Rd2de8f729b6144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bf884bf4641e0" /><Relationship Type="http://schemas.openxmlformats.org/officeDocument/2006/relationships/notesSlide" Target="/ppt/notesSlides/notesSlide22.xml" Id="Rf3b137927e1e41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488c9f14f47c6" /><Relationship Type="http://schemas.openxmlformats.org/officeDocument/2006/relationships/notesSlide" Target="/ppt/notesSlides/notesSlide23.xml" Id="R98f2ba1c45664fe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26e382b9f48e6" /><Relationship Type="http://schemas.openxmlformats.org/officeDocument/2006/relationships/notesSlide" Target="/ppt/notesSlides/notesSlide24.xml" Id="Rdd04406626cb40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b168f46e74bc6" /><Relationship Type="http://schemas.openxmlformats.org/officeDocument/2006/relationships/notesSlide" Target="/ppt/notesSlides/notesSlide25.xml" Id="R8804091ebdd14e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bdfa338374e1d" /><Relationship Type="http://schemas.openxmlformats.org/officeDocument/2006/relationships/notesSlide" Target="/ppt/notesSlides/notesSlide26.xml" Id="R4c9d47d13234437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e8aa7ab854367" /><Relationship Type="http://schemas.openxmlformats.org/officeDocument/2006/relationships/notesSlide" Target="/ppt/notesSlides/notesSlide27.xml" Id="Ree3812f9a5ae4a4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3d9cd789643d7" /><Relationship Type="http://schemas.openxmlformats.org/officeDocument/2006/relationships/notesSlide" Target="/ppt/notesSlides/notesSlide28.xml" Id="R0794f5bda0c0433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9c4e09910427b" /><Relationship Type="http://schemas.openxmlformats.org/officeDocument/2006/relationships/notesSlide" Target="/ppt/notesSlides/notesSlide29.xml" Id="R9babacc04268480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c9fddefec49b8" /><Relationship Type="http://schemas.openxmlformats.org/officeDocument/2006/relationships/notesSlide" Target="/ppt/notesSlides/notesSlide30.xml" Id="R4fa4b0694f764c4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590b4d8554c2c" /><Relationship Type="http://schemas.openxmlformats.org/officeDocument/2006/relationships/notesSlide" Target="/ppt/notesSlides/notesSlide31.xml" Id="R70fed322d7fd488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ace0ef4df4293" /><Relationship Type="http://schemas.openxmlformats.org/officeDocument/2006/relationships/notesSlide" Target="/ppt/notesSlides/notesSlide32.xml" Id="Rede863ab39d741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f42d1f0dd447f" /><Relationship Type="http://schemas.openxmlformats.org/officeDocument/2006/relationships/notesSlide" Target="/ppt/notesSlides/notesSlide33.xml" Id="R6b9baf11bd804b2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7e6e54c3949f0" /><Relationship Type="http://schemas.openxmlformats.org/officeDocument/2006/relationships/notesSlide" Target="/ppt/notesSlides/notesSlide34.xml" Id="Rc104f960edf142b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e258c44554da5" /><Relationship Type="http://schemas.openxmlformats.org/officeDocument/2006/relationships/notesSlide" Target="/ppt/notesSlides/notesSlide35.xml" Id="R63a1c215dc5a47f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6f21b80a04929" /><Relationship Type="http://schemas.openxmlformats.org/officeDocument/2006/relationships/notesSlide" Target="/ppt/notesSlides/notesSlide36.xml" Id="R3077190e08f84fa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ff87ffe704f39" /><Relationship Type="http://schemas.openxmlformats.org/officeDocument/2006/relationships/notesSlide" Target="/ppt/notesSlides/notesSlide37.xml" Id="R30fd826c5fa944e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f047d55914bb8" /><Relationship Type="http://schemas.openxmlformats.org/officeDocument/2006/relationships/notesSlide" Target="/ppt/notesSlides/notesSlide38.xml" Id="Rb3caee19d9bd491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2b59b9e2746fd" /><Relationship Type="http://schemas.openxmlformats.org/officeDocument/2006/relationships/notesSlide" Target="/ppt/notesSlides/notesSlide39.xml" Id="R0872d07a6aef4af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5ccaf891a4757" /><Relationship Type="http://schemas.openxmlformats.org/officeDocument/2006/relationships/notesSlide" Target="/ppt/notesSlides/notesSlide40.xml" Id="R0e115b13fe674ac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e9f3ee47b44e3" /><Relationship Type="http://schemas.openxmlformats.org/officeDocument/2006/relationships/notesSlide" Target="/ppt/notesSlides/notesSlide41.xml" Id="R5e202adff750450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a220c33ef4ba7" /><Relationship Type="http://schemas.openxmlformats.org/officeDocument/2006/relationships/notesSlide" Target="/ppt/notesSlides/notesSlide42.xml" Id="R6d664c6d6dc5449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e3be0109148f3" /><Relationship Type="http://schemas.openxmlformats.org/officeDocument/2006/relationships/notesSlide" Target="/ppt/notesSlides/notesSlide43.xml" Id="R6936e7e7e8e546e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62c5343a04a8c" /><Relationship Type="http://schemas.openxmlformats.org/officeDocument/2006/relationships/notesSlide" Target="/ppt/notesSlides/notesSlide44.xml" Id="R431a6d42884e464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576d44dbd4663" /><Relationship Type="http://schemas.openxmlformats.org/officeDocument/2006/relationships/notesSlide" Target="/ppt/notesSlides/notesSlide45.xml" Id="Rf0e71c4bfb9f4d0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65226346493f" /><Relationship Type="http://schemas.openxmlformats.org/officeDocument/2006/relationships/notesSlide" Target="/ppt/notesSlides/notesSlide46.xml" Id="Rec4f3245f6074c4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20913f28d4769" /><Relationship Type="http://schemas.openxmlformats.org/officeDocument/2006/relationships/notesSlide" Target="/ppt/notesSlides/notesSlide47.xml" Id="Rb99e28e76c6b4a5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1e55c909c4052" /><Relationship Type="http://schemas.openxmlformats.org/officeDocument/2006/relationships/notesSlide" Target="/ppt/notesSlides/notesSlide48.xml" Id="R61160310f8d3439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baf9019214238" /><Relationship Type="http://schemas.openxmlformats.org/officeDocument/2006/relationships/notesSlide" Target="/ppt/notesSlides/notesSlide49.xml" Id="R284c2a95ad8e457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2a9b2837f4e3f" /><Relationship Type="http://schemas.openxmlformats.org/officeDocument/2006/relationships/notesSlide" Target="/ppt/notesSlides/notesSlide50.xml" Id="R3b72b357db1d436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e060ebb7741ed" /><Relationship Type="http://schemas.openxmlformats.org/officeDocument/2006/relationships/notesSlide" Target="/ppt/notesSlides/notesSlide51.xml" Id="Rfca3148a1d24414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ac30d68974bf5" /><Relationship Type="http://schemas.openxmlformats.org/officeDocument/2006/relationships/notesSlide" Target="/ppt/notesSlides/notesSlide52.xml" Id="Rd600aab33e8d4f2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8dfcab18f47c0" /><Relationship Type="http://schemas.openxmlformats.org/officeDocument/2006/relationships/notesSlide" Target="/ppt/notesSlides/notesSlide53.xml" Id="Rb315372e8fd34fb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9b809c8eb4bae" /><Relationship Type="http://schemas.openxmlformats.org/officeDocument/2006/relationships/notesSlide" Target="/ppt/notesSlides/notesSlide54.xml" Id="Rb73f9be031b8473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654440994430e" /><Relationship Type="http://schemas.openxmlformats.org/officeDocument/2006/relationships/notesSlide" Target="/ppt/notesSlides/notesSlide55.xml" Id="R55bc53e0b52e450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86fa4594a4509" /><Relationship Type="http://schemas.openxmlformats.org/officeDocument/2006/relationships/notesSlide" Target="/ppt/notesSlides/notesSlide56.xml" Id="Re7f5bebd437442e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131b589af427e" /><Relationship Type="http://schemas.openxmlformats.org/officeDocument/2006/relationships/notesSlide" Target="/ppt/notesSlides/notesSlide57.xml" Id="Rf20d25bb24454c7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70a97b2244951" /><Relationship Type="http://schemas.openxmlformats.org/officeDocument/2006/relationships/notesSlide" Target="/ppt/notesSlides/notesSlide58.xml" Id="Ra839011421ef499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01279f4984511" /><Relationship Type="http://schemas.openxmlformats.org/officeDocument/2006/relationships/notesSlide" Target="/ppt/notesSlides/notesSlide59.xml" Id="R0cf5f2677bd049f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bc06d747e4a5a" /><Relationship Type="http://schemas.openxmlformats.org/officeDocument/2006/relationships/notesSlide" Target="/ppt/notesSlides/notesSlide60.xml" Id="Rc8d49e86b7034eb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2061f956f4d6e" /><Relationship Type="http://schemas.openxmlformats.org/officeDocument/2006/relationships/notesSlide" Target="/ppt/notesSlides/notesSlide61.xml" Id="Re98579eecba6418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82e34067e42c0" /><Relationship Type="http://schemas.openxmlformats.org/officeDocument/2006/relationships/notesSlide" Target="/ppt/notesSlides/notesSlide62.xml" Id="R8cba392a96214a8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85bf0dfc3428d" /><Relationship Type="http://schemas.openxmlformats.org/officeDocument/2006/relationships/notesSlide" Target="/ppt/notesSlides/notesSlide63.xml" Id="R585e126b33904cf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1120a4e3d4751" /><Relationship Type="http://schemas.openxmlformats.org/officeDocument/2006/relationships/notesSlide" Target="/ppt/notesSlides/notesSlide64.xml" Id="R88c5f67ccea9408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27afd607b4d55" /><Relationship Type="http://schemas.openxmlformats.org/officeDocument/2006/relationships/notesSlide" Target="/ppt/notesSlides/notesSlide65.xml" Id="R58d9f2ffe67040d9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b96638d734942" /><Relationship Type="http://schemas.openxmlformats.org/officeDocument/2006/relationships/notesSlide" Target="/ppt/notesSlides/notesSlide66.xml" Id="R5de45b4edc2b4a93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43a25ec9a47a3" /><Relationship Type="http://schemas.openxmlformats.org/officeDocument/2006/relationships/notesSlide" Target="/ppt/notesSlides/notesSlide67.xml" Id="R3f198173bd3e416e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9e6dd85b34fbb" /><Relationship Type="http://schemas.openxmlformats.org/officeDocument/2006/relationships/notesSlide" Target="/ppt/notesSlides/notesSlide68.xml" Id="R725d32c887ef408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5d0e2aa124c9a" /><Relationship Type="http://schemas.openxmlformats.org/officeDocument/2006/relationships/notesSlide" Target="/ppt/notesSlides/notesSlide69.xml" Id="R38d5dcd9364b4a32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8e2bf51a8475f" /><Relationship Type="http://schemas.openxmlformats.org/officeDocument/2006/relationships/notesSlide" Target="/ppt/notesSlides/notesSlide70.xml" Id="Ra811240a5ba34fe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fe54a53af474d" /><Relationship Type="http://schemas.openxmlformats.org/officeDocument/2006/relationships/notesSlide" Target="/ppt/notesSlides/notesSlide71.xml" Id="R7d43442fd8604d27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da6ac4c10411b" /><Relationship Type="http://schemas.openxmlformats.org/officeDocument/2006/relationships/notesSlide" Target="/ppt/notesSlides/notesSlide72.xml" Id="R2abbd4ed473e4f34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4052c0cae4f78" /><Relationship Type="http://schemas.openxmlformats.org/officeDocument/2006/relationships/notesSlide" Target="/ppt/notesSlides/notesSlide73.xml" Id="R87eb67e4a9cf43f8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5fe91161d4057" /><Relationship Type="http://schemas.openxmlformats.org/officeDocument/2006/relationships/notesSlide" Target="/ppt/notesSlides/notesSlide74.xml" Id="R7fc5ae655f954731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0378d1cb54742" /><Relationship Type="http://schemas.openxmlformats.org/officeDocument/2006/relationships/notesSlide" Target="/ppt/notesSlides/notesSlide75.xml" Id="R32e7490ff6b348d6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faa4e2d774ef6" /><Relationship Type="http://schemas.openxmlformats.org/officeDocument/2006/relationships/notesSlide" Target="/ppt/notesSlides/notesSlide76.xml" Id="R07c5b5b731654ee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e8516778d4ede" /><Relationship Type="http://schemas.openxmlformats.org/officeDocument/2006/relationships/notesSlide" Target="/ppt/notesSlides/notesSlide77.xml" Id="R7bb380a6f3d74a4d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af81f680b46ae" /><Relationship Type="http://schemas.openxmlformats.org/officeDocument/2006/relationships/notesSlide" Target="/ppt/notesSlides/notesSlide78.xml" Id="Rc64fee94b96b4d9b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497266ce4433c" /><Relationship Type="http://schemas.openxmlformats.org/officeDocument/2006/relationships/notesSlide" Target="/ppt/notesSlides/notesSlide79.xml" Id="R69be3d76b7864837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0e0e23e0845f3" /><Relationship Type="http://schemas.openxmlformats.org/officeDocument/2006/relationships/notesSlide" Target="/ppt/notesSlides/notesSlide80.xml" Id="Rb7abdf2ac34e4ff8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fe7af55b6465a" /><Relationship Type="http://schemas.openxmlformats.org/officeDocument/2006/relationships/notesSlide" Target="/ppt/notesSlides/notesSlide81.xml" Id="R8421bbdbe18b463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2f64d89344b02" /><Relationship Type="http://schemas.openxmlformats.org/officeDocument/2006/relationships/notesSlide" Target="/ppt/notesSlides/notesSlide82.xml" Id="R2b7e508fe574406d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1c7c1e811407c" /><Relationship Type="http://schemas.openxmlformats.org/officeDocument/2006/relationships/notesSlide" Target="/ppt/notesSlides/notesSlide83.xml" Id="R438197657b6a4443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bdfa106e84ff0" /><Relationship Type="http://schemas.openxmlformats.org/officeDocument/2006/relationships/notesSlide" Target="/ppt/notesSlides/notesSlide84.xml" Id="Rfce89288c3e649de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617bd8ab64b39" /><Relationship Type="http://schemas.openxmlformats.org/officeDocument/2006/relationships/notesSlide" Target="/ppt/notesSlides/notesSlide85.xml" Id="R0bbddf12af3642a2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1fdd003464f87" /><Relationship Type="http://schemas.openxmlformats.org/officeDocument/2006/relationships/notesSlide" Target="/ppt/notesSlides/notesSlide86.xml" Id="R0995d84f7d81451d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38c9b57af483d" /><Relationship Type="http://schemas.openxmlformats.org/officeDocument/2006/relationships/notesSlide" Target="/ppt/notesSlides/notesSlide87.xml" Id="R0ddf6b1e34bd45a6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b02ccf1c84e50" /><Relationship Type="http://schemas.openxmlformats.org/officeDocument/2006/relationships/notesSlide" Target="/ppt/notesSlides/notesSlide88.xml" Id="Rb2a4843cf32e4be4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6e2dde1e8424b" /><Relationship Type="http://schemas.openxmlformats.org/officeDocument/2006/relationships/notesSlide" Target="/ppt/notesSlides/notesSlide89.xml" Id="R07ab087f52ae4aa4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06079eca34e02" /><Relationship Type="http://schemas.openxmlformats.org/officeDocument/2006/relationships/notesSlide" Target="/ppt/notesSlides/notesSlide90.xml" Id="Ra12f73a63bff4185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79e9d6fe7425e" /><Relationship Type="http://schemas.openxmlformats.org/officeDocument/2006/relationships/notesSlide" Target="/ppt/notesSlides/notesSlide91.xml" Id="R3a92d172b14043b0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c186195c24b42" /><Relationship Type="http://schemas.openxmlformats.org/officeDocument/2006/relationships/notesSlide" Target="/ppt/notesSlides/notesSlide92.xml" Id="R8c0d3a66227e4baa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e455c736c4443" /><Relationship Type="http://schemas.openxmlformats.org/officeDocument/2006/relationships/notesSlide" Target="/ppt/notesSlides/notesSlide93.xml" Id="Rf010922266584536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f743d16454acc" /><Relationship Type="http://schemas.openxmlformats.org/officeDocument/2006/relationships/notesSlide" Target="/ppt/notesSlides/notesSlide94.xml" Id="R9cb40f6f7bd34fa1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9225932d64f65" /><Relationship Type="http://schemas.openxmlformats.org/officeDocument/2006/relationships/notesSlide" Target="/ppt/notesSlides/notesSlide95.xml" Id="R9f5000b8bcaf43ee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804d1d4e44619" /><Relationship Type="http://schemas.openxmlformats.org/officeDocument/2006/relationships/notesSlide" Target="/ppt/notesSlides/notesSlide96.xml" Id="Ra4e6e38a72c34ce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b876558fd4322" /><Relationship Type="http://schemas.openxmlformats.org/officeDocument/2006/relationships/notesSlide" Target="/ppt/notesSlides/notesSlide97.xml" Id="Rc9ac6c300b7a4614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e9839c33f4305" /><Relationship Type="http://schemas.openxmlformats.org/officeDocument/2006/relationships/notesSlide" Target="/ppt/notesSlides/notesSlide98.xml" Id="Rd39c4b05452c4399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24aa2d9f44011" /><Relationship Type="http://schemas.openxmlformats.org/officeDocument/2006/relationships/notesSlide" Target="/ppt/notesSlides/notesSlide99.xml" Id="R465d11a62596447e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578170bdf4cba" /><Relationship Type="http://schemas.openxmlformats.org/officeDocument/2006/relationships/notesSlide" Target="/ppt/notesSlides/notesSlide100.xml" Id="R9da6a4a84f7c4a78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fdc7923d0466c" /><Relationship Type="http://schemas.openxmlformats.org/officeDocument/2006/relationships/notesSlide" Target="/ppt/notesSlides/notesSlide101.xml" Id="R9e702f6ec4514c63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3275f1b9c4bc4" /><Relationship Type="http://schemas.openxmlformats.org/officeDocument/2006/relationships/notesSlide" Target="/ppt/notesSlides/notesSlide102.xml" Id="R3233fe4bc4f24577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eb72a42f147fe" /><Relationship Type="http://schemas.openxmlformats.org/officeDocument/2006/relationships/notesSlide" Target="/ppt/notesSlides/notesSlide103.xml" Id="R3358e90babc24290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d0ee3370843c5" /><Relationship Type="http://schemas.openxmlformats.org/officeDocument/2006/relationships/notesSlide" Target="/ppt/notesSlides/notesSlide104.xml" Id="R0090971787da4a76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b632ea9a248b2" /><Relationship Type="http://schemas.openxmlformats.org/officeDocument/2006/relationships/notesSlide" Target="/ppt/notesSlides/notesSlide105.xml" Id="R1766031c46e64103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07518acd34859" /><Relationship Type="http://schemas.openxmlformats.org/officeDocument/2006/relationships/notesSlide" Target="/ppt/notesSlides/notesSlide106.xml" Id="R15927bccf836413b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b3d790f604060" /><Relationship Type="http://schemas.openxmlformats.org/officeDocument/2006/relationships/notesSlide" Target="/ppt/notesSlides/notesSlide107.xml" Id="Ra2d95fbcac374e9a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82746dfaf4826" /><Relationship Type="http://schemas.openxmlformats.org/officeDocument/2006/relationships/notesSlide" Target="/ppt/notesSlides/notesSlide108.xml" Id="R0e4dbd6744884b45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0c1d9e1044e39" /><Relationship Type="http://schemas.openxmlformats.org/officeDocument/2006/relationships/notesSlide" Target="/ppt/notesSlides/notesSlide109.xml" Id="R39910d615cc94b35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daa8f65cb414d" /><Relationship Type="http://schemas.openxmlformats.org/officeDocument/2006/relationships/notesSlide" Target="/ppt/notesSlides/notesSlide110.xml" Id="R4cc5940a803c46cf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dae73124c4524" /><Relationship Type="http://schemas.openxmlformats.org/officeDocument/2006/relationships/notesSlide" Target="/ppt/notesSlides/notesSlide111.xml" Id="R2ddb6880131c448c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9d3bf269a48fb" /><Relationship Type="http://schemas.openxmlformats.org/officeDocument/2006/relationships/notesSlide" Target="/ppt/notesSlides/notesSlide112.xml" Id="R8af53849b1984a2f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4d53a25a24fcd" /><Relationship Type="http://schemas.openxmlformats.org/officeDocument/2006/relationships/notesSlide" Target="/ppt/notesSlides/notesSlide113.xml" Id="Ref3908b7c30440b4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be535f95e460c" /><Relationship Type="http://schemas.openxmlformats.org/officeDocument/2006/relationships/notesSlide" Target="/ppt/notesSlides/notesSlide114.xml" Id="Rbe89272f07234725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5650744aa45cc" /><Relationship Type="http://schemas.openxmlformats.org/officeDocument/2006/relationships/notesSlide" Target="/ppt/notesSlides/notesSlide115.xml" Id="Rabdaa1eef06641f1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cd95149b1411d" /><Relationship Type="http://schemas.openxmlformats.org/officeDocument/2006/relationships/notesSlide" Target="/ppt/notesSlides/notesSlide116.xml" Id="Ree61f1ba36dd426d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f1f682573447c" /><Relationship Type="http://schemas.openxmlformats.org/officeDocument/2006/relationships/notesSlide" Target="/ppt/notesSlides/notesSlide117.xml" Id="R20de22c4e4dd4c36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cffbad31d4605" /><Relationship Type="http://schemas.openxmlformats.org/officeDocument/2006/relationships/notesSlide" Target="/ppt/notesSlides/notesSlide118.xml" Id="R38519f4217014c57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7be3b378a43f5" /><Relationship Type="http://schemas.openxmlformats.org/officeDocument/2006/relationships/notesSlide" Target="/ppt/notesSlides/notesSlide119.xml" Id="R678bdc8a62eb4893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e606f022c4e74" /><Relationship Type="http://schemas.openxmlformats.org/officeDocument/2006/relationships/notesSlide" Target="/ppt/notesSlides/notesSlide120.xml" Id="Re4586e751a3e4420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1c52de3154e1a" /><Relationship Type="http://schemas.openxmlformats.org/officeDocument/2006/relationships/notesSlide" Target="/ppt/notesSlides/notesSlide121.xml" Id="R7a0664f402564f77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62c100ac94790" /><Relationship Type="http://schemas.openxmlformats.org/officeDocument/2006/relationships/notesSlide" Target="/ppt/notesSlides/notesSlide122.xml" Id="Re0ea544ac51145ea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7a353be7e42e6" /><Relationship Type="http://schemas.openxmlformats.org/officeDocument/2006/relationships/notesSlide" Target="/ppt/notesSlides/notesSlide123.xml" Id="Rb9b8f58642d043a1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cce925fbb442a" /><Relationship Type="http://schemas.openxmlformats.org/officeDocument/2006/relationships/notesSlide" Target="/ppt/notesSlides/notesSlide124.xml" Id="Raa9582f962fc4c2b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11914ea2e41a8" /><Relationship Type="http://schemas.openxmlformats.org/officeDocument/2006/relationships/notesSlide" Target="/ppt/notesSlides/notesSlide125.xml" Id="R09213c0e38554bda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cd151084b43d2" /><Relationship Type="http://schemas.openxmlformats.org/officeDocument/2006/relationships/notesSlide" Target="/ppt/notesSlides/notesSlide126.xml" Id="Rd3e7026de74742fd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20238320b4431" /><Relationship Type="http://schemas.openxmlformats.org/officeDocument/2006/relationships/notesSlide" Target="/ppt/notesSlides/notesSlide127.xml" Id="R01c3f3740f104c8c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5b61d08224643" /><Relationship Type="http://schemas.openxmlformats.org/officeDocument/2006/relationships/notesSlide" Target="/ppt/notesSlides/notesSlide128.xml" Id="R57bb48a19dc54215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72418b7664f0f" /><Relationship Type="http://schemas.openxmlformats.org/officeDocument/2006/relationships/notesSlide" Target="/ppt/notesSlides/notesSlide129.xml" Id="R4c7bd29c17d34bd2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dd5a5096445bb" /><Relationship Type="http://schemas.openxmlformats.org/officeDocument/2006/relationships/notesSlide" Target="/ppt/notesSlides/notesSlide130.xml" Id="R7a51c5eb68124b33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2514620dc4d6d" /><Relationship Type="http://schemas.openxmlformats.org/officeDocument/2006/relationships/notesSlide" Target="/ppt/notesSlides/notesSlide131.xml" Id="R6264fbab87a84fae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bca7d98c74c76" /><Relationship Type="http://schemas.openxmlformats.org/officeDocument/2006/relationships/notesSlide" Target="/ppt/notesSlides/notesSlide132.xml" Id="R99099558876a427c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21128335d43ab" /><Relationship Type="http://schemas.openxmlformats.org/officeDocument/2006/relationships/notesSlide" Target="/ppt/notesSlides/notesSlide133.xml" Id="R7c249c0e361e48f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5549f3fc24b75" /><Relationship Type="http://schemas.openxmlformats.org/officeDocument/2006/relationships/notesSlide" Target="/ppt/notesSlides/notesSlide134.xml" Id="Rc289db7b2d4b4298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403b0cd6a43ed" /><Relationship Type="http://schemas.openxmlformats.org/officeDocument/2006/relationships/notesSlide" Target="/ppt/notesSlides/notesSlide135.xml" Id="R0af2a3c0c2ae4791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5046c45bb4816" /><Relationship Type="http://schemas.openxmlformats.org/officeDocument/2006/relationships/notesSlide" Target="/ppt/notesSlides/notesSlide136.xml" Id="Rc24dfb03495b4f57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cb3f46bf54b95" /><Relationship Type="http://schemas.openxmlformats.org/officeDocument/2006/relationships/notesSlide" Target="/ppt/notesSlides/notesSlide137.xml" Id="Red2550e0780c4e71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c822a11464d04" /><Relationship Type="http://schemas.openxmlformats.org/officeDocument/2006/relationships/notesSlide" Target="/ppt/notesSlides/notesSlide138.xml" Id="R7de0e984afa64ed8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79e873d614e3e" /><Relationship Type="http://schemas.openxmlformats.org/officeDocument/2006/relationships/notesSlide" Target="/ppt/notesSlides/notesSlide139.xml" Id="Rd49f0f1a150c493d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b687f478e43cd" /><Relationship Type="http://schemas.openxmlformats.org/officeDocument/2006/relationships/notesSlide" Target="/ppt/notesSlides/notesSlide140.xml" Id="Rc9424ca91afd4f44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91803a7e34a18" /><Relationship Type="http://schemas.openxmlformats.org/officeDocument/2006/relationships/notesSlide" Target="/ppt/notesSlides/notesSlide141.xml" Id="R6f36ce0ad8f140b7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4f4bdf32c4f3a" /><Relationship Type="http://schemas.openxmlformats.org/officeDocument/2006/relationships/notesSlide" Target="/ppt/notesSlides/notesSlide142.xml" Id="R5c6202f6e9f54ff1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576eb52614c44" /><Relationship Type="http://schemas.openxmlformats.org/officeDocument/2006/relationships/notesSlide" Target="/ppt/notesSlides/notesSlide143.xml" Id="Rd6522d965bed4f3e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04950297f4759" /><Relationship Type="http://schemas.openxmlformats.org/officeDocument/2006/relationships/notesSlide" Target="/ppt/notesSlides/notesSlide144.xml" Id="Ra06df4ce8ffc4f58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b9421af374f6d" /><Relationship Type="http://schemas.openxmlformats.org/officeDocument/2006/relationships/notesSlide" Target="/ppt/notesSlides/notesSlide145.xml" Id="R51068c1f5c874f3f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d9ea2a45643bc" /><Relationship Type="http://schemas.openxmlformats.org/officeDocument/2006/relationships/notesSlide" Target="/ppt/notesSlides/notesSlide146.xml" Id="R635939edadbd4e41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705445eb044ea" /><Relationship Type="http://schemas.openxmlformats.org/officeDocument/2006/relationships/notesSlide" Target="/ppt/notesSlides/notesSlide147.xml" Id="Rbf67cbeed7c54b15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3edb216a94d1c" /><Relationship Type="http://schemas.openxmlformats.org/officeDocument/2006/relationships/notesSlide" Target="/ppt/notesSlides/notesSlide148.xml" Id="R54007f326be14b8a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ed4939f5440cc" /><Relationship Type="http://schemas.openxmlformats.org/officeDocument/2006/relationships/notesSlide" Target="/ppt/notesSlides/notesSlide149.xml" Id="Rdfd779a0bcea42c4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483071044bdc" /><Relationship Type="http://schemas.openxmlformats.org/officeDocument/2006/relationships/notesSlide" Target="/ppt/notesSlides/notesSlide150.xml" Id="R3b566228a5c24cb9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e8f110645465b" /><Relationship Type="http://schemas.openxmlformats.org/officeDocument/2006/relationships/notesSlide" Target="/ppt/notesSlides/notesSlide151.xml" Id="Rf16d5bff1514448b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6fde4b34b4068" /><Relationship Type="http://schemas.openxmlformats.org/officeDocument/2006/relationships/notesSlide" Target="/ppt/notesSlides/notesSlide152.xml" Id="Rcdabef3bd72f493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7ff1ec2294029" /><Relationship Type="http://schemas.openxmlformats.org/officeDocument/2006/relationships/notesSlide" Target="/ppt/notesSlides/notesSlide153.xml" Id="R34a4af5eb7a944fa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6f5738c3041a2" /><Relationship Type="http://schemas.openxmlformats.org/officeDocument/2006/relationships/notesSlide" Target="/ppt/notesSlides/notesSlide154.xml" Id="R60b710b6aa8b4897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eacf4ebcf4849" /><Relationship Type="http://schemas.openxmlformats.org/officeDocument/2006/relationships/notesSlide" Target="/ppt/notesSlides/notesSlide155.xml" Id="R52644483bce04dce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92ac305c94c32" /><Relationship Type="http://schemas.openxmlformats.org/officeDocument/2006/relationships/notesSlide" Target="/ppt/notesSlides/notesSlide156.xml" Id="Rd1c1f1eb31e34380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f47ab8a1e4c3b" /><Relationship Type="http://schemas.openxmlformats.org/officeDocument/2006/relationships/notesSlide" Target="/ppt/notesSlides/notesSlide157.xml" Id="Rdc781e56400a4fbd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73e9440b147f0" /><Relationship Type="http://schemas.openxmlformats.org/officeDocument/2006/relationships/notesSlide" Target="/ppt/notesSlides/notesSlide158.xml" Id="Rb0db4fcbd0d74806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95f5ba5d64c06" /><Relationship Type="http://schemas.openxmlformats.org/officeDocument/2006/relationships/notesSlide" Target="/ppt/notesSlides/notesSlide159.xml" Id="Rafa6a99b7c924e36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92aa0c6414777" /><Relationship Type="http://schemas.openxmlformats.org/officeDocument/2006/relationships/notesSlide" Target="/ppt/notesSlides/notesSlide160.xml" Id="R20aa0c8fecb6443d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7d484fa1448cd" /><Relationship Type="http://schemas.openxmlformats.org/officeDocument/2006/relationships/notesSlide" Target="/ppt/notesSlides/notesSlide161.xml" Id="Rb4a5ac1469864f8b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ef6ab1eee4ae1" /><Relationship Type="http://schemas.openxmlformats.org/officeDocument/2006/relationships/notesSlide" Target="/ppt/notesSlides/notesSlide162.xml" Id="R41d08575a99b4324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429cb1da94c4f" /><Relationship Type="http://schemas.openxmlformats.org/officeDocument/2006/relationships/notesSlide" Target="/ppt/notesSlides/notesSlide163.xml" Id="R66165636dfa84bb7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5fb20078d40b1" /><Relationship Type="http://schemas.openxmlformats.org/officeDocument/2006/relationships/notesSlide" Target="/ppt/notesSlides/notesSlide164.xml" Id="R32076af1ed7845f8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8c451530e4766" /><Relationship Type="http://schemas.openxmlformats.org/officeDocument/2006/relationships/notesSlide" Target="/ppt/notesSlides/notesSlide165.xml" Id="Ree9288b13e324c74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29352ef424eaf" /><Relationship Type="http://schemas.openxmlformats.org/officeDocument/2006/relationships/notesSlide" Target="/ppt/notesSlides/notesSlide166.xml" Id="Ra1e328c0300145f6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eb988971d4338" /><Relationship Type="http://schemas.openxmlformats.org/officeDocument/2006/relationships/notesSlide" Target="/ppt/notesSlides/notesSlide167.xml" Id="Ra2379db61f4b48c7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d60fce2e0467b" /><Relationship Type="http://schemas.openxmlformats.org/officeDocument/2006/relationships/notesSlide" Target="/ppt/notesSlides/notesSlide168.xml" Id="Ra8af8c9155d448ed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869d11f9b4e5d" /><Relationship Type="http://schemas.openxmlformats.org/officeDocument/2006/relationships/notesSlide" Target="/ppt/notesSlides/notesSlide169.xml" Id="Rfb7ab47c1d2a41ad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22fa3b5b7437c" /><Relationship Type="http://schemas.openxmlformats.org/officeDocument/2006/relationships/notesSlide" Target="/ppt/notesSlides/notesSlide170.xml" Id="R7ea40f75cfd04832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bcf5459654657" /><Relationship Type="http://schemas.openxmlformats.org/officeDocument/2006/relationships/notesSlide" Target="/ppt/notesSlides/notesSlide171.xml" Id="R8046d4863f6d4db9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b8b1d7d614dd0" /><Relationship Type="http://schemas.openxmlformats.org/officeDocument/2006/relationships/notesSlide" Target="/ppt/notesSlides/notesSlide172.xml" Id="Rbbb9020170df4e96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e3bae7d424176" /><Relationship Type="http://schemas.openxmlformats.org/officeDocument/2006/relationships/notesSlide" Target="/ppt/notesSlides/notesSlide173.xml" Id="R551e2303a12b4783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9d439cf1f4ebf" /><Relationship Type="http://schemas.openxmlformats.org/officeDocument/2006/relationships/notesSlide" Target="/ppt/notesSlides/notesSlide174.xml" Id="R8e954d95837f4356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2f26164de490b" /><Relationship Type="http://schemas.openxmlformats.org/officeDocument/2006/relationships/notesSlide" Target="/ppt/notesSlides/notesSlide175.xml" Id="R2ce0a58f80fc4626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a16bb97f24452" /><Relationship Type="http://schemas.openxmlformats.org/officeDocument/2006/relationships/notesSlide" Target="/ppt/notesSlides/notesSlide176.xml" Id="R2f51c6fb56cb4b86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58612ab0649c3" /><Relationship Type="http://schemas.openxmlformats.org/officeDocument/2006/relationships/notesSlide" Target="/ppt/notesSlides/notesSlide177.xml" Id="R36d1992a885741d1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41a57c3d5459e" /><Relationship Type="http://schemas.openxmlformats.org/officeDocument/2006/relationships/notesSlide" Target="/ppt/notesSlides/notesSlide178.xml" Id="Rf352bf46092845fe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19cc9255f416a" /><Relationship Type="http://schemas.openxmlformats.org/officeDocument/2006/relationships/notesSlide" Target="/ppt/notesSlides/notesSlide179.xml" Id="R68400f3587174db1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0162c0de24b25" /><Relationship Type="http://schemas.openxmlformats.org/officeDocument/2006/relationships/notesSlide" Target="/ppt/notesSlides/notesSlide180.xml" Id="Re3997f4178ad45f1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45a9b3b344603" /><Relationship Type="http://schemas.openxmlformats.org/officeDocument/2006/relationships/notesSlide" Target="/ppt/notesSlides/notesSlide181.xml" Id="R17e7c785414f4ce7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592a5b31e4de1" /><Relationship Type="http://schemas.openxmlformats.org/officeDocument/2006/relationships/notesSlide" Target="/ppt/notesSlides/notesSlide182.xml" Id="R89630bf1e8ee4174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3f730248a4159" /><Relationship Type="http://schemas.openxmlformats.org/officeDocument/2006/relationships/notesSlide" Target="/ppt/notesSlides/notesSlide183.xml" Id="Redb485c358954702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70e76e6a34878" /><Relationship Type="http://schemas.openxmlformats.org/officeDocument/2006/relationships/notesSlide" Target="/ppt/notesSlides/notesSlide184.xml" Id="R6f3af56d8ef5409d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4d9a2445f4d1a" /><Relationship Type="http://schemas.openxmlformats.org/officeDocument/2006/relationships/notesSlide" Target="/ppt/notesSlides/notesSlide185.xml" Id="Ra7ca088d40f04c5b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a738d90044f3e" /><Relationship Type="http://schemas.openxmlformats.org/officeDocument/2006/relationships/notesSlide" Target="/ppt/notesSlides/notesSlide186.xml" Id="Rfa946f33da514758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42eea62c34812" /><Relationship Type="http://schemas.openxmlformats.org/officeDocument/2006/relationships/notesSlide" Target="/ppt/notesSlides/notesSlide187.xml" Id="R3665cabf394a4339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cc5a90b944544" /><Relationship Type="http://schemas.openxmlformats.org/officeDocument/2006/relationships/notesSlide" Target="/ppt/notesSlides/notesSlide188.xml" Id="Rd304f1fcfdb6484e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7bd73ef38476e" /><Relationship Type="http://schemas.openxmlformats.org/officeDocument/2006/relationships/notesSlide" Target="/ppt/notesSlides/notesSlide189.xml" Id="R49f89e1e4fed468d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ed74f9cc84565" /><Relationship Type="http://schemas.openxmlformats.org/officeDocument/2006/relationships/notesSlide" Target="/ppt/notesSlides/notesSlide190.xml" Id="R2ca6220c89d2433d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54a80412a44da" /><Relationship Type="http://schemas.openxmlformats.org/officeDocument/2006/relationships/notesSlide" Target="/ppt/notesSlides/notesSlide191.xml" Id="R0d49eda321f94b15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e471a363b4e51" /><Relationship Type="http://schemas.openxmlformats.org/officeDocument/2006/relationships/notesSlide" Target="/ppt/notesSlides/notesSlide192.xml" Id="Ra05ffa48039544c2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6dd4d3921479c" /><Relationship Type="http://schemas.openxmlformats.org/officeDocument/2006/relationships/notesSlide" Target="/ppt/notesSlides/notesSlide193.xml" Id="R6430dbd7c4c247b3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ecc042ace4c83" /><Relationship Type="http://schemas.openxmlformats.org/officeDocument/2006/relationships/notesSlide" Target="/ppt/notesSlides/notesSlide194.xml" Id="R89716bf038a94fcd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0d1073c7c49e0" /><Relationship Type="http://schemas.openxmlformats.org/officeDocument/2006/relationships/notesSlide" Target="/ppt/notesSlides/notesSlide195.xml" Id="R04f47a63f5b94c1f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a68f4c25d4c02" /><Relationship Type="http://schemas.openxmlformats.org/officeDocument/2006/relationships/notesSlide" Target="/ppt/notesSlides/notesSlide196.xml" Id="Re4e78466a6284442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989e02c804cb1" /><Relationship Type="http://schemas.openxmlformats.org/officeDocument/2006/relationships/notesSlide" Target="/ppt/notesSlides/notesSlide197.xml" Id="R6a9ce60f1d5b499f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11e5ac0a24442" /><Relationship Type="http://schemas.openxmlformats.org/officeDocument/2006/relationships/notesSlide" Target="/ppt/notesSlides/notesSlide198.xml" Id="Rfb2306ee7914444f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edb34d4c14e26" /><Relationship Type="http://schemas.openxmlformats.org/officeDocument/2006/relationships/notesSlide" Target="/ppt/notesSlides/notesSlide199.xml" Id="R4142ee77a63940af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8203bf544403d" /><Relationship Type="http://schemas.openxmlformats.org/officeDocument/2006/relationships/notesSlide" Target="/ppt/notesSlides/notesSlide200.xml" Id="R19dd4ba38e41466b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a646babe74d97" /><Relationship Type="http://schemas.openxmlformats.org/officeDocument/2006/relationships/notesSlide" Target="/ppt/notesSlides/notesSlide201.xml" Id="R4fb90cb7b6b94950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d3cf2c3b34a37" /><Relationship Type="http://schemas.openxmlformats.org/officeDocument/2006/relationships/notesSlide" Target="/ppt/notesSlides/notesSlide202.xml" Id="Re74c002b98824c65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83ea2dc3e430e" /><Relationship Type="http://schemas.openxmlformats.org/officeDocument/2006/relationships/notesSlide" Target="/ppt/notesSlides/notesSlide203.xml" Id="R74c38aaec1e44e0e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bd34c89e54881" /><Relationship Type="http://schemas.openxmlformats.org/officeDocument/2006/relationships/notesSlide" Target="/ppt/notesSlides/notesSlide204.xml" Id="R0a3fed81a49b4a5b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e918e044a45dd" /><Relationship Type="http://schemas.openxmlformats.org/officeDocument/2006/relationships/notesSlide" Target="/ppt/notesSlides/notesSlide205.xml" Id="Rf4ad5c75d1dc429f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48710e4d545c2" /><Relationship Type="http://schemas.openxmlformats.org/officeDocument/2006/relationships/notesSlide" Target="/ppt/notesSlides/notesSlide206.xml" Id="R70a647a8a1bc4a50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fd0df36814301" /><Relationship Type="http://schemas.openxmlformats.org/officeDocument/2006/relationships/notesSlide" Target="/ppt/notesSlides/notesSlide207.xml" Id="Rfbd4b400e72f4f13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9f680db584eb3" /><Relationship Type="http://schemas.openxmlformats.org/officeDocument/2006/relationships/notesSlide" Target="/ppt/notesSlides/notesSlide208.xml" Id="R42891c0fdd4b4810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4ec1c11f04233" /><Relationship Type="http://schemas.openxmlformats.org/officeDocument/2006/relationships/notesSlide" Target="/ppt/notesSlides/notesSlide209.xml" Id="Rfa36dfffd2e64d07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3b8f1b56b475b" /><Relationship Type="http://schemas.openxmlformats.org/officeDocument/2006/relationships/notesSlide" Target="/ppt/notesSlides/notesSlide210.xml" Id="Rc971104b42f5484c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630cebaee4efd" /><Relationship Type="http://schemas.openxmlformats.org/officeDocument/2006/relationships/notesSlide" Target="/ppt/notesSlides/notesSlide211.xml" Id="Rd3720de6d256412c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9846e66164c92" /><Relationship Type="http://schemas.openxmlformats.org/officeDocument/2006/relationships/notesSlide" Target="/ppt/notesSlides/notesSlide212.xml" Id="Re9c970bb02694c66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6ca0a22bb4a66" /><Relationship Type="http://schemas.openxmlformats.org/officeDocument/2006/relationships/notesSlide" Target="/ppt/notesSlides/notesSlide213.xml" Id="R4f359f49dd224c2a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b9c71e9374afc" /><Relationship Type="http://schemas.openxmlformats.org/officeDocument/2006/relationships/notesSlide" Target="/ppt/notesSlides/notesSlide214.xml" Id="R8484379610ef437a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e56584b414fcd" /><Relationship Type="http://schemas.openxmlformats.org/officeDocument/2006/relationships/notesSlide" Target="/ppt/notesSlides/notesSlide215.xml" Id="R2267b31e5ec34db6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794de64864e81" /><Relationship Type="http://schemas.openxmlformats.org/officeDocument/2006/relationships/notesSlide" Target="/ppt/notesSlides/notesSlide216.xml" Id="R31cf3c9b1f864194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9ad3fc9e54a8a" /><Relationship Type="http://schemas.openxmlformats.org/officeDocument/2006/relationships/notesSlide" Target="/ppt/notesSlides/notesSlide217.xml" Id="R0c45c0239ab44f81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67187fd864cd8" /><Relationship Type="http://schemas.openxmlformats.org/officeDocument/2006/relationships/notesSlide" Target="/ppt/notesSlides/notesSlide218.xml" Id="R079ecc5ca2eb4e62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fff8991184178" /><Relationship Type="http://schemas.openxmlformats.org/officeDocument/2006/relationships/notesSlide" Target="/ppt/notesSlides/notesSlide219.xml" Id="R628e96911b314886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c91f6d32f4f01" /><Relationship Type="http://schemas.openxmlformats.org/officeDocument/2006/relationships/notesSlide" Target="/ppt/notesSlides/notesSlide220.xml" Id="Rd26576c517b84a1f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def4e1f144c36" /><Relationship Type="http://schemas.openxmlformats.org/officeDocument/2006/relationships/notesSlide" Target="/ppt/notesSlides/notesSlide221.xml" Id="R6de9fcce80a0417f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904a2503f4047" /><Relationship Type="http://schemas.openxmlformats.org/officeDocument/2006/relationships/notesSlide" Target="/ppt/notesSlides/notesSlide222.xml" Id="R14f6f36582c74f82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921f5335146d5" /><Relationship Type="http://schemas.openxmlformats.org/officeDocument/2006/relationships/notesSlide" Target="/ppt/notesSlides/notesSlide223.xml" Id="Rf5e0f01fedaa4a14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6d15dba7544af" /><Relationship Type="http://schemas.openxmlformats.org/officeDocument/2006/relationships/notesSlide" Target="/ppt/notesSlides/notesSlide224.xml" Id="R56c1e8c6b1024225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a265f3c804d66" /><Relationship Type="http://schemas.openxmlformats.org/officeDocument/2006/relationships/notesSlide" Target="/ppt/notesSlides/notesSlide225.xml" Id="Ra85de4c0279744cb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beb54fda14db5" /><Relationship Type="http://schemas.openxmlformats.org/officeDocument/2006/relationships/notesSlide" Target="/ppt/notesSlides/notesSlide226.xml" Id="R7f30aa9c51d342da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467d572cc44f8" /><Relationship Type="http://schemas.openxmlformats.org/officeDocument/2006/relationships/notesSlide" Target="/ppt/notesSlides/notesSlide227.xml" Id="R59fcbf9cdaee4f47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23c07c7594032" /><Relationship Type="http://schemas.openxmlformats.org/officeDocument/2006/relationships/notesSlide" Target="/ppt/notesSlides/notesSlide228.xml" Id="Ra1d0f0577f7542ec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683bdc3b143ad" /><Relationship Type="http://schemas.openxmlformats.org/officeDocument/2006/relationships/notesSlide" Target="/ppt/notesSlides/notesSlide229.xml" Id="R08658843eceb4869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81cd6468f4aa9" /><Relationship Type="http://schemas.openxmlformats.org/officeDocument/2006/relationships/notesSlide" Target="/ppt/notesSlides/notesSlide230.xml" Id="Rfd37f3b5df4e45da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decea2cf74fb1" /><Relationship Type="http://schemas.openxmlformats.org/officeDocument/2006/relationships/notesSlide" Target="/ppt/notesSlides/notesSlide231.xml" Id="R92e157e9e99d4622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3646897ac4f8a" /><Relationship Type="http://schemas.openxmlformats.org/officeDocument/2006/relationships/notesSlide" Target="/ppt/notesSlides/notesSlide232.xml" Id="R7b4a4359a85d4b59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74233c1d7449c" /><Relationship Type="http://schemas.openxmlformats.org/officeDocument/2006/relationships/notesSlide" Target="/ppt/notesSlides/notesSlide233.xml" Id="Rc97f46329e8845a1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155674d5d4a96" /><Relationship Type="http://schemas.openxmlformats.org/officeDocument/2006/relationships/notesSlide" Target="/ppt/notesSlides/notesSlide234.xml" Id="R4bbce90cc1a24df1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6141293bb4e48" /><Relationship Type="http://schemas.openxmlformats.org/officeDocument/2006/relationships/notesSlide" Target="/ppt/notesSlides/notesSlide235.xml" Id="R524067f7c5d74fa1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5b8c245b14aae" /><Relationship Type="http://schemas.openxmlformats.org/officeDocument/2006/relationships/notesSlide" Target="/ppt/notesSlides/notesSlide236.xml" Id="R1e8990ec35684026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da369183d4ded" /><Relationship Type="http://schemas.openxmlformats.org/officeDocument/2006/relationships/notesSlide" Target="/ppt/notesSlides/notesSlide237.xml" Id="R9280219e97f14ba8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730498e1945f4" /><Relationship Type="http://schemas.openxmlformats.org/officeDocument/2006/relationships/notesSlide" Target="/ppt/notesSlides/notesSlide238.xml" Id="Reb1c661800204678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42574bc7846e9" /><Relationship Type="http://schemas.openxmlformats.org/officeDocument/2006/relationships/notesSlide" Target="/ppt/notesSlides/notesSlide239.xml" Id="R3b96387ac432494a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a1212d37040e4" /><Relationship Type="http://schemas.openxmlformats.org/officeDocument/2006/relationships/notesSlide" Target="/ppt/notesSlides/notesSlide240.xml" Id="R1b2f22b1ff6a4322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d790e65ca4afd" /><Relationship Type="http://schemas.openxmlformats.org/officeDocument/2006/relationships/notesSlide" Target="/ppt/notesSlides/notesSlide241.xml" Id="Re2efaf473b3f49e9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49211df4944c0" /><Relationship Type="http://schemas.openxmlformats.org/officeDocument/2006/relationships/notesSlide" Target="/ppt/notesSlides/notesSlide242.xml" Id="Rfda39ef50b9e4616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1a627f1ee4c68" /><Relationship Type="http://schemas.openxmlformats.org/officeDocument/2006/relationships/notesSlide" Target="/ppt/notesSlides/notesSlide243.xml" Id="R81ca575c13b04b3d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5bfffb90a4f49" /><Relationship Type="http://schemas.openxmlformats.org/officeDocument/2006/relationships/notesSlide" Target="/ppt/notesSlides/notesSlide244.xml" Id="Rfb5e229107b84085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cff73a7304ae2" /><Relationship Type="http://schemas.openxmlformats.org/officeDocument/2006/relationships/notesSlide" Target="/ppt/notesSlides/notesSlide245.xml" Id="R8eaa76a541e34fd7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9e4277aea4ae4" /><Relationship Type="http://schemas.openxmlformats.org/officeDocument/2006/relationships/notesSlide" Target="/ppt/notesSlides/notesSlide246.xml" Id="R9ebb63178bb44675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f3957d9f94ec8" /><Relationship Type="http://schemas.openxmlformats.org/officeDocument/2006/relationships/notesSlide" Target="/ppt/notesSlides/notesSlide247.xml" Id="R075a1aca829944ef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f5bcb3ff2497e" /><Relationship Type="http://schemas.openxmlformats.org/officeDocument/2006/relationships/notesSlide" Target="/ppt/notesSlides/notesSlide248.xml" Id="Rf37f7608db9d42f4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3a58a93cf4bad" /><Relationship Type="http://schemas.openxmlformats.org/officeDocument/2006/relationships/notesSlide" Target="/ppt/notesSlides/notesSlide249.xml" Id="R7152a2ed61fe4d6a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a8d67c03543e1" /><Relationship Type="http://schemas.openxmlformats.org/officeDocument/2006/relationships/notesSlide" Target="/ppt/notesSlides/notesSlide250.xml" Id="R518c2832df134e4a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5cd42522e47b4" /><Relationship Type="http://schemas.openxmlformats.org/officeDocument/2006/relationships/notesSlide" Target="/ppt/notesSlides/notesSlide251.xml" Id="R34f173bd6abb40de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409448e324b8b" /><Relationship Type="http://schemas.openxmlformats.org/officeDocument/2006/relationships/notesSlide" Target="/ppt/notesSlides/notesSlide252.xml" Id="Reff637b639b04537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95e0cd5b14ade" /><Relationship Type="http://schemas.openxmlformats.org/officeDocument/2006/relationships/notesSlide" Target="/ppt/notesSlides/notesSlide253.xml" Id="R5005a1f28fa74ce3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6093a932f4c56" /><Relationship Type="http://schemas.openxmlformats.org/officeDocument/2006/relationships/notesSlide" Target="/ppt/notesSlides/notesSlide254.xml" Id="Ra476dc961c8244d2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b51faff714d43" /><Relationship Type="http://schemas.openxmlformats.org/officeDocument/2006/relationships/notesSlide" Target="/ppt/notesSlides/notesSlide255.xml" Id="R62fb459063314ac5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e917de0564df7" /><Relationship Type="http://schemas.openxmlformats.org/officeDocument/2006/relationships/notesSlide" Target="/ppt/notesSlides/notesSlide256.xml" Id="R756550162d7a4b2c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537b98b0546dc" /><Relationship Type="http://schemas.openxmlformats.org/officeDocument/2006/relationships/notesSlide" Target="/ppt/notesSlides/notesSlide257.xml" Id="Rc02da0ba1a8e4d39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e6de7256e4e90" /><Relationship Type="http://schemas.openxmlformats.org/officeDocument/2006/relationships/notesSlide" Target="/ppt/notesSlides/notesSlide258.xml" Id="Re6b176e75b0d47be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6ac341e704deb" /><Relationship Type="http://schemas.openxmlformats.org/officeDocument/2006/relationships/notesSlide" Target="/ppt/notesSlides/notesSlide259.xml" Id="Rb02c093d049e43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D3878-4605-4645-8C9E-CCC20FE6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033"/>
                </a:solidFill>
              </a:defRPr>
            </a:pPr>
            <a:r>
              <a:rPr sz="4050" b="1">
                <a:solidFill>
                  <a:srgbClr val="102033"/>
                </a:solidFill>
              </a:rPr>
              <a:t>Data Structures and Applications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77FA8-64B3-4EBD-AF68-B237241D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71"/>
                </a:solidFill>
              </a:defRPr>
            </a:pPr>
            <a:r>
              <a:rPr sz="1950" b="0">
                <a:solidFill>
                  <a:srgbClr val="526071"/>
                </a:solidFill>
              </a:rPr>
              <a:t>VTU 1BCS305 complete module-wise teaching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9EF7A-4287-4E78-99EA-3379A96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657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5 modules • 50 slides each • textbook-grounded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F0787-43B4-4B72-9F39-493C9191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ADT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A9D6A-A70E-453F-9E37-B8971E0C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A13E3-4955-4BDD-BCB7-03A05710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13BA9-BA4A-4D36-ADF8-85E63A49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C652C-4742-4255-9D7A-F4E15B7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</p:spTree>
    <p:extLst>
      <p:ext uri="{BB962C8B-B14F-4D97-AF65-F5344CB8AC3E}">
        <p14:creationId xmlns:p14="http://schemas.microsoft.com/office/powerpoint/2010/main" val="1141824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4C866-4C23-4C5B-B3A1-797654E0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05190-EFA7-4A3C-B136-657B8669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Complete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11B4E-3407-458E-B349-AB2A989B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5A7C1-EC39-4672-89C8-3CDB57A3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74295-AA83-4430-881F-3BB83D96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097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Data structures; Primitive and non-primitive classification; Pointers; Dynamic memory allocation; Arrays; Dynamically allocated arrays; Structures and unions; Polynomials; Sparse matrix representation; Transpose of sparse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FD6E1-1052-452D-9E52-7DCD2362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EE93F-F2C9-4EF9-901F-39297D27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5240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60DE6-6582-48F2-AF72-22DF3A70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EE5A5-A767-48C4-B164-DC677CB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Stack definition; Stack operations; Array representation of stacks; Stacks using dynamic arrays; Polish notation; Infix to postfix conversion; Postfix evaluation; Queue definition; Array representation of queues; Queue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20A5D-BDAC-48C9-AA53-61D3D54E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A6F39-E4DC-483D-9261-4BD90199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241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5FAED-34F8-44F5-83F7-896C3492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9A6A6-069B-41F3-83CF-E74E3337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Circular queues; Circular queues using dynamic arrays; Multiple stacks and queues; Singly linked lists and chains; Representing chains in C; Linked stacks and queues; Additional list operations; Sparse matrix representation; Doubly linked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FCC89-1E08-4329-9D3E-BACD106C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A26BF-7760-4B03-96AE-6D348B64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242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05B49-55B2-4AC5-BF50-6FEA4C51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41869-F5AB-4059-AA5F-5CF282CC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Tree terminology; Binary trees; Properties of binary trees; Array representation; Linked representation; Preorder traversal; Inorder traversal; Postorder traversal; Threaded binary trees; Binary search trees; Searching; Insertion; Deletion; Counting binary trees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F9C45-3B2F-4E7E-891F-9B930866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3A46B-CAB6-45C6-AA77-52B8B0E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243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CEFEB-BA6B-48F6-8317-E5047D9E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BE3FE-DD7B-493B-A51E-8C573C6D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01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Graph ADT / graph abstract data type; Elementary graph operations; Hashing introduction; Static hashing; Dynamic hashing; Single-ended priority queues; Double-ended priority queues; Leftist trees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56D80-5196-4D23-90D7-8F6DC3D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244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103EC-268C-4903-865A-BE4B18A8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244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</p:spTree>
    <p:extLst>
      <p:ext uri="{BB962C8B-B14F-4D97-AF65-F5344CB8AC3E}">
        <p14:creationId xmlns:p14="http://schemas.microsoft.com/office/powerpoint/2010/main" val="6951068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515333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52623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4869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392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378823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123116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299009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199285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171059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685381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116136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715440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660967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5247056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5950716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9153676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1922940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534742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982469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4669936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5518285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9481828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0597525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708348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1219897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2946575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9113145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610149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3055812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1320409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1414635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5331002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4024015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620310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6219146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7243917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4911044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21714223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0172960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08623491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6959628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0686390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9319370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7333521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5521635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07446189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81787509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62040073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30162412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28969230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14858448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6747075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13280961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286492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96911363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74411639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34544822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00662966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01149003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80465453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90701157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89337027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6371046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8023946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44349885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59757904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29064582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85772458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19682738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80234640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28371979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3682163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49703010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91183659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32221636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20000847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55136662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0735379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55105411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90716819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74282538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89847792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41556441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75688128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26617076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46255134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35551708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06097505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99982363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75482087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78488535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87134653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68495034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00728819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01308418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55303299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93189875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647872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63781882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9293396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19943868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75949059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33838477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70552100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57411582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69259310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66590058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39327331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43215206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702073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20897732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54441896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76730076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04479646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9764931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47466046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34830905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0170203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43331762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59604129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10094496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52318018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12326560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84560104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19952084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39706837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59702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92390160"/>
      </p:ext>
    </p:extLst>
  </p:cSld>
</p:sld>
</file>

<file path=ppt/slides/slide1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53282744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96848078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24707292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39778924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43771553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61170613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16830126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86179384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18530921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08983242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64748698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40967633"/>
      </p:ext>
    </p:extLst>
  </p:cSld>
</p:sld>
</file>

<file path=ppt/slides/slide1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43632740"/>
      </p:ext>
    </p:extLst>
  </p:cSld>
</p:sld>
</file>

<file path=ppt/slides/slide1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86221698"/>
      </p:ext>
    </p:extLst>
  </p:cSld>
</p:sld>
</file>

<file path=ppt/slides/slide1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39867357"/>
      </p:ext>
    </p:extLst>
  </p:cSld>
</p:sld>
</file>

<file path=ppt/slides/slide1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18736999"/>
      </p:ext>
    </p:extLst>
  </p:cSld>
</p:sld>
</file>

<file path=ppt/slides/slide1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48941173"/>
      </p:ext>
    </p:extLst>
  </p:cSld>
</p:sld>
</file>

<file path=ppt/slides/slide1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87986179"/>
      </p:ext>
    </p:extLst>
  </p:cSld>
</p:sld>
</file>

<file path=ppt/slides/slide1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01980954"/>
      </p:ext>
    </p:extLst>
  </p:cSld>
</p:sld>
</file>

<file path=ppt/slides/slide1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59614648"/>
      </p:ext>
    </p:extLst>
  </p:cSld>
</p:sld>
</file>

<file path=ppt/slides/slide1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14503523"/>
      </p:ext>
    </p:extLst>
  </p:cSld>
</p:sld>
</file>

<file path=ppt/slides/slide1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94026517"/>
      </p:ext>
    </p:extLst>
  </p:cSld>
</p:sld>
</file>

<file path=ppt/slides/slide1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49541060"/>
      </p:ext>
    </p:extLst>
  </p:cSld>
</p:sld>
</file>

<file path=ppt/slides/slide1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54036474"/>
      </p:ext>
    </p:extLst>
  </p:cSld>
</p:sld>
</file>

<file path=ppt/slides/slide1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17807641"/>
      </p:ext>
    </p:extLst>
  </p:cSld>
</p:sld>
</file>

<file path=ppt/slides/slide1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70148472"/>
      </p:ext>
    </p:extLst>
  </p:cSld>
</p:sld>
</file>

<file path=ppt/slides/slide1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00982738"/>
      </p:ext>
    </p:extLst>
  </p:cSld>
</p:sld>
</file>

<file path=ppt/slides/slide1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78928494"/>
      </p:ext>
    </p:extLst>
  </p:cSld>
</p:sld>
</file>

<file path=ppt/slides/slide1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38987916"/>
      </p:ext>
    </p:extLst>
  </p:cSld>
</p:sld>
</file>

<file path=ppt/slides/slide1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7889356"/>
      </p:ext>
    </p:extLst>
  </p:cSld>
</p:sld>
</file>

<file path=ppt/slides/slide1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35225897"/>
      </p:ext>
    </p:extLst>
  </p:cSld>
</p:sld>
</file>

<file path=ppt/slides/slide1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3733629"/>
      </p:ext>
    </p:extLst>
  </p:cSld>
</p:sld>
</file>

<file path=ppt/slides/slide1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69240930"/>
      </p:ext>
    </p:extLst>
  </p:cSld>
</p:sld>
</file>

<file path=ppt/slides/slide1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01997870"/>
      </p:ext>
    </p:extLst>
  </p:cSld>
</p:sld>
</file>

<file path=ppt/slides/slide1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25717057"/>
      </p:ext>
    </p:extLst>
  </p:cSld>
</p:sld>
</file>

<file path=ppt/slides/slide1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62887893"/>
      </p:ext>
    </p:extLst>
  </p:cSld>
</p:sld>
</file>

<file path=ppt/slides/slide1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16658163"/>
      </p:ext>
    </p:extLst>
  </p:cSld>
</p:sld>
</file>

<file path=ppt/slides/slide1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99647432"/>
      </p:ext>
    </p:extLst>
  </p:cSld>
</p:sld>
</file>

<file path=ppt/slides/slide1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71580703"/>
      </p:ext>
    </p:extLst>
  </p:cSld>
</p:sld>
</file>

<file path=ppt/slides/slide1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93162539"/>
      </p:ext>
    </p:extLst>
  </p:cSld>
</p:sld>
</file>

<file path=ppt/slides/slide1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73486270"/>
      </p:ext>
    </p:extLst>
  </p:cSld>
</p:sld>
</file>

<file path=ppt/slides/slide1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6008272"/>
      </p:ext>
    </p:extLst>
  </p:cSld>
</p:sld>
</file>

<file path=ppt/slides/slide1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55584318"/>
      </p:ext>
    </p:extLst>
  </p:cSld>
</p:sld>
</file>

<file path=ppt/slides/slide1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38793506"/>
      </p:ext>
    </p:extLst>
  </p:cSld>
</p:sld>
</file>

<file path=ppt/slides/slide1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26771056"/>
      </p:ext>
    </p:extLst>
  </p:cSld>
</p:sld>
</file>

<file path=ppt/slides/slide1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99573670"/>
      </p:ext>
    </p:extLst>
  </p:cSld>
</p:sld>
</file>

<file path=ppt/slides/slide1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4278253"/>
      </p:ext>
    </p:extLst>
  </p:cSld>
</p:sld>
</file>

<file path=ppt/slides/slide1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35505600"/>
      </p:ext>
    </p:extLst>
  </p:cSld>
</p:sld>
</file>

<file path=ppt/slides/slide1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2796129"/>
      </p:ext>
    </p:extLst>
  </p:cSld>
</p:sld>
</file>

<file path=ppt/slides/slide1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8478717"/>
      </p:ext>
    </p:extLst>
  </p:cSld>
</p:sld>
</file>

<file path=ppt/slides/slide1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45869635"/>
      </p:ext>
    </p:extLst>
  </p:cSld>
</p:sld>
</file>

<file path=ppt/slides/slide1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41553375"/>
      </p:ext>
    </p:extLst>
  </p:cSld>
</p:sld>
</file>

<file path=ppt/slides/slide1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90446197"/>
      </p:ext>
    </p:extLst>
  </p:cSld>
</p:sld>
</file>

<file path=ppt/slides/slide1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36335181"/>
      </p:ext>
    </p:extLst>
  </p:cSld>
</p:sld>
</file>

<file path=ppt/slides/slide1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65144843"/>
      </p:ext>
    </p:extLst>
  </p:cSld>
</p:sld>
</file>

<file path=ppt/slides/slide1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19832432"/>
      </p:ext>
    </p:extLst>
  </p:cSld>
</p:sld>
</file>

<file path=ppt/slides/slide1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08580824"/>
      </p:ext>
    </p:extLst>
  </p:cSld>
</p:sld>
</file>

<file path=ppt/slides/slide1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8662282"/>
      </p:ext>
    </p:extLst>
  </p:cSld>
</p:sld>
</file>

<file path=ppt/slides/slide1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38416110"/>
      </p:ext>
    </p:extLst>
  </p:cSld>
</p:sld>
</file>

<file path=ppt/slides/slide1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4513698"/>
      </p:ext>
    </p:extLst>
  </p:cSld>
</p:sld>
</file>

<file path=ppt/slides/slide1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37906564"/>
      </p:ext>
    </p:extLst>
  </p:cSld>
</p:sld>
</file>

<file path=ppt/slides/slide1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02118361"/>
      </p:ext>
    </p:extLst>
  </p:cSld>
</p:sld>
</file>

<file path=ppt/slides/slide1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71812715"/>
      </p:ext>
    </p:extLst>
  </p:cSld>
</p:sld>
</file>

<file path=ppt/slides/slide1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25349887"/>
      </p:ext>
    </p:extLst>
  </p:cSld>
</p:sld>
</file>

<file path=ppt/slides/slide1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89271527"/>
      </p:ext>
    </p:extLst>
  </p:cSld>
</p:sld>
</file>

<file path=ppt/slides/slide1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57289168"/>
      </p:ext>
    </p:extLst>
  </p:cSld>
</p:sld>
</file>

<file path=ppt/slides/slide1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14391057"/>
      </p:ext>
    </p:extLst>
  </p:cSld>
</p:sld>
</file>

<file path=ppt/slides/slide1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04951992"/>
      </p:ext>
    </p:extLst>
  </p:cSld>
</p:sld>
</file>

<file path=ppt/slides/slide1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08323619"/>
      </p:ext>
    </p:extLst>
  </p:cSld>
</p:sld>
</file>

<file path=ppt/slides/slide2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17378464"/>
      </p:ext>
    </p:extLst>
  </p:cSld>
</p:sld>
</file>

<file path=ppt/slides/slide2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3385801"/>
      </p:ext>
    </p:extLst>
  </p:cSld>
</p:sld>
</file>

<file path=ppt/slides/slide2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89245514"/>
      </p:ext>
    </p:extLst>
  </p:cSld>
</p:sld>
</file>

<file path=ppt/slides/slide2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39883235"/>
      </p:ext>
    </p:extLst>
  </p:cSld>
</p:sld>
</file>

<file path=ppt/slides/slide2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13437900"/>
      </p:ext>
    </p:extLst>
  </p:cSld>
</p:sld>
</file>

<file path=ppt/slides/slide2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03739526"/>
      </p:ext>
    </p:extLst>
  </p:cSld>
</p:sld>
</file>

<file path=ppt/slides/slide2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98612540"/>
      </p:ext>
    </p:extLst>
  </p:cSld>
</p:sld>
</file>

<file path=ppt/slides/slide2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68968414"/>
      </p:ext>
    </p:extLst>
  </p:cSld>
</p:sld>
</file>

<file path=ppt/slides/slide2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36352071"/>
      </p:ext>
    </p:extLst>
  </p:cSld>
</p:sld>
</file>

<file path=ppt/slides/slide2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9370053"/>
      </p:ext>
    </p:extLst>
  </p:cSld>
</p:sld>
</file>

<file path=ppt/slides/slide2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96834028"/>
      </p:ext>
    </p:extLst>
  </p:cSld>
</p:sld>
</file>

<file path=ppt/slides/slide2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55298448"/>
      </p:ext>
    </p:extLst>
  </p:cSld>
</p:sld>
</file>

<file path=ppt/slides/slide2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22496997"/>
      </p:ext>
    </p:extLst>
  </p:cSld>
</p:sld>
</file>

<file path=ppt/slides/slide2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8857182"/>
      </p:ext>
    </p:extLst>
  </p:cSld>
</p:sld>
</file>

<file path=ppt/slides/slide2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54862301"/>
      </p:ext>
    </p:extLst>
  </p:cSld>
</p:sld>
</file>

<file path=ppt/slides/slide2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08584399"/>
      </p:ext>
    </p:extLst>
  </p:cSld>
</p:sld>
</file>

<file path=ppt/slides/slide2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20878985"/>
      </p:ext>
    </p:extLst>
  </p:cSld>
</p:sld>
</file>

<file path=ppt/slides/slide2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06840386"/>
      </p:ext>
    </p:extLst>
  </p:cSld>
</p:sld>
</file>

<file path=ppt/slides/slide2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88487607"/>
      </p:ext>
    </p:extLst>
  </p:cSld>
</p:sld>
</file>

<file path=ppt/slides/slide2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6886150"/>
      </p:ext>
    </p:extLst>
  </p:cSld>
</p:sld>
</file>

<file path=ppt/slides/slide2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5288955"/>
      </p:ext>
    </p:extLst>
  </p:cSld>
</p:sld>
</file>

<file path=ppt/slides/slide2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96410084"/>
      </p:ext>
    </p:extLst>
  </p:cSld>
</p:sld>
</file>

<file path=ppt/slides/slide2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95933615"/>
      </p:ext>
    </p:extLst>
  </p:cSld>
</p:sld>
</file>

<file path=ppt/slides/slide2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99664262"/>
      </p:ext>
    </p:extLst>
  </p:cSld>
</p:sld>
</file>

<file path=ppt/slides/slide2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79022023"/>
      </p:ext>
    </p:extLst>
  </p:cSld>
</p:sld>
</file>

<file path=ppt/slides/slide2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865947"/>
      </p:ext>
    </p:extLst>
  </p:cSld>
</p:sld>
</file>

<file path=ppt/slides/slide2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91955603"/>
      </p:ext>
    </p:extLst>
  </p:cSld>
</p:sld>
</file>

<file path=ppt/slides/slide2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07000419"/>
      </p:ext>
    </p:extLst>
  </p:cSld>
</p:sld>
</file>

<file path=ppt/slides/slide2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2426929"/>
      </p:ext>
    </p:extLst>
  </p:cSld>
</p:sld>
</file>

<file path=ppt/slides/slide2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96688680"/>
      </p:ext>
    </p:extLst>
  </p:cSld>
</p:sld>
</file>

<file path=ppt/slides/slide2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60813430"/>
      </p:ext>
    </p:extLst>
  </p:cSld>
</p:sld>
</file>

<file path=ppt/slides/slide2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15735743"/>
      </p:ext>
    </p:extLst>
  </p:cSld>
</p:sld>
</file>

<file path=ppt/slides/slide2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83936356"/>
      </p:ext>
    </p:extLst>
  </p:cSld>
</p:sld>
</file>

<file path=ppt/slides/slide2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9147683"/>
      </p:ext>
    </p:extLst>
  </p:cSld>
</p:sld>
</file>

<file path=ppt/slides/slide2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30175136"/>
      </p:ext>
    </p:extLst>
  </p:cSld>
</p:sld>
</file>

<file path=ppt/slides/slide2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21312620"/>
      </p:ext>
    </p:extLst>
  </p:cSld>
</p:sld>
</file>

<file path=ppt/slides/slide2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21659062"/>
      </p:ext>
    </p:extLst>
  </p:cSld>
</p:sld>
</file>

<file path=ppt/slides/slide2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04050446"/>
      </p:ext>
    </p:extLst>
  </p:cSld>
</p:sld>
</file>

<file path=ppt/slides/slide2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73923494"/>
      </p:ext>
    </p:extLst>
  </p:cSld>
</p:sld>
</file>

<file path=ppt/slides/slide2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78289975"/>
      </p:ext>
    </p:extLst>
  </p:cSld>
</p:sld>
</file>

<file path=ppt/slides/slide2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02011781"/>
      </p:ext>
    </p:extLst>
  </p:cSld>
</p:sld>
</file>

<file path=ppt/slides/slide2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996988"/>
      </p:ext>
    </p:extLst>
  </p:cSld>
</p:sld>
</file>

<file path=ppt/slides/slide2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85309549"/>
      </p:ext>
    </p:extLst>
  </p:cSld>
</p:sld>
</file>

<file path=ppt/slides/slide2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9476871"/>
      </p:ext>
    </p:extLst>
  </p:cSld>
</p:sld>
</file>

<file path=ppt/slides/slide2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80027985"/>
      </p:ext>
    </p:extLst>
  </p:cSld>
</p:sld>
</file>

<file path=ppt/slides/slide2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53233332"/>
      </p:ext>
    </p:extLst>
  </p:cSld>
</p:sld>
</file>

<file path=ppt/slides/slide2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87842719"/>
      </p:ext>
    </p:extLst>
  </p:cSld>
</p:sld>
</file>

<file path=ppt/slides/slide2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8238760"/>
      </p:ext>
    </p:extLst>
  </p:cSld>
</p:sld>
</file>

<file path=ppt/slides/slide2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3393438"/>
      </p:ext>
    </p:extLst>
  </p:cSld>
</p:sld>
</file>

<file path=ppt/slides/slide2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8059765"/>
      </p:ext>
    </p:extLst>
  </p:cSld>
</p:sld>
</file>

<file path=ppt/slides/slide2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61183355"/>
      </p:ext>
    </p:extLst>
  </p:cSld>
</p:sld>
</file>

<file path=ppt/slides/slide2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23632298"/>
      </p:ext>
    </p:extLst>
  </p:cSld>
</p:sld>
</file>

<file path=ppt/slides/slide2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67787982"/>
      </p:ext>
    </p:extLst>
  </p:cSld>
</p:sld>
</file>

<file path=ppt/slides/slide2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24338708"/>
      </p:ext>
    </p:extLst>
  </p:cSld>
</p:sld>
</file>

<file path=ppt/slides/slide2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73382149"/>
      </p:ext>
    </p:extLst>
  </p:cSld>
</p:sld>
</file>

<file path=ppt/slides/slide2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46001201"/>
      </p:ext>
    </p:extLst>
  </p:cSld>
</p:sld>
</file>

<file path=ppt/slides/slide2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51146794"/>
      </p:ext>
    </p:extLst>
  </p:cSld>
</p:sld>
</file>

<file path=ppt/slides/slide2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35436098"/>
      </p:ext>
    </p:extLst>
  </p:cSld>
</p:sld>
</file>

<file path=ppt/slides/slide2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65254009"/>
      </p:ext>
    </p:extLst>
  </p:cSld>
</p:sld>
</file>

<file path=ppt/slides/slide2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13445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2026-08-21T10:45:32.4950000Z</dcterms:created>
  <dcterms:modified xsi:type="dcterms:W3CDTF">2026-08-21T10:45:32.4950000Z</dcterms:modified>
</coreProperties>
</file>