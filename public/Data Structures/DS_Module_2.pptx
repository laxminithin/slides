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b8e5f3e5e245c9" /><Relationship Type="http://schemas.openxmlformats.org/officeDocument/2006/relationships/extended-properties" Target="/docProps/app.xml" Id="Re159fe52dcea4eff" /><Relationship Type="http://schemas.openxmlformats.org/officeDocument/2006/relationships/officeDocument" Target="/ppt/presentation.xml" Id="Rad78fa89a2c748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35bb9fbb4f476e"/>
  </p:sldMasterIdLst>
  <p:notesMasterIdLst>
    <p:notesMasterId xmlns:r="http://schemas.openxmlformats.org/officeDocument/2006/relationships" r:id="R8207d0a392184116"/>
  </p:notesMasterIdLst>
  <p:sldIdLst>
    <p:sldId xmlns:r="http://schemas.openxmlformats.org/officeDocument/2006/relationships" id="256" r:id="R37f8187a23d54f9d"/>
    <p:sldId xmlns:r="http://schemas.openxmlformats.org/officeDocument/2006/relationships" id="257" r:id="R52df619832fe4e7f"/>
    <p:sldId xmlns:r="http://schemas.openxmlformats.org/officeDocument/2006/relationships" id="258" r:id="Re24fa6e1679b446d"/>
    <p:sldId xmlns:r="http://schemas.openxmlformats.org/officeDocument/2006/relationships" id="259" r:id="R3e483aaa1e744e91"/>
    <p:sldId xmlns:r="http://schemas.openxmlformats.org/officeDocument/2006/relationships" id="260" r:id="R1eaf474b1a6b4484"/>
    <p:sldId xmlns:r="http://schemas.openxmlformats.org/officeDocument/2006/relationships" id="261" r:id="R3258d322124b4808"/>
    <p:sldId xmlns:r="http://schemas.openxmlformats.org/officeDocument/2006/relationships" id="262" r:id="R0a7fc6c883b948b4"/>
    <p:sldId xmlns:r="http://schemas.openxmlformats.org/officeDocument/2006/relationships" id="263" r:id="Refb100d8e8c34e74"/>
    <p:sldId xmlns:r="http://schemas.openxmlformats.org/officeDocument/2006/relationships" id="264" r:id="Ra68290383682416e"/>
    <p:sldId xmlns:r="http://schemas.openxmlformats.org/officeDocument/2006/relationships" id="265" r:id="R8e64995744454273"/>
    <p:sldId xmlns:r="http://schemas.openxmlformats.org/officeDocument/2006/relationships" id="266" r:id="Rf633aef8fffc426d"/>
    <p:sldId xmlns:r="http://schemas.openxmlformats.org/officeDocument/2006/relationships" id="267" r:id="R7554c17f363a4647"/>
    <p:sldId xmlns:r="http://schemas.openxmlformats.org/officeDocument/2006/relationships" id="268" r:id="R82e0bff04c6a4900"/>
    <p:sldId xmlns:r="http://schemas.openxmlformats.org/officeDocument/2006/relationships" id="269" r:id="R949cb6fea5a84388"/>
    <p:sldId xmlns:r="http://schemas.openxmlformats.org/officeDocument/2006/relationships" id="270" r:id="Rbada34dac0724fa6"/>
    <p:sldId xmlns:r="http://schemas.openxmlformats.org/officeDocument/2006/relationships" id="271" r:id="Rd0473ef1a4e94d2b"/>
    <p:sldId xmlns:r="http://schemas.openxmlformats.org/officeDocument/2006/relationships" id="272" r:id="R3383546a2f294a70"/>
    <p:sldId xmlns:r="http://schemas.openxmlformats.org/officeDocument/2006/relationships" id="273" r:id="R58c7581f64574c6c"/>
    <p:sldId xmlns:r="http://schemas.openxmlformats.org/officeDocument/2006/relationships" id="274" r:id="R8d31108fe82d4466"/>
    <p:sldId xmlns:r="http://schemas.openxmlformats.org/officeDocument/2006/relationships" id="275" r:id="R0bea4512a8b3481a"/>
    <p:sldId xmlns:r="http://schemas.openxmlformats.org/officeDocument/2006/relationships" id="276" r:id="Ree0e16d93b264c15"/>
    <p:sldId xmlns:r="http://schemas.openxmlformats.org/officeDocument/2006/relationships" id="277" r:id="R226c5cee64b44cb3"/>
    <p:sldId xmlns:r="http://schemas.openxmlformats.org/officeDocument/2006/relationships" id="278" r:id="R12e7e13f88a7409d"/>
    <p:sldId xmlns:r="http://schemas.openxmlformats.org/officeDocument/2006/relationships" id="279" r:id="R12dfd5b63c6d4f45"/>
    <p:sldId xmlns:r="http://schemas.openxmlformats.org/officeDocument/2006/relationships" id="280" r:id="R7e69cba75f5b49e2"/>
    <p:sldId xmlns:r="http://schemas.openxmlformats.org/officeDocument/2006/relationships" id="281" r:id="R6fd5991d85ef46a3"/>
    <p:sldId xmlns:r="http://schemas.openxmlformats.org/officeDocument/2006/relationships" id="282" r:id="R364e75dc755544c7"/>
    <p:sldId xmlns:r="http://schemas.openxmlformats.org/officeDocument/2006/relationships" id="283" r:id="R25b090670dc642aa"/>
    <p:sldId xmlns:r="http://schemas.openxmlformats.org/officeDocument/2006/relationships" id="284" r:id="Re593040bccb1449c"/>
    <p:sldId xmlns:r="http://schemas.openxmlformats.org/officeDocument/2006/relationships" id="285" r:id="R53a4b18a86944783"/>
    <p:sldId xmlns:r="http://schemas.openxmlformats.org/officeDocument/2006/relationships" id="286" r:id="R99ff5d5e0a244239"/>
    <p:sldId xmlns:r="http://schemas.openxmlformats.org/officeDocument/2006/relationships" id="287" r:id="R12f00b7fb40a4ff4"/>
    <p:sldId xmlns:r="http://schemas.openxmlformats.org/officeDocument/2006/relationships" id="288" r:id="Rff8016c98db04493"/>
    <p:sldId xmlns:r="http://schemas.openxmlformats.org/officeDocument/2006/relationships" id="289" r:id="Rdc9937e4c60841d0"/>
    <p:sldId xmlns:r="http://schemas.openxmlformats.org/officeDocument/2006/relationships" id="290" r:id="R72bb2348af0d44a8"/>
    <p:sldId xmlns:r="http://schemas.openxmlformats.org/officeDocument/2006/relationships" id="291" r:id="R45135ca0bb1b4358"/>
    <p:sldId xmlns:r="http://schemas.openxmlformats.org/officeDocument/2006/relationships" id="292" r:id="R7f86190adddf4e65"/>
    <p:sldId xmlns:r="http://schemas.openxmlformats.org/officeDocument/2006/relationships" id="293" r:id="R1430602acb714719"/>
    <p:sldId xmlns:r="http://schemas.openxmlformats.org/officeDocument/2006/relationships" id="294" r:id="R0535e17550ed4fc4"/>
    <p:sldId xmlns:r="http://schemas.openxmlformats.org/officeDocument/2006/relationships" id="295" r:id="Ra77752a0f47746a2"/>
    <p:sldId xmlns:r="http://schemas.openxmlformats.org/officeDocument/2006/relationships" id="296" r:id="Rdf1d5f8c60fa4ab8"/>
    <p:sldId xmlns:r="http://schemas.openxmlformats.org/officeDocument/2006/relationships" id="297" r:id="R58221e088e584e45"/>
    <p:sldId xmlns:r="http://schemas.openxmlformats.org/officeDocument/2006/relationships" id="298" r:id="Rb514e7d3f3924ae5"/>
    <p:sldId xmlns:r="http://schemas.openxmlformats.org/officeDocument/2006/relationships" id="299" r:id="Rc3059704cb334f78"/>
    <p:sldId xmlns:r="http://schemas.openxmlformats.org/officeDocument/2006/relationships" id="300" r:id="R9625dc8df4874f44"/>
    <p:sldId xmlns:r="http://schemas.openxmlformats.org/officeDocument/2006/relationships" id="301" r:id="Rff97c191d74244af"/>
    <p:sldId xmlns:r="http://schemas.openxmlformats.org/officeDocument/2006/relationships" id="302" r:id="R1caa65b0bc394ab6"/>
    <p:sldId xmlns:r="http://schemas.openxmlformats.org/officeDocument/2006/relationships" id="303" r:id="R4233a226dc654ec3"/>
    <p:sldId xmlns:r="http://schemas.openxmlformats.org/officeDocument/2006/relationships" id="304" r:id="R69cd9f599358422e"/>
    <p:sldId xmlns:r="http://schemas.openxmlformats.org/officeDocument/2006/relationships" id="305" r:id="R5d8e25ca084a45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9f05fedbe644f9" /><Relationship Type="http://schemas.openxmlformats.org/officeDocument/2006/relationships/slideMaster" Target="/ppt/slideMasters/slideMaster1.xml" Id="R1835bb9fbb4f476e" /><Relationship Type="http://schemas.openxmlformats.org/officeDocument/2006/relationships/notesMaster" Target="/ppt/notesMasters/notesMaster1.xml" Id="R8207d0a392184116" /><Relationship Type="http://schemas.openxmlformats.org/officeDocument/2006/relationships/presProps" Target="/ppt/presProps.xml" Id="R641c02d767564fde" /><Relationship Type="http://schemas.openxmlformats.org/officeDocument/2006/relationships/tableStyles" Target="/ppt/tableStyles.xml" Id="Rf2921f8053e1431f" /><Relationship Type="http://schemas.openxmlformats.org/officeDocument/2006/relationships/slide" Target="/ppt/slides/slide1.xml" Id="R37f8187a23d54f9d" /><Relationship Type="http://schemas.openxmlformats.org/officeDocument/2006/relationships/slide" Target="/ppt/slides/slide2.xml" Id="R52df619832fe4e7f" /><Relationship Type="http://schemas.openxmlformats.org/officeDocument/2006/relationships/slide" Target="/ppt/slides/slide3.xml" Id="Re24fa6e1679b446d" /><Relationship Type="http://schemas.openxmlformats.org/officeDocument/2006/relationships/slide" Target="/ppt/slides/slide4.xml" Id="R3e483aaa1e744e91" /><Relationship Type="http://schemas.openxmlformats.org/officeDocument/2006/relationships/slide" Target="/ppt/slides/slide5.xml" Id="R1eaf474b1a6b4484" /><Relationship Type="http://schemas.openxmlformats.org/officeDocument/2006/relationships/slide" Target="/ppt/slides/slide6.xml" Id="R3258d322124b4808" /><Relationship Type="http://schemas.openxmlformats.org/officeDocument/2006/relationships/slide" Target="/ppt/slides/slide7.xml" Id="R0a7fc6c883b948b4" /><Relationship Type="http://schemas.openxmlformats.org/officeDocument/2006/relationships/slide" Target="/ppt/slides/slide8.xml" Id="Refb100d8e8c34e74" /><Relationship Type="http://schemas.openxmlformats.org/officeDocument/2006/relationships/slide" Target="/ppt/slides/slide9.xml" Id="Ra68290383682416e" /><Relationship Type="http://schemas.openxmlformats.org/officeDocument/2006/relationships/slide" Target="/ppt/slides/slide10.xml" Id="R8e64995744454273" /><Relationship Type="http://schemas.openxmlformats.org/officeDocument/2006/relationships/slide" Target="/ppt/slides/slide11.xml" Id="Rf633aef8fffc426d" /><Relationship Type="http://schemas.openxmlformats.org/officeDocument/2006/relationships/slide" Target="/ppt/slides/slide12.xml" Id="R7554c17f363a4647" /><Relationship Type="http://schemas.openxmlformats.org/officeDocument/2006/relationships/slide" Target="/ppt/slides/slide13.xml" Id="R82e0bff04c6a4900" /><Relationship Type="http://schemas.openxmlformats.org/officeDocument/2006/relationships/slide" Target="/ppt/slides/slide14.xml" Id="R949cb6fea5a84388" /><Relationship Type="http://schemas.openxmlformats.org/officeDocument/2006/relationships/slide" Target="/ppt/slides/slide15.xml" Id="Rbada34dac0724fa6" /><Relationship Type="http://schemas.openxmlformats.org/officeDocument/2006/relationships/slide" Target="/ppt/slides/slide16.xml" Id="Rd0473ef1a4e94d2b" /><Relationship Type="http://schemas.openxmlformats.org/officeDocument/2006/relationships/slide" Target="/ppt/slides/slide17.xml" Id="R3383546a2f294a70" /><Relationship Type="http://schemas.openxmlformats.org/officeDocument/2006/relationships/slide" Target="/ppt/slides/slide18.xml" Id="R58c7581f64574c6c" /><Relationship Type="http://schemas.openxmlformats.org/officeDocument/2006/relationships/slide" Target="/ppt/slides/slide19.xml" Id="R8d31108fe82d4466" /><Relationship Type="http://schemas.openxmlformats.org/officeDocument/2006/relationships/slide" Target="/ppt/slides/slide20.xml" Id="R0bea4512a8b3481a" /><Relationship Type="http://schemas.openxmlformats.org/officeDocument/2006/relationships/slide" Target="/ppt/slides/slide21.xml" Id="Ree0e16d93b264c15" /><Relationship Type="http://schemas.openxmlformats.org/officeDocument/2006/relationships/slide" Target="/ppt/slides/slide22.xml" Id="R226c5cee64b44cb3" /><Relationship Type="http://schemas.openxmlformats.org/officeDocument/2006/relationships/slide" Target="/ppt/slides/slide23.xml" Id="R12e7e13f88a7409d" /><Relationship Type="http://schemas.openxmlformats.org/officeDocument/2006/relationships/slide" Target="/ppt/slides/slide24.xml" Id="R12dfd5b63c6d4f45" /><Relationship Type="http://schemas.openxmlformats.org/officeDocument/2006/relationships/slide" Target="/ppt/slides/slide25.xml" Id="R7e69cba75f5b49e2" /><Relationship Type="http://schemas.openxmlformats.org/officeDocument/2006/relationships/slide" Target="/ppt/slides/slide26.xml" Id="R6fd5991d85ef46a3" /><Relationship Type="http://schemas.openxmlformats.org/officeDocument/2006/relationships/slide" Target="/ppt/slides/slide27.xml" Id="R364e75dc755544c7" /><Relationship Type="http://schemas.openxmlformats.org/officeDocument/2006/relationships/slide" Target="/ppt/slides/slide28.xml" Id="R25b090670dc642aa" /><Relationship Type="http://schemas.openxmlformats.org/officeDocument/2006/relationships/slide" Target="/ppt/slides/slide29.xml" Id="Re593040bccb1449c" /><Relationship Type="http://schemas.openxmlformats.org/officeDocument/2006/relationships/slide" Target="/ppt/slides/slide30.xml" Id="R53a4b18a86944783" /><Relationship Type="http://schemas.openxmlformats.org/officeDocument/2006/relationships/slide" Target="/ppt/slides/slide31.xml" Id="R99ff5d5e0a244239" /><Relationship Type="http://schemas.openxmlformats.org/officeDocument/2006/relationships/slide" Target="/ppt/slides/slide32.xml" Id="R12f00b7fb40a4ff4" /><Relationship Type="http://schemas.openxmlformats.org/officeDocument/2006/relationships/slide" Target="/ppt/slides/slide33.xml" Id="Rff8016c98db04493" /><Relationship Type="http://schemas.openxmlformats.org/officeDocument/2006/relationships/slide" Target="/ppt/slides/slide34.xml" Id="Rdc9937e4c60841d0" /><Relationship Type="http://schemas.openxmlformats.org/officeDocument/2006/relationships/slide" Target="/ppt/slides/slide35.xml" Id="R72bb2348af0d44a8" /><Relationship Type="http://schemas.openxmlformats.org/officeDocument/2006/relationships/slide" Target="/ppt/slides/slide36.xml" Id="R45135ca0bb1b4358" /><Relationship Type="http://schemas.openxmlformats.org/officeDocument/2006/relationships/slide" Target="/ppt/slides/slide37.xml" Id="R7f86190adddf4e65" /><Relationship Type="http://schemas.openxmlformats.org/officeDocument/2006/relationships/slide" Target="/ppt/slides/slide38.xml" Id="R1430602acb714719" /><Relationship Type="http://schemas.openxmlformats.org/officeDocument/2006/relationships/slide" Target="/ppt/slides/slide39.xml" Id="R0535e17550ed4fc4" /><Relationship Type="http://schemas.openxmlformats.org/officeDocument/2006/relationships/slide" Target="/ppt/slides/slide40.xml" Id="Ra77752a0f47746a2" /><Relationship Type="http://schemas.openxmlformats.org/officeDocument/2006/relationships/slide" Target="/ppt/slides/slide41.xml" Id="Rdf1d5f8c60fa4ab8" /><Relationship Type="http://schemas.openxmlformats.org/officeDocument/2006/relationships/slide" Target="/ppt/slides/slide42.xml" Id="R58221e088e584e45" /><Relationship Type="http://schemas.openxmlformats.org/officeDocument/2006/relationships/slide" Target="/ppt/slides/slide43.xml" Id="Rb514e7d3f3924ae5" /><Relationship Type="http://schemas.openxmlformats.org/officeDocument/2006/relationships/slide" Target="/ppt/slides/slide44.xml" Id="Rc3059704cb334f78" /><Relationship Type="http://schemas.openxmlformats.org/officeDocument/2006/relationships/slide" Target="/ppt/slides/slide45.xml" Id="R9625dc8df4874f44" /><Relationship Type="http://schemas.openxmlformats.org/officeDocument/2006/relationships/slide" Target="/ppt/slides/slide46.xml" Id="Rff97c191d74244af" /><Relationship Type="http://schemas.openxmlformats.org/officeDocument/2006/relationships/slide" Target="/ppt/slides/slide47.xml" Id="R1caa65b0bc394ab6" /><Relationship Type="http://schemas.openxmlformats.org/officeDocument/2006/relationships/slide" Target="/ppt/slides/slide48.xml" Id="R4233a226dc654ec3" /><Relationship Type="http://schemas.openxmlformats.org/officeDocument/2006/relationships/slide" Target="/ppt/slides/slide49.xml" Id="R69cd9f599358422e" /><Relationship Type="http://schemas.openxmlformats.org/officeDocument/2006/relationships/slide" Target="/ppt/slides/slide50.xml" Id="R5d8e25ca084a45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393a4c1f82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e96271e76f4ee6" /><Relationship Type="http://schemas.openxmlformats.org/officeDocument/2006/relationships/notesMaster" Target="/ppt/notesMasters/notesMaster1.xml" Id="R17bc262a64fc4a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df470b7ceb43b5" /><Relationship Type="http://schemas.openxmlformats.org/officeDocument/2006/relationships/notesMaster" Target="/ppt/notesMasters/notesMaster1.xml" Id="Rdc3a30de4f7341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837b717af744b7" /><Relationship Type="http://schemas.openxmlformats.org/officeDocument/2006/relationships/notesMaster" Target="/ppt/notesMasters/notesMaster1.xml" Id="R8f5ab470918641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479f2b4c7548b9" /><Relationship Type="http://schemas.openxmlformats.org/officeDocument/2006/relationships/notesMaster" Target="/ppt/notesMasters/notesMaster1.xml" Id="Rfeaa76ac3ac849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7307cdff524373" /><Relationship Type="http://schemas.openxmlformats.org/officeDocument/2006/relationships/notesMaster" Target="/ppt/notesMasters/notesMaster1.xml" Id="R977849b04a7f42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ce56b86f92421b" /><Relationship Type="http://schemas.openxmlformats.org/officeDocument/2006/relationships/notesMaster" Target="/ppt/notesMasters/notesMaster1.xml" Id="R7ce87042f5c94f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a4c7f8bbc343d1" /><Relationship Type="http://schemas.openxmlformats.org/officeDocument/2006/relationships/notesMaster" Target="/ppt/notesMasters/notesMaster1.xml" Id="Rd3f726defa1346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4478b390a64a89" /><Relationship Type="http://schemas.openxmlformats.org/officeDocument/2006/relationships/notesMaster" Target="/ppt/notesMasters/notesMaster1.xml" Id="R4e93c3e2a50d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217b3cc3e74ed1" /><Relationship Type="http://schemas.openxmlformats.org/officeDocument/2006/relationships/notesMaster" Target="/ppt/notesMasters/notesMaster1.xml" Id="Red2f4e1898374c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dcc76705b045c4" /><Relationship Type="http://schemas.openxmlformats.org/officeDocument/2006/relationships/notesMaster" Target="/ppt/notesMasters/notesMaster1.xml" Id="Rb5c2d424bdd547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567eab46c043f2" /><Relationship Type="http://schemas.openxmlformats.org/officeDocument/2006/relationships/notesMaster" Target="/ppt/notesMasters/notesMaster1.xml" Id="Ra2ffd0060a4f4a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635d25a28f46e6" /><Relationship Type="http://schemas.openxmlformats.org/officeDocument/2006/relationships/notesMaster" Target="/ppt/notesMasters/notesMaster1.xml" Id="R727db51bf6b145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a627b981da4c30" /><Relationship Type="http://schemas.openxmlformats.org/officeDocument/2006/relationships/notesMaster" Target="/ppt/notesMasters/notesMaster1.xml" Id="Rc48331681c284c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26e65745dc4bc1" /><Relationship Type="http://schemas.openxmlformats.org/officeDocument/2006/relationships/notesMaster" Target="/ppt/notesMasters/notesMaster1.xml" Id="R7ea5f36ae7b844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636968796d4b61" /><Relationship Type="http://schemas.openxmlformats.org/officeDocument/2006/relationships/notesMaster" Target="/ppt/notesMasters/notesMaster1.xml" Id="R0df61ad48e7644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8654c9613e4a6b" /><Relationship Type="http://schemas.openxmlformats.org/officeDocument/2006/relationships/notesMaster" Target="/ppt/notesMasters/notesMaster1.xml" Id="R769ff57f89824a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b629c5e5234f36" /><Relationship Type="http://schemas.openxmlformats.org/officeDocument/2006/relationships/notesMaster" Target="/ppt/notesMasters/notesMaster1.xml" Id="R2dfc01da8d9b4f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8f5b3e1e174f23" /><Relationship Type="http://schemas.openxmlformats.org/officeDocument/2006/relationships/notesMaster" Target="/ppt/notesMasters/notesMaster1.xml" Id="R9f4e760826194c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a54073f25142ec" /><Relationship Type="http://schemas.openxmlformats.org/officeDocument/2006/relationships/notesMaster" Target="/ppt/notesMasters/notesMaster1.xml" Id="R1da0ec9d7a6346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d0b3997d95453f" /><Relationship Type="http://schemas.openxmlformats.org/officeDocument/2006/relationships/notesMaster" Target="/ppt/notesMasters/notesMaster1.xml" Id="R16b399926e6b4c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e9f5c19e3544fa" /><Relationship Type="http://schemas.openxmlformats.org/officeDocument/2006/relationships/notesMaster" Target="/ppt/notesMasters/notesMaster1.xml" Id="Ref7a5cd6384546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398ff1121434f93" /><Relationship Type="http://schemas.openxmlformats.org/officeDocument/2006/relationships/notesMaster" Target="/ppt/notesMasters/notesMaster1.xml" Id="Rced3faff0ac0492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8b2c8b0d2f24144" /><Relationship Type="http://schemas.openxmlformats.org/officeDocument/2006/relationships/notesMaster" Target="/ppt/notesMasters/notesMaster1.xml" Id="R2c95fa1ffceb4eb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9cf038c9f2e4dcb" /><Relationship Type="http://schemas.openxmlformats.org/officeDocument/2006/relationships/notesMaster" Target="/ppt/notesMasters/notesMaster1.xml" Id="R85f90cefac8f456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1ed85817ca043e6" /><Relationship Type="http://schemas.openxmlformats.org/officeDocument/2006/relationships/notesMaster" Target="/ppt/notesMasters/notesMaster1.xml" Id="R47e26cf81ec840b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3f6e38fd25486d" /><Relationship Type="http://schemas.openxmlformats.org/officeDocument/2006/relationships/notesMaster" Target="/ppt/notesMasters/notesMaster1.xml" Id="Ra2573142de5243c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2a3318a8aab4608" /><Relationship Type="http://schemas.openxmlformats.org/officeDocument/2006/relationships/notesMaster" Target="/ppt/notesMasters/notesMaster1.xml" Id="R3f54d2246678466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6c88f3727244d9" /><Relationship Type="http://schemas.openxmlformats.org/officeDocument/2006/relationships/notesMaster" Target="/ppt/notesMasters/notesMaster1.xml" Id="Ra44b545ffdd94c7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b5ee0d407c249e9" /><Relationship Type="http://schemas.openxmlformats.org/officeDocument/2006/relationships/notesMaster" Target="/ppt/notesMasters/notesMaster1.xml" Id="R74925055e0bd4bb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e4273b3312c408f" /><Relationship Type="http://schemas.openxmlformats.org/officeDocument/2006/relationships/notesMaster" Target="/ppt/notesMasters/notesMaster1.xml" Id="Rfd1471b8eb2a417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80d93769bca4fd6" /><Relationship Type="http://schemas.openxmlformats.org/officeDocument/2006/relationships/notesMaster" Target="/ppt/notesMasters/notesMaster1.xml" Id="R68f330997e8e460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97aba789f2845e3" /><Relationship Type="http://schemas.openxmlformats.org/officeDocument/2006/relationships/notesMaster" Target="/ppt/notesMasters/notesMaster1.xml" Id="R056776e51f9d4df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ebd749770404228" /><Relationship Type="http://schemas.openxmlformats.org/officeDocument/2006/relationships/notesMaster" Target="/ppt/notesMasters/notesMaster1.xml" Id="R527bc62707c44f1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d6d5d5ffb98484a" /><Relationship Type="http://schemas.openxmlformats.org/officeDocument/2006/relationships/notesMaster" Target="/ppt/notesMasters/notesMaster1.xml" Id="R62ed3838ef4e475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3908d3c06cc484f" /><Relationship Type="http://schemas.openxmlformats.org/officeDocument/2006/relationships/notesMaster" Target="/ppt/notesMasters/notesMaster1.xml" Id="Rc004488199c64b4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d20c960ba924054" /><Relationship Type="http://schemas.openxmlformats.org/officeDocument/2006/relationships/notesMaster" Target="/ppt/notesMasters/notesMaster1.xml" Id="R8051fa50581148b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2aa515eb06746ff" /><Relationship Type="http://schemas.openxmlformats.org/officeDocument/2006/relationships/notesMaster" Target="/ppt/notesMasters/notesMaster1.xml" Id="R6c987f15859f4cd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7bc433938e54603" /><Relationship Type="http://schemas.openxmlformats.org/officeDocument/2006/relationships/notesMaster" Target="/ppt/notesMasters/notesMaster1.xml" Id="R4b44a82a515e431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0bcfd6f7c87497e" /><Relationship Type="http://schemas.openxmlformats.org/officeDocument/2006/relationships/notesMaster" Target="/ppt/notesMasters/notesMaster1.xml" Id="Rf9ec507a0d104f8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f36cbe861f04cad" /><Relationship Type="http://schemas.openxmlformats.org/officeDocument/2006/relationships/notesMaster" Target="/ppt/notesMasters/notesMaster1.xml" Id="Rbea9eb47437446f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3a737d32b83463c" /><Relationship Type="http://schemas.openxmlformats.org/officeDocument/2006/relationships/notesMaster" Target="/ppt/notesMasters/notesMaster1.xml" Id="R4b6d2163b991409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15e943709094d53" /><Relationship Type="http://schemas.openxmlformats.org/officeDocument/2006/relationships/notesMaster" Target="/ppt/notesMasters/notesMaster1.xml" Id="R16cbd590b3be4ba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92b07599d804736" /><Relationship Type="http://schemas.openxmlformats.org/officeDocument/2006/relationships/notesMaster" Target="/ppt/notesMasters/notesMaster1.xml" Id="R4760f72cf4b64ad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2f62b401cf34e99" /><Relationship Type="http://schemas.openxmlformats.org/officeDocument/2006/relationships/notesMaster" Target="/ppt/notesMasters/notesMaster1.xml" Id="R379b848f90704c7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fe0b470d62c4dc0" /><Relationship Type="http://schemas.openxmlformats.org/officeDocument/2006/relationships/notesMaster" Target="/ppt/notesMasters/notesMaster1.xml" Id="R34d911feb742419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506ebd118364868" /><Relationship Type="http://schemas.openxmlformats.org/officeDocument/2006/relationships/notesMaster" Target="/ppt/notesMasters/notesMaster1.xml" Id="R0ee90b6edd6048f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3456626ed894c71" /><Relationship Type="http://schemas.openxmlformats.org/officeDocument/2006/relationships/notesMaster" Target="/ppt/notesMasters/notesMaster1.xml" Id="R5d640fcdd0b84d4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904faf9cbcf4f8e" /><Relationship Type="http://schemas.openxmlformats.org/officeDocument/2006/relationships/notesMaster" Target="/ppt/notesMasters/notesMaster1.xml" Id="R4619ff894fb3475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e9f4af7053d4a95" /><Relationship Type="http://schemas.openxmlformats.org/officeDocument/2006/relationships/notesMaster" Target="/ppt/notesMasters/notesMaster1.xml" Id="Ra3a17ed67201436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3f53e8d7f0f4653" /><Relationship Type="http://schemas.openxmlformats.org/officeDocument/2006/relationships/notesMaster" Target="/ppt/notesMasters/notesMaster1.xml" Id="R348d354385a74a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bullets one by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rows quickly and end on MISSING =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roadmap by row and connect each unit to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e8348433741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5fab34d8f2408c" /><Relationship Type="http://schemas.openxmlformats.org/officeDocument/2006/relationships/slideLayout" Target="/ppt/slideLayouts/slideLayout1.xml" Id="R0fb03152a3a341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b03152a3a341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5c9907fee4743" /><Relationship Type="http://schemas.openxmlformats.org/officeDocument/2006/relationships/notesSlide" Target="/ppt/notesSlides/notesSlide1.xml" Id="Re30bf15a61054d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f2ff347c94654" /><Relationship Type="http://schemas.openxmlformats.org/officeDocument/2006/relationships/notesSlide" Target="/ppt/notesSlides/notesSlide2.xml" Id="R802c7e3563c3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f13777e554f38" /><Relationship Type="http://schemas.openxmlformats.org/officeDocument/2006/relationships/notesSlide" Target="/ppt/notesSlides/notesSlide3.xml" Id="R6037fd91de6647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4cb2006514665" /><Relationship Type="http://schemas.openxmlformats.org/officeDocument/2006/relationships/notesSlide" Target="/ppt/notesSlides/notesSlide4.xml" Id="R1d516b59862547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1988ceca14c5a" /><Relationship Type="http://schemas.openxmlformats.org/officeDocument/2006/relationships/notesSlide" Target="/ppt/notesSlides/notesSlide5.xml" Id="R48f182aea31a45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fcad211854f1c" /><Relationship Type="http://schemas.openxmlformats.org/officeDocument/2006/relationships/notesSlide" Target="/ppt/notesSlides/notesSlide6.xml" Id="R78725ee174e54a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a0c892ead411d" /><Relationship Type="http://schemas.openxmlformats.org/officeDocument/2006/relationships/notesSlide" Target="/ppt/notesSlides/notesSlide7.xml" Id="R04b3222e4d5847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c4d85e90a4d57" /><Relationship Type="http://schemas.openxmlformats.org/officeDocument/2006/relationships/notesSlide" Target="/ppt/notesSlides/notesSlide8.xml" Id="Rb239ff5c212548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108a19cfd4c9a" /><Relationship Type="http://schemas.openxmlformats.org/officeDocument/2006/relationships/notesSlide" Target="/ppt/notesSlides/notesSlide9.xml" Id="Rdf5ae38193fa49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6bbe49f794c5c" /><Relationship Type="http://schemas.openxmlformats.org/officeDocument/2006/relationships/notesSlide" Target="/ppt/notesSlides/notesSlide10.xml" Id="R1073138cd9094a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75853081047b1" /><Relationship Type="http://schemas.openxmlformats.org/officeDocument/2006/relationships/notesSlide" Target="/ppt/notesSlides/notesSlide11.xml" Id="Rb04391aef3374f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2aa5da05e40fb" /><Relationship Type="http://schemas.openxmlformats.org/officeDocument/2006/relationships/notesSlide" Target="/ppt/notesSlides/notesSlide12.xml" Id="R792f1a55cf184e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fd09b0ace4f3b" /><Relationship Type="http://schemas.openxmlformats.org/officeDocument/2006/relationships/notesSlide" Target="/ppt/notesSlides/notesSlide13.xml" Id="R25a25e659f3b43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cfc718eef4906" /><Relationship Type="http://schemas.openxmlformats.org/officeDocument/2006/relationships/notesSlide" Target="/ppt/notesSlides/notesSlide14.xml" Id="R852803425aab45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424d6a9384ace" /><Relationship Type="http://schemas.openxmlformats.org/officeDocument/2006/relationships/notesSlide" Target="/ppt/notesSlides/notesSlide15.xml" Id="R0d899731b6e44f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3b44f5a634f1b" /><Relationship Type="http://schemas.openxmlformats.org/officeDocument/2006/relationships/notesSlide" Target="/ppt/notesSlides/notesSlide16.xml" Id="Raa4faeb153b14e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95d0271d141be" /><Relationship Type="http://schemas.openxmlformats.org/officeDocument/2006/relationships/notesSlide" Target="/ppt/notesSlides/notesSlide17.xml" Id="Rf8dae2ec76474d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bf666875d4e8e" /><Relationship Type="http://schemas.openxmlformats.org/officeDocument/2006/relationships/notesSlide" Target="/ppt/notesSlides/notesSlide18.xml" Id="Rca6dfcbc04d04b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322af01b942c4" /><Relationship Type="http://schemas.openxmlformats.org/officeDocument/2006/relationships/notesSlide" Target="/ppt/notesSlides/notesSlide19.xml" Id="Rc90274fcaf6347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a22110f3b46c6" /><Relationship Type="http://schemas.openxmlformats.org/officeDocument/2006/relationships/notesSlide" Target="/ppt/notesSlides/notesSlide20.xml" Id="R8c0347471dd847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44025548c4278" /><Relationship Type="http://schemas.openxmlformats.org/officeDocument/2006/relationships/notesSlide" Target="/ppt/notesSlides/notesSlide21.xml" Id="R1dd400de2ad04d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ea50cf1bb4fd9" /><Relationship Type="http://schemas.openxmlformats.org/officeDocument/2006/relationships/notesSlide" Target="/ppt/notesSlides/notesSlide22.xml" Id="R605102acb2574b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56fc39ca245f2" /><Relationship Type="http://schemas.openxmlformats.org/officeDocument/2006/relationships/notesSlide" Target="/ppt/notesSlides/notesSlide23.xml" Id="R9f9ab768930f4a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1eccd71bc43e0" /><Relationship Type="http://schemas.openxmlformats.org/officeDocument/2006/relationships/notesSlide" Target="/ppt/notesSlides/notesSlide24.xml" Id="R640b8b75bac749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77545d74f4956" /><Relationship Type="http://schemas.openxmlformats.org/officeDocument/2006/relationships/notesSlide" Target="/ppt/notesSlides/notesSlide25.xml" Id="R07b415c91ab44b2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a1fe5b5584d9e" /><Relationship Type="http://schemas.openxmlformats.org/officeDocument/2006/relationships/notesSlide" Target="/ppt/notesSlides/notesSlide26.xml" Id="R7d61ed8c5da34f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76486f0aa45e9" /><Relationship Type="http://schemas.openxmlformats.org/officeDocument/2006/relationships/notesSlide" Target="/ppt/notesSlides/notesSlide27.xml" Id="R30000576173a4cf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386527bb14143" /><Relationship Type="http://schemas.openxmlformats.org/officeDocument/2006/relationships/notesSlide" Target="/ppt/notesSlides/notesSlide28.xml" Id="Rbf7714e3172c4a7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bc72c3cfd43dd" /><Relationship Type="http://schemas.openxmlformats.org/officeDocument/2006/relationships/notesSlide" Target="/ppt/notesSlides/notesSlide29.xml" Id="R234a0882e39b41f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fff59f7394099" /><Relationship Type="http://schemas.openxmlformats.org/officeDocument/2006/relationships/notesSlide" Target="/ppt/notesSlides/notesSlide30.xml" Id="R7f274db916fc4dc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3387945a243db" /><Relationship Type="http://schemas.openxmlformats.org/officeDocument/2006/relationships/notesSlide" Target="/ppt/notesSlides/notesSlide31.xml" Id="R2f924e07f62e409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fb0f9d0cf4c10" /><Relationship Type="http://schemas.openxmlformats.org/officeDocument/2006/relationships/notesSlide" Target="/ppt/notesSlides/notesSlide32.xml" Id="R6551d18ac2f8434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8306510f34926" /><Relationship Type="http://schemas.openxmlformats.org/officeDocument/2006/relationships/notesSlide" Target="/ppt/notesSlides/notesSlide33.xml" Id="Rc3f8f5ab0c3b408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4b966a72645e6" /><Relationship Type="http://schemas.openxmlformats.org/officeDocument/2006/relationships/notesSlide" Target="/ppt/notesSlides/notesSlide34.xml" Id="Rf1ff6f9b31554d8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090a48ea04333" /><Relationship Type="http://schemas.openxmlformats.org/officeDocument/2006/relationships/notesSlide" Target="/ppt/notesSlides/notesSlide35.xml" Id="R06000141b9f247a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f322f949e4b06" /><Relationship Type="http://schemas.openxmlformats.org/officeDocument/2006/relationships/notesSlide" Target="/ppt/notesSlides/notesSlide36.xml" Id="R408116873b7f429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b70bad81f40f3" /><Relationship Type="http://schemas.openxmlformats.org/officeDocument/2006/relationships/notesSlide" Target="/ppt/notesSlides/notesSlide37.xml" Id="R0c99a1a95571460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59694d9a640c2" /><Relationship Type="http://schemas.openxmlformats.org/officeDocument/2006/relationships/notesSlide" Target="/ppt/notesSlides/notesSlide38.xml" Id="Rfb22f5a639914c7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3683ca2df4ad2" /><Relationship Type="http://schemas.openxmlformats.org/officeDocument/2006/relationships/notesSlide" Target="/ppt/notesSlides/notesSlide39.xml" Id="Rd8000e3dd06f42d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a4503f34445c2" /><Relationship Type="http://schemas.openxmlformats.org/officeDocument/2006/relationships/notesSlide" Target="/ppt/notesSlides/notesSlide40.xml" Id="Rd9cc767dbdef4c1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3fb9b89754bbb" /><Relationship Type="http://schemas.openxmlformats.org/officeDocument/2006/relationships/notesSlide" Target="/ppt/notesSlides/notesSlide41.xml" Id="R036bb9ef4d854bd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d7303e7a448aa" /><Relationship Type="http://schemas.openxmlformats.org/officeDocument/2006/relationships/notesSlide" Target="/ppt/notesSlides/notesSlide42.xml" Id="R0774af9acd9a4d3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7d545deb2427c" /><Relationship Type="http://schemas.openxmlformats.org/officeDocument/2006/relationships/notesSlide" Target="/ppt/notesSlides/notesSlide43.xml" Id="Re7a02421ad8a437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1d0d644cb42a9" /><Relationship Type="http://schemas.openxmlformats.org/officeDocument/2006/relationships/notesSlide" Target="/ppt/notesSlides/notesSlide44.xml" Id="R6911ae9dc84a4ea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f49f111f244ad" /><Relationship Type="http://schemas.openxmlformats.org/officeDocument/2006/relationships/notesSlide" Target="/ppt/notesSlides/notesSlide45.xml" Id="R54f4bec53510416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eff164634b2b" /><Relationship Type="http://schemas.openxmlformats.org/officeDocument/2006/relationships/notesSlide" Target="/ppt/notesSlides/notesSlide46.xml" Id="Rcfd3b97f6365484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dc1b8b9b34ff4" /><Relationship Type="http://schemas.openxmlformats.org/officeDocument/2006/relationships/notesSlide" Target="/ppt/notesSlides/notesSlide47.xml" Id="R333f1171398a406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71df7e36a47c7" /><Relationship Type="http://schemas.openxmlformats.org/officeDocument/2006/relationships/notesSlide" Target="/ppt/notesSlides/notesSlide48.xml" Id="R80e813574ea9497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255de62784d68" /><Relationship Type="http://schemas.openxmlformats.org/officeDocument/2006/relationships/notesSlide" Target="/ppt/notesSlides/notesSlide49.xml" Id="R271632ebbd8b4ca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369ebe49b4b01" /><Relationship Type="http://schemas.openxmlformats.org/officeDocument/2006/relationships/notesSlide" Target="/ppt/notesSlides/notesSlide50.xml" Id="R3f08b1bb30b448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5694C-D8EB-40B9-A59D-5D15C687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DE80D-320D-4E9A-9E16-FBD0AF4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Stacks, Stack Applications, and Queues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8669A-4590-4712-8AC0-12E5F929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8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7C842-8C9E-44C2-86E3-4178E386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Stack definition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Stack operations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Array representation of stacks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Stacks using dynamic arrays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Polish notation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Infix to postfix conversion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Postfix evaluation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Queue definition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D6CBD-004D-4C27-BC21-D25CEC97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CB4AE-6BE8-4862-85B3-07A6CC77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081CE-2252-4455-9ACC-A5BD293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70951-6B58-4630-A86A-03A9A25C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B03AD-8AE0-4677-B43C-63E9DE0E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C9FDA-FAE1-49F3-9084-10C76241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01/50</a:t>
            </a:r>
          </a:p>
        </p:txBody>
      </p:sp>
    </p:spTree>
    <p:extLst>
      <p:ext uri="{BB962C8B-B14F-4D97-AF65-F5344CB8AC3E}">
        <p14:creationId xmlns:p14="http://schemas.microsoft.com/office/powerpoint/2010/main" val="19127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93EAF6-5A03-4D41-9290-82199154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EC8BE-4C59-4E72-A3B2-131DA625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16419-86AC-4568-B46D-A2B168D5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D8853-405F-4685-A3AA-53C96F86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A3A41-F12B-4CBA-AB70-318C36BC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47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55413-9EB8-40A5-9726-B4CA4FBC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47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481C0-F894-4034-BF55-6FA0629B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1. Stack 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37F8F-6D8B-4E1A-82B6-FE41A9CC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75A02-B47D-4766-B30E-5B2F443A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7CF87-A14A-479B-BB64-362824C0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2. Stack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6984E-8E05-40EC-BD63-438D7958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71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4EBAA-AF03-4F89-AE16-C282C3A5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52F1E-4CC6-48A2-A344-42BA9752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3. Array representation of stacks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1D2CF-E33F-4846-824F-E08745AB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81D4C-EC91-45D2-BAF8-8FD74D90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D192B-2892-46AC-8AD8-94D65F3B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4. Stacks using dynamic arrays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8A632-3B02-408A-A1E0-1A490878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1D85E-CB6D-4C76-875B-423548DE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07C46-8890-4E5F-938B-0D8B4D7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5. Polish notation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25C88-C81A-4481-A112-B4E76BEA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22CB90-DA4F-4E89-ACEF-A500F023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C1811-EF86-40D4-B602-89802A55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6. Infix to postfix conversion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6F7FE-82C6-483E-9ACE-30F28BF3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19658-1A53-45AD-B5B2-9530D865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19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CD4C3-5D71-45F6-A159-60D3926F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7. Postfix evaluation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1DFDC-A381-40EC-8C35-3A131584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278FF-7BC1-4F4D-AEC6-2E58111B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0DD325-10ED-42CA-BC9F-016F0FE7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8. Queue definition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4FCFFD-45DB-4D43-A015-7035CF3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43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5673C4-F224-4741-A168-70FA7771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C929DD-9E5F-4E62-8EFF-20E1B7FE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9. Array representation of queues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F380F9-FC10-41DA-9693-03A1AF62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05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6CD5CC-0668-44A1-BC15-E746713A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05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B1F38C-BB31-468A-B0F7-090200B7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10. Queue 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0EE94-1E7B-4B4C-B097-CCF3F7B2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67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DE33B-C8AA-43BC-9324-B8BE914D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67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D03315-EC6D-4969-80A8-ECC8FCAB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E4CD0A-6D4B-4BC7-A166-717CDFD3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02/50</a:t>
            </a:r>
          </a:p>
        </p:txBody>
      </p:sp>
    </p:spTree>
    <p:extLst>
      <p:ext uri="{BB962C8B-B14F-4D97-AF65-F5344CB8AC3E}">
        <p14:creationId xmlns:p14="http://schemas.microsoft.com/office/powerpoint/2010/main" val="236589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97720-EEEF-4112-B2D4-AB46E66A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60396-D8EB-44EB-834E-2EC89729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9A656-F91A-4677-A864-349DD929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E2A00-F16C-48B9-837F-EE7E1714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Stack ADT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558A7-AD1B-437C-A18E-8DD28F10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Stack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DA295-F7A7-414B-9A58-9CA18953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Array stack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0BD45-4A60-4F24-A895-23B042C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Dynamic-array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1E9AB-CA6B-4780-9C4D-9974D195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Polish notation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C6746-C83A-4E34-86CC-37D29E01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Infix to postfix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0EFC9-1300-406D-87AC-D16BF1C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Postfix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EA605-808F-422A-B7F4-54A2EF43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Queue ADT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86DFF-93EF-47A0-810E-AA96416B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Array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AE40F-29A5-4FA4-A272-A83D1156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Queue 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C5C14-91F0-455D-85D1-AC4A84C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58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operations -&gt; algorithm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B0B52-2D55-4919-997E-9D7A1FF2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03/50</a:t>
            </a:r>
          </a:p>
        </p:txBody>
      </p:sp>
    </p:spTree>
    <p:extLst>
      <p:ext uri="{BB962C8B-B14F-4D97-AF65-F5344CB8AC3E}">
        <p14:creationId xmlns:p14="http://schemas.microsoft.com/office/powerpoint/2010/main" val="1585075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B7E07-A491-4935-B7D1-485022B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A1891-F4CE-487D-967A-22C3E86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BB696-DC35-4396-BB95-FCC411A3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C7E2-3D8A-4CC7-8884-6BA010FD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Stack ADT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7AA34-8934-4CDD-9EFD-3A3D6477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74F15-D596-4FE3-84D0-89DDFC2C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CA359-EC82-4206-A896-4130110A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Stack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1FC5D-405C-4BFE-B11A-EB39DC6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5BC31-5A08-4CBF-A333-04D5F4B8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57DA8-1EB2-4A20-BADB-9A51264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Array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91490-550B-4F3B-8DCD-C5F6E5F5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CA8CC-1EF5-4D73-818B-E248174F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65BF2-BEB9-442D-B245-65B6EB80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Dynamic-array stack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DD545-A339-49B6-AB0C-F8EEC84A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F27AD-72FB-4D16-A5D1-BA83A5B6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CEFD1-8512-4432-BF97-3A017380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Polish notation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45D3B-A3F1-4CFB-A416-C88B6E4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61594-8E43-467C-A732-6F1F4C87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0A068-60A3-4741-8788-5462276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Infix to postfix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F4B92-1BDD-4587-92D1-86832397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7207C-80FA-4711-ADAA-13BB2A50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D41A2-9059-4236-959C-62FC29CB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04/50</a:t>
            </a:r>
          </a:p>
        </p:txBody>
      </p:sp>
    </p:spTree>
    <p:extLst>
      <p:ext uri="{BB962C8B-B14F-4D97-AF65-F5344CB8AC3E}">
        <p14:creationId xmlns:p14="http://schemas.microsoft.com/office/powerpoint/2010/main" val="1515356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17C07-033A-405A-B4D9-2D35ED3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D33A4-AC9E-4A67-AA02-57887F44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Stack ADT: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D770B-5571-448A-842F-EACA0D2A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36B5D-AC92-4C45-BC0A-698F7A74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stack allows insertion and deletion at one end called top.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F9398-E1D4-4E7B-9A8C-1B029205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LIFO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top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push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03006-0F63-468E-9059-2DC4AAE1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34BC7-E9E0-4F2F-9C42-F9238DC7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last item inserted is the first removed.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EDDB1-9D85-4BC2-9FB4-865A843D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9C431-BE89-4E0A-809E-A539031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B12DC-45DF-417B-9973-3E6B084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D9769-9505-4936-9DC1-8B7D2AAE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C09A5-BC0F-408D-A586-65564EB6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D6009-5ADC-4BF7-9DBF-127FA5F4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05/50</a:t>
            </a:r>
          </a:p>
        </p:txBody>
      </p:sp>
    </p:spTree>
    <p:extLst>
      <p:ext uri="{BB962C8B-B14F-4D97-AF65-F5344CB8AC3E}">
        <p14:creationId xmlns:p14="http://schemas.microsoft.com/office/powerpoint/2010/main" val="1375705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59EE1-10CF-4927-9D98-44824291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F67E3-AF39-4BA7-AD6D-3710008B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Stack ADT: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9783E-8937-44FA-B04D-FCFCF6FB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1C57C-92EC-4EDA-9574-7F183D54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stack adt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64C11-85A8-458C-9F96-216FC2B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21A25-2881-439E-ADF2-ECF8B41F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F650F-8690-451C-888D-1938A786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last item inserted is the first removed.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F541F-7C37-48E6-A5F5-29E511C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537B0-DEA7-4D23-BD9A-6CBD29D9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93E4B-6281-4A04-99C7-C247B0BC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E1049-1AD4-4803-ADFD-0379CD09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6B0DE-8C18-4A59-8EC4-5E3328E7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AFD70-6495-4304-B63D-CE4552B3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06/50</a:t>
            </a:r>
          </a:p>
        </p:txBody>
      </p:sp>
    </p:spTree>
    <p:extLst>
      <p:ext uri="{BB962C8B-B14F-4D97-AF65-F5344CB8AC3E}">
        <p14:creationId xmlns:p14="http://schemas.microsoft.com/office/powerpoint/2010/main" val="1207087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3EDD9-095A-4181-B946-88294FC2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2C6A4-F707-4E75-A20B-C4937080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Stack ADT: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E0EEB-C8FB-4AFA-8FC6-5BBD600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BDF2A-7479-4B78-A948-08B50C16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2C726-0485-4E6E-B2E0-5A0BA8F0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The last item inserted is the first removed.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D921A-9ABE-444C-892E-544FBD02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9EA17-790E-4AD4-A19B-30A9361C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last item inserted is the first removed.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BE708-E9CE-4073-A6D8-F39F54CD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FD971-7895-4EB2-9815-AA0DB5DE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21CEA-2F67-41C0-A279-E5D26AE7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FC475-D77B-4AAB-B18A-11F7F7B7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58F5B-F0B9-4805-8FCB-5E63F124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95940-3BFB-4041-B0FD-7E8A466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07/50</a:t>
            </a:r>
          </a:p>
        </p:txBody>
      </p:sp>
    </p:spTree>
    <p:extLst>
      <p:ext uri="{BB962C8B-B14F-4D97-AF65-F5344CB8AC3E}">
        <p14:creationId xmlns:p14="http://schemas.microsoft.com/office/powerpoint/2010/main" val="1597832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A8314-A760-4A59-8740-11CEC38B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ACD3A-992D-4EB1-A9B7-299657BB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Stack ADT: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ABA17-E4A3-4E19-B360-5A8FE34A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B71D2-45AD-44FC-A500-A227654A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stack adt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4FBC9-0370-4B2B-9879-770EB385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LIFO, top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75C4A-7264-4D0F-9A37-B4B9C606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63DDF-E408-4D21-AC38-0881C22F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last item inserted is the first removed.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4697B-C95D-472C-9C70-3EB03FF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B6F55-E419-4099-A64D-50C0865F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A93F0-F569-45A5-B809-714532A5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E8D10-B983-4E3E-BDFB-7EF2F652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E9797-9F7B-401B-A44F-1176A5D1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E36DE-2E56-474E-A89E-94362E42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08/50</a:t>
            </a:r>
          </a:p>
        </p:txBody>
      </p:sp>
    </p:spTree>
    <p:extLst>
      <p:ext uri="{BB962C8B-B14F-4D97-AF65-F5344CB8AC3E}">
        <p14:creationId xmlns:p14="http://schemas.microsoft.com/office/powerpoint/2010/main" val="3261278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8110B-9315-4FB9-A3B9-1DF886F2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E2E3D-E0D0-4627-96AE-2CACC2DF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Stack operations: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1D675-46B2-4BEB-96F0-E5839EE4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0FC82-9899-4054-A515-BC4BB668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Stack operations update top while preserving LIFO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3C108-A387-48C1-8D3F-5077EAD5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push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peek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isEmpty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B6D3F-F6F4-47BC-93FD-A82C2C39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CC805-B4CD-40E9-A7BB-1C350222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Underflow and overflow are part of the specification.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1664B-5399-4190-A025-B27F68EF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06CF4-D353-439E-94F6-915F7985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689D5-AB10-4FD4-9694-E47D14FF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8E99D-ABAB-4D7C-807F-2B66A80F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5DA48-1139-49EB-8717-BE23C0E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D922D-D3D1-4025-A666-F3AF2543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09/50</a:t>
            </a:r>
          </a:p>
        </p:txBody>
      </p:sp>
    </p:spTree>
    <p:extLst>
      <p:ext uri="{BB962C8B-B14F-4D97-AF65-F5344CB8AC3E}">
        <p14:creationId xmlns:p14="http://schemas.microsoft.com/office/powerpoint/2010/main" val="3279026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D55BD-60F7-4196-AF24-3897D1E6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994A0-EC08-41AA-B460-137E2A6A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Stack operations: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0B9CF-503F-451F-B4CD-2DF315DE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3BB3A-7102-43B5-BA91-F6AF1E4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stack operations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87A98-0262-49AB-9CBE-7939A32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47410-7307-4647-863C-6D01AB4C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AB3ED-0BCF-4022-A2E2-76D1DE77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Underflow and overflow are part of the specification.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52446-CFCE-430C-8739-CDC551DB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B0F78-F870-444B-B810-A91CE6CB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736CB-BB6C-4B68-840E-C68268F1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B326B-DA49-437A-A924-5AD44941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621F2-5A6F-487F-8CA2-72369DE5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EF969-1DC9-4DD3-9EFB-E652C902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10/50</a:t>
            </a:r>
          </a:p>
        </p:txBody>
      </p:sp>
    </p:spTree>
    <p:extLst>
      <p:ext uri="{BB962C8B-B14F-4D97-AF65-F5344CB8AC3E}">
        <p14:creationId xmlns:p14="http://schemas.microsoft.com/office/powerpoint/2010/main" val="9403559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853A0-B40F-41DD-A130-C6904FCA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50A31-F184-4F06-A975-D91643DC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Stack operations: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549A7-61EB-4B41-B6F1-CFD0D723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B997D-42F9-4EA0-AF27-9611CF7E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85039-E980-472D-8772-AA32BA76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Underflow and overflow are part of the specification.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D7D60-FA92-440D-9927-4D306595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82500-1CD8-46C6-9961-4B6B232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Underflow and overflow are part of the specification.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69640-C119-425F-B669-3E9EC28C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947C2-7E7D-403B-A68C-465C4837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31044-6769-45F9-A7AD-177846BB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A2CB1-65DF-4584-B438-C6571A5E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65619-25ED-4455-82E5-4F0E2742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6CD3F-AAE9-44A6-AECD-2AE5D72A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11/50</a:t>
            </a:r>
          </a:p>
        </p:txBody>
      </p:sp>
    </p:spTree>
    <p:extLst>
      <p:ext uri="{BB962C8B-B14F-4D97-AF65-F5344CB8AC3E}">
        <p14:creationId xmlns:p14="http://schemas.microsoft.com/office/powerpoint/2010/main" val="2852939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7DFEF-ACB0-4FEE-A8C6-BDA889BC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3FA47-98CC-4B6B-B857-6D6FF0D4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Stack operations: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C7C6B-0D34-499C-883E-CD85D8CA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04D21-9970-412C-B6C1-EC4CBA30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stack operations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DCD97-4211-4867-911B-3EB7589E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push, pop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9C1DE-E4F8-4D38-83FC-FB68A2D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959CC-88A0-47B4-A528-A9E8B19C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Underflow and overflow are part of the specification.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EF1F3-7A4E-4DC7-B5CD-875CAFEA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F905E-C1E2-4D25-83F6-5E263897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20AEF-BA37-4C94-8875-999C9276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3060C-3F78-47FE-A52D-E6C49E6B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C0C8D-0E07-4669-A7CE-DDCA89C1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73C10-28B3-4488-8880-B6B9211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12/50</a:t>
            </a:r>
          </a:p>
        </p:txBody>
      </p:sp>
    </p:spTree>
    <p:extLst>
      <p:ext uri="{BB962C8B-B14F-4D97-AF65-F5344CB8AC3E}">
        <p14:creationId xmlns:p14="http://schemas.microsoft.com/office/powerpoint/2010/main" val="4656105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51D55-59A1-4C8F-AFF3-B2EB4042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EF1BD-3D20-44B6-8B24-75EABB71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stack: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70B18-2209-4671-B8D7-86F6CBF3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9D4DA-4958-4599-A09C-7CE4DD58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Array representation stores stack elements in consecutive positions.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FC9A1-8BA6-4E19-A352-93BC86D8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top index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overflow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underflow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6D3E2-2970-4EB1-9D23-23EE6AF9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5A343-5C22-4FB6-A0CF-A1D65295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Simple representation needs size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B69F4-DF4C-4B97-8347-6B4E8111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203B7-30CC-4954-9EBF-82EE9128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61740-DDE4-4B26-A50A-E6D4518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3DAC-AFAA-443C-BC09-D298A6FD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4FC88-61DD-4004-B0F6-DCDD8960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804D1-DDC9-40EB-95FA-2E6E825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C083F-BCEC-4CB6-AB50-A6D7F7B9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1CE82-C26D-4030-BA74-49E52912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3690C-78A3-4D7A-8771-6A299C4F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13/50</a:t>
            </a:r>
          </a:p>
        </p:txBody>
      </p:sp>
    </p:spTree>
    <p:extLst>
      <p:ext uri="{BB962C8B-B14F-4D97-AF65-F5344CB8AC3E}">
        <p14:creationId xmlns:p14="http://schemas.microsoft.com/office/powerpoint/2010/main" val="1483969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EC720-F53D-4C53-BE12-9E4011B7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27A42-AA88-40B1-B349-EB99A98F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stack: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C8694-2E5E-4E97-936A-92F40D62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0D4F9-BA53-4DE3-A9B0-2EBCE63F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array stack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9DB08-523A-4DEB-84B1-21927055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AF816-0382-4A97-9382-446E71B5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95425-9568-4CF8-9267-B8E68662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Simple representation needs size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A01C4-537A-4AEE-8117-66389664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FF240-E64A-4EC1-B4FE-D49E9471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B3216-2B97-43AB-8745-B721B5B2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FB617-1231-4340-9FB5-08FD5591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BA6B9-D60B-4BE2-8E42-225DDB81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7D41B-4796-4A3F-8D0B-AFB5FCF8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67350-5E20-4A51-8234-F9817DD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F27D4-405E-4631-A359-3CFF66C5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2222C-EC1D-44B5-A225-EEA9F146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14/50</a:t>
            </a:r>
          </a:p>
        </p:txBody>
      </p:sp>
    </p:spTree>
    <p:extLst>
      <p:ext uri="{BB962C8B-B14F-4D97-AF65-F5344CB8AC3E}">
        <p14:creationId xmlns:p14="http://schemas.microsoft.com/office/powerpoint/2010/main" val="17981499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A6274-D0F5-462A-B0EA-D6CDAD3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04FBC-5D91-44D6-BE03-1F8CB3C9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stack: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0FA8B-5FDC-4AC7-88BA-6B58D0A2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88090-8EA7-4764-86A1-FF600F65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7A1E6-28F1-4244-B104-C1145801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Simple representation needs size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45147-E9A8-48DA-A5A5-76BABE87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9732E-EFAC-4EDC-99B7-CF6A0695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Simple representation needs size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C1542-E9FB-42F6-BB11-BCC4F52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E73C8-B844-40C6-80F9-8E40D950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E3705-5A10-466B-A5D3-D3621474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B1D4E-E018-4666-910E-EA32CE69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0BAC8-890A-42C5-82A7-1095A344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3813C-A198-4257-81CC-FE25172B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06D1D-FB00-4C07-A7A3-E219CD06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FBEA6-82F8-4378-AA13-B11B00C0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61AAC-45F7-4F1A-83DB-6BFA1826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15/50</a:t>
            </a:r>
          </a:p>
        </p:txBody>
      </p:sp>
    </p:spTree>
    <p:extLst>
      <p:ext uri="{BB962C8B-B14F-4D97-AF65-F5344CB8AC3E}">
        <p14:creationId xmlns:p14="http://schemas.microsoft.com/office/powerpoint/2010/main" val="3305777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A3342-A142-4C96-BD71-918C18DA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EDEAE-77D3-4074-97D0-6C9D87A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stack: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E748A-6262-4201-97F2-4D2176C0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9D6F7-429A-4AAE-B25A-032732D2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array stack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1385C-56D4-4639-936D-E64178F8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top index, MAX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49EA1-6B57-4C70-9EF0-40162054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CF58E-C337-4405-9732-296B4A3C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Simple representation needs size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ADCDB-EC82-4FA0-8AA9-9A0FF342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857AE-6E9D-4F5C-BDE1-955EBB87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9C331-4C9D-416A-A954-3A7A555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51125-F35E-4F79-A40E-C632D41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9272B-4551-4496-876D-7FCAE77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A844C-16C3-4F5B-ABBC-1F1F4D5B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B4FCA-756D-4587-8EB6-CE77A515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46AC0-0FFF-4C34-8D2F-674EE10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543B6-FFAA-4AB5-89A9-79A718D2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16/50</a:t>
            </a:r>
          </a:p>
        </p:txBody>
      </p:sp>
    </p:spTree>
    <p:extLst>
      <p:ext uri="{BB962C8B-B14F-4D97-AF65-F5344CB8AC3E}">
        <p14:creationId xmlns:p14="http://schemas.microsoft.com/office/powerpoint/2010/main" val="3796512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E6D3D-9A81-4916-8635-BE714A50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97E15-A215-444E-95E7-C309ABA9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Dynamic-array stack: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E7E82-9C5D-431A-9BFB-27832043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C0CB6-EFA5-4588-84E7-C8A3E7E9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Dynamic stacks grow when capacity is exceeded.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64C91-63D1-410C-8210-228B46E6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capacity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resize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amortized cost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realloc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E7D66-E1E3-4159-8310-1EFA5573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AB69D-29C3-4EE2-8331-D67BB0E8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Resizing trades occasional copying for flexibility.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6991D-9296-4F1B-BF7F-AAF18AEB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41A30-EEE7-451B-A8E9-C98A557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EF5D2-D6B4-42AB-B7AC-36A5B792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5780B-6447-43F9-AE5C-C4D78CDC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6F6A6-79D7-494A-B252-9F0C5713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9464B-F726-47C6-83C5-188A1F1B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7141F-BB02-45FA-A515-B52E143F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AB420-E1B6-416B-BA53-3655E3B9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6D31B-C0EC-472A-BD59-46ABC846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17/50</a:t>
            </a:r>
          </a:p>
        </p:txBody>
      </p:sp>
    </p:spTree>
    <p:extLst>
      <p:ext uri="{BB962C8B-B14F-4D97-AF65-F5344CB8AC3E}">
        <p14:creationId xmlns:p14="http://schemas.microsoft.com/office/powerpoint/2010/main" val="13645009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7906F-9B18-448F-B121-41A429BE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2A268-346F-4052-A591-76E981DE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Dynamic-array stack: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70E58-F25E-44CF-8AB3-C15B29F8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272AF-C22D-4F2F-9C0E-74BC4600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dynamic-array stack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9FCAF-89D2-498B-9ED4-1E378E70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FE6AB-B377-469C-8650-C7C9A9F4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39195-46AB-47AB-AC4A-894FA7C0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Resizing trades occasional copying for flexibility.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35306-0377-47F0-BB3E-2A50DA54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BFED1-E24F-4D27-A1E2-DEE2CEAE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12A90-2F9B-4A5B-AA69-64A0C16C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18FB9-1A15-4E04-8EDF-722A7A17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93340-1BFD-4C60-B464-44AC3CEF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628D1-5DDC-45F2-AB17-EEF41A7D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63B26-59C9-4CFA-8F4B-26E2A609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A9120-BD05-47C8-9035-965C7E24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55C96-B3C9-4D28-B70E-D15732FD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18/50</a:t>
            </a:r>
          </a:p>
        </p:txBody>
      </p:sp>
    </p:spTree>
    <p:extLst>
      <p:ext uri="{BB962C8B-B14F-4D97-AF65-F5344CB8AC3E}">
        <p14:creationId xmlns:p14="http://schemas.microsoft.com/office/powerpoint/2010/main" val="11340257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12FBF-3C4A-4973-88A9-4A5A75E6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3AC28-B4BA-456B-8EEA-8672D6E2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Dynamic-array stack: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0B975-44EA-4C8A-BAE2-06743D3A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AA892-CDAF-4DAB-AD78-68C6F355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A592A-72B7-4F50-B0C9-E8B4E00F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Resizing trades occasional copying for flexibility.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C87C3-88C8-4EA6-8965-1D257F4D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739F7-D52D-4593-879C-A10542F5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Resizing trades occasional copying for flexibility.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72F46-08C0-4911-AB41-EEC772EC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D49E2-E085-4EDF-8969-8674F3CA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B9F70-63D8-499F-9DF0-B1D39A25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7837E-D206-4AEF-8402-104B7411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D98B-9752-4778-806E-22C6BE9B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C6416-9B81-4725-91F6-18D46DEF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32F8C-B978-4102-9F08-F3A0580D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2D427-926D-4477-BC78-6C55761C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6879D-2263-47DC-A976-2ABC1838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19/50</a:t>
            </a:r>
          </a:p>
        </p:txBody>
      </p:sp>
    </p:spTree>
    <p:extLst>
      <p:ext uri="{BB962C8B-B14F-4D97-AF65-F5344CB8AC3E}">
        <p14:creationId xmlns:p14="http://schemas.microsoft.com/office/powerpoint/2010/main" val="2281598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96BC4-2AAB-4920-B78D-433B9B9E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50F00-FCA1-43FB-B97F-467475F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Dynamic-array stack: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14A65-CE80-4C94-9BFC-02B69679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8CE2D-E102-42C4-8692-B2EF18AC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dynamic-array stack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4D4D4-7C88-4A72-A79E-3DB566BF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capacity, resize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C53DD-6885-4263-AD56-E2E53882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EB717-4962-4C76-976E-398A784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Resizing trades occasional copying for flexibility.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DAC1B-DB43-4596-856C-EEC5BCFC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B4597-EE55-4CE0-BB28-6C5BF489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8A2D1-02B9-4D4D-BF68-5A5E88BB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D6EB7-BDA8-429A-80FB-54B1E052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1C094-A791-4CBB-87CF-F80E47E6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304B9-777C-40D2-9486-0A7F5BAA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871B9-223A-403A-91A3-3FA77530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5162E-43C9-4BA4-8B3B-8AB2355B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DFBAD-D1B5-4371-904E-510EAAC0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20/50</a:t>
            </a:r>
          </a:p>
        </p:txBody>
      </p:sp>
    </p:spTree>
    <p:extLst>
      <p:ext uri="{BB962C8B-B14F-4D97-AF65-F5344CB8AC3E}">
        <p14:creationId xmlns:p14="http://schemas.microsoft.com/office/powerpoint/2010/main" val="8087941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B814A-C56C-4CA7-9F59-943278E0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1CBC9-01C4-4E08-8216-B7F5F97A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Polish notation: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95D22-6F66-4DED-87AE-7EF15290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17E35-73F1-4087-8204-E8F2C5D2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Polish notations remove parentheses by placing operators before or after operands.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C4973-1C3A-4C6A-A1CA-BA4C7599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prefix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postfix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operator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operand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96BDB-2F65-432E-A07A-37C281DB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3A80C-49B0-4A5C-B32E-6B5B4DD4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Postfix is easy to evaluate with a stack.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13428-BD1F-4D28-9C22-B7D3A237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prefix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DC08B-AC01-4E74-9C62-81C1C601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postfix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53997-2FD4-4F09-B35A-75906F24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8B006-3B52-4D93-B3E0-35CED249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54DF1-7244-4944-89BB-274ACC48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39449-6399-49A5-80BC-1F531835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21/50</a:t>
            </a:r>
          </a:p>
        </p:txBody>
      </p:sp>
    </p:spTree>
    <p:extLst>
      <p:ext uri="{BB962C8B-B14F-4D97-AF65-F5344CB8AC3E}">
        <p14:creationId xmlns:p14="http://schemas.microsoft.com/office/powerpoint/2010/main" val="11172743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F6D8E-53F9-4456-8935-75649D60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23DB1-E6E7-48D4-841C-2852D042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Polish notation: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C9BF6-8567-4CB0-98A5-66373B23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50247-C8B9-4BB6-A171-6A7A00FC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polish notation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85EBC-9455-406E-AAC6-B77F207C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4EB3D-C608-4BD2-97DB-E9433850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2FE30-4EB1-4938-815C-1C2240BD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Postfix is easy to evaluate with a stack.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A9516-19FD-4D3B-A4E9-15CD3002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prefix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2A21A-4548-4630-A452-10CDD0DA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postfix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7355B-4EED-497B-BBA7-32D67590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D801F-34C9-4C26-9F72-1B1CCFB9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80789-0190-46B7-BEFC-66450017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438D5-B20F-4C7E-9039-D435B181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22/50</a:t>
            </a:r>
          </a:p>
        </p:txBody>
      </p:sp>
    </p:spTree>
    <p:extLst>
      <p:ext uri="{BB962C8B-B14F-4D97-AF65-F5344CB8AC3E}">
        <p14:creationId xmlns:p14="http://schemas.microsoft.com/office/powerpoint/2010/main" val="12224231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F8015-1F04-4EE1-BD86-BC00CF85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EA5D3-17AA-495B-B6CE-ABBCBF93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Polish notation: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FDCC1-582D-4B9A-9CD5-1C23EF3C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67C2F-3DE3-455D-820D-32C41E5F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029A9-6091-4116-8E06-71D9CDB9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Postfix is easy to evaluate with a stack.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530AD-E543-4418-A48B-1A5262A3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5EABD-BC99-4A48-8DAE-FB70F796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Postfix is easy to evaluate with a stack.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2E6CB-1E44-49FF-8F98-B3527217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prefix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C5C4C-EBFD-4894-AE0C-4119D166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postfix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B1DD5-03CA-4F30-BD26-1699C796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C6EDE-EB1E-4E34-BD53-FB976C25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4BA44-AE2A-45C9-91D0-FF7E87F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CC379-8D26-4831-935B-98377B4A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23/50</a:t>
            </a:r>
          </a:p>
        </p:txBody>
      </p:sp>
    </p:spTree>
    <p:extLst>
      <p:ext uri="{BB962C8B-B14F-4D97-AF65-F5344CB8AC3E}">
        <p14:creationId xmlns:p14="http://schemas.microsoft.com/office/powerpoint/2010/main" val="11359712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6F93E-FAAE-425C-97E3-AABC0A47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7278C-E916-4132-9C4D-86741BC0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Polish notation: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1EE1E-A08D-4810-A5CA-5C08E04C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03E01-EB98-404F-899F-728B201D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polish notation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A44FB-8164-49E7-A0E6-53B5375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prefix, postfix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95BCF-945B-4D74-BDAA-922B21B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3E5FB-4E61-4C52-9D1E-F37B788E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Postfix is easy to evaluate with a stack.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2EE08-5ED5-4ADD-80D3-60165023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prefix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31A1A-5897-4F5E-B49A-978129BC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postfix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02839-173A-491E-A8D9-B60FBAB8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B7D39-104F-406E-B09C-E96C8FC4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AA72C-591C-4BD0-B575-EF85D73F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BCFCE-6A1E-4C81-BF03-597FC1EE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24/50</a:t>
            </a:r>
          </a:p>
        </p:txBody>
      </p:sp>
    </p:spTree>
    <p:extLst>
      <p:ext uri="{BB962C8B-B14F-4D97-AF65-F5344CB8AC3E}">
        <p14:creationId xmlns:p14="http://schemas.microsoft.com/office/powerpoint/2010/main" val="19007073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6990A-F0CF-414C-81FD-6D585FF9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23B0D-14E5-41AF-BF05-855472A4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Infix to postfix conversion: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3AF5B-BF3B-42CF-9BA1-3AC6E7FF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ED178-F576-43C9-99EA-ABE35599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Conversion uses a stack to delay operators until their operands are 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2C8AF-D7F0-4F29-9C7D-91ACACD5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precedence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associativity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parentheses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operator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0F3F3-25E0-485A-A5A9-F1F59812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48317-8078-4827-9067-9838F9FC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stack encodes precedence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4646F-6499-45B1-81C7-A93E1CF5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AC230-1A66-4C7B-ADAB-E8C6DB99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04A5B-4530-4E9F-A157-939F7CC5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E1EE1-B348-46C1-8C37-C18CF755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92450-B260-4A14-9675-444E9BD5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3E9DD-5EF3-43BB-80A8-5B7D765E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25/50</a:t>
            </a:r>
          </a:p>
        </p:txBody>
      </p:sp>
    </p:spTree>
    <p:extLst>
      <p:ext uri="{BB962C8B-B14F-4D97-AF65-F5344CB8AC3E}">
        <p14:creationId xmlns:p14="http://schemas.microsoft.com/office/powerpoint/2010/main" val="5473229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CCC21-3C87-4C9C-81DB-1D7948D7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146B6-42E3-4337-8841-0418A49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Infix to postfix conversion: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94658-1462-49B6-A1AB-1598573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8ECBA-1764-4CE1-A949-A1A8115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infix to postfix conversion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0A015-D4BE-4252-9D9E-A5304AB0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FF5A6-AE7E-4CC6-86E3-FD1F456D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CA269-9F36-4BA5-978F-E9ED3E32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stack encodes precedence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D5642-8A2D-4C59-BBE9-CFE084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9CD29-54D2-4B29-8726-97BB0C1F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285DC-7577-4174-A457-B455EEC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DA1AC-00ED-40CC-9DE5-BA12D14F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867BE-36B8-4A1C-B2CB-7AAD914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6211E-E986-43D1-967D-E44FC759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26/50</a:t>
            </a:r>
          </a:p>
        </p:txBody>
      </p:sp>
    </p:spTree>
    <p:extLst>
      <p:ext uri="{BB962C8B-B14F-4D97-AF65-F5344CB8AC3E}">
        <p14:creationId xmlns:p14="http://schemas.microsoft.com/office/powerpoint/2010/main" val="1324791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1ABA8-EDCC-4CBD-A4B3-2AB429EF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D2180-D8AA-4516-98B2-9543B37E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Infix to postfix conversion: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5FD0F-91F5-4E1B-85E9-502E1D9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266F3-608A-44B9-8BC9-3E8C5C95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BE2E6-B89F-4DE7-9949-2A2BC12F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The stack encodes precedence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D57A6-08C9-48F4-8B1E-B4250357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AEC0F-DDDF-4BC1-971E-F450142E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stack encodes precedence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60117-E0B6-404B-B43E-06B05B2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9FA3D-EA9C-4A1F-817E-59921EF2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2681C-9A0B-4674-A8D5-522988DA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7B0CA-42FE-4EB0-92D3-13FC4C6B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D12AC-6863-49CA-965C-035AA85B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364A8-7D3C-404D-84C4-0A9F6C1C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27/50</a:t>
            </a:r>
          </a:p>
        </p:txBody>
      </p:sp>
    </p:spTree>
    <p:extLst>
      <p:ext uri="{BB962C8B-B14F-4D97-AF65-F5344CB8AC3E}">
        <p14:creationId xmlns:p14="http://schemas.microsoft.com/office/powerpoint/2010/main" val="16561990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C5D83-6377-4D18-B1CC-C3291D19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98D6F-EAD3-435D-9C3B-F6F00E76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Infix to postfix conversion: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E5FFC-8C06-4872-8179-85D76771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DC81E-1455-4C23-8FEF-723BDCA3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infix to postfix conversion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6C012-8564-45AF-A7E1-2CBE0D45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precedence, associativity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10A1C-E4DD-464B-858F-0390CBDF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5DDC6-25E2-4EE7-A3D7-701BBCC5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stack encodes precedence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C4D69-7E5E-46F7-B87C-2C6840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72A56-71B6-4779-8BF0-3913EF44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6EF1C-EFE4-4B51-B335-122A955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137E7-CFFC-4E3C-8FD6-D9A8AD8E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66A3E-0E8E-4288-A07D-0356F1E5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0C8A7-452F-4D71-8B9C-C4031467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28/50</a:t>
            </a:r>
          </a:p>
        </p:txBody>
      </p:sp>
    </p:spTree>
    <p:extLst>
      <p:ext uri="{BB962C8B-B14F-4D97-AF65-F5344CB8AC3E}">
        <p14:creationId xmlns:p14="http://schemas.microsoft.com/office/powerpoint/2010/main" val="194467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31814-ED60-4489-B994-8B37F08E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99352-C262-4A7B-94F7-03EAF63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Postfix evaluation: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A51D5-802B-49AA-88E7-B64CBA50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0B754-4183-4B0D-BF0C-D4F5738F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Postfix evaluation scans left to right and applies operators to stack operands.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152F6-ABF9-45BC-9D20-371D3EF0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scan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push operand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apply operator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DB788-04E6-4F9E-B583-BBCC9939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99C9E-9EDD-415D-A2C1-2DDCB37D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Each operator reduces two operands to one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5A85C-C59B-4357-A6BF-D0183440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1E075-6A3C-43EC-A599-361A2684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DD8E0-3723-4855-9BCA-C0A9E540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F9B13-4A96-441E-8A0D-41D9BEFC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B5074-469D-40E9-A40C-A5F6CBFA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C2CCF-471D-4A26-B89B-500BE905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29/50</a:t>
            </a:r>
          </a:p>
        </p:txBody>
      </p:sp>
    </p:spTree>
    <p:extLst>
      <p:ext uri="{BB962C8B-B14F-4D97-AF65-F5344CB8AC3E}">
        <p14:creationId xmlns:p14="http://schemas.microsoft.com/office/powerpoint/2010/main" val="20910856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32510-8087-4D72-9628-A08A813F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8159C-6CD1-4F14-8ED3-2096390F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Postfix evaluation: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B77C4-92F0-4992-911C-F2A53ACC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21971-973A-4FA7-BD7C-EEF269F1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postfix evaluation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5A0F1-03D1-4332-AE37-71D5021E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DCF54-0D60-48DB-859F-F60AF065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3AF8A-8177-4A61-927C-3EB8ED21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Each operator reduces two operands to one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BD74B-CF2B-4F8F-9524-79110697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A7011-C8B6-4E8D-A4F9-C8667367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900A2-9662-40A6-902C-04784A83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BB6D2-504D-4786-B92B-8EE2959D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54E13-2DDB-4AD5-A2C0-C8DC69F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65E12-3374-4249-A032-307B30FC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30/50</a:t>
            </a:r>
          </a:p>
        </p:txBody>
      </p:sp>
    </p:spTree>
    <p:extLst>
      <p:ext uri="{BB962C8B-B14F-4D97-AF65-F5344CB8AC3E}">
        <p14:creationId xmlns:p14="http://schemas.microsoft.com/office/powerpoint/2010/main" val="16855757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480B9-1D5E-4B92-9D8C-897BE284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A87CC-9D6E-4EE8-958B-45F2D1A9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Postfix evaluation: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2D212-5D4A-45FA-8827-E9C52B1F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2C581-66AD-4D62-B739-88A0889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6BE57-1FFB-4557-80F4-6A974A61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Each operator reduces two operands to one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73AD3-1F7F-427A-92B4-97CE2060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47483-9362-424B-90FE-E5DA9A72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Each operator reduces two operands to one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FAF4A-4D1D-4DB8-BC8C-C3ECF65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725F1-0CB8-4E2F-A27E-3FB6DCFE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8D1BF-588A-4EF1-8FB8-C28BA7D9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1AF7E-E346-4A14-9AF8-8E9430E1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B164E-6CA7-49D9-BFF1-DAE88D0A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734B1-38B9-41EB-AEA0-CCDD5548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31/50</a:t>
            </a:r>
          </a:p>
        </p:txBody>
      </p:sp>
    </p:spTree>
    <p:extLst>
      <p:ext uri="{BB962C8B-B14F-4D97-AF65-F5344CB8AC3E}">
        <p14:creationId xmlns:p14="http://schemas.microsoft.com/office/powerpoint/2010/main" val="7077558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666A0-B4D6-4E7D-BDA0-4F5EB4FE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4F9D8-9AC4-4CBF-AA09-A914F39C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Postfix evaluation: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580D0-7DCE-4694-A786-3E96DDA2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C3E04-C850-42C4-8849-EEB20F7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postfix evaluation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C22AC-6B60-4EBC-A151-6BE84B7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scan, push operand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FEF69-71EC-486F-A919-6EE896E0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89126-B8FD-4BFF-A331-BBAADC49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Each operator reduces two operands to one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2E319-1298-4F3F-A3B6-A6D89350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9914E-37BB-4A73-A5CA-F97335BE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7CD18-28EC-45FE-85ED-3F5B0C7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37DEF-04B4-48C0-B143-95EF63E0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AECD2-50FD-44D6-83E3-65EA181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B4B84-0CE0-42EF-964D-ADE7ED64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32/50</a:t>
            </a:r>
          </a:p>
        </p:txBody>
      </p:sp>
    </p:spTree>
    <p:extLst>
      <p:ext uri="{BB962C8B-B14F-4D97-AF65-F5344CB8AC3E}">
        <p14:creationId xmlns:p14="http://schemas.microsoft.com/office/powerpoint/2010/main" val="4474730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66C46-FC10-42FA-A2BE-5E92AD58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A78A2-4ABF-4A27-8038-9D9FCE6A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Queue ADT: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52DBF-770A-43B0-871F-1EAFB9F9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96439-B6CD-4C7E-8E5F-841F3844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queue removes elements in the same order they arrive.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D03A9-F96D-4E73-B008-18DBAD6F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FIFO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front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rear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enqueue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A7BB7-825B-466F-965B-B74F453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8937C-0165-4045-A66C-406A4A24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Queues model waiting lines and scheduling.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61CE5-85FC-4169-8FF2-966C6DB7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90E6C-A782-4BC4-9E41-66ADA200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DE2D0-A547-475D-85F0-FF7F4F64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CC371-91A5-4589-9892-00B8FF8A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C9775-5E58-42C2-B9FE-FB1261C1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0F6BC-45B1-464A-8BD9-D1FB9E55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98572-0092-432C-80F8-88973999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33/50</a:t>
            </a:r>
          </a:p>
        </p:txBody>
      </p:sp>
    </p:spTree>
    <p:extLst>
      <p:ext uri="{BB962C8B-B14F-4D97-AF65-F5344CB8AC3E}">
        <p14:creationId xmlns:p14="http://schemas.microsoft.com/office/powerpoint/2010/main" val="13454944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9ADED-9BA3-4504-963D-859AE66F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B1601-8CA5-4FBF-8B0B-EF345FB4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Queue ADT: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A3DB8-E75C-4A84-B66B-E2F7B15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CBD08-6EEE-4CB1-9C90-A4A3A43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queue adt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A837D-AC57-4114-AE93-BD78877D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E2E6D-3BFD-43EC-B266-01EB301D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2C094-0FD6-4421-9508-FDB32EF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Queues model waiting lines and scheduling.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685A4-F24A-42B2-9963-ABD54BE9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A01E2-6BAF-4EFC-A9BE-0585806D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7762B-070D-49C4-99A7-CE4DC9F6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AF3F6-9125-49D8-BAB2-321E79F5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AEA3E-6E54-4A82-BB0A-2AFE40C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73FC8-9EE1-45B5-845C-5FEBC91E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32D27-874E-48BE-AAAF-8E8CAE3F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34/50</a:t>
            </a:r>
          </a:p>
        </p:txBody>
      </p:sp>
    </p:spTree>
    <p:extLst>
      <p:ext uri="{BB962C8B-B14F-4D97-AF65-F5344CB8AC3E}">
        <p14:creationId xmlns:p14="http://schemas.microsoft.com/office/powerpoint/2010/main" val="11382763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4F589-0414-480D-9793-3EFF069E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A85A1-61F4-4F1D-9966-F5D7A862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Queue ADT: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A11B1-5802-4E59-A8ED-DBA00C80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F19DA-3762-4276-B973-9575A458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3BB4A-E45E-4238-8774-830731C5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Queues model waiting lines and scheduling.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4871E-60EB-4C3B-A08E-315EFE7B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4E9FF-C548-4D7E-A009-833D3C83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Queues model waiting lines and scheduling.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C589D-FD92-4A1E-87BF-BB7C9F63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AE8AA-B602-4AB1-B54A-4DF52B7D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CDDA0-FAD7-4AC0-9201-BC4B4D2A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DABB7-36DF-4792-85A5-2F55458E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2AB4A-1A2C-492F-A2D7-6A17BA0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E212B-1CBA-473E-91E4-60727E33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B9CBE-EB1A-421A-90AA-BD654A84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35/50</a:t>
            </a:r>
          </a:p>
        </p:txBody>
      </p:sp>
    </p:spTree>
    <p:extLst>
      <p:ext uri="{BB962C8B-B14F-4D97-AF65-F5344CB8AC3E}">
        <p14:creationId xmlns:p14="http://schemas.microsoft.com/office/powerpoint/2010/main" val="21078458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FFF76-833B-4A37-B003-330FB92E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46A49-AA15-467B-9544-50FBE462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Queue ADT: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C286A-82BD-41A6-BD1C-3C0A26E2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C3230-E829-4800-BEFB-6AAC37B4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queue adt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37A88-2162-47F6-9615-0E92167E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FIFO, front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84B2D-BBD8-40C9-B6D9-B649C641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C7A52-EA0B-4436-A486-7862EECC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Queues model waiting lines and scheduling.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9B627-E645-475B-A39D-6D3A7336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CCCE6-A468-402D-A47A-C2BC0690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06736-3C15-4016-89A2-6D13A916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12D9D-61EE-4723-BBF6-B3304B25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F6E6D-84A6-4810-AD50-31368C7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28AA6-9D72-49BE-8C56-27E64E76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2C6A0-B90F-49CC-B65E-7C744117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36/50</a:t>
            </a:r>
          </a:p>
        </p:txBody>
      </p:sp>
    </p:spTree>
    <p:extLst>
      <p:ext uri="{BB962C8B-B14F-4D97-AF65-F5344CB8AC3E}">
        <p14:creationId xmlns:p14="http://schemas.microsoft.com/office/powerpoint/2010/main" val="19866215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B50BE-D18F-49F1-ABBC-CFEEDA0B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8E08E-D1CF-4D8C-8F57-A0E14911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queue: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18026-BF3D-4925-A663-491D9BBA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2CBFD-75C5-4525-8366-6B0042F5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Array queues need front and rear indices.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EBC2A-19FC-47AE-B2DB-A9FA79E6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front index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rear index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linear queue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wasted 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98089-7095-49FD-B8FF-79487C47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31805-4CEA-4030-BA19-54CBF446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Linear queues can waste freed cells.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0757F-845D-469F-8E1D-0DE476D7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17856-4A0D-4B54-90AA-758F1372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0379A-4A3A-466B-95B8-2EE93E2F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F22F6-E3F5-45FA-8260-48040424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06E1D-FD23-49E6-9D38-D0DB203C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CE962-935A-40FE-9366-8B219879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7878F-040E-433B-90E9-EF21BE84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833A0-A4AE-4B8E-9C4F-3B111861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77B1C-02AF-4A11-825E-3D946245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37/50</a:t>
            </a:r>
          </a:p>
        </p:txBody>
      </p:sp>
    </p:spTree>
    <p:extLst>
      <p:ext uri="{BB962C8B-B14F-4D97-AF65-F5344CB8AC3E}">
        <p14:creationId xmlns:p14="http://schemas.microsoft.com/office/powerpoint/2010/main" val="3337669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2D18E-F706-462B-8869-A7181B19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7FA9F-09AD-4E67-9ED5-989EBEB1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queue: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8D859-0ADF-468E-BA31-F0A36A8F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8A86F-4982-4DD0-A2E2-58B0FC51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array queue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DDDA4-690B-4623-91DF-E12190D5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BD4E8-FDF1-4E47-A633-CBB754EA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43D68-D161-48A5-B31C-B3E517BB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Linear queues can waste freed cells.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ABA50-3374-4259-BD1B-B17EBB12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45680-E940-4478-8FE3-B440860C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B3DB4-D959-4CFA-86D7-BD0E974C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3EC93-307E-47AB-B5CC-B37DEF9F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1255E-6805-4AE8-87A3-8EF55473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5528A-67AD-44E4-B8E8-4DE1B8AA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B803E-FF09-45E1-9BD2-4730DA3C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70F62-7558-45E2-B715-6A30F20F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DA601-D2E8-4648-A656-23423A85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38/50</a:t>
            </a:r>
          </a:p>
        </p:txBody>
      </p:sp>
    </p:spTree>
    <p:extLst>
      <p:ext uri="{BB962C8B-B14F-4D97-AF65-F5344CB8AC3E}">
        <p14:creationId xmlns:p14="http://schemas.microsoft.com/office/powerpoint/2010/main" val="19086141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1FDA9-1728-4055-AA06-6445A44B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1D3FF-E96E-4F7C-AB98-63B35E04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queue: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1951F-AA9D-4F85-B38A-1BCF6C0E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E1D8F-3683-4C6E-B737-EA70CF2F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11EBC-49A4-42E0-B0C4-24C3E4F6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Linear queues can waste freed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F151D-F72B-4FEC-ADEF-B50969BF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830E5-1DC1-4C00-A76D-6E9B7E27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Linear queues can waste freed cells.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1BF76-30CB-4726-BEE1-DA5E6F1E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00F0D-A8F8-409E-90C1-E58D3229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A5C0C-C9AD-49CB-85D4-D0BB408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54C0C-EDCD-4E20-A849-9F8A9BAA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96CD3-3542-4E45-8B52-94D89C73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810DB-7FA3-4FF9-855C-2726638E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E3983-BF1B-4952-9E9A-8AAE8371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26338-EA8B-4A0C-918E-3017FACD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39797-4424-4676-BF6C-A0189C1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39/50</a:t>
            </a:r>
          </a:p>
        </p:txBody>
      </p:sp>
    </p:spTree>
    <p:extLst>
      <p:ext uri="{BB962C8B-B14F-4D97-AF65-F5344CB8AC3E}">
        <p14:creationId xmlns:p14="http://schemas.microsoft.com/office/powerpoint/2010/main" val="6220867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BAE2C-9812-41A5-978E-7813046F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E1A93-6F10-4251-81B0-282C7C61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queue: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A79FA-6017-418D-BE37-33C61DC2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46784-FC84-46B4-ADB6-24C50797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array queue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FB49A-AADE-4246-8BA6-3C03D9A3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front index, rear index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0F277-8D07-499F-805C-7A547AFC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DD5D8-9E15-45DB-A71E-E54AC28D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Linear queues can waste freed cells.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2DFAD-110B-4A7E-9348-E9AAB2B9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41016-AF3B-4282-AA56-A454EEB9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BF434-D9BF-444E-9B92-C073EEDC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95A71-B96A-4110-8D0D-28CEB25F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94825-80FA-46B9-8034-C732AAAA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20ED7-2406-4213-A3DE-6EA97582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B00E7-ACFA-41D3-84D7-DF510D7C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D65B2-BCFC-48B4-BE5B-446B1A96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A9BF7-FAFC-4386-A086-868074A0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40/50</a:t>
            </a:r>
          </a:p>
        </p:txBody>
      </p:sp>
    </p:spTree>
    <p:extLst>
      <p:ext uri="{BB962C8B-B14F-4D97-AF65-F5344CB8AC3E}">
        <p14:creationId xmlns:p14="http://schemas.microsoft.com/office/powerpoint/2010/main" val="19534738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A9B17-1794-4808-9B60-52BD2A81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448B0-4122-44B0-BAE8-A94FDAA2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Queue operations: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E1929-76DC-456B-BF31-E5A4756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2D9E2-AB86-46AB-B3EE-90E9C382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Queue algorithms maintain FIFO order through front/rear updates.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5CA15-AC06-48FE-B31A-07FAB388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insert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delete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display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empty/full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46EB7-F7AF-4514-BDF8-60502CE0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59B6A-B192-431E-82FC-1E4D3FB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Boundary cases decide correctness.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4A6C7-B6B2-4007-BEB4-FB1A53D1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9382F-B897-46FA-9935-158644DC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E0089-48CB-48FB-B91B-E0AE3D8C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2CCE1-8435-4BFA-9F88-4DBEEFFE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6BD28-01E7-4C1D-84AF-7CF7A7C2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372B9-DF71-4A25-AAB6-47D14A41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52865-99FC-45BA-91C8-FB0B4B60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41/50</a:t>
            </a:r>
          </a:p>
        </p:txBody>
      </p:sp>
    </p:spTree>
    <p:extLst>
      <p:ext uri="{BB962C8B-B14F-4D97-AF65-F5344CB8AC3E}">
        <p14:creationId xmlns:p14="http://schemas.microsoft.com/office/powerpoint/2010/main" val="109728335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E3587-191E-4B04-BC9E-50732FDA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43A90-4399-41AA-A046-8E413F2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Queue operations: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70D9B-FC38-445F-8839-4DE6AC3D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F3A4E-B9DA-4B59-9915-3F7C1113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queue operations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8A0BE-0E47-4BFF-8B09-276DD32E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07D7F-ED21-4661-847F-93E254C4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9C0E8-C544-42C2-BF75-991D9F91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Boundary cases decide correctness.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FB7D6-CFA8-4913-B761-3D14F1A7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327B3-6E14-48DD-A150-E09F79F2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9632B-D36D-4835-96E0-5A078817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A3DE2-7939-4458-86D6-15A23CE6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16329-8F63-446C-B51F-11C19245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B37A1-0B60-4718-BF3D-B372CA4B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68FAA-6523-4CE4-91C2-B571FDE2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42/50</a:t>
            </a:r>
          </a:p>
        </p:txBody>
      </p:sp>
    </p:spTree>
    <p:extLst>
      <p:ext uri="{BB962C8B-B14F-4D97-AF65-F5344CB8AC3E}">
        <p14:creationId xmlns:p14="http://schemas.microsoft.com/office/powerpoint/2010/main" val="92969047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0A77A-9B64-46BC-A67A-C9154C9F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7C324-8CE2-4914-A093-2A57000B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Queue operations: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3A030-7943-46D1-8BDA-A211523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47C48-0230-4FEE-B4F1-284BEB09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252F2-6B10-4B70-8020-0C43D8CB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Boundary cases decide correctness.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172C1-29F7-470D-A17E-F4190144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A2B0B-F25C-4DDC-A973-95BDAA73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Boundary cases decide correctness.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95323-2290-4A12-8744-B5683256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84023-BD4E-4DA8-A73B-1AA3A514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D20EF-7A85-4266-8AA5-C983BBE7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6ABC6-B977-4C10-952B-76CA5462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334CF-94B6-4344-9ABB-10697A28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E113E-F6A6-48C2-9449-525647A8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7AA92-0A00-4BDA-9942-B1E0DD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43/50</a:t>
            </a:r>
          </a:p>
        </p:txBody>
      </p:sp>
    </p:spTree>
    <p:extLst>
      <p:ext uri="{BB962C8B-B14F-4D97-AF65-F5344CB8AC3E}">
        <p14:creationId xmlns:p14="http://schemas.microsoft.com/office/powerpoint/2010/main" val="148466079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A12EF-2F6F-44DB-83FD-D50BC3F6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79676-DD0F-4E07-AAAC-F6E1A4BC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Queue operations: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625E7-EC79-466A-8FBF-0260E09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A05A4-BA7D-4587-930A-2D0CCDF8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queue operations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5E72F-75F1-4A28-9952-AB03F6CE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insert, delete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507C0-3A1F-4441-887E-900AA621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23A79-CADD-4147-B25A-4D59D99E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Boundary cases decide correctness.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73A13-8B33-4CB3-AD6B-75A64E83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65272-6628-457D-B948-7233B2F2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1DB94-7D70-4298-84E0-9AE7DBC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FC52C-B09D-4437-94B6-A8AD0CDD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E7003-B7BB-4102-8594-2ECC6DE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415AD-7D46-408D-88D3-E3F68193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722D0-1989-4298-8C19-19D4F1E2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44/50</a:t>
            </a:r>
          </a:p>
        </p:txBody>
      </p:sp>
    </p:spTree>
    <p:extLst>
      <p:ext uri="{BB962C8B-B14F-4D97-AF65-F5344CB8AC3E}">
        <p14:creationId xmlns:p14="http://schemas.microsoft.com/office/powerpoint/2010/main" val="15137070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F628C-189B-46E5-80EB-3C95B01D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61ADE-CB6A-4558-9B56-5611B125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39057-5059-43BA-825C-4C9FD167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AD091-3FED-4881-95E2-AD53B5B2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Stacks, Stack Applications, and Queues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579E5-89A1-4464-B60F-AD6854AD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Stack ADT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09474-5B2F-4EFB-AA11-290AFFC7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Stack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43111-DD9C-4C71-9C8F-E6AC22D8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Array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3CAD1-E9BC-4C9B-971C-A62B7E58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Dynamic-array 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4E897-F33A-42A6-8AFB-5CC0C3D3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Polish notation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EB1E0-E770-49DD-9C50-DAF83875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Infix to postfix 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0F413-03E3-4958-B765-A840F800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Postfix 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D8BA3-C151-4316-8F2B-E3986869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Queue ADT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7B3E1-8A54-4A15-BD45-E5025352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DDC1F-3E53-49C4-ADA8-86DAF714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45/50</a:t>
            </a:r>
          </a:p>
        </p:txBody>
      </p:sp>
    </p:spTree>
    <p:extLst>
      <p:ext uri="{BB962C8B-B14F-4D97-AF65-F5344CB8AC3E}">
        <p14:creationId xmlns:p14="http://schemas.microsoft.com/office/powerpoint/2010/main" val="146426957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BA713-C914-474F-8652-B36764B2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E3352-2699-49C4-821B-AA91C00D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1F75E-AB7E-4059-B28C-F261635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495D5-9D5B-46E4-9FA5-FD5A14E5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80DDD-5300-44F4-9403-EF9619B0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stack adt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661AB-5437-41EF-A22E-CFF33711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58F64-4BCE-41B1-892D-81F841E4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33D59-A0A4-4B45-8A01-C6003141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stack operations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DBDA7-0D95-463C-91F8-6F21A4BA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1A4A3-AD12-4554-A58F-3284FD8E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665D1-8148-484C-AF8B-D075505E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array stack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AB71C-0E7B-4A60-BE43-DDFE57B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8FD26-F734-4B42-BD19-8ECCD912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DA503-F516-48BC-9355-79095254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9A0BF-FB42-4757-BF69-182A4E92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C5D45-75F2-495D-A4A0-C6282B68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704EA-BA7B-413D-833A-C992308E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1B207-B2CB-4B0B-8905-016EDDE5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DB522-8E06-404B-9D66-3B96B75B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2D096-D270-4F2E-9FE4-840088F7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queue operations.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C28F8-9CC8-44DC-9FAA-6D61E184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4873B-36A8-432C-8421-5B3CB65C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46/50</a:t>
            </a:r>
          </a:p>
        </p:txBody>
      </p:sp>
    </p:spTree>
    <p:extLst>
      <p:ext uri="{BB962C8B-B14F-4D97-AF65-F5344CB8AC3E}">
        <p14:creationId xmlns:p14="http://schemas.microsoft.com/office/powerpoint/2010/main" val="82924207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34E17-9349-4172-94B6-295B135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4A7BE-9852-4514-86A2-A260313B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B208-7C1D-4541-845A-B0E524C5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FCFDC-F561-4553-8546-D544470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Stack ADT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C26D4-5B21-4366-9978-3E82A342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5B40B-56CE-493F-B0F9-8BF61DD0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0E624-963F-4F0A-A5DF-9E02E121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Stack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4BED6-DEFC-466C-93B3-31B9A596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9A99D-7F37-4FC2-B14F-F708103D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A2523-9D28-4A9E-B7BD-B574D3B6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Array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D6913-C98F-482F-AE6A-9416E499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BF19D-7538-4DD3-BD2A-38E07D7F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C7921-F160-4816-A0F2-79B56EF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Dynamic-array stack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AD757-EB18-4ACB-8857-5A2F3BAD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C489A-AB1D-4DA4-B8F5-88A624D2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595B3-9853-4CD7-BAF4-B7322392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Polish notation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C4497-6B21-4BC0-BE79-F2CE215D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9096F-6087-4E61-B81D-AF9A9B40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21F67-211B-4C99-A0AC-7BB06708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Infix to postfix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62577-64A7-4253-86C4-714D757A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808EF-9B36-4557-8894-034F366A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4371E-B179-416A-9E7F-2600366C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47/50</a:t>
            </a:r>
          </a:p>
        </p:txBody>
      </p:sp>
    </p:spTree>
    <p:extLst>
      <p:ext uri="{BB962C8B-B14F-4D97-AF65-F5344CB8AC3E}">
        <p14:creationId xmlns:p14="http://schemas.microsoft.com/office/powerpoint/2010/main" val="175506076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E7C72-52D2-4FF0-A2F8-AA6C0CF8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2FFE4-BD61-4A08-81B8-7EC32383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1BB8C-9E53-4EB3-9598-1886F439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28A3E-C1A8-4241-9AD6-1B10861C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Stacks, Stack Applications, and Queues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05535-E90F-4574-AA75-10EE4367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Stack ADT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CC9E2-9E7C-4E98-B0F2-9D33F1CE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Stack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32B48-82CC-4872-9DAC-16F38C1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Array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BC759-8B9E-479B-9002-0BDEB1E6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Dynamic-array 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1B497-9619-4AA3-9C67-546ABCF1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Polish notation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C33BD-E0DD-417A-A92D-839CD229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Infix to postfix 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E32DC-6379-4541-A725-2CAB4AF5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Postfix 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AE855-F65D-4033-B343-131BF5AC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Queue ADT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8758A-3D11-4AAE-BF9F-6A52766F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AF111-3615-4A3E-A85F-189FBCD7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48/50</a:t>
            </a:r>
          </a:p>
        </p:txBody>
      </p:sp>
    </p:spTree>
    <p:extLst>
      <p:ext uri="{BB962C8B-B14F-4D97-AF65-F5344CB8AC3E}">
        <p14:creationId xmlns:p14="http://schemas.microsoft.com/office/powerpoint/2010/main" val="61898623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D8322-0CEE-4D7C-8ECF-537E7F6A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22D77-3DFE-4ABC-8316-EE651027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B2C2B-4EAC-472A-AC51-CCE3ABF9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6FB61-1878-47A0-B9D2-1DFD9150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4BDCF-52AD-4A19-8C59-6C4E3BD3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stack adt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8FAFF-4BCB-4B78-8D55-7516D31A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57FBD-D925-4FD0-905D-DB3F98BA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6B203-B1F5-4659-B5E6-D8D1561E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stack operations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87D1E-09CD-4642-8CB6-0FB85191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22866-EB0E-4024-A3E0-3E17D5F9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B6C00-0ADA-41B4-B0D6-98281E8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array stack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67432-F9AD-4154-8DBF-263A1A19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99567-FB21-4FF0-9AA7-B25DA55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D5A4D-6707-4150-9067-BE3ABB9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A7C61-DB4B-4E76-A1F7-3C920DFF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AE626-6991-4A0D-906F-EB84DB9B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DE393-395E-4A68-84AE-D1DAC888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0436D-8C07-4A09-A84A-5AB87DDC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268D8-7648-48C0-96E7-E19495FF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32AE6-062B-4B32-9538-27B06E5A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queue operations.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3D59C-E51F-4CC2-A94D-81278AF2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442C0-CACF-4328-904F-C8444CFD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49/50</a:t>
            </a:r>
          </a:p>
        </p:txBody>
      </p:sp>
    </p:spTree>
    <p:extLst>
      <p:ext uri="{BB962C8B-B14F-4D97-AF65-F5344CB8AC3E}">
        <p14:creationId xmlns:p14="http://schemas.microsoft.com/office/powerpoint/2010/main" val="133700480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9AEE1-2121-4374-94B9-E4330488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Stacks, Stack Applications, and Queues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7FE79-052C-43A0-8F09-1B6393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Dynamic-array stack: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0880F-9FA0-4264-AE1C-76FF4CDA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A8992-14EE-4CBC-9DA1-64CF9D6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dynamic-array stack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3ACA7-0B51-4774-A2C2-29831E5C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capacity, resize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92D6B-3054-440F-BE0E-D2195176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A6EE1-2781-408F-BFBF-CF3E30E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Resizing trades occasional copying for flexibility.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6CDA5-7A7A-4E31-AF79-CBF29FFB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BDA3C-9AB6-4856-BB08-FAA0C57B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67A5A-F232-416C-AECE-02C0C4AB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7C5E4-39DB-4121-AC16-923318EA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143BB-2B48-4FB2-88CF-805C85C0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40CEE-46FE-460C-A21D-62F4BF1A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21131-023E-40E1-AF5E-D38C03D6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D6E42-A4B7-4255-979D-04F8B04E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AA995-57ED-401E-8167-2C180157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2 • 50/50</a:t>
            </a:r>
          </a:p>
        </p:txBody>
      </p:sp>
    </p:spTree>
    <p:extLst>
      <p:ext uri="{BB962C8B-B14F-4D97-AF65-F5344CB8AC3E}">
        <p14:creationId xmlns:p14="http://schemas.microsoft.com/office/powerpoint/2010/main" val="1764740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2026-08-21T10:45:30.8880000Z</dcterms:created>
  <dcterms:modified xsi:type="dcterms:W3CDTF">2026-08-21T10:45:30.8880000Z</dcterms:modified>
</coreProperties>
</file>